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106"/>
  </p:notesMasterIdLst>
  <p:handoutMasterIdLst>
    <p:handoutMasterId r:id="rId107"/>
  </p:handoutMasterIdLst>
  <p:sldIdLst>
    <p:sldId id="788" r:id="rId5"/>
    <p:sldId id="774" r:id="rId6"/>
    <p:sldId id="773" r:id="rId7"/>
    <p:sldId id="1517" r:id="rId8"/>
    <p:sldId id="1292" r:id="rId9"/>
    <p:sldId id="1279" r:id="rId10"/>
    <p:sldId id="1349" r:id="rId11"/>
    <p:sldId id="1519" r:id="rId12"/>
    <p:sldId id="1100" r:id="rId13"/>
    <p:sldId id="1040" r:id="rId14"/>
    <p:sldId id="1324" r:id="rId15"/>
    <p:sldId id="1409" r:id="rId16"/>
    <p:sldId id="1405" r:id="rId17"/>
    <p:sldId id="1412" r:id="rId18"/>
    <p:sldId id="1416" r:id="rId19"/>
    <p:sldId id="1415" r:id="rId20"/>
    <p:sldId id="1413" r:id="rId21"/>
    <p:sldId id="1417" r:id="rId22"/>
    <p:sldId id="1418" r:id="rId23"/>
    <p:sldId id="1414" r:id="rId24"/>
    <p:sldId id="1423" r:id="rId25"/>
    <p:sldId id="1425" r:id="rId26"/>
    <p:sldId id="1426" r:id="rId27"/>
    <p:sldId id="1532" r:id="rId28"/>
    <p:sldId id="1419" r:id="rId29"/>
    <p:sldId id="1432" r:id="rId30"/>
    <p:sldId id="1429" r:id="rId31"/>
    <p:sldId id="1433" r:id="rId32"/>
    <p:sldId id="1430" r:id="rId33"/>
    <p:sldId id="1434" r:id="rId34"/>
    <p:sldId id="1435" r:id="rId35"/>
    <p:sldId id="1431" r:id="rId36"/>
    <p:sldId id="1436" r:id="rId37"/>
    <p:sldId id="1531" r:id="rId38"/>
    <p:sldId id="1420" r:id="rId39"/>
    <p:sldId id="1487" r:id="rId40"/>
    <p:sldId id="1488" r:id="rId41"/>
    <p:sldId id="1350" r:id="rId42"/>
    <p:sldId id="1340" r:id="rId43"/>
    <p:sldId id="1528" r:id="rId44"/>
    <p:sldId id="1351" r:id="rId45"/>
    <p:sldId id="1352" r:id="rId46"/>
    <p:sldId id="1353" r:id="rId47"/>
    <p:sldId id="1529" r:id="rId48"/>
    <p:sldId id="1520" r:id="rId49"/>
    <p:sldId id="1521" r:id="rId50"/>
    <p:sldId id="1354" r:id="rId51"/>
    <p:sldId id="1530" r:id="rId52"/>
    <p:sldId id="1359" r:id="rId53"/>
    <p:sldId id="1363" r:id="rId54"/>
    <p:sldId id="1490" r:id="rId55"/>
    <p:sldId id="1647" r:id="rId56"/>
    <p:sldId id="1648" r:id="rId57"/>
    <p:sldId id="1649" r:id="rId58"/>
    <p:sldId id="1650" r:id="rId59"/>
    <p:sldId id="1178" r:id="rId60"/>
    <p:sldId id="1437" r:id="rId61"/>
    <p:sldId id="1522" r:id="rId62"/>
    <p:sldId id="1438" r:id="rId63"/>
    <p:sldId id="1439" r:id="rId64"/>
    <p:sldId id="1440" r:id="rId65"/>
    <p:sldId id="1533" r:id="rId66"/>
    <p:sldId id="1441" r:id="rId67"/>
    <p:sldId id="1442" r:id="rId68"/>
    <p:sldId id="1443" r:id="rId69"/>
    <p:sldId id="1444" r:id="rId70"/>
    <p:sldId id="1370" r:id="rId71"/>
    <p:sldId id="1445" r:id="rId72"/>
    <p:sldId id="1446" r:id="rId73"/>
    <p:sldId id="1447" r:id="rId74"/>
    <p:sldId id="1448" r:id="rId75"/>
    <p:sldId id="1376" r:id="rId76"/>
    <p:sldId id="1377" r:id="rId77"/>
    <p:sldId id="1380" r:id="rId78"/>
    <p:sldId id="1378" r:id="rId79"/>
    <p:sldId id="1523" r:id="rId80"/>
    <p:sldId id="1524" r:id="rId81"/>
    <p:sldId id="1534" r:id="rId82"/>
    <p:sldId id="1535" r:id="rId83"/>
    <p:sldId id="1384" r:id="rId84"/>
    <p:sldId id="1491" r:id="rId85"/>
    <p:sldId id="1383" r:id="rId86"/>
    <p:sldId id="1525" r:id="rId87"/>
    <p:sldId id="1385" r:id="rId88"/>
    <p:sldId id="1526" r:id="rId89"/>
    <p:sldId id="1651" r:id="rId90"/>
    <p:sldId id="1389" r:id="rId91"/>
    <p:sldId id="1527" r:id="rId92"/>
    <p:sldId id="1390" r:id="rId93"/>
    <p:sldId id="1375" r:id="rId94"/>
    <p:sldId id="1393" r:id="rId95"/>
    <p:sldId id="1541" r:id="rId96"/>
    <p:sldId id="1537" r:id="rId97"/>
    <p:sldId id="1538" r:id="rId98"/>
    <p:sldId id="1539" r:id="rId99"/>
    <p:sldId id="1540" r:id="rId100"/>
    <p:sldId id="1536" r:id="rId101"/>
    <p:sldId id="1646" r:id="rId102"/>
    <p:sldId id="1644" r:id="rId103"/>
    <p:sldId id="1645" r:id="rId104"/>
    <p:sldId id="772" r:id="rId10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BA457-C347-4E75-ABE0-8F5AFDE9E0A5}" v="30" dt="2022-03-02T21:36:38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28" autoAdjust="0"/>
    <p:restoredTop sz="94690"/>
  </p:normalViewPr>
  <p:slideViewPr>
    <p:cSldViewPr>
      <p:cViewPr varScale="1">
        <p:scale>
          <a:sx n="83" d="100"/>
          <a:sy n="83" d="100"/>
        </p:scale>
        <p:origin x="992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6/11/relationships/changesInfo" Target="changesInfos/changesInfo1.xml"/><Relationship Id="rId16" Type="http://schemas.openxmlformats.org/officeDocument/2006/relationships/slide" Target="slides/slide12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microsoft.com/office/2015/10/relationships/revisionInfo" Target="revisionInfo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CDDBA457-C347-4E75-ABE0-8F5AFDE9E0A5}"/>
    <pc:docChg chg="addSld modSld">
      <pc:chgData name="Md Maruf Ahamed" userId="6f647de5-aeca-43cd-b76c-e84c6089bcf4" providerId="ADAL" clId="{CDDBA457-C347-4E75-ABE0-8F5AFDE9E0A5}" dt="2022-03-02T21:37:17.198" v="77" actId="207"/>
      <pc:docMkLst>
        <pc:docMk/>
      </pc:docMkLst>
      <pc:sldChg chg="modSp mod">
        <pc:chgData name="Md Maruf Ahamed" userId="6f647de5-aeca-43cd-b76c-e84c6089bcf4" providerId="ADAL" clId="{CDDBA457-C347-4E75-ABE0-8F5AFDE9E0A5}" dt="2022-03-02T21:37:17.198" v="77" actId="207"/>
        <pc:sldMkLst>
          <pc:docMk/>
          <pc:sldMk cId="0" sldId="1383"/>
        </pc:sldMkLst>
        <pc:spChg chg="mod">
          <ac:chgData name="Md Maruf Ahamed" userId="6f647de5-aeca-43cd-b76c-e84c6089bcf4" providerId="ADAL" clId="{CDDBA457-C347-4E75-ABE0-8F5AFDE9E0A5}" dt="2022-03-02T21:37:17.198" v="77" actId="207"/>
          <ac:spMkLst>
            <pc:docMk/>
            <pc:sldMk cId="0" sldId="1383"/>
            <ac:spMk id="121857" creationId="{D560D1AF-0616-4029-8661-F7E7AD2C3819}"/>
          </ac:spMkLst>
        </pc:spChg>
      </pc:sldChg>
      <pc:sldChg chg="addSp modSp mod">
        <pc:chgData name="Md Maruf Ahamed" userId="6f647de5-aeca-43cd-b76c-e84c6089bcf4" providerId="ADAL" clId="{CDDBA457-C347-4E75-ABE0-8F5AFDE9E0A5}" dt="2022-03-02T20:23:51.983" v="17" actId="20577"/>
        <pc:sldMkLst>
          <pc:docMk/>
          <pc:sldMk cId="0" sldId="1490"/>
        </pc:sldMkLst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47" creationId="{989A49E8-B1E1-4989-8AFC-67414492023F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48" creationId="{93288137-AE08-45F3-AAC3-361818E89531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49" creationId="{E08EC232-BF16-4143-8A6D-DE3AC4761C3A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0" creationId="{17828C13-A8FD-441F-830E-676BEB3DA871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1" creationId="{B1004F74-CBF8-4763-BE07-0F9B6025746A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2" creationId="{0DE27353-FB9B-4808-B973-E87A2B82F2E4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3" creationId="{8F575A50-2283-4933-BBDB-341893A9F7F0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4" creationId="{9D1B75FB-D0B7-4A01-A6D5-E680B2B4C655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5" creationId="{B31FC8D6-13E1-46CB-970D-894E98AB9D0A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6" creationId="{B5205BF2-A86C-4B09-A20B-B703E15EF68C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7" creationId="{94F93847-4DC4-47BF-9A9A-3E152848A23E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8" creationId="{E85992D5-90B8-4247-8E55-CD91648769A6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59" creationId="{1F69A738-8EDD-4899-BB60-2A9013AEA51F}"/>
          </ac:spMkLst>
        </pc:spChg>
        <pc:spChg chg="mod">
          <ac:chgData name="Md Maruf Ahamed" userId="6f647de5-aeca-43cd-b76c-e84c6089bcf4" providerId="ADAL" clId="{CDDBA457-C347-4E75-ABE0-8F5AFDE9E0A5}" dt="2022-03-02T20:23:34.763" v="11" actId="1076"/>
          <ac:spMkLst>
            <pc:docMk/>
            <pc:sldMk cId="0" sldId="1490"/>
            <ac:spMk id="61" creationId="{E8ADF112-D2A0-4332-90EE-653EFFB51A17}"/>
          </ac:spMkLst>
        </pc:spChg>
        <pc:spChg chg="mod">
          <ac:chgData name="Md Maruf Ahamed" userId="6f647de5-aeca-43cd-b76c-e84c6089bcf4" providerId="ADAL" clId="{CDDBA457-C347-4E75-ABE0-8F5AFDE9E0A5}" dt="2022-03-02T20:23:51.983" v="17" actId="20577"/>
          <ac:spMkLst>
            <pc:docMk/>
            <pc:sldMk cId="0" sldId="1490"/>
            <ac:spMk id="93185" creationId="{75584306-05B9-4C09-86D5-3F512E538E97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89" creationId="{81FA24D8-2350-4EA1-8384-35390B5A4B9E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0" creationId="{B6A96603-C92B-41EC-B54B-A3FF6ED531D0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1" creationId="{A355C12B-D921-4641-8C2B-D9F76D1DC8DA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2" creationId="{DAC63510-F660-460E-BC49-D2F341B79884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3" creationId="{F6B6C53F-F3E7-437B-946C-69E71ED4332D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4" creationId="{717D971E-37B5-4AA1-8FA3-7666801451A6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5" creationId="{28A6EEB0-1D4A-4B4E-934B-F03FCC080EF4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6" creationId="{332A68E7-0776-49A6-9926-9DC26895A02B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7" creationId="{5083BF78-CDBD-4302-BFDF-F50FD8E1291C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8" creationId="{3DD3501A-B732-41CA-941B-18A2C79B4EB2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199" creationId="{EC2271E8-9991-4DD4-AF32-3F4BDD0B4351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0" creationId="{65F76B71-624B-456E-8A61-70ED896504B3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1" creationId="{00CBD8B4-C391-43A8-AE7E-A8D0ADA992E5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2" creationId="{9D1631C0-A282-44EA-8A0E-4CB4416B4885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3" creationId="{67892EDF-C5D4-419A-83BA-894B46EC789E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4" creationId="{263CBD43-2629-4B70-8C77-D0002C9B5562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5" creationId="{37E3FA8C-DD68-41C0-83E7-B11C8A939706}"/>
          </ac:spMkLst>
        </pc:spChg>
        <pc:spChg chg="mod">
          <ac:chgData name="Md Maruf Ahamed" userId="6f647de5-aeca-43cd-b76c-e84c6089bcf4" providerId="ADAL" clId="{CDDBA457-C347-4E75-ABE0-8F5AFDE9E0A5}" dt="2022-03-02T20:23:31.372" v="10" actId="1076"/>
          <ac:spMkLst>
            <pc:docMk/>
            <pc:sldMk cId="0" sldId="1490"/>
            <ac:spMk id="93206" creationId="{A5F92519-E585-4BB4-9748-EB25002FB3A9}"/>
          </ac:spMkLst>
        </pc:spChg>
        <pc:spChg chg="mod">
          <ac:chgData name="Md Maruf Ahamed" userId="6f647de5-aeca-43cd-b76c-e84c6089bcf4" providerId="ADAL" clId="{CDDBA457-C347-4E75-ABE0-8F5AFDE9E0A5}" dt="2022-03-02T20:23:28.680" v="9" actId="1076"/>
          <ac:spMkLst>
            <pc:docMk/>
            <pc:sldMk cId="0" sldId="1490"/>
            <ac:spMk id="93208" creationId="{7CC6F6C1-1EE2-4B6F-A845-CB8C80C88781}"/>
          </ac:spMkLst>
        </pc:spChg>
        <pc:spChg chg="mod">
          <ac:chgData name="Md Maruf Ahamed" userId="6f647de5-aeca-43cd-b76c-e84c6089bcf4" providerId="ADAL" clId="{CDDBA457-C347-4E75-ABE0-8F5AFDE9E0A5}" dt="2022-03-02T20:23:28.680" v="9" actId="1076"/>
          <ac:spMkLst>
            <pc:docMk/>
            <pc:sldMk cId="0" sldId="1490"/>
            <ac:spMk id="93209" creationId="{7A35C291-E159-48E0-9F53-5753DA82BEEE}"/>
          </ac:spMkLst>
        </pc:spChg>
        <pc:spChg chg="mod">
          <ac:chgData name="Md Maruf Ahamed" userId="6f647de5-aeca-43cd-b76c-e84c6089bcf4" providerId="ADAL" clId="{CDDBA457-C347-4E75-ABE0-8F5AFDE9E0A5}" dt="2022-03-02T20:23:28.680" v="9" actId="1076"/>
          <ac:spMkLst>
            <pc:docMk/>
            <pc:sldMk cId="0" sldId="1490"/>
            <ac:spMk id="93210" creationId="{5B3A3084-658D-4B04-B989-34DAC028C6DE}"/>
          </ac:spMkLst>
        </pc:spChg>
        <pc:spChg chg="mod">
          <ac:chgData name="Md Maruf Ahamed" userId="6f647de5-aeca-43cd-b76c-e84c6089bcf4" providerId="ADAL" clId="{CDDBA457-C347-4E75-ABE0-8F5AFDE9E0A5}" dt="2022-03-02T20:23:26.848" v="8" actId="1076"/>
          <ac:spMkLst>
            <pc:docMk/>
            <pc:sldMk cId="0" sldId="1490"/>
            <ac:spMk id="93212" creationId="{668E5359-0BA7-431A-B02F-A3D12B1F6710}"/>
          </ac:spMkLst>
        </pc:spChg>
        <pc:spChg chg="mod">
          <ac:chgData name="Md Maruf Ahamed" userId="6f647de5-aeca-43cd-b76c-e84c6089bcf4" providerId="ADAL" clId="{CDDBA457-C347-4E75-ABE0-8F5AFDE9E0A5}" dt="2022-03-02T20:23:26.848" v="8" actId="1076"/>
          <ac:spMkLst>
            <pc:docMk/>
            <pc:sldMk cId="0" sldId="1490"/>
            <ac:spMk id="93213" creationId="{2FFB573F-9CB5-4E43-9657-65E92434750C}"/>
          </ac:spMkLst>
        </pc:spChg>
        <pc:spChg chg="mod">
          <ac:chgData name="Md Maruf Ahamed" userId="6f647de5-aeca-43cd-b76c-e84c6089bcf4" providerId="ADAL" clId="{CDDBA457-C347-4E75-ABE0-8F5AFDE9E0A5}" dt="2022-03-02T20:23:26.848" v="8" actId="1076"/>
          <ac:spMkLst>
            <pc:docMk/>
            <pc:sldMk cId="0" sldId="1490"/>
            <ac:spMk id="93214" creationId="{C55827E1-4698-4C0B-BADF-FF7E9A48CE1A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15" creationId="{941DED0F-3BC4-426D-A218-A822806EA3BC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16" creationId="{B12DA3E2-CCBE-4A7A-AF6E-7F300B399410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17" creationId="{D6DA9936-FAE2-4D3F-8BC0-37225E19F355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18" creationId="{F52CC4AA-E5F7-4479-8C7F-198FE3D37F1F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19" creationId="{6F050257-0B35-499C-94A9-2D615A99E741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0" creationId="{B021471A-F28D-4858-80D4-52F5F05D99CE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1" creationId="{876B4E3C-8219-44F9-80D0-20D88BE5136E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2" creationId="{5AFE7925-012B-49B5-A002-3F1897A6D6E5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3" creationId="{4592D381-024E-45FE-956F-22E060700E2F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4" creationId="{01D9B720-AA28-4728-9323-DE45CF3E2CAC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5" creationId="{E3B490AB-C5F8-4A86-ACD2-0819F4116670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6" creationId="{B0A13A49-B371-4EEA-9C48-A27696CF24F8}"/>
          </ac:spMkLst>
        </pc:spChg>
        <pc:spChg chg="mod">
          <ac:chgData name="Md Maruf Ahamed" userId="6f647de5-aeca-43cd-b76c-e84c6089bcf4" providerId="ADAL" clId="{CDDBA457-C347-4E75-ABE0-8F5AFDE9E0A5}" dt="2022-03-02T20:22:29.774" v="0" actId="1076"/>
          <ac:spMkLst>
            <pc:docMk/>
            <pc:sldMk cId="0" sldId="1490"/>
            <ac:spMk id="93227" creationId="{84E2274B-039A-4693-AC82-34018E1CE39F}"/>
          </ac:spMkLst>
        </pc:spChg>
        <pc:grpChg chg="add mod">
          <ac:chgData name="Md Maruf Ahamed" userId="6f647de5-aeca-43cd-b76c-e84c6089bcf4" providerId="ADAL" clId="{CDDBA457-C347-4E75-ABE0-8F5AFDE9E0A5}" dt="2022-03-02T20:23:31.372" v="10" actId="1076"/>
          <ac:grpSpMkLst>
            <pc:docMk/>
            <pc:sldMk cId="0" sldId="1490"/>
            <ac:grpSpMk id="2" creationId="{1B4353B2-62DA-4265-A18D-719BE7C88736}"/>
          </ac:grpSpMkLst>
        </pc:grpChg>
        <pc:grpChg chg="add mod">
          <ac:chgData name="Md Maruf Ahamed" userId="6f647de5-aeca-43cd-b76c-e84c6089bcf4" providerId="ADAL" clId="{CDDBA457-C347-4E75-ABE0-8F5AFDE9E0A5}" dt="2022-03-02T20:23:34.763" v="11" actId="1076"/>
          <ac:grpSpMkLst>
            <pc:docMk/>
            <pc:sldMk cId="0" sldId="1490"/>
            <ac:grpSpMk id="46" creationId="{0A1CAA7B-1A8C-4736-B56F-6D970B5E8253}"/>
          </ac:grpSpMkLst>
        </pc:grpChg>
        <pc:grpChg chg="mod">
          <ac:chgData name="Md Maruf Ahamed" userId="6f647de5-aeca-43cd-b76c-e84c6089bcf4" providerId="ADAL" clId="{CDDBA457-C347-4E75-ABE0-8F5AFDE9E0A5}" dt="2022-03-02T20:22:29.774" v="0" actId="1076"/>
          <ac:grpSpMkLst>
            <pc:docMk/>
            <pc:sldMk cId="0" sldId="1490"/>
            <ac:grpSpMk id="93186" creationId="{B09E51CE-C889-46FE-927E-A3FC26424CA7}"/>
          </ac:grpSpMkLst>
        </pc:grpChg>
        <pc:grpChg chg="mod">
          <ac:chgData name="Md Maruf Ahamed" userId="6f647de5-aeca-43cd-b76c-e84c6089bcf4" providerId="ADAL" clId="{CDDBA457-C347-4E75-ABE0-8F5AFDE9E0A5}" dt="2022-03-02T20:23:26.848" v="8" actId="1076"/>
          <ac:grpSpMkLst>
            <pc:docMk/>
            <pc:sldMk cId="0" sldId="1490"/>
            <ac:grpSpMk id="93187" creationId="{9616D8C9-0DD7-4588-84D3-85E8C40550FA}"/>
          </ac:grpSpMkLst>
        </pc:grpChg>
        <pc:grpChg chg="mod">
          <ac:chgData name="Md Maruf Ahamed" userId="6f647de5-aeca-43cd-b76c-e84c6089bcf4" providerId="ADAL" clId="{CDDBA457-C347-4E75-ABE0-8F5AFDE9E0A5}" dt="2022-03-02T20:23:28.680" v="9" actId="1076"/>
          <ac:grpSpMkLst>
            <pc:docMk/>
            <pc:sldMk cId="0" sldId="1490"/>
            <ac:grpSpMk id="93188" creationId="{AF28A82D-471A-425C-8F4F-8E9FE7085A84}"/>
          </ac:grpSpMkLst>
        </pc:grpChg>
        <pc:picChg chg="mod">
          <ac:chgData name="Md Maruf Ahamed" userId="6f647de5-aeca-43cd-b76c-e84c6089bcf4" providerId="ADAL" clId="{CDDBA457-C347-4E75-ABE0-8F5AFDE9E0A5}" dt="2022-03-02T20:23:34.763" v="11" actId="1076"/>
          <ac:picMkLst>
            <pc:docMk/>
            <pc:sldMk cId="0" sldId="1490"/>
            <ac:picMk id="60" creationId="{F6252A38-25A1-4247-AE32-6C3A0B12BDAA}"/>
          </ac:picMkLst>
        </pc:picChg>
        <pc:picChg chg="mod">
          <ac:chgData name="Md Maruf Ahamed" userId="6f647de5-aeca-43cd-b76c-e84c6089bcf4" providerId="ADAL" clId="{CDDBA457-C347-4E75-ABE0-8F5AFDE9E0A5}" dt="2022-03-02T20:23:28.680" v="9" actId="1076"/>
          <ac:picMkLst>
            <pc:docMk/>
            <pc:sldMk cId="0" sldId="1490"/>
            <ac:picMk id="93207" creationId="{7D15E933-1B6C-4601-AA8F-A8C02BB570D1}"/>
          </ac:picMkLst>
        </pc:picChg>
        <pc:picChg chg="mod">
          <ac:chgData name="Md Maruf Ahamed" userId="6f647de5-aeca-43cd-b76c-e84c6089bcf4" providerId="ADAL" clId="{CDDBA457-C347-4E75-ABE0-8F5AFDE9E0A5}" dt="2022-03-02T20:23:26.848" v="8" actId="1076"/>
          <ac:picMkLst>
            <pc:docMk/>
            <pc:sldMk cId="0" sldId="1490"/>
            <ac:picMk id="93211" creationId="{7F871C1F-3E7F-42D9-B64D-6A8BD35CD7D2}"/>
          </ac:picMkLst>
        </pc:picChg>
      </pc:sldChg>
      <pc:sldChg chg="addSp modSp">
        <pc:chgData name="Md Maruf Ahamed" userId="6f647de5-aeca-43cd-b76c-e84c6089bcf4" providerId="ADAL" clId="{CDDBA457-C347-4E75-ABE0-8F5AFDE9E0A5}" dt="2022-03-02T20:22:57.306" v="3" actId="164"/>
        <pc:sldMkLst>
          <pc:docMk/>
          <pc:sldMk cId="2090414666" sldId="1530"/>
        </pc:sldMkLst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62" creationId="{EE92A964-8383-4457-9DC9-A60851C0BAA1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68" creationId="{0058795D-6664-4AB9-BD9E-4002BE75C2F8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69" creationId="{F5C196D5-6CB4-4C7F-B67D-8A266559CA9F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0" creationId="{8CD3D1A3-2F3A-437A-8F13-88BA0A9CCAC6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2" creationId="{DB087C86-919A-427D-B69A-967B67907382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3" creationId="{FEBFE900-26D0-45BC-A980-506FA58E01CF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4" creationId="{E97EAC4E-B33B-482E-A8F8-A8D3547DB6FE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5" creationId="{DF3A6C21-B05B-4BDA-8F5F-342DE8A7E7F1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78" creationId="{C2205A97-41DA-4345-9EF6-DFBB98B3EFF4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90" creationId="{11B9D3C6-E75B-43D9-95E0-4C2C383F3E57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91" creationId="{43E44A53-F8E8-46F7-BF47-F83AB3A913E2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94" creationId="{4E3517FD-6417-468F-9F56-25491AA40E8A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95" creationId="{68B07200-9BCB-411B-908A-43D64C52C4C7}"/>
          </ac:spMkLst>
        </pc:spChg>
        <pc:spChg chg="mod">
          <ac:chgData name="Md Maruf Ahamed" userId="6f647de5-aeca-43cd-b76c-e84c6089bcf4" providerId="ADAL" clId="{CDDBA457-C347-4E75-ABE0-8F5AFDE9E0A5}" dt="2022-03-02T20:22:57.306" v="3" actId="164"/>
          <ac:spMkLst>
            <pc:docMk/>
            <pc:sldMk cId="2090414666" sldId="1530"/>
            <ac:spMk id="87096" creationId="{BEC72124-1FAD-4471-B4A3-BAA9FE09D086}"/>
          </ac:spMkLst>
        </pc:spChg>
        <pc:grpChg chg="add mod">
          <ac:chgData name="Md Maruf Ahamed" userId="6f647de5-aeca-43cd-b76c-e84c6089bcf4" providerId="ADAL" clId="{CDDBA457-C347-4E75-ABE0-8F5AFDE9E0A5}" dt="2022-03-02T20:22:57.306" v="3" actId="164"/>
          <ac:grpSpMkLst>
            <pc:docMk/>
            <pc:sldMk cId="2090414666" sldId="1530"/>
            <ac:grpSpMk id="3" creationId="{501CC077-010A-4189-826F-547A3AED74A8}"/>
          </ac:grpSpMkLst>
        </pc:grpChg>
        <pc:picChg chg="mod">
          <ac:chgData name="Md Maruf Ahamed" userId="6f647de5-aeca-43cd-b76c-e84c6089bcf4" providerId="ADAL" clId="{CDDBA457-C347-4E75-ABE0-8F5AFDE9E0A5}" dt="2022-03-02T20:22:57.306" v="3" actId="164"/>
          <ac:picMkLst>
            <pc:docMk/>
            <pc:sldMk cId="2090414666" sldId="1530"/>
            <ac:picMk id="2" creationId="{EE810377-4505-4961-995F-7CB231DD3891}"/>
          </ac:picMkLst>
        </pc:picChg>
      </pc:sldChg>
      <pc:sldChg chg="addSp modSp">
        <pc:chgData name="Md Maruf Ahamed" userId="6f647de5-aeca-43cd-b76c-e84c6089bcf4" providerId="ADAL" clId="{CDDBA457-C347-4E75-ABE0-8F5AFDE9E0A5}" dt="2022-03-02T21:33:20.079" v="34" actId="164"/>
        <pc:sldMkLst>
          <pc:docMk/>
          <pc:sldMk cId="98725514" sldId="1534"/>
        </pc:sldMkLst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6" creationId="{39960D3C-DD55-4A87-B7F6-8848CFAC82BB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7" creationId="{97CEAC1D-5167-41F8-A42C-B2EE347DC232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8" creationId="{A891C29E-879B-42CF-BFB6-1109D6DB1532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9" creationId="{CB6CD0EF-3ECA-416A-97F4-C688465EC938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0" creationId="{61FDB063-5C8C-4FBE-B3D0-83A1206192D9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1" creationId="{E29B6A18-5D9D-43AD-9AF6-867B85DB6AB1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2" creationId="{D51328B0-E642-4F9B-8A71-BFEEAA2A39D7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3" creationId="{8FF26ABC-D9DC-492A-84D1-BF39778A101D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4" creationId="{DAB2AF89-4854-4761-8064-91A330470176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5" creationId="{1A2877C8-3ECC-4ECD-B602-A51F1721D260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6" creationId="{CDEBF8AC-76C2-49C8-9E04-9233C25B80C3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7" creationId="{DF7FA920-6E22-438F-AF32-F389D564CDB2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8" creationId="{87076B7C-4C94-425B-B9C3-8DD43064ABA3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19" creationId="{C605DFC3-7CE9-4FD6-B888-7040E32C6A65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0" creationId="{291D5A2C-3417-41F0-9C6A-0A067D2A5568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1" creationId="{1690E68D-C0DF-426F-A6BF-93F6F865AD3D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2" creationId="{A213FB4A-EE45-41DD-A39A-F469F69282C9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3" creationId="{F96DD426-B4A3-4C15-A8E6-381AFE9BA910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4" creationId="{81456AFE-7920-4DE1-8DCD-12AB86D30D81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5" creationId="{C9833334-B3E1-4093-92C1-BF49786459C3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6" creationId="{FC7F25DB-ACBB-4939-AC56-276E962329BB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7" creationId="{01CEE571-8CC2-4B74-9386-68E5D2CA1EE0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8" creationId="{38C13E8B-63F7-4CE1-A427-7A453ED63B29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29" creationId="{3917038A-CE32-43AD-B395-47FD4A352910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30" creationId="{138CA6E4-E2DB-49CC-A7E7-600135928989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31" creationId="{05EBE77B-11C9-42D6-8771-4F57EE089160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32" creationId="{C0F5AAF2-FD08-443E-A9BA-7425A593185C}"/>
          </ac:spMkLst>
        </pc:spChg>
        <pc:spChg chg="mod">
          <ac:chgData name="Md Maruf Ahamed" userId="6f647de5-aeca-43cd-b76c-e84c6089bcf4" providerId="ADAL" clId="{CDDBA457-C347-4E75-ABE0-8F5AFDE9E0A5}" dt="2022-03-02T21:33:20.079" v="34" actId="164"/>
          <ac:spMkLst>
            <pc:docMk/>
            <pc:sldMk cId="98725514" sldId="1534"/>
            <ac:spMk id="33" creationId="{5714989A-18F8-4EEB-A746-CFAF38D3A3C1}"/>
          </ac:spMkLst>
        </pc:spChg>
        <pc:grpChg chg="add mod">
          <ac:chgData name="Md Maruf Ahamed" userId="6f647de5-aeca-43cd-b76c-e84c6089bcf4" providerId="ADAL" clId="{CDDBA457-C347-4E75-ABE0-8F5AFDE9E0A5}" dt="2022-03-02T21:33:20.079" v="34" actId="164"/>
          <ac:grpSpMkLst>
            <pc:docMk/>
            <pc:sldMk cId="98725514" sldId="1534"/>
            <ac:grpSpMk id="2" creationId="{A6FC70D5-0A7F-4BF9-ACBC-5E85B8AA1A4D}"/>
          </ac:grpSpMkLst>
        </pc:grpChg>
      </pc:sldChg>
      <pc:sldChg chg="addSp delSp modSp mod">
        <pc:chgData name="Md Maruf Ahamed" userId="6f647de5-aeca-43cd-b76c-e84c6089bcf4" providerId="ADAL" clId="{CDDBA457-C347-4E75-ABE0-8F5AFDE9E0A5}" dt="2022-03-02T21:34:19.886" v="45" actId="1076"/>
        <pc:sldMkLst>
          <pc:docMk/>
          <pc:sldMk cId="1334096034" sldId="1535"/>
        </pc:sldMkLst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7" creationId="{122FCE67-3A64-4F09-AA63-AA4A1C507452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8" creationId="{9C88D004-BB05-421E-8C66-E9C02326D821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9" creationId="{D77FF98A-F285-4808-935C-893111E2E330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0" creationId="{4792A348-C96C-4A9E-97F9-AE4755C81A24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1" creationId="{640BCB7F-DFF0-4270-AEC6-C432391002D0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2" creationId="{B9EDD13D-8B33-4D42-87DE-1967128ED49B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3" creationId="{64833FBD-9A6C-40B6-B2F0-36123C258CD3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4" creationId="{514F39E5-F4B6-4B3A-94D8-AD1366124CF9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5" creationId="{224ECB41-4960-4F47-90A4-E7860B4BA302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6" creationId="{75AE203B-97D8-4382-BB30-1173F913C436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7" creationId="{464348AB-8355-4ADD-B823-F2311249F3A5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8" creationId="{756177C8-16B8-402B-867F-FE416B77BE2E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19" creationId="{232A9675-0A5F-4D6A-93B6-DE6AC1C33BF7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0" creationId="{8A7ABE88-CC70-49CD-B85D-6BB25C433E86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1" creationId="{8D20951B-4F32-4A82-A2BB-22F1C041F49E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2" creationId="{3B277CE7-66A8-48F0-86BF-921B52643B90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3" creationId="{893B4627-D902-4F10-9F48-4FB30E9AEE15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4" creationId="{EF467949-C363-41C0-819A-8CB536EEA56E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5" creationId="{CF866C1D-F34A-48B1-8C05-10816E975416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6" creationId="{1F36B819-FF3E-41BB-AD8D-199D3DAB9C50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7" creationId="{DC432225-44CF-4461-BAE2-524D5F297632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8" creationId="{C813B90A-2E7B-4C66-888C-94E58AC04C54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29" creationId="{D8CB111E-05BF-4975-81D2-B1D3252F7650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30" creationId="{E906EB38-87F2-45A4-A83B-230A4C7A5A0E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31" creationId="{519C627E-FD0F-4571-B466-786626600F2E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32" creationId="{5EEEC082-92C3-492B-A1A6-52DCF5E3A371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33" creationId="{A76D8BB3-6B59-459F-BAA4-5716A35C1031}"/>
          </ac:spMkLst>
        </pc:spChg>
        <pc:spChg chg="mod">
          <ac:chgData name="Md Maruf Ahamed" userId="6f647de5-aeca-43cd-b76c-e84c6089bcf4" providerId="ADAL" clId="{CDDBA457-C347-4E75-ABE0-8F5AFDE9E0A5}" dt="2022-03-02T21:33:49.648" v="40" actId="1076"/>
          <ac:spMkLst>
            <pc:docMk/>
            <pc:sldMk cId="1334096034" sldId="1535"/>
            <ac:spMk id="34" creationId="{FA77B04E-4871-4C4D-B5B3-FB05190E2A7F}"/>
          </ac:spMkLst>
        </pc:spChg>
        <pc:spChg chg="add mod">
          <ac:chgData name="Md Maruf Ahamed" userId="6f647de5-aeca-43cd-b76c-e84c6089bcf4" providerId="ADAL" clId="{CDDBA457-C347-4E75-ABE0-8F5AFDE9E0A5}" dt="2022-03-02T21:34:11.006" v="42"/>
          <ac:spMkLst>
            <pc:docMk/>
            <pc:sldMk cId="1334096034" sldId="1535"/>
            <ac:spMk id="35" creationId="{C49A787B-679E-4824-B1B3-5765FAB88B55}"/>
          </ac:spMkLst>
        </pc:spChg>
        <pc:spChg chg="del">
          <ac:chgData name="Md Maruf Ahamed" userId="6f647de5-aeca-43cd-b76c-e84c6089bcf4" providerId="ADAL" clId="{CDDBA457-C347-4E75-ABE0-8F5AFDE9E0A5}" dt="2022-03-02T21:33:54.294" v="41" actId="21"/>
          <ac:spMkLst>
            <pc:docMk/>
            <pc:sldMk cId="1334096034" sldId="1535"/>
            <ac:spMk id="116737" creationId="{2D6CAEDB-F3F1-44ED-BC61-D33B6622957E}"/>
          </ac:spMkLst>
        </pc:spChg>
        <pc:grpChg chg="add mod">
          <ac:chgData name="Md Maruf Ahamed" userId="6f647de5-aeca-43cd-b76c-e84c6089bcf4" providerId="ADAL" clId="{CDDBA457-C347-4E75-ABE0-8F5AFDE9E0A5}" dt="2022-03-02T21:33:49.648" v="40" actId="1076"/>
          <ac:grpSpMkLst>
            <pc:docMk/>
            <pc:sldMk cId="1334096034" sldId="1535"/>
            <ac:grpSpMk id="6" creationId="{DF8D57ED-E8C2-4490-ADD1-FD9EEAB93F21}"/>
          </ac:grpSpMkLst>
        </pc:grpChg>
        <pc:picChg chg="mod">
          <ac:chgData name="Md Maruf Ahamed" userId="6f647de5-aeca-43cd-b76c-e84c6089bcf4" providerId="ADAL" clId="{CDDBA457-C347-4E75-ABE0-8F5AFDE9E0A5}" dt="2022-03-02T21:34:15.958" v="43" actId="1076"/>
          <ac:picMkLst>
            <pc:docMk/>
            <pc:sldMk cId="1334096034" sldId="1535"/>
            <ac:picMk id="3" creationId="{679AE4C2-3EC4-4ED7-8B16-F6220AABD123}"/>
          </ac:picMkLst>
        </pc:picChg>
        <pc:picChg chg="mod">
          <ac:chgData name="Md Maruf Ahamed" userId="6f647de5-aeca-43cd-b76c-e84c6089bcf4" providerId="ADAL" clId="{CDDBA457-C347-4E75-ABE0-8F5AFDE9E0A5}" dt="2022-03-02T21:34:17.874" v="44" actId="1076"/>
          <ac:picMkLst>
            <pc:docMk/>
            <pc:sldMk cId="1334096034" sldId="1535"/>
            <ac:picMk id="4" creationId="{A51130E9-F647-448A-821D-9AF0DC6E3477}"/>
          </ac:picMkLst>
        </pc:picChg>
        <pc:picChg chg="mod">
          <ac:chgData name="Md Maruf Ahamed" userId="6f647de5-aeca-43cd-b76c-e84c6089bcf4" providerId="ADAL" clId="{CDDBA457-C347-4E75-ABE0-8F5AFDE9E0A5}" dt="2022-03-02T21:34:19.886" v="45" actId="1076"/>
          <ac:picMkLst>
            <pc:docMk/>
            <pc:sldMk cId="1334096034" sldId="1535"/>
            <ac:picMk id="5" creationId="{B7978CA9-35B4-4E5D-9A09-93061DBCE40B}"/>
          </ac:picMkLst>
        </pc:picChg>
      </pc:sldChg>
      <pc:sldChg chg="addSp delSp modSp add mod">
        <pc:chgData name="Md Maruf Ahamed" userId="6f647de5-aeca-43cd-b76c-e84c6089bcf4" providerId="ADAL" clId="{CDDBA457-C347-4E75-ABE0-8F5AFDE9E0A5}" dt="2022-03-02T21:32:08.191" v="33" actId="14100"/>
        <pc:sldMkLst>
          <pc:docMk/>
          <pc:sldMk cId="1096138110" sldId="1651"/>
        </pc:sldMkLst>
        <pc:spChg chg="mod">
          <ac:chgData name="Md Maruf Ahamed" userId="6f647de5-aeca-43cd-b76c-e84c6089bcf4" providerId="ADAL" clId="{CDDBA457-C347-4E75-ABE0-8F5AFDE9E0A5}" dt="2022-03-02T21:31:59.811" v="31" actId="14100"/>
          <ac:spMkLst>
            <pc:docMk/>
            <pc:sldMk cId="1096138110" sldId="1651"/>
            <ac:spMk id="8" creationId="{7BE4A83E-36EA-4F32-9C46-74C81D4BEFD9}"/>
          </ac:spMkLst>
        </pc:spChg>
        <pc:spChg chg="mod">
          <ac:chgData name="Md Maruf Ahamed" userId="6f647de5-aeca-43cd-b76c-e84c6089bcf4" providerId="ADAL" clId="{CDDBA457-C347-4E75-ABE0-8F5AFDE9E0A5}" dt="2022-03-02T21:31:59.811" v="31" actId="14100"/>
          <ac:spMkLst>
            <pc:docMk/>
            <pc:sldMk cId="1096138110" sldId="1651"/>
            <ac:spMk id="9" creationId="{F2754F34-D7A6-4106-BDC9-3F0C6D1710C8}"/>
          </ac:spMkLst>
        </pc:spChg>
        <pc:spChg chg="add mod">
          <ac:chgData name="Md Maruf Ahamed" userId="6f647de5-aeca-43cd-b76c-e84c6089bcf4" providerId="ADAL" clId="{CDDBA457-C347-4E75-ABE0-8F5AFDE9E0A5}" dt="2022-03-02T21:31:19.058" v="26" actId="20577"/>
          <ac:spMkLst>
            <pc:docMk/>
            <pc:sldMk cId="1096138110" sldId="1651"/>
            <ac:spMk id="11" creationId="{9761E229-E93D-4DF6-BC68-002F1FF73D6F}"/>
          </ac:spMkLst>
        </pc:spChg>
        <pc:spChg chg="del">
          <ac:chgData name="Md Maruf Ahamed" userId="6f647de5-aeca-43cd-b76c-e84c6089bcf4" providerId="ADAL" clId="{CDDBA457-C347-4E75-ABE0-8F5AFDE9E0A5}" dt="2022-03-02T21:30:35.092" v="19" actId="21"/>
          <ac:spMkLst>
            <pc:docMk/>
            <pc:sldMk cId="1096138110" sldId="1651"/>
            <ac:spMk id="122881" creationId="{35A3B088-42C3-4012-8E87-0FE3F40A8B0F}"/>
          </ac:spMkLst>
        </pc:spChg>
        <pc:grpChg chg="mod">
          <ac:chgData name="Md Maruf Ahamed" userId="6f647de5-aeca-43cd-b76c-e84c6089bcf4" providerId="ADAL" clId="{CDDBA457-C347-4E75-ABE0-8F5AFDE9E0A5}" dt="2022-03-02T21:31:59.811" v="31" actId="14100"/>
          <ac:grpSpMkLst>
            <pc:docMk/>
            <pc:sldMk cId="1096138110" sldId="1651"/>
            <ac:grpSpMk id="6" creationId="{ED4B88CB-9F0C-4D29-A1EF-10E35FC620DB}"/>
          </ac:grpSpMkLst>
        </pc:grpChg>
        <pc:picChg chg="mod">
          <ac:chgData name="Md Maruf Ahamed" userId="6f647de5-aeca-43cd-b76c-e84c6089bcf4" providerId="ADAL" clId="{CDDBA457-C347-4E75-ABE0-8F5AFDE9E0A5}" dt="2022-03-02T21:32:05.510" v="32" actId="14100"/>
          <ac:picMkLst>
            <pc:docMk/>
            <pc:sldMk cId="1096138110" sldId="1651"/>
            <ac:picMk id="5" creationId="{BF701BB1-A518-4388-83E5-1A3D9F1DC02C}"/>
          </ac:picMkLst>
        </pc:picChg>
        <pc:picChg chg="mod">
          <ac:chgData name="Md Maruf Ahamed" userId="6f647de5-aeca-43cd-b76c-e84c6089bcf4" providerId="ADAL" clId="{CDDBA457-C347-4E75-ABE0-8F5AFDE9E0A5}" dt="2022-03-02T21:31:59.811" v="31" actId="14100"/>
          <ac:picMkLst>
            <pc:docMk/>
            <pc:sldMk cId="1096138110" sldId="1651"/>
            <ac:picMk id="7" creationId="{98953132-A8AB-4AC4-A33F-113D055EB1AC}"/>
          </ac:picMkLst>
        </pc:picChg>
        <pc:picChg chg="mod">
          <ac:chgData name="Md Maruf Ahamed" userId="6f647de5-aeca-43cd-b76c-e84c6089bcf4" providerId="ADAL" clId="{CDDBA457-C347-4E75-ABE0-8F5AFDE9E0A5}" dt="2022-03-02T21:32:08.191" v="33" actId="14100"/>
          <ac:picMkLst>
            <pc:docMk/>
            <pc:sldMk cId="1096138110" sldId="1651"/>
            <ac:picMk id="122883" creationId="{E1BEA584-7CA1-4BB2-8A9C-E98E837B27B6}"/>
          </ac:picMkLst>
        </pc:picChg>
      </pc:sldChg>
    </pc:docChg>
  </pc:docChgLst>
  <pc:docChgLst>
    <pc:chgData name="Ahamed, Md Maruf [E CPE]" userId="6f647de5-aeca-43cd-b76c-e84c6089bcf4" providerId="ADAL" clId="{6588C42D-B0C6-41A4-8EDC-5C3F1545923F}"/>
    <pc:docChg chg="custSel addSld delSld modSld sldOrd">
      <pc:chgData name="Ahamed, Md Maruf [E CPE]" userId="6f647de5-aeca-43cd-b76c-e84c6089bcf4" providerId="ADAL" clId="{6588C42D-B0C6-41A4-8EDC-5C3F1545923F}" dt="2022-03-02T23:16:18.674" v="96"/>
      <pc:docMkLst>
        <pc:docMk/>
      </pc:docMkLst>
      <pc:sldChg chg="modSp ord">
        <pc:chgData name="Ahamed, Md Maruf [E CPE]" userId="6f647de5-aeca-43cd-b76c-e84c6089bcf4" providerId="ADAL" clId="{6588C42D-B0C6-41A4-8EDC-5C3F1545923F}" dt="2022-03-02T14:33:46.514" v="23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6588C42D-B0C6-41A4-8EDC-5C3F1545923F}" dt="2022-03-02T14:33:46.514" v="23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delSp">
        <pc:chgData name="Ahamed, Md Maruf [E CPE]" userId="6f647de5-aeca-43cd-b76c-e84c6089bcf4" providerId="ADAL" clId="{6588C42D-B0C6-41A4-8EDC-5C3F1545923F}" dt="2022-03-02T14:52:57.799" v="32" actId="478"/>
        <pc:sldMkLst>
          <pc:docMk/>
          <pc:sldMk cId="0" sldId="1040"/>
        </pc:sldMkLst>
        <pc:inkChg chg="del">
          <ac:chgData name="Ahamed, Md Maruf [E CPE]" userId="6f647de5-aeca-43cd-b76c-e84c6089bcf4" providerId="ADAL" clId="{6588C42D-B0C6-41A4-8EDC-5C3F1545923F}" dt="2022-03-02T14:52:57.799" v="32" actId="478"/>
          <ac:inkMkLst>
            <pc:docMk/>
            <pc:sldMk cId="0" sldId="1040"/>
            <ac:inkMk id="2" creationId="{8B782BA1-9998-4E98-8C03-DCE6C0A865A4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100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100"/>
            <ac:inkMk id="2" creationId="{2F11D923-AA46-4BBB-A310-500608905685}"/>
          </ac:inkMkLst>
        </pc:inkChg>
        <pc:inkChg chg="del">
          <ac:chgData name="Ahamed, Md Maruf [E CPE]" userId="6f647de5-aeca-43cd-b76c-e84c6089bcf4" providerId="ADAL" clId="{6588C42D-B0C6-41A4-8EDC-5C3F1545923F}" dt="2022-03-02T14:52:34.510" v="31" actId="478"/>
          <ac:inkMkLst>
            <pc:docMk/>
            <pc:sldMk cId="0" sldId="1100"/>
            <ac:inkMk id="2" creationId="{E542E9FC-BA85-4348-A925-F3829395857D}"/>
          </ac:inkMkLst>
        </pc:inkChg>
      </pc:sldChg>
      <pc:sldChg chg="delSp del">
        <pc:chgData name="Ahamed, Md Maruf [E CPE]" userId="6f647de5-aeca-43cd-b76c-e84c6089bcf4" providerId="ADAL" clId="{6588C42D-B0C6-41A4-8EDC-5C3F1545923F}" dt="2022-03-02T17:48:03.690" v="76" actId="2696"/>
        <pc:sldMkLst>
          <pc:docMk/>
          <pc:sldMk cId="0" sldId="1262"/>
        </pc:sldMkLst>
        <pc:inkChg chg="del">
          <ac:chgData name="Ahamed, Md Maruf [E CPE]" userId="6f647de5-aeca-43cd-b76c-e84c6089bcf4" providerId="ADAL" clId="{6588C42D-B0C6-41A4-8EDC-5C3F1545923F}" dt="2022-03-02T14:39:39.386" v="30" actId="478"/>
          <ac:inkMkLst>
            <pc:docMk/>
            <pc:sldMk cId="0" sldId="1262"/>
            <ac:inkMk id="2" creationId="{F3E9D765-6BD7-4A69-8218-BDD5046600D5}"/>
          </ac:inkMkLst>
        </pc:inkChg>
      </pc:sldChg>
      <pc:sldChg chg="del">
        <pc:chgData name="Ahamed, Md Maruf [E CPE]" userId="6f647de5-aeca-43cd-b76c-e84c6089bcf4" providerId="ADAL" clId="{6588C42D-B0C6-41A4-8EDC-5C3F1545923F}" dt="2022-03-02T17:48:04.967" v="78" actId="2696"/>
        <pc:sldMkLst>
          <pc:docMk/>
          <pc:sldMk cId="0" sldId="1263"/>
        </pc:sldMkLst>
      </pc:sldChg>
      <pc:sldChg chg="delSp del">
        <pc:chgData name="Ahamed, Md Maruf [E CPE]" userId="6f647de5-aeca-43cd-b76c-e84c6089bcf4" providerId="ADAL" clId="{6588C42D-B0C6-41A4-8EDC-5C3F1545923F}" dt="2022-03-02T17:48:05.470" v="79" actId="2696"/>
        <pc:sldMkLst>
          <pc:docMk/>
          <pc:sldMk cId="0" sldId="1264"/>
        </pc:sldMkLst>
        <pc:inkChg chg="del">
          <ac:chgData name="Ahamed, Md Maruf [E CPE]" userId="6f647de5-aeca-43cd-b76c-e84c6089bcf4" providerId="ADAL" clId="{6588C42D-B0C6-41A4-8EDC-5C3F1545923F}" dt="2022-03-02T14:35:34.812" v="24" actId="478"/>
          <ac:inkMkLst>
            <pc:docMk/>
            <pc:sldMk cId="0" sldId="1264"/>
            <ac:inkMk id="2" creationId="{2B5A5F34-5706-42A5-A617-A8C4487E05D6}"/>
          </ac:inkMkLst>
        </pc:inkChg>
      </pc:sldChg>
      <pc:sldChg chg="del">
        <pc:chgData name="Ahamed, Md Maruf [E CPE]" userId="6f647de5-aeca-43cd-b76c-e84c6089bcf4" providerId="ADAL" clId="{6588C42D-B0C6-41A4-8EDC-5C3F1545923F}" dt="2022-03-02T17:48:05.922" v="80" actId="2696"/>
        <pc:sldMkLst>
          <pc:docMk/>
          <pc:sldMk cId="0" sldId="1265"/>
        </pc:sldMkLst>
      </pc:sldChg>
      <pc:sldChg chg="del">
        <pc:chgData name="Ahamed, Md Maruf [E CPE]" userId="6f647de5-aeca-43cd-b76c-e84c6089bcf4" providerId="ADAL" clId="{6588C42D-B0C6-41A4-8EDC-5C3F1545923F}" dt="2022-03-02T17:48:06.334" v="81" actId="2696"/>
        <pc:sldMkLst>
          <pc:docMk/>
          <pc:sldMk cId="0" sldId="1267"/>
        </pc:sldMkLst>
      </pc:sldChg>
      <pc:sldChg chg="delSp del">
        <pc:chgData name="Ahamed, Md Maruf [E CPE]" userId="6f647de5-aeca-43cd-b76c-e84c6089bcf4" providerId="ADAL" clId="{6588C42D-B0C6-41A4-8EDC-5C3F1545923F}" dt="2022-03-02T17:48:07.104" v="82" actId="2696"/>
        <pc:sldMkLst>
          <pc:docMk/>
          <pc:sldMk cId="0" sldId="1268"/>
        </pc:sldMkLst>
        <pc:inkChg chg="del">
          <ac:chgData name="Ahamed, Md Maruf [E CPE]" userId="6f647de5-aeca-43cd-b76c-e84c6089bcf4" providerId="ADAL" clId="{6588C42D-B0C6-41A4-8EDC-5C3F1545923F}" dt="2022-03-02T14:35:50.324" v="25" actId="478"/>
          <ac:inkMkLst>
            <pc:docMk/>
            <pc:sldMk cId="0" sldId="1268"/>
            <ac:inkMk id="2" creationId="{A70708F3-8F42-44AA-BCE9-E1C44FDB7629}"/>
          </ac:inkMkLst>
        </pc:inkChg>
      </pc:sldChg>
      <pc:sldChg chg="delSp del">
        <pc:chgData name="Ahamed, Md Maruf [E CPE]" userId="6f647de5-aeca-43cd-b76c-e84c6089bcf4" providerId="ADAL" clId="{6588C42D-B0C6-41A4-8EDC-5C3F1545923F}" dt="2022-03-02T17:48:07.452" v="83" actId="2696"/>
        <pc:sldMkLst>
          <pc:docMk/>
          <pc:sldMk cId="0" sldId="1269"/>
        </pc:sldMkLst>
        <pc:inkChg chg="del">
          <ac:chgData name="Ahamed, Md Maruf [E CPE]" userId="6f647de5-aeca-43cd-b76c-e84c6089bcf4" providerId="ADAL" clId="{6588C42D-B0C6-41A4-8EDC-5C3F1545923F}" dt="2022-03-02T14:35:55.561" v="26" actId="478"/>
          <ac:inkMkLst>
            <pc:docMk/>
            <pc:sldMk cId="0" sldId="1269"/>
            <ac:inkMk id="2" creationId="{D1D5B78B-3470-407D-95C2-C4C097EAD5FE}"/>
          </ac:inkMkLst>
        </pc:inkChg>
      </pc:sldChg>
      <pc:sldChg chg="del">
        <pc:chgData name="Ahamed, Md Maruf [E CPE]" userId="6f647de5-aeca-43cd-b76c-e84c6089bcf4" providerId="ADAL" clId="{6588C42D-B0C6-41A4-8EDC-5C3F1545923F}" dt="2022-03-02T17:48:07.886" v="84" actId="2696"/>
        <pc:sldMkLst>
          <pc:docMk/>
          <pc:sldMk cId="0" sldId="1270"/>
        </pc:sldMkLst>
      </pc:sldChg>
      <pc:sldChg chg="del">
        <pc:chgData name="Ahamed, Md Maruf [E CPE]" userId="6f647de5-aeca-43cd-b76c-e84c6089bcf4" providerId="ADAL" clId="{6588C42D-B0C6-41A4-8EDC-5C3F1545923F}" dt="2022-03-02T17:48:08.268" v="85" actId="2696"/>
        <pc:sldMkLst>
          <pc:docMk/>
          <pc:sldMk cId="0" sldId="1271"/>
        </pc:sldMkLst>
      </pc:sldChg>
      <pc:sldChg chg="del">
        <pc:chgData name="Ahamed, Md Maruf [E CPE]" userId="6f647de5-aeca-43cd-b76c-e84c6089bcf4" providerId="ADAL" clId="{6588C42D-B0C6-41A4-8EDC-5C3F1545923F}" dt="2022-03-02T17:48:08.927" v="86" actId="2696"/>
        <pc:sldMkLst>
          <pc:docMk/>
          <pc:sldMk cId="0" sldId="1272"/>
        </pc:sldMkLst>
      </pc:sldChg>
      <pc:sldChg chg="delSp del">
        <pc:chgData name="Ahamed, Md Maruf [E CPE]" userId="6f647de5-aeca-43cd-b76c-e84c6089bcf4" providerId="ADAL" clId="{6588C42D-B0C6-41A4-8EDC-5C3F1545923F}" dt="2022-03-02T17:48:09.919" v="87" actId="2696"/>
        <pc:sldMkLst>
          <pc:docMk/>
          <pc:sldMk cId="0" sldId="1273"/>
        </pc:sldMkLst>
        <pc:inkChg chg="del">
          <ac:chgData name="Ahamed, Md Maruf [E CPE]" userId="6f647de5-aeca-43cd-b76c-e84c6089bcf4" providerId="ADAL" clId="{6588C42D-B0C6-41A4-8EDC-5C3F1545923F}" dt="2022-03-02T14:38:42.103" v="27" actId="478"/>
          <ac:inkMkLst>
            <pc:docMk/>
            <pc:sldMk cId="0" sldId="1273"/>
            <ac:inkMk id="2" creationId="{88B6AC9F-0E71-45B1-9E90-AACA560A3FF4}"/>
          </ac:inkMkLst>
        </pc:inkChg>
      </pc:sldChg>
      <pc:sldChg chg="del">
        <pc:chgData name="Ahamed, Md Maruf [E CPE]" userId="6f647de5-aeca-43cd-b76c-e84c6089bcf4" providerId="ADAL" clId="{6588C42D-B0C6-41A4-8EDC-5C3F1545923F}" dt="2022-03-02T17:48:11.159" v="88" actId="2696"/>
        <pc:sldMkLst>
          <pc:docMk/>
          <pc:sldMk cId="0" sldId="1274"/>
        </pc:sldMkLst>
      </pc:sldChg>
      <pc:sldChg chg="delSp del">
        <pc:chgData name="Ahamed, Md Maruf [E CPE]" userId="6f647de5-aeca-43cd-b76c-e84c6089bcf4" providerId="ADAL" clId="{6588C42D-B0C6-41A4-8EDC-5C3F1545923F}" dt="2022-03-02T17:48:12.174" v="89" actId="2696"/>
        <pc:sldMkLst>
          <pc:docMk/>
          <pc:sldMk cId="0" sldId="1275"/>
        </pc:sldMkLst>
        <pc:inkChg chg="del">
          <ac:chgData name="Ahamed, Md Maruf [E CPE]" userId="6f647de5-aeca-43cd-b76c-e84c6089bcf4" providerId="ADAL" clId="{6588C42D-B0C6-41A4-8EDC-5C3F1545923F}" dt="2022-03-02T14:39:13.466" v="28" actId="478"/>
          <ac:inkMkLst>
            <pc:docMk/>
            <pc:sldMk cId="0" sldId="1275"/>
            <ac:inkMk id="2" creationId="{5D735BCF-622D-4B38-87F3-E866DE6F187D}"/>
          </ac:inkMkLst>
        </pc:inkChg>
      </pc:sldChg>
      <pc:sldChg chg="del">
        <pc:chgData name="Ahamed, Md Maruf [E CPE]" userId="6f647de5-aeca-43cd-b76c-e84c6089bcf4" providerId="ADAL" clId="{6588C42D-B0C6-41A4-8EDC-5C3F1545923F}" dt="2022-03-02T14:39:17.906" v="29" actId="2696"/>
        <pc:sldMkLst>
          <pc:docMk/>
          <pc:sldMk cId="0" sldId="1276"/>
        </pc:sldMkLst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340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340"/>
            <ac:inkMk id="3" creationId="{5F6FC538-58E9-480D-8C35-388B84438A92}"/>
          </ac:inkMkLst>
        </pc:inkChg>
        <pc:inkChg chg="del">
          <ac:chgData name="Ahamed, Md Maruf [E CPE]" userId="6f647de5-aeca-43cd-b76c-e84c6089bcf4" providerId="ADAL" clId="{6588C42D-B0C6-41A4-8EDC-5C3F1545923F}" dt="2022-03-02T14:59:23.078" v="50" actId="478"/>
          <ac:inkMkLst>
            <pc:docMk/>
            <pc:sldMk cId="0" sldId="1340"/>
            <ac:inkMk id="3" creationId="{81B4E00C-DE5D-48D3-8D62-227468A3032D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353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353"/>
            <ac:inkMk id="2" creationId="{36C84F50-CEB2-4289-8F20-D3D5A1366759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354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354"/>
            <ac:inkMk id="2" creationId="{C9F442C2-6F39-41F3-A54C-A0BFF35F4E49}"/>
          </ac:inkMkLst>
        </pc:inkChg>
      </pc:sldChg>
      <pc:sldChg chg="del">
        <pc:chgData name="Ahamed, Md Maruf [E CPE]" userId="6f647de5-aeca-43cd-b76c-e84c6089bcf4" providerId="ADAL" clId="{6588C42D-B0C6-41A4-8EDC-5C3F1545923F}" dt="2022-03-02T18:15:35.780" v="92" actId="2696"/>
        <pc:sldMkLst>
          <pc:docMk/>
          <pc:sldMk cId="0" sldId="1356"/>
        </pc:sldMkLst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376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376"/>
            <ac:inkMk id="3" creationId="{AD4FA52F-1A3A-491C-928B-8162F43BA9F7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377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377"/>
            <ac:inkMk id="2" creationId="{642F2DFE-89E7-42FA-8D6A-7B77A1DC12D7}"/>
          </ac:inkMkLst>
        </pc:inkChg>
      </pc:sldChg>
      <pc:sldChg chg="del">
        <pc:chgData name="Ahamed, Md Maruf [E CPE]" userId="6f647de5-aeca-43cd-b76c-e84c6089bcf4" providerId="ADAL" clId="{6588C42D-B0C6-41A4-8EDC-5C3F1545923F}" dt="2022-03-02T15:06:54.682" v="63" actId="2696"/>
        <pc:sldMkLst>
          <pc:docMk/>
          <pc:sldMk cId="0" sldId="1379"/>
        </pc:sldMkLst>
      </pc:sldChg>
      <pc:sldChg chg="delSp del">
        <pc:chgData name="Ahamed, Md Maruf [E CPE]" userId="6f647de5-aeca-43cd-b76c-e84c6089bcf4" providerId="ADAL" clId="{6588C42D-B0C6-41A4-8EDC-5C3F1545923F}" dt="2022-03-02T15:09:52.052" v="75" actId="478"/>
        <pc:sldMkLst>
          <pc:docMk/>
          <pc:sldMk cId="0" sldId="1393"/>
        </pc:sldMkLst>
        <pc:inkChg chg="del">
          <ac:chgData name="Ahamed, Md Maruf [E CPE]" userId="6f647de5-aeca-43cd-b76c-e84c6089bcf4" providerId="ADAL" clId="{6588C42D-B0C6-41A4-8EDC-5C3F1545923F}" dt="2022-03-02T15:09:52.052" v="75" actId="478"/>
          <ac:inkMkLst>
            <pc:docMk/>
            <pc:sldMk cId="0" sldId="1393"/>
            <ac:inkMk id="2" creationId="{AAE1AB20-7935-475A-85D4-78CD0B0BFACE}"/>
          </ac:inkMkLst>
        </pc:inkChg>
      </pc:sldChg>
      <pc:sldChg chg="del">
        <pc:chgData name="Ahamed, Md Maruf [E CPE]" userId="6f647de5-aeca-43cd-b76c-e84c6089bcf4" providerId="ADAL" clId="{6588C42D-B0C6-41A4-8EDC-5C3F1545923F}" dt="2022-03-02T15:09:20.762" v="68" actId="2696"/>
        <pc:sldMkLst>
          <pc:docMk/>
          <pc:sldMk cId="0" sldId="1394"/>
        </pc:sldMkLst>
      </pc:sldChg>
      <pc:sldChg chg="del">
        <pc:chgData name="Ahamed, Md Maruf [E CPE]" userId="6f647de5-aeca-43cd-b76c-e84c6089bcf4" providerId="ADAL" clId="{6588C42D-B0C6-41A4-8EDC-5C3F1545923F}" dt="2022-03-02T15:09:19.611" v="65" actId="2696"/>
        <pc:sldMkLst>
          <pc:docMk/>
          <pc:sldMk cId="0" sldId="1396"/>
        </pc:sldMkLst>
      </pc:sldChg>
      <pc:sldChg chg="del">
        <pc:chgData name="Ahamed, Md Maruf [E CPE]" userId="6f647de5-aeca-43cd-b76c-e84c6089bcf4" providerId="ADAL" clId="{6588C42D-B0C6-41A4-8EDC-5C3F1545923F}" dt="2022-03-02T15:09:19.946" v="66" actId="2696"/>
        <pc:sldMkLst>
          <pc:docMk/>
          <pc:sldMk cId="0" sldId="1397"/>
        </pc:sldMkLst>
      </pc:sldChg>
      <pc:sldChg chg="del">
        <pc:chgData name="Ahamed, Md Maruf [E CPE]" userId="6f647de5-aeca-43cd-b76c-e84c6089bcf4" providerId="ADAL" clId="{6588C42D-B0C6-41A4-8EDC-5C3F1545923F}" dt="2022-03-02T15:09:20.329" v="67" actId="2696"/>
        <pc:sldMkLst>
          <pc:docMk/>
          <pc:sldMk cId="0" sldId="1398"/>
        </pc:sldMkLst>
      </pc:sldChg>
      <pc:sldChg chg="del">
        <pc:chgData name="Ahamed, Md Maruf [E CPE]" userId="6f647de5-aeca-43cd-b76c-e84c6089bcf4" providerId="ADAL" clId="{6588C42D-B0C6-41A4-8EDC-5C3F1545923F}" dt="2022-03-02T15:09:21.176" v="69" actId="2696"/>
        <pc:sldMkLst>
          <pc:docMk/>
          <pc:sldMk cId="0" sldId="1399"/>
        </pc:sldMkLst>
      </pc:sldChg>
      <pc:sldChg chg="del">
        <pc:chgData name="Ahamed, Md Maruf [E CPE]" userId="6f647de5-aeca-43cd-b76c-e84c6089bcf4" providerId="ADAL" clId="{6588C42D-B0C6-41A4-8EDC-5C3F1545923F}" dt="2022-03-02T15:09:21.681" v="70" actId="2696"/>
        <pc:sldMkLst>
          <pc:docMk/>
          <pc:sldMk cId="0" sldId="1400"/>
        </pc:sldMkLst>
      </pc:sldChg>
      <pc:sldChg chg="del">
        <pc:chgData name="Ahamed, Md Maruf [E CPE]" userId="6f647de5-aeca-43cd-b76c-e84c6089bcf4" providerId="ADAL" clId="{6588C42D-B0C6-41A4-8EDC-5C3F1545923F}" dt="2022-03-02T15:09:22.150" v="71" actId="2696"/>
        <pc:sldMkLst>
          <pc:docMk/>
          <pc:sldMk cId="0" sldId="1401"/>
        </pc:sldMkLst>
      </pc:sldChg>
      <pc:sldChg chg="del">
        <pc:chgData name="Ahamed, Md Maruf [E CPE]" userId="6f647de5-aeca-43cd-b76c-e84c6089bcf4" providerId="ADAL" clId="{6588C42D-B0C6-41A4-8EDC-5C3F1545923F}" dt="2022-03-02T15:09:23.257" v="73" actId="2696"/>
        <pc:sldMkLst>
          <pc:docMk/>
          <pc:sldMk cId="0" sldId="1402"/>
        </pc:sldMkLst>
      </pc:sldChg>
      <pc:sldChg chg="del">
        <pc:chgData name="Ahamed, Md Maruf [E CPE]" userId="6f647de5-aeca-43cd-b76c-e84c6089bcf4" providerId="ADAL" clId="{6588C42D-B0C6-41A4-8EDC-5C3F1545923F}" dt="2022-03-02T15:09:22.741" v="72" actId="2696"/>
        <pc:sldMkLst>
          <pc:docMk/>
          <pc:sldMk cId="0" sldId="1403"/>
        </pc:sldMkLst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12"/>
        </pc:sldMkLst>
        <pc:inkChg chg="del">
          <ac:chgData name="Ahamed, Md Maruf [E CPE]" userId="6f647de5-aeca-43cd-b76c-e84c6089bcf4" providerId="ADAL" clId="{6588C42D-B0C6-41A4-8EDC-5C3F1545923F}" dt="2022-03-02T14:54:04.982" v="33" actId="478"/>
          <ac:inkMkLst>
            <pc:docMk/>
            <pc:sldMk cId="0" sldId="1412"/>
            <ac:inkMk id="3" creationId="{1776ECC6-1A15-41DB-84B3-C9C8D6BF7CE9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12"/>
            <ac:inkMk id="3" creationId="{F6591F33-8CDD-4CD8-9081-6A6E432A43E2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13"/>
        </pc:sldMkLst>
        <pc:inkChg chg="del">
          <ac:chgData name="Ahamed, Md Maruf [E CPE]" userId="6f647de5-aeca-43cd-b76c-e84c6089bcf4" providerId="ADAL" clId="{6588C42D-B0C6-41A4-8EDC-5C3F1545923F}" dt="2022-03-02T14:54:26.086" v="34" actId="478"/>
          <ac:inkMkLst>
            <pc:docMk/>
            <pc:sldMk cId="0" sldId="1413"/>
            <ac:inkMk id="2" creationId="{3FF1B388-4489-4323-8918-EBE9359F93B8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13"/>
            <ac:inkMk id="2" creationId="{ED60A501-AA61-4BCF-84F6-C10F18EE93E7}"/>
          </ac:inkMkLst>
        </pc:inkChg>
      </pc:sldChg>
      <pc:sldChg chg="addSp delSp mo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14"/>
        </pc:sldMkLst>
        <pc:spChg chg="mod">
          <ac:chgData name="Ahamed, Md Maruf [E CPE]" userId="6f647de5-aeca-43cd-b76c-e84c6089bcf4" providerId="ADAL" clId="{6588C42D-B0C6-41A4-8EDC-5C3F1545923F}" dt="2022-03-02T14:55:06.560" v="45" actId="1038"/>
          <ac:spMkLst>
            <pc:docMk/>
            <pc:sldMk cId="0" sldId="1414"/>
            <ac:spMk id="24" creationId="{4B928DB3-5ABD-43C6-B6F1-2685F7C26FE8}"/>
          </ac:spMkLst>
        </pc:spChg>
        <pc:picChg chg="mod">
          <ac:chgData name="Ahamed, Md Maruf [E CPE]" userId="6f647de5-aeca-43cd-b76c-e84c6089bcf4" providerId="ADAL" clId="{6588C42D-B0C6-41A4-8EDC-5C3F1545923F}" dt="2022-03-02T14:55:02.313" v="41" actId="1038"/>
          <ac:picMkLst>
            <pc:docMk/>
            <pc:sldMk cId="0" sldId="1414"/>
            <ac:picMk id="64517" creationId="{3679122F-EA3B-42A6-875B-A758C6BBEC31}"/>
          </ac:picMkLst>
        </pc:picChg>
        <pc:inkChg chg="del">
          <ac:chgData name="Ahamed, Md Maruf [E CPE]" userId="6f647de5-aeca-43cd-b76c-e84c6089bcf4" providerId="ADAL" clId="{6588C42D-B0C6-41A4-8EDC-5C3F1545923F}" dt="2022-03-02T14:54:49.895" v="35" actId="478"/>
          <ac:inkMkLst>
            <pc:docMk/>
            <pc:sldMk cId="0" sldId="1414"/>
            <ac:inkMk id="2" creationId="{29C6F82F-184E-4E4E-84ED-46872827A9CD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14"/>
            <ac:inkMk id="2" creationId="{E7E7B926-9C8E-4C8A-B1F5-53F1B7BF5E64}"/>
          </ac:inkMkLst>
        </pc:inkChg>
        <pc:cxnChg chg="mod">
          <ac:chgData name="Ahamed, Md Maruf [E CPE]" userId="6f647de5-aeca-43cd-b76c-e84c6089bcf4" providerId="ADAL" clId="{6588C42D-B0C6-41A4-8EDC-5C3F1545923F}" dt="2022-03-02T14:54:54.253" v="36" actId="1076"/>
          <ac:cxnSpMkLst>
            <pc:docMk/>
            <pc:sldMk cId="0" sldId="1414"/>
            <ac:cxnSpMk id="64515" creationId="{A11C7D5B-1E68-4770-8C85-D2B545EB7478}"/>
          </ac:cxnSpMkLst>
        </pc:cxnChg>
      </pc:sldChg>
      <pc:sldChg chg="del">
        <pc:chgData name="Ahamed, Md Maruf [E CPE]" userId="6f647de5-aeca-43cd-b76c-e84c6089bcf4" providerId="ADAL" clId="{6588C42D-B0C6-41A4-8EDC-5C3F1545923F}" dt="2022-03-02T14:57:48.124" v="46" actId="2696"/>
        <pc:sldMkLst>
          <pc:docMk/>
          <pc:sldMk cId="0" sldId="1424"/>
        </pc:sldMkLst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30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30"/>
            <ac:inkMk id="2" creationId="{3DF2AF97-612B-46E3-882F-D79E690CB9F3}"/>
          </ac:inkMkLst>
        </pc:inkChg>
        <pc:inkChg chg="del">
          <ac:chgData name="Ahamed, Md Maruf [E CPE]" userId="6f647de5-aeca-43cd-b76c-e84c6089bcf4" providerId="ADAL" clId="{6588C42D-B0C6-41A4-8EDC-5C3F1545923F}" dt="2022-03-02T14:58:38.092" v="48" actId="478"/>
          <ac:inkMkLst>
            <pc:docMk/>
            <pc:sldMk cId="0" sldId="1430"/>
            <ac:inkMk id="2" creationId="{7F7BF29A-368D-4AA6-8385-76D2C3CA371B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31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31"/>
            <ac:inkMk id="2" creationId="{003E998E-9301-438D-8671-FD4724CE6542}"/>
          </ac:inkMkLst>
        </pc:inkChg>
        <pc:inkChg chg="del">
          <ac:chgData name="Ahamed, Md Maruf [E CPE]" userId="6f647de5-aeca-43cd-b76c-e84c6089bcf4" providerId="ADAL" clId="{6588C42D-B0C6-41A4-8EDC-5C3F1545923F}" dt="2022-03-02T14:58:44.235" v="49" actId="478"/>
          <ac:inkMkLst>
            <pc:docMk/>
            <pc:sldMk cId="0" sldId="1431"/>
            <ac:inkMk id="2" creationId="{6ECA559C-D217-4A1C-8C20-33DFF891F069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32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32"/>
            <ac:inkMk id="2" creationId="{0A03611C-F42D-4B18-B723-49E68AE65B5B}"/>
          </ac:inkMkLst>
        </pc:inkChg>
        <pc:inkChg chg="del">
          <ac:chgData name="Ahamed, Md Maruf [E CPE]" userId="6f647de5-aeca-43cd-b76c-e84c6089bcf4" providerId="ADAL" clId="{6588C42D-B0C6-41A4-8EDC-5C3F1545923F}" dt="2022-03-02T14:58:30.101" v="47" actId="478"/>
          <ac:inkMkLst>
            <pc:docMk/>
            <pc:sldMk cId="0" sldId="1432"/>
            <ac:inkMk id="2" creationId="{13BE911B-CA52-4178-8D0F-9738CE119060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37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37"/>
            <ac:inkMk id="2" creationId="{98068863-9153-4511-B211-81DD0C3E49EF}"/>
          </ac:inkMkLst>
        </pc:inkChg>
        <pc:inkChg chg="del">
          <ac:chgData name="Ahamed, Md Maruf [E CPE]" userId="6f647de5-aeca-43cd-b76c-e84c6089bcf4" providerId="ADAL" clId="{6588C42D-B0C6-41A4-8EDC-5C3F1545923F}" dt="2022-03-02T15:04:05.575" v="56" actId="478"/>
          <ac:inkMkLst>
            <pc:docMk/>
            <pc:sldMk cId="0" sldId="1437"/>
            <ac:inkMk id="2" creationId="{E5602099-8A53-433F-BB69-58C85A9AE7B3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39"/>
        </pc:sldMkLst>
        <pc:inkChg chg="del">
          <ac:chgData name="Ahamed, Md Maruf [E CPE]" userId="6f647de5-aeca-43cd-b76c-e84c6089bcf4" providerId="ADAL" clId="{6588C42D-B0C6-41A4-8EDC-5C3F1545923F}" dt="2022-03-02T15:04:18.945" v="58" actId="478"/>
          <ac:inkMkLst>
            <pc:docMk/>
            <pc:sldMk cId="0" sldId="1439"/>
            <ac:inkMk id="2" creationId="{2EB5EF49-7F3F-4574-A6AF-A579165FC0EB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39"/>
            <ac:inkMk id="2" creationId="{A9B6CEF4-D995-474E-830A-C8D065715C0C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40"/>
        </pc:sldMkLst>
        <pc:inkChg chg="del">
          <ac:chgData name="Ahamed, Md Maruf [E CPE]" userId="6f647de5-aeca-43cd-b76c-e84c6089bcf4" providerId="ADAL" clId="{6588C42D-B0C6-41A4-8EDC-5C3F1545923F}" dt="2022-03-02T15:04:22.174" v="59" actId="478"/>
          <ac:inkMkLst>
            <pc:docMk/>
            <pc:sldMk cId="0" sldId="1440"/>
            <ac:inkMk id="2" creationId="{06DAB12E-0DFF-4BB8-A934-F4E7302C0D19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40"/>
            <ac:inkMk id="2" creationId="{2F0A62BE-4CCC-4DFC-A669-1D9069731E18}"/>
          </ac:inkMkLst>
        </pc:inkChg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44"/>
        </pc:sldMkLst>
        <pc:inkChg chg="del">
          <ac:chgData name="Ahamed, Md Maruf [E CPE]" userId="6f647de5-aeca-43cd-b76c-e84c6089bcf4" providerId="ADAL" clId="{6588C42D-B0C6-41A4-8EDC-5C3F1545923F}" dt="2022-03-02T15:04:52.088" v="62" actId="478"/>
          <ac:inkMkLst>
            <pc:docMk/>
            <pc:sldMk cId="0" sldId="1444"/>
            <ac:inkMk id="2" creationId="{8E48D46E-F2F9-4F65-880F-0B87726A4F01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44"/>
            <ac:inkMk id="2" creationId="{AB51BF60-3BA1-4A57-A28C-4D547DE25FE2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448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448"/>
            <ac:inkMk id="2" creationId="{A1036366-4C15-4254-B1EC-8AB9EA7839DF}"/>
          </ac:inkMkLst>
        </pc:inkChg>
      </pc:sldChg>
      <pc:sldChg chg="del">
        <pc:chgData name="Ahamed, Md Maruf [E CPE]" userId="6f647de5-aeca-43cd-b76c-e84c6089bcf4" providerId="ADAL" clId="{6588C42D-B0C6-41A4-8EDC-5C3F1545923F}" dt="2022-03-02T18:15:38.871" v="95" actId="2696"/>
        <pc:sldMkLst>
          <pc:docMk/>
          <pc:sldMk cId="0" sldId="1460"/>
        </pc:sldMkLst>
      </pc:sldChg>
      <pc:sldChg chg="del">
        <pc:chgData name="Ahamed, Md Maruf [E CPE]" userId="6f647de5-aeca-43cd-b76c-e84c6089bcf4" providerId="ADAL" clId="{6588C42D-B0C6-41A4-8EDC-5C3F1545923F}" dt="2022-03-02T18:15:37.395" v="94" actId="2696"/>
        <pc:sldMkLst>
          <pc:docMk/>
          <pc:sldMk cId="0" sldId="1461"/>
        </pc:sldMkLst>
      </pc:sldChg>
      <pc:sldChg chg="delSp del">
        <pc:chgData name="Ahamed, Md Maruf [E CPE]" userId="6f647de5-aeca-43cd-b76c-e84c6089bcf4" providerId="ADAL" clId="{6588C42D-B0C6-41A4-8EDC-5C3F1545923F}" dt="2022-03-02T18:15:36.443" v="93" actId="2696"/>
        <pc:sldMkLst>
          <pc:docMk/>
          <pc:sldMk cId="0" sldId="1462"/>
        </pc:sldMkLst>
        <pc:inkChg chg="del">
          <ac:chgData name="Ahamed, Md Maruf [E CPE]" userId="6f647de5-aeca-43cd-b76c-e84c6089bcf4" providerId="ADAL" clId="{6588C42D-B0C6-41A4-8EDC-5C3F1545923F}" dt="2022-03-02T15:03:47.319" v="55" actId="478"/>
          <ac:inkMkLst>
            <pc:docMk/>
            <pc:sldMk cId="0" sldId="1462"/>
            <ac:inkMk id="2" creationId="{1DD5AC43-BB4A-4706-A3A4-D5E3C3DEFA0B}"/>
          </ac:inkMkLst>
        </pc:inkChg>
      </pc:sldChg>
      <pc:sldChg chg="del">
        <pc:chgData name="Ahamed, Md Maruf [E CPE]" userId="6f647de5-aeca-43cd-b76c-e84c6089bcf4" providerId="ADAL" clId="{6588C42D-B0C6-41A4-8EDC-5C3F1545923F}" dt="2022-03-02T17:48:04.387" v="77" actId="2696"/>
        <pc:sldMkLst>
          <pc:docMk/>
          <pc:sldMk cId="80413028" sldId="1495"/>
        </pc:sldMkLst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2315723745" sldId="1521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2315723745" sldId="1521"/>
            <ac:inkMk id="2" creationId="{6180B129-6699-44DE-80FA-EB33125E7326}"/>
          </ac:inkMkLst>
        </pc:inkChg>
        <pc:inkChg chg="del">
          <ac:chgData name="Ahamed, Md Maruf [E CPE]" userId="6f647de5-aeca-43cd-b76c-e84c6089bcf4" providerId="ADAL" clId="{6588C42D-B0C6-41A4-8EDC-5C3F1545923F}" dt="2022-03-02T15:00:03.294" v="52" actId="478"/>
          <ac:inkMkLst>
            <pc:docMk/>
            <pc:sldMk cId="2315723745" sldId="1521"/>
            <ac:inkMk id="2" creationId="{AF7A3858-2ABA-46E3-8BF4-2A8FFBDC746C}"/>
          </ac:inkMkLst>
        </pc:inkChg>
      </pc:sldChg>
      <pc:sldChg chg="delSp">
        <pc:chgData name="Ahamed, Md Maruf [E CPE]" userId="6f647de5-aeca-43cd-b76c-e84c6089bcf4" providerId="ADAL" clId="{6588C42D-B0C6-41A4-8EDC-5C3F1545923F}" dt="2022-03-02T15:04:09.607" v="57" actId="478"/>
        <pc:sldMkLst>
          <pc:docMk/>
          <pc:sldMk cId="1712952541" sldId="1522"/>
        </pc:sldMkLst>
        <pc:inkChg chg="del">
          <ac:chgData name="Ahamed, Md Maruf [E CPE]" userId="6f647de5-aeca-43cd-b76c-e84c6089bcf4" providerId="ADAL" clId="{6588C42D-B0C6-41A4-8EDC-5C3F1545923F}" dt="2022-03-02T15:04:09.607" v="57" actId="478"/>
          <ac:inkMkLst>
            <pc:docMk/>
            <pc:sldMk cId="1712952541" sldId="1522"/>
            <ac:inkMk id="2" creationId="{E93E6995-0B85-4CBB-AF33-AB97F6FDCC02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2869071992" sldId="1523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2869071992" sldId="1523"/>
            <ac:inkMk id="2" creationId="{D1695FCD-1EC7-44E6-9D7B-3E7B47B97AED}"/>
          </ac:inkMkLst>
        </pc:inkChg>
      </pc:sldChg>
      <pc:sldChg chg="delSp">
        <pc:chgData name="Ahamed, Md Maruf [E CPE]" userId="6f647de5-aeca-43cd-b76c-e84c6089bcf4" providerId="ADAL" clId="{6588C42D-B0C6-41A4-8EDC-5C3F1545923F}" dt="2022-03-02T14:59:53.735" v="51" actId="478"/>
        <pc:sldMkLst>
          <pc:docMk/>
          <pc:sldMk cId="1464861122" sldId="1529"/>
        </pc:sldMkLst>
        <pc:inkChg chg="del">
          <ac:chgData name="Ahamed, Md Maruf [E CPE]" userId="6f647de5-aeca-43cd-b76c-e84c6089bcf4" providerId="ADAL" clId="{6588C42D-B0C6-41A4-8EDC-5C3F1545923F}" dt="2022-03-02T14:59:53.735" v="51" actId="478"/>
          <ac:inkMkLst>
            <pc:docMk/>
            <pc:sldMk cId="1464861122" sldId="1529"/>
            <ac:inkMk id="3" creationId="{3D8B69B6-7BA4-406E-80ED-5A720B32B94D}"/>
          </ac:inkMkLst>
        </pc:inkChg>
      </pc:sldChg>
      <pc:sldChg chg="addSp delSp modSp">
        <pc:chgData name="Ahamed, Md Maruf [E CPE]" userId="6f647de5-aeca-43cd-b76c-e84c6089bcf4" providerId="ADAL" clId="{6588C42D-B0C6-41A4-8EDC-5C3F1545923F}" dt="2022-03-02T23:16:18.674" v="96"/>
        <pc:sldMkLst>
          <pc:docMk/>
          <pc:sldMk cId="2090414666" sldId="1530"/>
        </pc:sldMkLst>
        <pc:picChg chg="mod">
          <ac:chgData name="Ahamed, Md Maruf [E CPE]" userId="6f647de5-aeca-43cd-b76c-e84c6089bcf4" providerId="ADAL" clId="{6588C42D-B0C6-41A4-8EDC-5C3F1545923F}" dt="2022-03-02T15:03:22.118" v="54" actId="1076"/>
          <ac:picMkLst>
            <pc:docMk/>
            <pc:sldMk cId="2090414666" sldId="1530"/>
            <ac:picMk id="2" creationId="{EE810377-4505-4961-995F-7CB231DD3891}"/>
          </ac:picMkLst>
        </pc:picChg>
        <pc:inkChg chg="del">
          <ac:chgData name="Ahamed, Md Maruf [E CPE]" userId="6f647de5-aeca-43cd-b76c-e84c6089bcf4" providerId="ADAL" clId="{6588C42D-B0C6-41A4-8EDC-5C3F1545923F}" dt="2022-03-02T15:02:52.587" v="53" actId="478"/>
          <ac:inkMkLst>
            <pc:docMk/>
            <pc:sldMk cId="2090414666" sldId="1530"/>
            <ac:inkMk id="3" creationId="{D7BC714B-F2E7-4220-B3AC-4A6196966623}"/>
          </ac:inkMkLst>
        </pc:inkChg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2090414666" sldId="1530"/>
            <ac:inkMk id="4" creationId="{1F30DDA0-F13B-42AB-85CB-789EB81437C5}"/>
          </ac:inkMkLst>
        </pc:inkChg>
      </pc:sldChg>
      <pc:sldChg chg="delSp modSp">
        <pc:chgData name="Ahamed, Md Maruf [E CPE]" userId="6f647de5-aeca-43cd-b76c-e84c6089bcf4" providerId="ADAL" clId="{6588C42D-B0C6-41A4-8EDC-5C3F1545923F}" dt="2022-03-02T15:04:35.522" v="61" actId="1076"/>
        <pc:sldMkLst>
          <pc:docMk/>
          <pc:sldMk cId="2082469252" sldId="1533"/>
        </pc:sldMkLst>
        <pc:picChg chg="mod">
          <ac:chgData name="Ahamed, Md Maruf [E CPE]" userId="6f647de5-aeca-43cd-b76c-e84c6089bcf4" providerId="ADAL" clId="{6588C42D-B0C6-41A4-8EDC-5C3F1545923F}" dt="2022-03-02T15:04:35.522" v="61" actId="1076"/>
          <ac:picMkLst>
            <pc:docMk/>
            <pc:sldMk cId="2082469252" sldId="1533"/>
            <ac:picMk id="84" creationId="{44A075AB-0E0A-4ABF-8E1A-46BE6B2A8558}"/>
          </ac:picMkLst>
        </pc:picChg>
        <pc:inkChg chg="del">
          <ac:chgData name="Ahamed, Md Maruf [E CPE]" userId="6f647de5-aeca-43cd-b76c-e84c6089bcf4" providerId="ADAL" clId="{6588C42D-B0C6-41A4-8EDC-5C3F1545923F}" dt="2022-03-02T15:04:28.052" v="60" actId="478"/>
          <ac:inkMkLst>
            <pc:docMk/>
            <pc:sldMk cId="2082469252" sldId="1533"/>
            <ac:inkMk id="2" creationId="{6719A9FD-7FF6-4255-A680-16B680052598}"/>
          </ac:inkMkLst>
        </pc:inkChg>
      </pc:sldChg>
      <pc:sldChg chg="addSp">
        <pc:chgData name="Ahamed, Md Maruf [E CPE]" userId="6f647de5-aeca-43cd-b76c-e84c6089bcf4" providerId="ADAL" clId="{6588C42D-B0C6-41A4-8EDC-5C3F1545923F}" dt="2022-03-02T23:16:18.674" v="96"/>
        <pc:sldMkLst>
          <pc:docMk/>
          <pc:sldMk cId="1334096034" sldId="1535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1334096034" sldId="1535"/>
            <ac:inkMk id="2" creationId="{0847BF6E-EE72-467C-938D-72238E983581}"/>
          </ac:inkMkLst>
        </pc:inkChg>
      </pc:sldChg>
      <pc:sldChg chg="add">
        <pc:chgData name="Ahamed, Md Maruf [E CPE]" userId="6f647de5-aeca-43cd-b76c-e84c6089bcf4" providerId="ADAL" clId="{6588C42D-B0C6-41A4-8EDC-5C3F1545923F}" dt="2022-03-02T15:09:49.638" v="74"/>
        <pc:sldMkLst>
          <pc:docMk/>
          <pc:sldMk cId="1529824586" sldId="1541"/>
        </pc:sldMkLst>
      </pc:sldChg>
      <pc:sldChg chg="addSp delSp">
        <pc:chgData name="Ahamed, Md Maruf [E CPE]" userId="6f647de5-aeca-43cd-b76c-e84c6089bcf4" providerId="ADAL" clId="{6588C42D-B0C6-41A4-8EDC-5C3F1545923F}" dt="2022-03-02T23:16:18.674" v="96"/>
        <pc:sldMkLst>
          <pc:docMk/>
          <pc:sldMk cId="0" sldId="1647"/>
        </pc:sldMkLst>
        <pc:inkChg chg="add">
          <ac:chgData name="Ahamed, Md Maruf [E CPE]" userId="6f647de5-aeca-43cd-b76c-e84c6089bcf4" providerId="ADAL" clId="{6588C42D-B0C6-41A4-8EDC-5C3F1545923F}" dt="2022-03-02T23:16:18.674" v="96"/>
          <ac:inkMkLst>
            <pc:docMk/>
            <pc:sldMk cId="0" sldId="1647"/>
            <ac:inkMk id="2" creationId="{31FDC153-02CC-4AF1-8881-7BB72D3DE438}"/>
          </ac:inkMkLst>
        </pc:inkChg>
        <pc:inkChg chg="del">
          <ac:chgData name="Ahamed, Md Maruf [E CPE]" userId="6f647de5-aeca-43cd-b76c-e84c6089bcf4" providerId="ADAL" clId="{6588C42D-B0C6-41A4-8EDC-5C3F1545923F}" dt="2022-03-02T18:14:36.579" v="90" actId="478"/>
          <ac:inkMkLst>
            <pc:docMk/>
            <pc:sldMk cId="0" sldId="1647"/>
            <ac:inkMk id="2" creationId="{831E6F58-197D-4242-B78F-20F56E175286}"/>
          </ac:inkMkLst>
        </pc:inkChg>
      </pc:sldChg>
      <pc:sldChg chg="delSp">
        <pc:chgData name="Ahamed, Md Maruf [E CPE]" userId="6f647de5-aeca-43cd-b76c-e84c6089bcf4" providerId="ADAL" clId="{6588C42D-B0C6-41A4-8EDC-5C3F1545923F}" dt="2022-03-02T18:15:08.271" v="91" actId="478"/>
        <pc:sldMkLst>
          <pc:docMk/>
          <pc:sldMk cId="0" sldId="1648"/>
        </pc:sldMkLst>
        <pc:inkChg chg="del">
          <ac:chgData name="Ahamed, Md Maruf [E CPE]" userId="6f647de5-aeca-43cd-b76c-e84c6089bcf4" providerId="ADAL" clId="{6588C42D-B0C6-41A4-8EDC-5C3F1545923F}" dt="2022-03-02T18:15:08.271" v="91" actId="478"/>
          <ac:inkMkLst>
            <pc:docMk/>
            <pc:sldMk cId="0" sldId="1648"/>
            <ac:inkMk id="14" creationId="{68159045-C927-4EBF-8E6B-194EBF2B9E16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25T19:25:05.7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1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0-09-25T19:27:57.922"/>
    </inkml:context>
  </inkml:definitions>
  <inkml:trace contextRef="#ctx0" brushRef="#br0">15091 3257 1990 0,'0'0'44'0,"0"0"8"0,0 0 3 0,0 0 1 0,0 0-44 0,0 0-12 0,0 0 0 0,0 0 0 0,0 0 85 0,0 0 15 15,0 0 4-15,0 0 0 0,0 0-39 0,3 8-7 0,0-3-2 0,-3 3 0 16,0 3-15-16,0 2-3 15,-3 3-1-15,3 3 0 0,0 4-10 0,-3-1-3 0,3 7 0 0,0-3 0 16,0 3-5-16,0-2-2 16,3-1 0-16,-3 1 0 0,3-6-6 0,-3 0-2 0,0 3 0 0,3-6 0 31,-3 6-9-31,0 0 0 0,0 0 0 0,0 5 0 0,-3-3 0 0,0 6 0 0,3-8 0 0,-3 2 0 31,3-2 0-31,-3-3 0 0,0-2 0 0,0-1 0 0,3-7 0 0,-3 0 0 0,6-1 0 0,-3 3 0 31,3-10-49-31,0 5-12 0,3-5-3 0,0-1-751 0,6 4-150 16</inkml:trace>
  <inkml:trace contextRef="#ctx0" brushRef="#br0" timeOffset="661.16">16273 3305 1623 0,'0'0'36'0,"0"0"7"0,0-3 1 0,-3-5 2 0,0 3-37 0,3 2-9 0,0-5 0 0,0 8 0 15,-3-5 112 1,3 5 21-16,0-5 4 0,0 5 1 0,0 0-37 0,0 0-7 0,0 0-2 0,0 0 0 16,0 0-36-16,0 0-8 0,0 0-2 0,0 0 0 15,0 0-22-15,-3 8-4 0,3 2 0 0,0 6-1 16,0 0-2-16,0 5 0 15,0 8 0-15,0 0 0 0,0 1-6 0,3-1-2 0,-3 0 0 0,3 0 0 16,-3-3-9-16,0 1 8 0,3-6-8 0,-3 5 8 16,0 1 13-16,0-6 3 0,0 6 0 0,0 7 0 0,0-5-24 0,3 0 0 15,-3 3 0-15,0-3 0 0,0-3 0 0,0-2 0 32,0-3 0-32,0-2 0 0,0-3 0 0,0 2 0 0,0-7 0 0,3 2 0 15,-3-2 0-15,0-3 0 0,3 0 0 0,-1 0 0 16,1 0-47-16,0-6-13 0,0 1-4 0,-3-3 0 15,3 5-102-15,3-5-21 0,0 3-4 0,0-6-1 0</inkml:trace>
  <inkml:trace contextRef="#ctx0" brushRef="#br0" timeOffset="1463.79">16692 4101 1472 0,'0'0'32'0,"0"0"8"0,0 0 0 0,-6 6 1 0,3-4-33 0,-3 1-8 16,0 0 0-16,0-1 0 0,1 1 79 0,-1-3 13 15,0 2 4-15,0-2 0 0,0-2-16 0,0 2-2 0,0 0-1 0,6 0 0 16,-6-5-9-1,6 5-1-15,-3-6-1 0,0 4 0 16,0-4-11-16,3-2-3 0,3 3 0 0,-3 0 0 0,6-1-17 0,-3 1-4 0,6 3-1 0,-3-6 0 31,6 2-3-31,0 4-1 0,2-4 0 0,4 4 0 0,-3-1 2 0,3 0 1 0,3 1 0 0,-3-1 0 16,3 3-13-16,-4 0-4 16,-2 3 0-16,0-1 0 0,0 1-12 0,-3 2 0 0,0 1 8 0,0 2-8 15,-3 0 0-15,0-1 0 0,-6 4 0 0,0 0 0 16,0 2-11-16,-3 3 11 15,-3 0-10-15,0 5 10 0,-6 0-12 0,3 3 3 0,-6 0 1 0,-3 2 0 16,-3-2-8-16,0-3-2 0,0 0 0 0,-2 3 0 16,-1-11 18-16,0 6-12 0,3-6 12 0,-3 0-10 15,6 0 10-15,0 1 0 0,3-4 0 0,4 1 0 0,2-3 0 0,0 0 0 16,3-3 0-16,0 3 0 0,3-8 0 16,3 5 0-16,3 1 10 0,0-4-10 15,5 1 20-15,4-3-1 0,3 0-1 0,0 0 0 0,3 0 2 0,3-3 1 16,0 3 0-16,-1-2 0 0,1 2 2 0,0 0 0 15,0 0 0-15,-3-3 0 16,-1 0-13-16,-2 3-2 0,0-5-8 0,3 2 12 16,0-2-36-16,0 2-8 0,0 1-2 0,-1-1 0 0,-2 0 34 0,3 1 0 15,-3 2 0-15,0 0 0 0,0 0 0 0,-3 0 0 16,-1 0 0-16,-2 2 0 16,0-2-160-16,-3 3-26 15,0 0-5-15,0-1-1 0</inkml:trace>
  <inkml:trace contextRef="#ctx0" brushRef="#br0" timeOffset="7910.37">16365 2704 1299 0,'0'0'28'0,"0"0"7"0,0 0 1 0,-6 0 0 0,6 0-28 0,0 0-8 15,0 0 0-15,-6 0 0 0,6 0 100 0,-6 0 18 0,3-5 4 0,3 5 1 32,-6-3-33-32,3-2-6 0,0 2-2 0,-3-2 0 0,3 0-20 0,0 2-4 0,0-2-1 0,0 2 0 15,0-5-7-15,3 3-2 0,0-3 0 0,0 3 0 31,0-3-12-31,3 0-2 0,0 5-1 0,0-5 0 0,3-2-9 0,3 2-3 16,0 0 0-16,0 5 0 0,3-5-7 0,0 3-2 0,0 0 0 0,0 2 0 16,-1-2-4-16,1 5-8 0,0 0 11 0,-3 0-11 15,3 0 0-15,-3 5 0 0,0-2 0 0,-3-1 0 16,0 6 0-16,0 0 0 0,-3 0 0 16,-3 0 0-16,3 0 0 0,-3 5-12 15,-3-5 0-15,0 5 0 0,0-2-16 0,-3 2-2 16,-3 0-1-16,3 3 0 15,-6-5-9-15,3-1-1 0,0 6-1 0,-3-8 0 16,0 5 11-16,4-5 3 0,-4 0 0 0,3 0 0 0,0-2 12 0,0 2 4 0,3-1 0 0,0-4 0 16,3 2 12-16,0-2 0 0,3-3-10 0,-3 5 10 15,3-5 0-15,0 0 0 0,0 0-9 0,3 3 9 0,3 2 0 16,0-5 0-16,3 6 0 0,-3-6 0 16,3 0 9-16,0 0-1 0,0 0 0 0,2 0 0 15,1 0 3-15,0 0 0 0,0 0 0 0,3 0 0 0,-3 0-11 0,3 0 0 16,-3 0 9-16,0 0-9 0,0 0 0 0,-1 0 0 15,-2-6 0-15,3 4-12 16,0 2-16-16,-3-3-3 16,3 0-1-16,-3 1-623 0,3 2-125 0</inkml:trace>
  <inkml:trace contextRef="#ctx0" brushRef="#br0" timeOffset="8311.44">16627 2371 1580 0,'0'0'35'0,"0"0"7"0,0 0 2 0,0 0 0 0,0 0-36 15,-6 0-8-15,6 0 0 0,-3-5 0 0,3 5 72 0,0 0 12 0,-6 0 2 0,0 0 1 16,6 0-22-16,0 0-4 0,-6 5-1 0,0-5 0 15,3 8-24-15,3-8-6 0,-3 2-1 0,0 4 0 16,0 2-8-16,3-3-1 0,-3 3-1 0,3-5 0 16,0 4-19-16,0-7 8 0,3 6-8 0,0-1 0 15,3 3 0-15,0-8 0 0,0 3 0 0,3 2 0 16,0-5 13-16,3 0-4 0,0 0-1 0,0 0 0 16,-1 0 6-16,1-5 1 0,0 5 0 0,0-3 0 15,-3 3 2-15,0-8 1 0,-3 5 0 0,0 1 0 0,0-4 3 0,-3 4 1 16,-3 2 0-16,0-5 0 15,-3-3-7-15,3 5-2 0,-3-2 0 0,-3-3 0 16,3 2-13-16,-3 4 8 0,-3-6-8 0,3 3 0 0,0-1 0 0,-3 4 0 16,3-4 0-16,-3 4 0 15,0 2-36-15,1 0-3 0,2-6-1 0,-3 12 0 16,0-6-108-16,3 2-21 0,-3 4-5 0</inkml:trace>
  <inkml:trace contextRef="#ctx0" brushRef="#br0" timeOffset="9151.72">14978 2799 1069 0,'0'0'23'0,"0"0"5"0,0 0 0 0,0 0 4 0,0 0-32 0,0 0 0 0,0 0 0 0,0 0 0 0,0 0 83 0,0 0 10 16,0 0 3-16,0 0 0 0,0 0 0 0,0 0 1 15,-6 3 0-15,6-3 0 0,-6 5-13 0,6-5-2 0,-3 0-1 0,3 0 0 16,-6 3-20-16,6-3-4 0,-6 0-1 0,6 0 0 16,0 0-13-16,-6 0-3 0,6 0-1 0,0 0 0 15,0 0-7-15,0 0-2 0,0 0 0 16,-3-3 0-16,3 3-6 0,0-5 0 0,3 2-1 0,3-2 0 16,-3 3-10-16,3-6-1 0,0 2-1 0,3 6 0 31,3-8 1-31,-3 3 0 0,2 2 0 0,4 3 0 0,-3-5-4 0,3 2 0 0,0 3 0 0,0-5 0 15,3 5-8-15,-3 0 0 16,-3 0 9-16,2 0-9 0,-2 5 0 0,-3-5 0 0,3 0 0 0,-3 3 0 16,-3 2 0-16,3-2 0 0,-6 2 0 0,0-2 0 15,-3 5-15-15,0-3-1 0,-3 3 0 0,0-3 0 16,-3 3-10 0,0-2-2-16,-3 2-1 0,-3 0 0 0,3 0-7 0,-3-1-2 0,4 7 0 0,-4-6 0 31,0 0 10-31,3-1 1 0,-3 1 1 0,3 0 0 0,0 6 13 0,3-6 2 0,0-3 1 0,0 3 0 15,3-6 10-15,3-2 0 0,0 8 0 0,0-8-8 0,0 0 8 0,0 6 0 16,0-6 0-16,6 2 0 16,3 1 0-16,-3-3 0 0,3 0 9 0,0-3-9 15,3 1 15-15,-3 2-4 0,6-6-1 0,-4 4 0 16,4-4 4-16,-3 4 1 0,3 2 0 0,0-8 0 0,0 5-4 0,0 1-1 16,0 2 0-16,-3-6 0 0,2 4-10 0,-2 2 0 0,3-6 0 15,-3 4 0 1,0 2 0-16,0-6 0 0,0 4-9 0,-3-4 9 15,0 1-52-15,0 2-4 0,0-2-1 0,0 3-619 0,-1-4-123 0</inkml:trace>
  <inkml:trace contextRef="#ctx0" brushRef="#br0" timeOffset="9477.65">15213 2437 1414 0,'0'0'40'0,"0"0"9"0,0 0-39 0,0 0-10 0,3-8 0 0,-3 8 0 15,3-5 127-15,0 5 23 0,0-8 5 0,-3 8 1 16,6 0-46-16,-3-5-9 0,0 2-1 0,-3 3-1 15,0 0-27-15,0 0-4 0,6 0-2 0,-3 0 0 0,3 0-27 0,-6 0-6 16,3 3-1-16,0 2 0 0,0-3-16 0,-1 4-4 16,-2-1-1-16,3 3 0 0,0 0-11 0,-3 2 0 15,3 1 0-15,-3 0 0 16,0 5 0-16,3-3 0 0,-3 8 0 0,0-5 0 0,0 5 0 0,0-5 0 16,0 5 0-16,3 0 0 15,-3-5-39 1,3 0-6-16,0 2-2 0,0 1 0 0,0-3-129 0,0 2-27 0,3-2-5 0</inkml:trace>
  <inkml:trace contextRef="#ctx0" brushRef="#br0" timeOffset="10262.65">17725 3662 1544 0,'0'0'34'0,"0"0"7"15,0 0 2-15,0 0 0 0,0 0-35 0,0 0-8 0,0 0 0 16,0 0 0-16,9 0 87 0,-3 0 15 0,3 3 3 0,-3-3 1 15,3 0-22-15,3 0-5 0,0-3-1 0,6 3 0 16,-1-3-20-16,4 1-4 0,0-1-1 0,6 3 0 16,-3-3-21-16,2 3-4 0,1 0 0 0,0 0-1 15,-3 3-19-15,0-3-8 0,-4 3 0 0,1-1 8 0,-3-2-8 0,-3 0 0 16,0 3 0-16,-3-3 0 31,0 0-23-31,-6 0-3 0,3 3-1 0,-6-3 0 0,-3 0-24 0,0 0-5 0,0 0 0 0,0 0-1 16,0 0-33-16,0 5-6 0,-3 3-2 0,0-5 0 15,-3 2 0-15,0 0 0 0,-3 0 0 0,-3-2-625 0</inkml:trace>
  <inkml:trace contextRef="#ctx0" brushRef="#br0" timeOffset="10501.38">17811 3821 1436 0,'-3'5'32'0,"-2"-2"6"0,2 2 2 0,-3-2 0 0,6-3-32 0,-3 5-8 0,3-5 0 0,0 0 0 15,0 0 100-15,-3 5 18 0,3-5 4 0,0 0 1 16,0 0-27-16,0 0-6 0,0 0-1 0,0 0 0 15,0 0-23-15,0 0-5 16,0 0-1-16,0 0 0 0,0 0-16 0,0 0-4 0,3 3-1 0,3-3 0 16,3 0-6-16,-4 0-1 0,7-3 0 0,3 3 0 15,3 0-6-15,0-5-2 0,3 2 0 0,0 3 0 16,-1 0-11 0,4 3-2-16,0-3-1 0,0 5 0 0,-3-5-10 0,3 3 0 0,-4 2 0 0,-2-5 0 31,0 3-40-31,0 2-6 0,-3-2-2 0,3-1-749 0,-3 1-151 0</inkml:trace>
  <inkml:trace contextRef="#ctx0" brushRef="#br0" timeOffset="15053.29">18707 3495 2019 0,'0'0'44'0,"-3"-2"10"0,3-6 2 0,-3 0 0 16,0 3-44-16,3-3-12 0,-2 2 0 0,2-2 0 0,-3 0 86 0,3 3 15 0,-3 3 3 0,3-4 1 31,0 6-47-31,0 0-10 0,0 0-1 0,0 0-1 0,0 0-22 0,0 0-4 0,0 0 0 0,0 0-1 16,0 8-11-16,3 3-8 0,0 5 12 0,-3-6-12 16,2 9 8-16,1-3-8 0,-3-3 0 0,3 3 0 15,-3 2 0-15,0 1 0 0,-3-3 0 0,3 5 0 16,0-8 0-16,0 11 0 0,-3-3 0 15,1 3 0-15,2 5 0 0,-3 0 0 16,0 0 0-16,0 0 0 0,-3-2 0 0,3-1 0 0,0-2 0 0,0-6 0 16,3 1 0-16,-3-3 0 15,3 2 0-15,-3-7 0 0,3 0-156 0,3-3-29 16,-3-1-6-16,3-1-1 0</inkml:trace>
  <inkml:trace contextRef="#ctx0" brushRef="#br0" timeOffset="15369.03">19422 3575 1497 0,'0'0'32'0,"0"0"8"0,0 0 0 0,0 0 4 0,0 0-36 0,0 0-8 0,0-6 0 0,0 6 0 31,0-2 104-31,0 2 20 0,0 0 3 0,0 0 1 0,0 0-52 0,0 0-9 0,0 0-3 0,0 0 0 31,0 0 0-31,-6 0 0 0,0 0 0 0,-3 2 0 0,3 6-54 0,0-2-10 16,-3 2 0-16,0 5 0 0,-3-5 0 0,0-3 0 0,0 6 0 0,-5 2 0 15,-1-5 0-15,-3 2 0 0,0 9 0 0,-6-6 0 32,1 11 0-32,-1-5 0 0,0 7 0 0,-3 3 0 0,3-5 0 0,4 0 0 15,2-3 0-15,3-3 0 0,0 1-46 16,0-3-14-16,0-3-4 0,3-2-614 15,1-1-123-15</inkml:trace>
  <inkml:trace contextRef="#ctx0" brushRef="#br0" timeOffset="15604.27">19044 3622 1659 0,'6'-18'36'0,"-6"10"8"0,3-3 2 0,0 1 1 0,0 2-38 0,-3-8-9 15,3 5 0-15,0 3 0 0,-3-2 120 0,3 2 21 0,0 3 5 0,-3-3 1 0,3 8-67 0,-3 0-12 16,0 0-4-16,0 0 0 0,3 0-16 15,2 2-4-15,1 4-1 0,0 2 0 16,0-1-30-16,0 7-5 0,3-6-8 0,0 5 11 16,0-3-11-16,3 4 0 0,-3-4 0 0,3 3 0 0,3 1 0 15,-3-1 0-15,0 3 0 0,2 0 0 16,-2 5 0-16,0-5 0 0,0 8 0 0,0 2 0 0,-3-7-9 0,0 4 9 16,3 1-12-16,-3-5 12 15,0-1-41-15,0 1-2 0,0-6 0 0,-1 3 0 16,-2-6-126-16,3-2-26 0,-3 0-5 0</inkml:trace>
  <inkml:trace contextRef="#ctx0" brushRef="#br0" timeOffset="16007">19758 3614 1728 0,'0'0'38'0,"0"0"8"0,-3-2 2 0,3 2 0 0,3-8-39 0,-3 3-9 15,0-1 0-15,3 1 0 0,0 0 92 0,0-1 17 0,0 4 3 0,3 2 1 16,0-6-27-16,0 4-6 0,3 2 0 0,0-5-1 16,0 2-12-16,3 3-3 0,3 0 0 0,-4 0 0 15,4 3-51-15,-3 2-13 0,3-3 0 0,-3 4 0 16,0-4 0-16,-3 4 0 0,0-1 0 0,-3 3 0 16,0 0 0-16,-3 0 0 0,-3-3 0 15,0 3 0-15,-6 0 0 0,0 0 0 0,-3 2 0 0,-3-2 0 0,0 3 0 16,0 0 0-16,0 2 0 0,0 0 0 15,3 3 0-15,-3-3 0 0,4 3 0 0,2-5 0 16,0 2-48-16,0 0-13 0,3-2-3 0,3-1 0 16,0 1 52-16,3-3 12 0,3-3 0 0,0 0 0 15,2 3 48-15,7-8 13 0,-3 3 3 0,6-3 0 16,0-3-52-16,3 3-12 0,0-5 0 0,5 2 0 0,-5-5 0 0,3 3 0 16,0-3 0-16,-3 3 0 15,0-3-52-15,-4 0-12 0,1 0-4 0,-3 0 0 16,-3 0-96-16,0-2-19 0,3 2-4 0</inkml:trace>
  <inkml:trace contextRef="#ctx0" brushRef="#br0" timeOffset="16288.19">20080 3059 1980 0,'0'0'44'0,"0"-6"8"0,3 4 3 0,-3-6 0 0,3 3-44 0,-3 2-11 0,3-5 0 0,0 5 0 15,-3 1 66-15,0 2 11 0,0 0 3 0,0 0 0 16,0 0-25-16,0 0-5 16,0 0-1-16,5 2 0 0,-2 1-25 0,-3 8-6 0,3-3-1 0,0 5 0 15,-3 0-5-15,3 3 0 16,-3-6-1-16,0 9 0 0,3-6-11 0,0 3 0 0,-3 0 0 0,3 0 8 15,0 0-8-15,0-3 0 0,0 3 0 0,0 0 0 16,0 2 0-16,0 3 0 0,0-2-12 0,0 7 12 16,0-7-100-16,0 2-13 0,0 0-3 0,0 3-892 0</inkml:trace>
  <inkml:trace contextRef="#ctx0" brushRef="#br0" timeOffset="16853.98">20621 3686 1558 0,'0'0'34'0,"0"0"7"0,0 0 2 0,0 0 1 0,0 0-35 0,0 0-9 15,0 0 0-15,0 0 0 0,0 0 96 0,0 0 16 16,0 0 4-16,0 0 1 16,6-8-40-16,0 8-8 0,3-5-1 0,3 2-1 15,3 3-15-15,3-5-4 0,3 2 0 0,5 3 0 16,1-3-12-16,3 3-2 0,0 0-1 0,0 0 0 0,-4 0-16 0,1 3-3 15,0-3-1-15,0 0 0 16,-3-3-13-16,-1 1 0 0,4-1 0 0,-3 3 0 16,-3-3-23-16,0 1-4 0,-3 2-1 0,-4 0 0 15,-2-5-57-15,-3 5-12 0,0-3-3 0,-9 3-567 0,0 0-113 16</inkml:trace>
  <inkml:trace contextRef="#ctx0" brushRef="#br0" timeOffset="17072.59">20874 3514 1947 0,'0'0'43'0,"-3"-5"9"0,-3-3 1 0,3 0 2 0,1-6-44 0,-1 7-11 0,0-1 0 0,3-3 0 31,0 3 85-31,0 0 15 0,3 6 4 0,0-6 0 0,-3 2-34 0,2 4-6 0,-2 2-2 0,3 0 0 16,-3 0-21-16,0 0-4 16,0 0-1-16,3 8 0 0,0 0-12 0,0-1-2 0,0 4-1 0,-3 2 0 15,0 3-21-15,3 3 0 0,-3-3 0 0,0 5 8 16,0-8-8-16,0 5 0 0,0 1 0 0,0-1 0 15,0-2 0-15,0 3 0 0,0-1 0 0,-3 4 0 32,3-1-20-32,0 3-8 0,0 2-1 0,-3 3-1 0,3-8 30 0,3 6 0 0,-3-1 0 0,0-5 0 15,3-2-48 1,-3-1-3-16,3-2-1 0,0 0-701 0,0-3-141 0</inkml:trace>
  <inkml:trace contextRef="#ctx0" brushRef="#br0" timeOffset="17608.25">21624 3268 1384 0,'0'0'39'0,"0"0"9"0,0 0-38 0,0 0-10 0,3-3 0 0,-3 3 0 0,0 0 111 0,0 0 20 16,0 0 4-16,0 0 1 16,0 0-52-16,0 0-9 0,0 0-3 0,0 0 0 15,0 0-31-15,-5 3-6 0,2 5-2 0,-3 2 0 0,3 1-17 0,0-1-4 16,0 9-1-16,0 0 0 15,3 4-11-15,0-1 12 0,0 1-12 0,0 6 12 16,3-7-12-16,0 7 0 0,0-8 0 0,0 3 0 16,3-6 0-16,-3 1 0 0,2-3 0 0,1-1 0 0,-3 1-12 0,3 3-8 0,0-3-2 0,-3 0 0 15,0 0 22-15,3 2 0 0,-3-2 0 0,0 5 0 32,0-8 0-32,0 3 0 0,0 0 0 0,0-5 0 15,0-1-56-15,3 1-6 0,-3-3-2 0,3-3-844 0</inkml:trace>
  <inkml:trace contextRef="#ctx0" brushRef="#br0" timeOffset="17910.43">22229 3495 1728 0,'0'0'38'0,"0"-2"8"0,0-6 2 0,3 0 0 15,-3 3-39-15,0-1-9 16,3-2 0-16,-3 3 0 0,0 0 104 0,0 2 20 0,0 0 3 0,0 3 1 15,0 0-52-15,0 0-9 0,0 0-3 0,0 0 0 16,0 0-52-16,-6 3-12 0,0 5 0 0,0 3 0 16,0-3 0-16,0-1 0 0,-3 7 0 0,3 2 0 15,-3-3 0-15,-3 3 0 0,3-3 0 0,-3 3 0 16,-2 0 0-16,2-6 0 0,-3 3 0 0,-3 1 0 0,0-4 0 16,0 4 0-16,3-4 0 0,-3 6 0 0,1 0 0 15,-1 0 0-15,3 0 0 16,0 0 0-16,0 2 0 0,0-2 0 0,3 0 0 0,0-3 0 15,3 0-48-15,0-2-12 0,4-3-4 0,-4 0 0 16,6-3-128-16,-6 0-27 16,-6 3-5-16,15-8 0 0</inkml:trace>
  <inkml:trace contextRef="#ctx0" brushRef="#br0" timeOffset="18160.84">21973 3397 1792 0,'-12'-13'51'0,"9"8"10"0,0 0-49 0,0-1-12 0,0-2 0 0,0 3 0 15,3 2 104 1,0 3 19-16,0 0 3 0,0 0 1 0,0 0-51 0,0 0-9 0,0 0-3 0,6 8 0 16,0 3 1-16,3 0 0 0,0 7 0 0,3-2 0 15,-3 5-52-15,2 0-13 0,-2-2 0 0,3 5 0 16,0-6 0-16,0 1 0 0,-3-1 0 0,3 1 0 16,0-3 0-16,0-1 0 0,-3 1-12 0,-3 3 12 15,3-3 0 1,-3 0 0-16,2 2 8 0,-2 1-8 0,0-1 0 0,0 1-12 0,0-3 1 0,0 2 0 15,0 1-33-15,-3-1-8 0,3-7 0 0,-3 2-1 32,3 0-13-32,-3-2-2 0,3-3-1 0,-3 2-938 0</inkml:trace>
  <inkml:trace contextRef="#ctx0" brushRef="#br0" timeOffset="18548.5">22544 3599 1552 0,'-6'-11'44'0,"6"11"10"0,-3-5-43 0,0-1-11 0,0-2 0 0,3 6 0 16,-3-6 104-16,3 5 20 0,0 3 3 0,0-5 1 0,0 5 0 0,0-5 0 15,3-1 0-15,3 4 0 16,-3 2-52-16,3-6-9 0,3 6-3 0,0 0 0 0,0 0-51 0,0 0-13 16,0 6 0-16,0-6 0 0,3 2 0 0,-3 4 0 0,3-1 0 0,-3 0 0 31,2 6 0-31,1-3 0 0,-3 0 0 0,0-3 0 0,-3 6 0 0,0-4 0 15,-3 1 0-15,-3 3 0 0,0 0 0 0,-3 2 0 0,-3-5 0 0,0 5 0 32,-3 3-48-32,0-6-13 0,0 9-3 0,0-8 0 0,1 2 52 0,-1 3 12 0,0-6 0 0,3 6 0 31,0-8 0-31,3 3 0 0,0-1 0 0,3 1 0 0,0-3 0 0,0-3 0 16,3 0 0-16,0 3 0 0,0-5 0 0,6 2 0 0,-3-5 0 0,6 0 0 15,-4 0 0-15,4-5 0 16,6 2 0-16,0 3 0 0,0-8 0 0,3 3 0 0,0 0 0 0,2-3 0 15,1 0 0-15,0 5-9 0,-3-7 9 0,-3 4-8 32,3 1-104-32,-4 0-21 0,1 2-4 0</inkml:trace>
  <inkml:trace contextRef="#ctx0" brushRef="#br0" timeOffset="19099.34">22845 3067 1616 0,'0'0'36'0,"0"0"7"0,-6 0 1 0,-3 5 1 0,3-5-36 0,0 0-9 0,-3 3 0 16,3 2 0-16,0 3 76 0,0-5 12 0,0 2 4 0,3 3 0 0,0 0-50 0,0 5-10 31,3-5-1-31,0 5-1 0,0-5-19 0,3 3-11 0,0-1 12 0,3-2-12 16,0 0 0-16,3 0 0 0,0 0 0 0,3 0 0 15,0 0 8-15,3 0-8 0,-3-3 0 0,3 0 0 16,-3 3 10-16,2-5-10 0,1 2 8 0,-3-5-8 0,3 0 27 0,-3 0 0 15,0 0 0-15,-3 0 0 16,0-5 17-16,0 2 3 0,0-2 1 0,-3 0 0 0,0-1-3 0,0 1 0 16,-4-3 0-16,1 3 0 15,-3-6-9-15,0 3-1 0,0-2-1 0,-3-1 0 16,-2-2-16-16,2 5-3 0,-3-5-1 0,0 2 0 0,-3-2-5 0,0 5-1 16,0-5 0-16,-3 5 0 0,0 0-26 0,-3 0-6 15,0 0 0-15,-3 3-1 16,4 5-103-16,-1 0-20 0,0 0-4 0</inkml:trace>
  <inkml:trace contextRef="#ctx0" brushRef="#br0" timeOffset="19629.62">23559 3435 1512 0,'0'0'43'0,"0"0"9"0,0 0-42 0,0 0-10 0,0 0 0 0,0 0 0 0,0 0 80 0,6 0 13 0,0-6 3 0,0 6 1 32,3-2-26-32,0 2-6 0,3 0-1 0,3 0 0 0,0 0-8 0,0 0-1 15,2 0-1-15,1 2 0 0,0-2-11 0,0 0-3 0,3 0 0 0,0 0 0 31,-3 0-4-31,-1 0 0 0,4 0-1 0,0 0 0 0,0-2-26 0,3 2-9 0,0 0 0 0,-4 0 9 16,4 0-9-16,-3 0 0 16,-3 0 0-16,0 2 0 15,-3 4-16-15,-3-6 0 0,-4 0 1 0,-2 2 0 16,0 3-39-16,-3-2-8 0,-3-3-2 0,-3 5-624 16,0 3-124-16</inkml:trace>
  <inkml:trace contextRef="#ctx0" brushRef="#br0" timeOffset="19791.92">23678 3641 1357 0,'0'0'29'0,"0"0"7"0,0 0 0 0,0 0 4 0,0 0-32 0,0 0-8 0,0 0 0 0,0 0 0 16,6 0 105-16,0 0 20 0,3 0 4 0,0 0 1 16,0 0-43-16,0 0-9 0,3 0-2 0,-3 0 0 0,0 0-28 0,3 0-7 15,0 0-1-15,-4 0 0 0,4-5-12 16,0 5-2-1,0-3-1-15,0 0 0 0,3 3-14 0,0-2-3 0,3-1-8 0,0 3 12 16,2-3-12-16,1 1 0 0,3 2 0 0,0-3 0 16,0 3-38-16,0 0-4 15,-4 0-1-15,4-3-628 0,-6 3-125 0</inkml:trace>
  <inkml:trace contextRef="#ctx0" brushRef="#br0" timeOffset="20371.88">24363 3347 1486 0,'-6'-5'32'0,"3"2"8"0,0-2 0 0,0 2 3 0,0-5-35 0,3 3-8 0,-3-3 0 0,0 3 0 0,0 2 89 0,3-5 16 0,-3 0 3 0,0 0 1 16,3 3-28-16,0 0-5 15,3-3-2-15,0 5 0 0,0-5-16 0,3 3-3 0,0 0-1 0,0-1 0 31,3 1-14-31,3 0-4 0,0 2 0 0,3-2 0 0,0 2-3 0,2 3-1 0,1-5 0 0,3 2 0 16,-3 3 1-16,3 0 0 0,-3 0 0 0,2 0 0 16,-2 0-13-16,0 0-4 15,-3 0 0-15,3 0 0 0,0 3-16 0,-3-3 0 0,3 5 0 0,-4-5 0 0,-2 3 0 16,0 2 0-16,-3-2 0 0,0 2 0 16,-6 3 0-16,-3 0-9 0,0 0 9 0,-6 5-12 0,-3-2 0 15,-3 2-1-15,-3 0 0 0,3 3 0 0,-2 0 1 0,-1 2 0 16,0-2 0-16,0-5 0 15,-3 2-5-15,3 0-1 0,0 1 0 0,3-4 0 16,-2 3 18-16,5-7-10 0,-3 4 10 0,3-2-8 0,3-2 8 0,0-1 0 16,3 0 0-16,3-5 0 0,0 3 0 0,6 5 0 15,0-8 0-15,0 2 0 16,3-2 0-16,3 6 11 0,0-6-3 0,-1 0 0 0,4 2 5 0,-3-2 1 16,3 6 0-16,0-6 0 0,0 2-14 0,0 1 0 15,-3 0 0-15,0-1 0 16,-4 1 0-16,4 5 0 0,-6-6 0 0,0 4 0 0,0 2 0 0,-3-3 0 0,0 0-8 15,-6 6 8-15,0-3 0 0,-3 0 0 16,0 0 0-16,-3 5 0 0,0-5 0 0,1 0 0 0,-4 2 0 0,0 1 0 16,0-1 0-16,0-2 8 0,0 3-8 0,0 0 0 15,0-3 0-15,0-1-12 16,0 4 3-16,0-3 0 16,1-5-34-16,-1 5-6 0,3 0-2 15,0-3 0-15,0 0-130 0,9-5-27 0</inkml:trace>
  <inkml:trace contextRef="#ctx0" brushRef="#br0" timeOffset="20680.93">24866 3641 1586 0,'0'0'44'16,"0"0"12"-16,0 0-45 0,0 0-11 0,0 0 0 0,0 0 0 0,0 0 106 0,0 0 19 15,0 0 4-15,0 0 1 16,0 0-53-16,0 0-10 0,0 0-3 0,0 0 0 0,0 0-20 0,0 0-5 16,0 0-1-16,0 0 0 0,0 0-13 0,3 8-2 15,-3-8-1-15,0 2 0 0,0 6-11 16,0 3-3-16,0-3 0 0,0 3 0 16,0-1-8-16,0 6 10 0,0-5-10 0,0 7 10 0,3 1-10 0,-3 2 0 15,0 0 0-15,3 0 0 0,-3 0 0 0,3 0 0 16,0 3 0-16,-3-8 0 0,3 5 0 0,-3-7 0 0,3 1 0 15,-3-7 0 1,3 3-24-16,0 0 0 0,-3-4 0 0,3-4 0 16,0 5-113-16,-3-8-23 0,3 3-5 0,3-3-446 0,-3 0-89 15</inkml:trace>
  <inkml:trace contextRef="#ctx0" brushRef="#br0" timeOffset="21015.28">25003 3802 1494 0,'3'-18'32'0,"-3"15"8"0,0-7 0 0,3-1 3 0,-3 3-35 0,3 0-8 0,-3-2 0 0,3 4 0 15,0 1 95-15,-3 0 17 16,0 5 3-16,0 0 1 0,0 0-42 0,0 0-8 0,0 0-2 0,0 0 0 16,0 0-24-16,0 0-4 0,0 0-2 0,-3 5 0 15,0 0-21-15,0 3-4 0,0 3-1 0,0-1 0 16,0 1 0-16,3 5 0 0,-3-3 0 0,3 3 0 16,0 0-8-16,3 2 0 0,-3-7 0 15,3 5 0-15,0-3 0 0,0-2 0 0,0 2 0 0,3-3 0 16,0-2 0-16,0-2 0 15,3 2 0-15,-3-3 0 0,3-5 0 0,-1 2 10 0,4-2-10 0,0 0 10 16,0 0 2-16,3-2 0 0,0-3 0 0,0 2 0 0,0-5 1 0,0 0 1 16,0 0 0-16,-4-3 0 15,1 1 2-15,0-1 0 0,-3-5 0 0,-3 3 0 0,-3-5 5 0,3 2 2 16,-6-3 0-16,0 6 0 0,-6-8-7 0,0 8 0 0,0-3-1 0,-6 3 0 31,3 2-7-31,-3-2-8 0,-2 5 11 0,-1 0-11 0,-3 3 0 0,3 2 0 16,-3-5 0-16,3 8-12 15,0-5-86-15,0 2-17 0,1 3-3 0,-4-3-931 16</inkml:trace>
  <inkml:trace contextRef="#ctx0" brushRef="#br0" timeOffset="29300.35">14909 5744 1666 0,'0'0'36'0,"0"0"8"0,0 0 2 0,-3-2 2 0,3 2-39 0,-3-5-9 16,3 5 0-16,-3-3 0 0,3 3 90 0,0 0 16 0,0 0 3 0,0 0 1 15,0 0-25-15,0 0-5 16,0 0 0-16,0 0-1 0,0 0-19 0,0 0-4 0,0 0-1 0,0 0 0 16,0 0-20-16,0 8-4 0,0 0-1 0,3 2 0 15,-3 1-14-15,0 5-2 16,0 0-1-16,0 2 0 0,0 1-13 0,3 5 11 0,-3-1-11 0,0 4 10 16,3-1-10-16,0-2 0 0,0 0 0 0,-3 2 0 15,3-4-11-15,0-1-7 0,0 3-2 0,0-1 0 16,-3 4 20-16,3-1 0 0,0 3 0 0,0-2 0 0,0-1 0 15,0 1 0-15,0-3 0 0,0-3 0 0,0 0 0 16,0-5 0-16,0 0 0 0,0-3 0 16,0 0 0-16,0-5 0 0,0 0 0 0,0 0 0 15,3-3-106-15,0-2-18 0,0-3-3 0,3 0-581 16,-1-5-116-16</inkml:trace>
  <inkml:trace contextRef="#ctx0" brushRef="#br0" timeOffset="29483.07">15341 6112 1958 0,'0'0'43'0,"0"0"9"0,0 0 1 0,0-2 3 0,-3-4-45 0,3 6-11 0,0-5 0 0,0 5 0 31,-3-3 156-31,3 3 28 0,0-5 7 0,0 5 1 16,-3-5-103-16,3 5-20 0,0-5-4 0,0 5-1 0,3-6-51 0,-3 4-13 16,0 2 0-16,3-6 0 0,-3 6 0 0,3-5 0 0,3 2 0 0,-3 1 0 31,0-1-100-31,3 0-22 0,3 3-5 0,-3-2-649 0,0 2-131 0</inkml:trace>
  <inkml:trace contextRef="#ctx0" brushRef="#br0" timeOffset="30257.73">15969 5710 1375 0,'0'0'30'0,"0"0"6"0,0 0 2 0,0-5 1 0,0 5-31 0,0-6-8 0,0 6 0 0,0-5 0 15,0 0 120-15,0 5 22 0,0-5 5 0,0 5 1 16,0-6-21 0,0 6-4-16,0-8-1 0,0 8 0 0,0 0-33 0,0-2-6 0,0 2-2 0,0 0 0 15,0 0-37-15,0 0-8 0,0 0-2 0,0 0 0 0,0 0-13 0,0 0-2 16,0 0-1-16,0 0 0 0,0 0-10 16,0 0-8-16,3 5 9 0,-3 3-9 15,3 0 0-15,0 5 8 0,3 3-8 0,-3 3 0 0,3 2 0 0,0 3 0 16,-3 5 0-16,3 2 0 15,0 1 12-15,0-3-3 0,-1 0-1 0,4 0 0 0,-3-5-8 0,0-3 0 16,0 1-12-16,0-1 12 0,0-3 0 0,-3 3 0 16,3-5 0-16,0 5 0 15,-3-2 0-15,3 0-9 0,-3-4 9 0,0 4 0 16,0-3-22-16,3 0 2 0,-3 0 1 0,0-3 0 16,3-3-28-16,0 1-5 0,-3-6-2 0,3 1 0 15,3-4-154-15,-6-2-30 0</inkml:trace>
  <inkml:trace contextRef="#ctx0" brushRef="#br0" timeOffset="32753.95">17148 5689 1353 0,'0'0'29'0,"0"0"7"0,-6 0 0 0,6 0 4 0,-6 0-32 0,6 0-8 0,-6 0 0 0,6 0 0 15,0 0 121-15,-6 0 23 0,6 0 5 0,0 0 1 32,-3-3-41-32,3 3-8 0,0 0-1 0,0 0-1 0,0 0-26 0,0 0-5 15,0 0 0-15,0 0-1 0,-3-5-23 0,3 5-4 0,0 0 0 0,0 0-1 16,0 0-16-16,0 0-3 0,0 0-1 0,0 0 0 15,3 8-8-15,0 0-2 16,0 0 0-16,0 5 0 0,3 0-9 0,-3 6 0 0,3 5 9 0,3 2-9 16,-3 6 0-16,3 0 0 0,-1 2 0 15,4-2 8-15,-3-3-8 0,0-3 0 16,3 1 0-16,-6-3 0 16,3-1-20-16,-3 1-6 0,0 0-1 0,-3 2 0 0,0-2 27 0,0 5 0 15,-3-2 0-15,0-3 0 0,0-1 46 0,0 1 14 0,-3-5 4 0,0-1 0 16,3-4-81-16,-3-1-16 15,3-3-3-15,0-4-1 0,0-6-87 0,0 0-16 0,0 0-4 0,3 0-932 16</inkml:trace>
  <inkml:trace contextRef="#ctx0" brushRef="#br0" timeOffset="33323">17630 6297 1728 0,'0'0'38'0,"0"0"8"0,0 0 2 0,-3-2 0 0,-3-3-39 0,3-1-9 0,0 1 0 0,0 0 0 15,0-3 91 1,0 0 16-16,0 0 3 0,0-3 1 0,0 1-24 0,0 2-5 0,3-5-1 0,-3 2 0 15,3 0-17-15,0 1-4 0,3-1-1 0,-3 3 0 16,6 0-14-16,-3 0-2 0,3 0-1 0,0 3 0 16,0 0-16-16,3 0-3 0,0 2-1 0,3 0 0 15,-3 1-8-15,3 2-2 16,-4 0 0-16,4 0 0 0,-3 0-12 0,0 2 11 0,0-2-11 0,0 6 10 16,-3-4-10-16,0 3 0 0,0 3 9 0,0 0-9 15,0 3 0-15,0 2 0 0,-3 0 0 0,-3 6 0 16,0 2-12-16,0 0-1 0,0 0 0 15,-3 6 0-15,0-6-3 0,-3 3 0 0,0 0 0 0,0-3 0 16,-3 0 7-16,-3-5 1 0,0 0 0 0,-3 0 0 0,3-3 25 16,-2-3 6-16,2 1 1 0,-3 0 0 15,3-3-24-15,-3 0 0 0,6-1 0 0,3 1 0 16,0-2 0-16,3 2 0 0,3-8 0 0,0 5 0 16,0-5 0-16,3 5 0 0,3-2 0 0,0 2 0 0,3-2 0 0,0-3 9 0,3 2-9 15,0-2 0 1,3 3 15-16,-3-3-4 0,2 0-1 0,-2 0 0 15,3 0 0-15,-3 0 0 0,0-3 0 0,0 1 0 16,0-1-26-16,0 0-6 0,3 1-1 0,-3-1 0 0,2 1 23 0,1-1 0 0,0 3 0 16,0 0 0-16,0-3 0 0,-3 3 0 15,3 0 0-15,-3 3 0 16,0-3-107-16,2 0-17 0,-2 3-3 0,0-1-649 16,0-2-131-16</inkml:trace>
  <inkml:trace contextRef="#ctx0" brushRef="#br0" timeOffset="34245.75">18645 6192 1064 0,'0'0'30'0,"0"0"6"16,0 0-28-16,-6 2-8 0,0-2 0 0,6 0 0 0,0 0 107 0,-3 0 20 0,3 0 4 0,0 0 1 31,0 0-19-31,0 0-3 0,0 0-1 0,0 0 0 16,0 0-20-16,0 0-4 0,0 0-1 0,0 0 0 0,0-5-22 0,3 2-5 0,0-2-1 0,6 2 0 31,0-2-8-31,3 2-1 0,3-2-1 0,2 3 0 0,4-1-9 0,3 0-1 15,3 3-1-15,0 0 0 0,2 0-13 0,-2 0-2 0,0 3-1 0,0-3 0 16,0-3-19-16,-4 3 0 0,4-2 0 16,3-1 0-1,0 0-10-15,-3 3 10 0,-1 0-10 0,-2 0 10 0,0 0-32 0,-6 3-1 16,-3 0 0-16,0-1 0 16,-6 1-18-16,-1 0-3 0,-2 2-1 0,-6-5 0 15,0 5-11-15,-3 3-2 0,-3-3-1 0,1 6 0 16,-1-3-78-16,-6 2-15 0,3 1-3 0,-3 0-376 0,-3-1-75 0</inkml:trace>
  <inkml:trace contextRef="#ctx0" brushRef="#br0" timeOffset="34520.45">18859 6419 1270 0,'-6'3'28'0,"-3"-3"5"0,0 2 2 0,0 1 1 0,-2 0-28 0,2-1-8 0,0 1 0 0,-3 0 0 0,3-1 84 0,-3 1 16 15,3-3 4-15,0 3 0 0,0-1-20 0,0 1-3 16,3 0-1-16,-3-1 0 15,3 1-16-15,6-3-4 0,0 0-1 0,-6 0 0 0,6 0-6 0,0 0-1 16,0 0 0-16,0 0 0 0,0 0 6 0,0 0 1 0,9 3 0 0,0-3 0 16,3 0 1-16,0 0 0 15,6 0 0-15,0 0 0 16,3 0-10-16,-3 0-2 0,2 0 0 0,1 0 0 0,3 0-17 0,-6 0-4 0,0-3-1 0,0 3 0 16,-1 0-18-16,4-3-8 15,-3 3 8-15,6-2-8 0,0-1 0 0,0 0 0 0,2 1 0 16,1 2-11-1,0-3-24-15,-3 3-5 0,0-3 0 0,-1 3-1 0,-2 0-88 16,-3 0-18-16,-3 0-3 0,0 0-611 0,-3 0-123 0</inkml:trace>
  <inkml:trace contextRef="#ctx0" brushRef="#br0" timeOffset="39119.24">14978 6882 709 0,'0'0'20'0,"0"0"4"0,0 0-24 0,0 0 0 0,0 0 0 0,0 0 0 15,0 0 80-15,0 0 10 16,0 0 2-16,0 0 1 0,0 0-13 0,0 0-4 0,0 0 0 0,0 0 0 16,0 0-4-16,0 0-2 0,0 0 0 0,0 0 0 15,0 0-18-15,-6 3-3 16,0-3-1-16,0 3 0 0,0-3-14 0,0 0-3 15,0 2-1-15,-3-2 0 0,3 0-5 0,-3 3-1 0,0-3 0 0,0 0 0 16,0 0-1-16,0 0-1 0,-2 0 0 0,2 0 0 16,-3 0-4-16,0 0-1 0,0 0 0 0,0 0 0 15,-3 0-5-15,3 0-2 16,-3 0 0-16,0 0 0 0,1 0 1 0,-1 0 0 0,0 2 0 0,-3-2 0 16,0 0-11-16,0 3 10 0,0-3-10 0,1 3 10 15,-1-1-10-15,3-2 0 0,-3 0 9 0,0 0-9 16,0 0 8-16,0 0-8 0,-3-2 8 0,1 2-8 15,-1-3 0-15,-3 0 0 0,-3 1 0 0,0 2 0 0,1 0 0 16,-4-3 0-16,0 3 0 0,3 0 0 0,1 3 0 0,-1-3 0 16,3 0 0-16,0 0 0 15,0 0 0-15,-2 0 0 0,2 0 0 0,-3 0 0 0,3 0 8 0,-3 0-8 16,3 2 10-16,-2-2-10 16,2 0 0-16,0 3 0 0,0 0 0 0,3-1 0 0,1 1 0 15,-1 0-15-15,0 2 2 0,3-2 0 16,3-1 13-16,-3 1 0 0,3 0 0 0,1-1 0 15,-1 1 0-15,-3-3 0 0,6 0 0 0,-3 3 0 0,0-3 0 0,0 0 0 0,0 0 0 16,0 0 0-16,1 2 0 0,-1-2 0 0,0 3 0 0,3-3 0 16,-3 2 0-1,3 1 16-15,0-3-1 0,0 3-1 0,-3-3-14 0,7 2 0 0,-4 1 0 0,3 0 0 32,0-3-17-32,3 0-7 0,-3 2 0 0,3 1-1 15,3 0-12-15,3-3-3 0,0 0 0 0,-6 2 0 16,6-2-33-16,0 0-7 15,0 0-2-15,-6 0 0 0</inkml:trace>
  <inkml:trace contextRef="#ctx0" brushRef="#br0" timeOffset="39807.75">13698 6739 1267 0,'0'0'28'0,"0"0"5"0,0 0 2 0,0 0 1 0,0 0-36 0,0 0 0 0,0 0 0 0,0 0 0 16,0 0 0-16,0 0 0 15,0 0 0-15,0 0 0 0,0 0 58 0,-6 3 5 0,0 0 1 0,3 2 0 16,-3-2-52-16,0 2-12 0,0-2 0 0,-3 2 0 16,3 0 23-16,-3 0 1 15,-3 3 1-15,0 0 0 0,1-2-17 0,-4 2-8 0,0-1 8 0,0 1-8 16,-3 0 0-16,3 0 0 0,0 0 0 0,-3 0 0 15,1 3 0-15,2-3 0 0,0 0 0 0,3 0 0 16,0 2 0-16,0-2 0 0,3 3 0 0,0-3 0 0,0 0 0 0,3-1 0 16,3 4 0-16,-3-3 0 0,3 0 18 0,3-3-2 15,-3 0 0-15,3 3 0 0,3-2 16 0,-3-1 2 16,3 0 1-16,3-2 0 16,-3 2-1-16,3-2 0 0,3 0 0 0,0-1 0 0,3 1-7 15,-3-3-2-15,3 2 0 0,0-2 0 16,3 3-2-1,0-3-1 1,-1 0 0-16,4 0 0 0,0 0-6 0,0 0-2 0,0 0 0 0,0 0 0 0,0 0-14 0,-1 3 0 0,1-1 0 0,-3 1 0 0,0-3-11 16,0 0-5-16,-3 3 0 15,0-3-1-15,0 0-113 0,0 0-22 16,-4 0-5-16,1 0-1 0</inkml:trace>
  <inkml:trace contextRef="#ctx0" brushRef="#br0" timeOffset="49478.21">15981 6940 900 0,'0'0'20'0,"0"0"4"0,-6 0 0 0,0 0 1 0,0 0-25 0,0 0 0 0,0 3 0 0,0-3 0 16,0 3 48-16,0-3 4 0,6 0 0 0,-6 2 1 16,6-2-4-16,0 0-1 0,0 0 0 0,-6 3 0 15,6-3 7-15,0 0 1 16,0 0 0-16,0 0 0 0,0 0-7 0,0 0-1 16,0 0 0-16,0 0 0 0,0 0-8 0,3 5-3 0,0 1 0 0,3-4 0 0,0 1-9 0,0 0-3 15,3-1 0-15,0 1 0 16,3-1-7-16,0 1-2 0,3 0 0 0,0-3 0 15,2 2-4-15,1 1-2 0,0 0 0 0,0-3 0 0,3 0 1 0,-3 0 0 16,6-3 0-16,-1 0 0 0,1 1-11 0,3-4 0 16,6 4 0-16,-1-1 0 15,-2 1 8-15,3 2-8 0,0 0 8 0,-4 2-8 0,1 1 0 0,-3-3 8 16,-3 0-8-16,-3 0 0 16,-1-3 0-16,1 3 0 0,0-2 0 0,0 2 0 0,-3-3 0 0,3 3 0 15,-3 0 0-15,-1 0 0 0,1 3 0 0,-3-3 0 16,0 0 8-1,0 2-8-15,-3 1 0 0,3-3 0 0,0 2 0 0,-4 1 0 16,4 0 0-16,-3 2 0 0,0-2 0 0,3-1 0 0,-3 1-16 0,0 0 4 0,3-3 0 0,0 2 1 16,-3 1 0-16,-1-3 0 15,-2 0 0-15,3 0 0 0,-3 0-5 0,0 0 0 0,0 0-1 16,0-3 0 0,-3 1-14-1,3 2-2-15,-6 0-1 0,3-3 0 0,-6 3-25 0,0 0-5 0,3 0 0 0,-3 0-649 0</inkml:trace>
  <inkml:trace contextRef="#ctx0" brushRef="#br0" timeOffset="49993.83">16826 6850 1191 0,'0'0'26'0,"-6"-2"6"0,0-3 0 0,0 2 2 0,0 0-34 0,3 1 0 0,-3-4 0 0,6 6 0 16,0 0 96-16,-5 0 13 0,5 0 3 0,-6-2 0 0,0-1-44 0,6 3-9 16,0 0-2-16,0 0 0 0,0 0-32 0,0 0-6 15,0 0-2-15,0 0 0 0,0 0 1 0,0 0 0 16,0 0 0-16,3 5 0 15,3 1 5-15,-1-1 1 0,4 0 0 0,3 0 0 0,-3 1-4 0,3-1 0 0,0 0 0 16,0 1 0-16,3-4-4 16,-3 4 0-16,0-1-1 0,0-2 0 15,-3 2-3-15,-1-3-1 0,4 4 0 0,-6-4 0 16,3 4-11-16,-3-4 0 0,-3 4 0 0,3-1 0 0,-3-2 0 0,3 2 8 0,-3 0-8 0,0 0 0 16,-3-5 0-16,0 6 0 15,0 2 0-15,0 0 0 0,0-8 8 0,-3 8-8 0,0-1 8 0,0 4-8 16,-3-3 8-16,3 0-8 0,-3 0 0 0,0 0 8 15,0 0-8-15,0 0 10 16,-3 0-10-16,0-3 10 0,1 0-10 0,-1 3 10 0,0-3-10 0,-3 1 10 16,3 2-2-16,0-3-8 0,-3 0 12 0,3 3-4 15,0-2-8-15,-3-1 0 0,3 0 0 0,0 3 8 16,0-3-8-16,3-2 0 0,-2 2-10 0,2-2 10 16,0 2-36-16,0-2-2 15,6-3 0-15,0 0 0 16,-3 2-117-16,3-2-23 0</inkml:trace>
  <inkml:trace contextRef="#ctx0" brushRef="#br0" timeOffset="51905.88">15892 5260 1267 0,'0'0'28'0,"0"0"5"0,0 0 2 0,0 0 1 0,0 0-36 0,0 0 0 16,0 0 0-16,0 0 0 0,0 0 94 0,0 0 12 15,-6 3 2-15,0 0 1 16,6-3-36-16,-6 2-7 0,0 3-2 0,-3-2 0 16,3 0-36-16,0-1-7 0,0 1-1 0,0 2-1 0,3 1 36 0,-3-6 7 15,6 0 2-15,0 0 0 16,-6 2-40-16,6-2-7 0,-6 3-1 0,6-3-1 15,0 0 5-15,0 0 2 0,0 0 0 0,0 0 0 0,0 0-3 0,0 0-1 16,0-3 0-16,3 1 0 0,3-6 1 0,0 2 0 0,3 4 0 0,3-4 0 16,-3 1 6-16,3 3 2 15,0-4 0-15,3 4 0 0,-1 2-7 0,1-6-2 16,0 4 0-16,-3 2 0 0,0 0-18 0,0 0 10 16,0 0-10-16,-3 0 8 0,0 2-8 0,-3 4 0 0,0-6 0 0,-6 0 0 15,0 0 0-15,0 0 0 0,0 5 0 0,0 0 0 16,-3 0-24-16,0 3 2 0,-3-2 1 0,0 4 0 31,-3-4-4-31,0 2-1 0,-3 2 0 0,0 1 0 0,0-1 6 0,0 1 2 0,0-1 0 0,0 4 0 16,3-4 10-16,-2 3 8 15,5-2-12-15,-3 0 12 0,6-3-8 0,-3 2 8 0,6-5 0 0,-3 3 0 16,6-2-8-16,-3-1 8 16,6 0 0-16,0-2 0 0,0 0 0 0,3-1 0 0,-1-2 0 0,1 0 0 15,3 0 0-15,3-2 8 0,-3 2-8 16,3-3 9-16,0 0-9 0,0-2 0 0,3 2 9 15,-4 1-9-15,1-4-30 16,0 4-10-16,-3-1-3 0,3 0 0 16,-3-2-54-16,-3 3-11 0,3-1-3 0</inkml:trace>
  <inkml:trace contextRef="#ctx0" brushRef="#br0" timeOffset="52342.89">15898 5033 1515 0,'0'0'33'16,"0"0"7"-16,0 0 2 0,0 0 1 0,0 0-35 0,0 0-8 0,0-6 0 0,0 1 0 31,2 0 80-31,-2 2 13 0,3 3 3 0,0-5 1 0,3 2-37 0,-3 1-8 16,3 2-2-16,3 0 0 0,0-3-14 0,0 3-2 15,0 0-1-15,3-3 0 0,0 3-13 0,0 3-2 0,0-3-1 0,3 3 0 16,-4-3-9-16,4 2-8 0,0 1 9 0,0 2-9 16,-3-5 0-16,3 0 0 0,-3 0-13 0,0 3 4 31,0-3-111-31,0-3-23 0,-1 3-4 0</inkml:trace>
  <inkml:trace contextRef="#ctx0" brushRef="#br0" timeOffset="52554.71">16252 4900 1756 0,'0'0'39'0,"0"0"8"0,0 0 1 0,0 0 1 0,0-5-39 0,0 5-10 15,-3-5 0-15,3 5 0 16,0 0 92-16,0 0 17 0,0 0 3 0,0 0 1 0,0 0-41 0,0 0-8 16,0 0-1-16,0 0-1 0,3-3-28 0,-3 3-6 15,0 0 0-15,0 0-1 0,6 0-11 0,-6 0-3 0,6 3 0 16,-3-1 0-1,0 4-13-15,0 2 9 0,0-3-9 0,0 6 8 0,-3-4-8 0,2 4 0 0,-2 2 9 0,3 1-9 16,-3-1 0-16,0 3 0 16,0 2 0-16,0-5 0 15,0 3-25-15,0 0-7 0,0-3 0 0,0 3-1 16,0-3-101-16,0 3-20 0,3-8-4 0</inkml:trace>
  <inkml:trace contextRef="#ctx0" brushRef="#br0" timeOffset="53388.51">17046 5279 1198 0,'0'0'34'0,"0"0"7"0,0 0-33 0,-5 0-8 0,5 0 0 0,0 0 0 0,-6 2 117 0,6-2 22 15,-6 0 4-15,6 0 1 16,0 0-51-16,-6 0-9 0,6 0-3 0,0 0 0 0,0 0-27 0,0 0-6 15,-3-2 0-15,3 2-1 0,0 0-12 0,0 0-3 16,0-6 0-16,0 6 0 16,0-5-7-16,3 0-1 0,0 2-1 0,3 1 0 0,0-6 0 0,-1 5 0 15,1 0 0-15,3 1 0 0,0 2-2 0,0-3 0 16,3 0 0-16,0 3 0 16,-3-2-8-16,3 2-1 0,-3 0-1 0,0 2 0 0,0-2-11 0,0 3 0 0,-3 0 0 15,-3-1 0 1,2 1 0-16,-5-3 0 0,0 5 0 0,0 3 0 0,-2-2 0 0,-1-1-12 15,0 3 0-15,-6 0 1 16,3 0-13-16,-3 0-2 16,0 2-1-16,0-2 0 0,0 3 0 0,0-1 0 0,0 1 0 0,0-1 0 0,3 1 12 0,0-3 3 0,0 0 0 0,3 2 0 15,0-2 12-15,3 0-9 0,0-2 9 0,3 2-8 16,0-3 8-16,0 0 0 16,3-2-9-16,3-1 9 0,0 1 0 0,0-3 0 0,3 0 0 0,0-3 0 15,0 1 0-15,0-1 0 16,3 1 0-16,-1-1 0 0,4-2-17 0,-3 2 1 0,0-2 0 0,0-1 0 15,0 4-152 1,0-4-29-16,9-4-7 0,-10-1 0 0</inkml:trace>
  <inkml:trace contextRef="#ctx0" brushRef="#br0" timeOffset="53697.82">17023 5064 1512 0,'0'0'43'0,"0"0"9"16,0 0-42-16,0 0-10 0,0 0 0 0,0 0 0 0,0 0 100 0,0 0 19 0,0 0 3 0,0 0 1 15,0 0-54-15,0 0-10 16,3-5-3-16,3 3 0 0,0-1-25 0,-1 0-6 0,4-2-1 16,0 2 0-16,0 1-16 0,3 2-8 0,3-6 8 0,0 6-8 15,0-2 0-15,0-1 0 0,0 0 0 0,-1 1 0 16,4 2-36 0,-3-3-7-16,3 3-1 0,-3-3 0 0</inkml:trace>
  <inkml:trace contextRef="#ctx0" brushRef="#br0" timeOffset="54159.89">17407 4906 1198 0,'0'0'34'0,"0"0"7"0,0 0-33 0,0-6-8 0,0 6 0 15,-3-5 0-15,3 0 100 0,0 5 17 0,0-5 4 0,0 5 1 0,3-6-22 0,-3 6-5 16,0-5-1-16,0 5 0 16,3-5-15-16,-3 5-3 0,3-6-1 0,3 4 0 0,-3-4-17 0,2 4-3 15,-2-1-1-15,3 3 0 0,0-3-11 0,0 3-3 0,0-2 0 0,0-1 0 16,0 3-19-16,0 0-4 16,0-2-1-16,0 2 0 0,0 2-16 0,0-2 8 15,0 3-8-15,-3-1 0 0,3 1 0 0,0 2 0 0,-3-2 0 0,0 2 0 16,0 6 0-16,0-8-9 15,-3 5 1-15,-3 2 0 0,3 1-10 0,-3-1-2 0,-3 3 0 0,0 3 0 47,0-2 4-47,0 4 1 0,0-5 0 0,-3 6 0 0,3-1 7 0,0-2 8 0,0 0-13 0,0-3 5 0,0 3 8 0,3-5 0 0,0-1 0 0,0 1 0 16,3-3 0 0,0-3 0-16,0 1 0 0,3-1 0 15,0-3 13-15,3 6-1 0,0-8-1 0,3 0 0 0,0 0 6 0,3 0 2 16,3 0 0-16,3-5 0 0,0 5-3 0,-4-3-1 0,4 1 0 0,0-1 0 15,0 1-15-15,0-1 0 0,0 3 0 0,-3-5 0 32,0 2-24-32,2 0-12 0,-2 1-1 0,-3 2-1080 0</inkml:trace>
  <inkml:trace contextRef="#ctx0" brushRef="#br0" timeOffset="63624.52">14692 5178 1164 0,'0'0'32'0,"0"0"9"0,0 0-33 0,-6 6-8 0,0-4 0 0,0 3 0 32,6-5 110-32,-6 0 20 0,-3 3 4 0,9-3 1 0,0 0-36 0,-3 0-7 15,3 0-2-15,0 0 0 0,-6-3-14 0,6 3-2 0,0 0-1 0,0-5 0 16,0 0-17-16,3 0-3 0,0-1-1 0,3 1 0 16,0 0-11-1,0-1-2-15,3-2-1 0,0 1 0 0,0 1-4 0,3 1-1 0,-3 0 0 0,3-1 0 16,0 1-3-16,-1 0-1 0,4-1 0 0,-6 4 0 15,3-1-1-15,-3 1-1 0,3 2 0 0,-3 0 0 16,-3 0-27-16,3 2 8 0,-3 1-8 0,0-1 0 16,0 4 0-16,-3-1 0 0,0 3 0 0,0-3 0 0,-3 1 0 0,0 2-11 15,0-1 11-15,0 1-12 0,-3 0-9 16,-3 3-3-16,3-3 0 0,-3 2 0 16,-3-4-6-16,3 2-2 0,-3 0 0 0,0 0 0 15,0-3 1 1,0 3 0-16,3-3 0 0,-3 0 0 0,3 1 7 0,0-4 2 0,-3 4 0 0,9-6 0 15,-3 2 8-15,3-2 2 0,0 0 0 0,0 0 0 16,0 0 12-16,0 8-11 0,0-8 11 0,0 0-10 0,3 3 10 16,3 2 0-16,0-2 0 0,3-1 0 0,-3 1 0 15,3-3 0-15,0 3 0 0,0-1 8 0,0 4-8 16,3-6 0-16,-3 0 8 0,0 2-8 0,3 1 8 0,-3-3-8 16,2 3 8-16,1-1-8 15,-3 1-9-15,3-3-7 0,-3 0 0 0,3 3-1 16,0-3-133-16,-3 0-26 0,3 0-6 0</inkml:trace>
  <inkml:trace contextRef="#ctx0" brushRef="#br0" timeOffset="64162.81">14939 4895 1276 0,'0'0'36'0,"0"0"8"0,0 0-35 0,0 0-9 16,0 0 0-16,0 0 0 0,-3-3 107 0,3 3 19 16,-3-5 4-16,3 5 1 0,0 0-38 0,0 0-7 15,-6 0-2-15,6 0 0 16,0 0-38-16,-6 0-8 0,6 0-2 0,-3 3 0 0,3-3-16 0,-6 5-4 16,3 3-1-16,0 0 0 0,0-3-7 0,3 3 0 0,0 0-8 0,-3 3 12 31,3-3-12-31,0 0 0 0,3 0 8 0,-3 2-8 0,3-7 0 0,0 5 0 15,3-3 0-15,-3 0 0 0,3 1 13 0,-3-6-3 0,3 0-1 0,0 0 0 32,3 0 18-32,-3-6 3 0,3 4 1 0,0-6 0 0,0 2 0 0,0 1 0 0,0-5 0 0,-1 4 0 15,-2-2 1-15,0 0 0 16,0 3 0-16,-3-6 0 0,0 6-7 0,0-3-1 0,-3 3 0 0,-3 0 0 16,0-1-8-16,-3 1-1 0,0 2-1 0,0-2 0 15,-2 3-14-15,2-1 9 0,0 0-9 0,-3 3 8 16,0-2-8-16,3 2-14 0,-3 0 3 0,3 0 1 31,-3 2-50-31,3-2-9 0,-3 3-3 0,0 0-1060 0</inkml:trace>
  <inkml:trace contextRef="#ctx0" brushRef="#br0" timeOffset="83947.51">19785 6038 1306 0,'0'0'28'0,"0"0"7"0,3-5 1 0,-3 0 1 0,0 5-29 0,0-6-8 15,0 1 0-15,0 5 0 0,0-3 126 0,0 3 24 0,0-5 5 0,0 5 1 16,0 0-44-16,0 0-9 0,-3-3-2 0,3 3 0 16,0 0-36-16,0 0-7 0,-6 0-2 0,6 0 0 0,-6 3-23 0,0 2-5 15,3 3 0-15,-3 0-1 0,3-2-9 0,3 1-2 16,-3 4 0-16,0 0 0 0,3-1-8 0,-3 1-8 16,3-1 12-16,0 4-12 15,0 1 8-15,0 1-8 0,0 3 0 0,0-1 0 16,0 4 0-16,3-4 0 0,-3 3 0 0,0 0 0 15,0 1 0-15,3-4 0 0,-3-2 0 0,0 3 0 0,3-6 0 0,-3 0-11 0,0-2 0 0,3-1 0 16,-3 1-9-16,0-3-3 0,0 0 0 0,0-3 0 31,0-5-85-31,3 5-18 0,-3-5-3 0,0 0-850 0</inkml:trace>
  <inkml:trace contextRef="#ctx0" brushRef="#br0" timeOffset="84276.61">20348 6091 1566 0,'0'0'34'0,"0"0"7"0,3 0 2 0,2-3 1 0,1 3-35 0,-3-2-9 0,3 2 0 0,-6 0 0 0,0 0 108 0,0 0 20 16,0 0 4-16,0 0 1 0,0 0-23 0,0 0-5 15,0 0-1-15,0 0 0 16,0 0-32-16,-6 0-6 0,0 0-2 0,-2 2 0 16,-1 1-51-16,-3 2-13 0,-3 3 0 0,3 0 0 0,-3 0 0 0,0 5 0 15,-3 1 0-15,3 2 0 16,0 2 0-16,-2 1 0 0,2 2 0 0,-3 0 0 0,0 0 0 0,0 0 0 0,0 0 0 0,0-2 0 15,1-3 0 1,-1 0 0-16,-3-3 0 0,3-2 0 16,3-1-163-16,0-2-35 0,0 0-7 0,3 0-766 0</inkml:trace>
  <inkml:trace contextRef="#ctx0" brushRef="#br0" timeOffset="84556.86">20118 6112 1886 0,'-6'-8'41'0,"0"6"9"0,3-4 2 0,-3 1 1 0,1 2-42 0,2-2-11 0,0 3 0 0,3 2 0 16,0 0 111-1,0 0 20-15,0 0 4 0,0 0 1 0,0 0-48 0,0 0-10 0,0 0-2 0,0 0 0 16,3 2-60-16,3 3-16 16,-1-2 0-16,1 5 0 0,3 0 0 0,-3 0 0 0,3 2 0 0,0 6 0 15,0-2 0-15,-3 1 0 16,3 4 0-16,0 0 0 0,0 2 20 0,0-3 2 0,-3 1 0 15,3 2 0-15,0-5-35 0,-3 0-7 0,2 0-2 0,1-3 0 32,-3 0-34-32,0-2-6 0,3-3-2 0,-3 2 0 15,0-2-102-15,0-3-21 0,-3-2-4 0,3 0-1 0</inkml:trace>
  <inkml:trace contextRef="#ctx0" brushRef="#br0" timeOffset="84950.7">20615 6136 2188 0,'0'0'48'0,"0"0"11"0,0-5 1 0,3-1 1 0,-3 1-49 0,0 5-12 15,0-5 0-15,0 5 0 0,3-5 105 0,0-1 19 0,-3 1 3 0,0 5 1 32,6-3-52-32,-3 1-9 0,3-1-3 0,0 0 0 0,0-2-51 0,0 5-13 0,3-2 0 0,0 2 0 15,0 0 0-15,3 0 0 0,-3 2 0 0,0 1 0 16,0-1 0-1,0 1 0-15,-1 0 0 0,-2-1 0 0,0 4 12 0,-3-1 0 0,0 0 0 0,-3 3 0 32,-3 0-12-32,0 3-18 0,-3-1 4 0,0 4 1 15,-5-1-40-15,2 3-8 0,-6 0-2 0,3-1 0 0,-3 1 51 0,3 3 12 0,0-6 0 0,3 3 0 16,-3-3 0-16,3-2 0 0,3-1 0 0,0 1 0 16,0-3 0-16,4 0 0 0,-1 0 0 0,3 0 0 15,0-3 0-15,0 0 0 0,3-2 0 0,-1 2 0 16,4 0 0-16,0-2 0 0,0 0 0 0,3-1 0 15,3 1 0-15,0-3 0 16,3 0 0-16,3 0 0 0,0 0 0 0,0 0 0 0,-1-3 0 0,1 3 0 16,3-2 18-16,-3-1 6 0,0 3 2 0,0 0 0 15,-3-3-45-15,-1 1-9 0,1-1-1 16,-3 1-1-16,0-1-160 16,0 0-32-16,-3 1-6 0</inkml:trace>
  <inkml:trace contextRef="#ctx0" brushRef="#br0" timeOffset="85371.95">20874 5779 1314 0,'-6'-8'37'0,"6"8"8"0,-3-5-36 16,-2-1-9-16,-1 4 0 0,3-4 0 0,-3 4 128 0,0-1 23 0,0 0 5 0,0 1 0 31,0 2-48-31,0 0-9 0,6 0-3 0,-6 2 0 0,0 4-39 0,0-1-8 0,0 3-1 0,3 0-1 16,0 3-25-16,0-1-5 16,3 3-1-16,0 1 0 0,0 1-16 0,3-1 8 0,0 2-8 0,0-1 0 15,3-1 0-15,3-1 0 0,0 0 0 0,0-5 0 16,3 0 9-16,0 0-9 0,0 0 0 0,2-6 9 15,-2 1 6-15,0 0 1 0,3-3 0 0,-3-3 0 16,0 0 10-16,0 1 2 0,-3-3 1 0,0-1 0 16,0-2-4-16,0 0-1 0,-4 0 0 0,1-2 0 15,-3-1 0-15,0 1 0 0,0-1 0 0,-3-2 0 0,0 2-6 16,0 1-2 0,-3-1 0-16,0-2 0 0,0 2-16 0,-3 3 0 0,-2-2 8 0,-1 2-8 15,-3 3 16-15,0-3-1 0,0 2 0 0,-3 1 0 16,-3 2-63-16,3 3-13 0,-3 0-3 0,1 3-751 15,2 0-150-15</inkml:trace>
  <inkml:trace contextRef="#ctx0" brushRef="#br0" timeOffset="85898.9">21187 6229 1332 0,'0'0'29'0,"0"0"7"0,0 0 0 0,0 0 1 0,0 0-29 0,0 0-8 15,0 0 0-15,3-3 0 0,3 0 94 0,3 3 18 16,0 0 3-16,3 0 1 0,0 0-22 0,5 0-4 0,1 0-1 16,0 0 0-16,3 3-11 0,0-3-2 15,0 0-1-15,-1-3 0 16,1 3-20-16,3-5-4 0,3 0-1 0,3 0 0 16,-1 2-23-16,1-2-5 0,0 2-1 0,0 0 0 0,-3 1-13 0,-4-1-8 0,-2 0 10 0,0 3-10 15,-3 0 0-15,-3 0 0 0,-3 0-13 0,-3 0 4 31,0 0-41-31,-4 0-8 0,1 0-2 0,-6 0 0 16,0 0-101-16,0 0-21 0,0 0-4 0,0 0-680 0</inkml:trace>
  <inkml:trace contextRef="#ctx0" brushRef="#br0" timeOffset="86193.25">21505 6086 1728 0,'-11'-3'38'0,"8"1"8"0,-3-1 2 0,-3 0 0 0,3 1-39 0,0-4-9 0,3 4 0 0,-3-1 0 16,3 0 104-16,3 3 20 0,0 0 3 0,-6-5 1 0,6 5-37 0,0 0-7 15,0 0-2-15,0 0 0 16,0 0-29-16,0 0-5 0,0 0-2 0,0 0 0 16,0 0-14-16,0 0-2 0,0 0-1 0,0 8 0 15,0-3-10-15,0 1-3 0,0 2 0 0,0-1 0 0,0 1-16 0,0 3 10 16,3 0-10-16,-3 2 8 0,0 0-8 0,0 3 0 15,3 0 0-15,-3 5 8 16,0 0 4-16,3 0 1 0,-3 3 0 0,0 0 0 0,3-6-13 0,-3 4 0 16,3-4 0-16,-3 1 0 15,3-3-48-15,0-3-13 16,-3 0-3-16,3-2 0 16,0 2-51-16,0-5-10 0,0 0-3 0,0-3-921 0</inkml:trace>
  <inkml:trace contextRef="#ctx0" brushRef="#br0" timeOffset="86862.29">22151 6049 1571 0,'0'0'44'0,"0"0"11"0,-3-6-44 0,0 1-11 0,0 3 0 0,-3-4 0 31,4 4 122-31,-1-4 22 0,-3 4 5 0,6 2 1 0,-3-6-50 0,-3 4-11 0,6 2-1 0,0 0-1 16,-3-3-34-16,3 3-6 0,0 0-2 0,0 0 0 16,0 0-19-16,0 0-4 0,-3 5-1 0,0 3 0 15,3 0-7-15,-3 0-2 0,3 3 0 0,0-1 0 16,3 1 3-16,-3 0 0 0,3-1 0 0,-3 6 0 15,3-3-15-15,-3 6 11 0,3-1-11 0,0 3 10 32,-3 1-10-32,3 1 0 0,0-1 0 0,0 1 0 0,0-1-12 0,0-1-7 0,-1-3-1 0,1 1-1 15,0-6 21-15,0 3 0 0,0-6 0 0,-3 1 0 32,3 0-56-32,0-1-6 0,0-2-2 0,3 0 0 0,-3-3-102 0,0 1-21 0,3-1-4 15</inkml:trace>
  <inkml:trace contextRef="#ctx0" brushRef="#br0" timeOffset="87180.48">22750 6112 1728 0,'0'0'38'0,"0"0"8"0,0 0 2 0,0 0 0 15,0 0-39-15,0-5-9 0,0 5 0 0,-6-5 0 0,6 5 53 0,-3-3 9 16,-3 0 2-16,6 3 0 0,-6 0 0 0,0 0 0 0,0 0 0 0,-3 0 0 16,3 0-52-16,0 0-12 0,-3 3 0 0,3 0 0 15,0-1 54 1,-3 4 8-16,3-4 2 0,-3 4 0 0,3 1-52 0,-2 1-12 16,2 0 0-16,-3 3 0 0,0 0 0 0,-3-1 0 0,3 1 0 0,-3 2 0 15,0 3-48 1,3-3-13-16,-3 0-3 0,0 3 0 15,0 0-51-15,1-3-10 0,-4 0-3 0,3 1-716 0</inkml:trace>
  <inkml:trace contextRef="#ctx0" brushRef="#br0" timeOffset="87375.33">22446 6107 1958 0,'0'0'43'0,"0"0"9"0,0 0 1 0,0 0 3 0,0-5-45 0,0 5-11 0,3-6 0 0,-3 6 0 0,3 0 104 0,3-2 20 16,0 2 3-16,0 2 1 16,3-2-52-16,0 3-9 0,0 0-3 0,0 2 0 15,0-2-51-15,2 5-13 0,-2-1 0 0,0 1 0 0,0 6 0 0,0-4 0 16,0 3 0-16,-3 3 0 0,3 0 0 0,-3 0 0 16,3 3 0-16,-3-4 0 0,0 4 0 0,3 0 0 15,-3-4 0-15,0 1 0 16,2-2-48-16,-2-1-13 0,3-3-3 0,-3 1 0 15,0-3 0-15,0 0 0 0,0 0 0 0,0-3-614 0,0 0-123 0</inkml:trace>
  <inkml:trace contextRef="#ctx0" brushRef="#br0" timeOffset="87782.1">22961 6125 1497 0,'0'0'32'0,"0"0"8"0,-3-5 0 0,-3 3 4 0,3-4-36 0,0 1-8 0,3 5 0 0,-3-3 0 16,0-2 156-16,3 5 28 0,0 0 7 0,0-5 1 15,3-1-103-15,-3 6-20 0,3-5-4 0,0 3-1 16,0-4 0-16,3 6 0 0,3-2 0 0,-3 2 0 16,3 0-51-16,0-3-13 15,-3 3 0-15,3 0 0 0,0 0 54 0,0 0 8 0,-1 0 2 0,-2 3 0 0,3-3-52 0,-3 2-12 16,0 1 0-16,0 0 0 15,-3 2 0-15,0-3 0 0,0 4 0 0,0-1 0 16,-3 3-48-16,-3 0-13 0,0 2-3 0,0 1 0 0,0 2 52 0,-3 1 12 16,0-1 0-16,-3 3 0 15,3 0-54-15,-3-1-8 0,1-1-2 0,2 1 0 16,-3 1 52-16,0-2 12 0,3 1 0 0,-3-1 0 16,3-1 0-16,3-2 0 0,-3-1 0 0,6 1 0 0,0-3 0 0,0 0 0 15,3 0 0-15,-3-3 0 0,6 0 48 0,-3-2 13 0,3-3 3 0,3 2 0 16,-3-2-52-16,3 0-12 15,-3 0 0-15,5-2 0 0,-2 2 0 16,3-3 0-16,0-2 0 0,0 2 0 16,3 1-151-16,0-4-33 0,3 1-6 0,-3 0-795 0</inkml:trace>
  <inkml:trace contextRef="#ctx0" brushRef="#br0" timeOffset="88334.58">22949 5813 1551 0,'0'0'34'0,"0"0"7"0,0 0 2 0,0 0 1 0,0 0-36 0,-3-2-8 0,3 2 0 0,0 0 0 16,0 0 104-16,0 0 20 15,0 0 3-15,0 0 1 0,0 0-42 0,6-3-8 0,-6 3-2 0,3 0 0 16,3 0-19-16,3 0-4 0,-3 0-1 0,0 0 0 15,3 3-3-15,0-3-1 0,0 0 0 0,0 0 0 16,-1 0-25-16,4 0-6 0,0-3-1 0,3 3 0 16,3-5-16-16,0 2 0 0,3 0 0 0,3 1 0 15,-4-1-11-15,4 0-9 0,0 1-1 0,3-1-1 16,-6 1-142-16,-1-1-28 0,1 3-5 16,-3-3-2-16</inkml:trace>
  <inkml:trace contextRef="#ctx0" brushRef="#br0" timeOffset="88570.07">23396 5729 1497 0,'0'0'32'0,"-6"-3"8"0,0-2 0 0,0 2 4 0,3 0-36 0,-3-2-8 0,3 0 0 0,3 5 0 15,0 0 156-15,0 0 28 0,-3-3 7 0,3 3 1 16,0 0-84-16,0 0-16 0,0 0-3 0,0 0-1 0,0 0-20 0,0 0-4 16,0 0 0-16,0 0-1 0,0 0-23 0,0 0-4 0,3-3 0 15,-3 3-1-15,0 0-17 0,6 0-3 0,0 0-1 0,-3 6 0 31,0-4-14-31,0 6 8 0,0-2-8 0,-3 4 0 0,3 1 0 0,-3-1-12 0,3 4 1 0,-3 2 0 16,0-3 11-16,0 3 0 16,0 2 0-16,0-2 0 0,0 3 0 0,0-4 0 0,0 4 0 0,0-3 0 31,0 0-53-31,-3 0-9 0,3-1-2 0,-3-1 0 16,3-4-102-16,-3 3-21 0,3-2-4 0,0 0-794 0</inkml:trace>
  <inkml:trace contextRef="#ctx0" brushRef="#br0" timeOffset="89852.2">23604 6366 1130 0,'0'0'32'0,"0"0"8"15,0 0-32-15,0 0-8 0,0 0 0 0,0 0 0 0,0 0 105 0,0 0 20 0,-6 3 4 0,6-3 1 32,0 0-37-32,0 0-7 0,0 0-2 0,0 0 0 0,0 0-26 0,0 0-6 0,0 0 0 0,0 0-1 31,0 0-11-31,0 0-3 0,3 3 0 0,3 2 0 0,0-2 4 0,3 2 1 15,0-3 0-15,3 1 0 0,0 0 0 0,2-1 0 0,4 1 0 0,-3-3 0 16,3 0-10-16,0 0-1 16,-3 0-1-16,3-3 0 0,-1 3-14 0,-2-2-2 0,0 2-1 0,3-3 0 15,0 3-23-15,0-3-5 0,0 1-1 16,0 2 0 0,-1-3-38-16,-2 1-8 0,0-1-2 0,0-2 0 0,-3 2-156 0,-3 3-31 0</inkml:trace>
  <inkml:trace contextRef="#ctx0" brushRef="#br0" timeOffset="90166.27">23815 6245 1728 0,'-3'-8'38'0,"-3"2"8"0,3-2 2 0,0 3 0 0,-3-3-39 0,3 0-9 0,3 3 0 0,-3 0 0 16,3-1 94-16,0 4 17 0,0 2 3 0,0-6 1 0,0 6-34 0,0 0-6 15,0 0-2-15,0 0 0 0,0 0-30 0,0 0-7 16,0 0 0-16,0 0-1 0,0 0-15 0,0 0-4 15,3 6 0-15,-3 2 0 0,3 0-6 0,-3 0-2 0,3 2 0 0,-3 1 0 16,0 2-8-16,3 3 8 0,0-3-8 16,-3 3 8-16,3 2-8 15,0-2 10-15,0 3-10 0,-3-3 10 0,3 0-10 0,0-1 0 0,0-1 0 0,0 2 0 16,0-3 0-16,0 0 0 0,0-2 0 0,0-1 0 16,0 1 0-16,0-1 0 0,0 1 0 0,0-3 0 15,0 0 0 1,0-3 0-16,0 3 0 0,0-3 0 15,0-2-49-15,0 2-12 0,0-2-3 0,-3-3 0 16,6 3-153-16,0-3-31 0,0 0-7 0,0-3-1 0</inkml:trace>
  <inkml:trace contextRef="#ctx0" brushRef="#br0" timeOffset="90414.85">24164 6215 1728 0,'-3'-10'38'0,"3"10"8"15,-3-5 2-15,-3-1 0 0,3-2-39 0,0 3-9 0,0 0 0 0,0-1 0 16,0 1 104-16,3 5 20 0,-3-5 3 0,3 5 1 16,0 0 0-16,0 0 0 0,0 0 0 0,0 0 0 15,0 0-103-15,0 0-25 0,0 0 0 0,3 8 0 16,-3 0 56-16,0 2 7 0,3 1 1 0,-3 5 0 0,3 0-52 0,-3 0-12 16,0 5 0-16,3-3 0 15,-3 1 0-15,0 2 0 0,0-5 0 0,0 5 0 16,0-5 0-16,-3 0 0 0,3-3 0 0,0 3 0 15,0-3-48-15,0-2-13 0,0-1-3 0,0 1 0 16,0-1 0-16,0-2 0 0,0 0 0 0,0-2 0 16,0 2-153-16,0-8-31 0,0 0-7 15,0 0-1-15</inkml:trace>
  <inkml:trace contextRef="#ctx0" brushRef="#br0" timeOffset="90759.45">24640 6231 1749 0,'0'0'38'0,"0"0"8"0,0-5 2 0,0 0 2 0,0 5-40 0,0-6-10 0,3 1 0 0,-3 5 0 15,3-5 88-15,-3 5 15 0,0 0 3 0,0 0 1 16,0-5-51-16,0 5-9 0,0 0-3 0,0 0 0 15,0 0-4-15,0 0-2 0,0 0 0 0,0 0 0 16,-6 2-8-16,0 4-2 0,0-4 0 0,0 3 0 0,-3 3-12 0,0 0-2 16,0 0-1-16,-3 3 0 0,3 2-13 0,-3 0 8 15,-2 1-8-15,-1 1 0 16,-3 4 0-16,0-3 0 0,0-3 0 0,0 3 0 16,0 0 0-16,0-3 0 0,1 0 0 0,-1-2 0 15,3 2 12-15,0-5 7 0,0 3 1 0,3-3 0 16,0-1-68-16,3 1-12 0,0 0-4 0,3-2 0 31,-2-1-102-31,5 0-21 0,-3-2-4 0,0-3-692 0</inkml:trace>
  <inkml:trace contextRef="#ctx0" brushRef="#br0" timeOffset="91058.05">24411 6234 1504 0,'-6'-16'43'0,"3"8"9"0,3 0-42 0,-3 0-10 0,-3 0 0 0,3 3 0 16,0 0 115-16,3-1 21 0,-3 4 4 0,3 2 0 15,-3-5-9-15,3 5-3 0,0 0 0 0,0 0 0 16,0 0-51 0,0 0-10-16,0 0-3 0,0 0 0 0,0 0-51 0,0 0-13 0,6 7 0 0,-3 1 0 15,0 0 20-15,3 3 2 0,0 0 0 0,0 2 0 16,0 0-11-16,0 3-3 0,2 0 0 0,-2 2 0 16,3-2-8-16,0 0 0 0,0 3 9 0,0-4-9 15,0-1 0-15,0 2 0 0,0-3 0 0,0 0 8 16,0-2-8-16,0-1 0 0,-3-2 0 0,3 3-8 15,-3-3-13-15,-1 0-3 16,1-3 0-16,0 0 0 0,0 0-38 16,0 1-8-16,0-1-2 0,3-2 0 0,-3 2-166 0,-6-5-34 0,0 0-6 15,9-11-2-15</inkml:trace>
  <inkml:trace contextRef="#ctx0" brushRef="#br0" timeOffset="91454.98">24774 6382 1602 0,'0'-10'35'0,"0"4"7"0,0 1 2 0,0-3 1 0,-3 0-36 0,3 0-9 15,0-2 0-15,-3-1 0 0,3-2 115 0,-3 0 21 16,0 2 4-16,3-2 0 16,-3 2-52-16,0 1-12 0,3 2-1 0,0-3-1 0,0 3-20 0,0 0-4 15,0 0-1-15,3 3 0 0,0 0-14 0,0-1-3 0,0 1-1 0,0 2 0 16,6 1-7-16,-3-1-2 16,6 0 0-16,-4 3 0 0,1 0-1 0,3 3 0 0,0-3 0 0,0 3 0 15,0-1-5-15,-3 1 0 0,3 0-1 0,-3-1 0 16,0 4-6-16,-3-1-1 0,0 0 0 15,0 3 0 1,-3-3-8-16,0 3 0 0,0 3 0 0,-3 0 0 0,0 2 0 0,-3-3-9 0,-3 4 9 0,0 1-13 16,0 1-6-16,-3-2-1 0,0-1 0 0,0 0 0 15,-3 0 0-15,3-2 0 16,-3-1 0-16,0 1 0 0,0 0 20 0,0-3-10 0,1-1 10 0,2 1-8 16,0 3 8-16,3-6 0 0,0 3 0 15,3-5 0-15,3-3 0 0,-3 5 0 16,3-5 0-16,3 5 0 0,0 1 0 0,3-4 0 0,3 1 0 0,0 0 8 0,0-3-8 15,2 0 12-15,4 0-4 0,-3 0 0 16,3 0-8-16,0 0 8 0,0 0-8 0,0-3 8 16,0 3-8-16,0 0-15 0,-4 0 4 0,1 0 1 31,0 0-91-31,0-3-19 0,0 3-3 0,-3-2-612 0,3 2-122 0</inkml:trace>
  <inkml:trace contextRef="#ctx0" brushRef="#br0" timeOffset="91928.25">24661 5991 1314 0,'0'0'37'0,"0"0"8"0,0 0-36 0,0 0-9 15,0 0 0-15,0 0 0 16,0 0 104-16,0 0 20 0,0 0 3 0,0 0 1 16,0 0-8-16,0 0-2 0,0 0 0 0,0 0 0 0,0 0-30 0,0 0-5 15,0 0-2-15,3-3 0 0,3 3-28 0,0-3-5 16,2 1-2-16,1-1 0 0,3 3-12 0,3-3-2 15,3 3-1-15,0-2 0 16,0-1-22-16,3 0-9 0,-1 3 8 0,1-2-8 0,0-1 0 0,0 3-12 16,-3-3 0-16,3 3 1 15,-4-2-143 1,1 2-29-16,-3 0-5 0,0 2-2 0</inkml:trace>
  <inkml:trace contextRef="#ctx0" brushRef="#br0" timeOffset="92462.31">25104 5813 1220 0,'0'0'34'0,"0"0"9"0,0 0-35 0,-3-2-8 0,0-4 0 0,-3 4 0 16,6 2 111-16,-3-6 20 0,3 6 4 0,-6-2 1 15,3-1-40-15,3 3-7 0,-3-5-1 0,-3 0-1 16,6 5-29-16,0 0-6 0,-3-3 0 0,3 3-1 16,0-5-12-16,0 5-3 0,-3-6 0 0,3 6 0 15,0 0-8-15,3-5-1 0,0 0-1 0,3 2 0 0,-3-2 1 16,3 2 0-16,3 0 0 0,-3 3 0 16,3-2 1-16,0-1 1 0,0 1 0 0,3 2 0 0,-3 0-7 0,0 0-2 15,0 0 0-15,0 0 0 0,-3 0-20 16,0 0 9-16,-1 2-9 0,-2 1 0 0,-3-3 0 0,0 0 0 15,3 2 0-15,0 6 0 16,-3-2 0-16,-3 2 0 0,0 0 0 0,0 0 0 0,0 2 0 0,-2 1 0 16,2 2-10-16,-3 0 10 0,-3-2 0 0,3 2 0 15,0 0 0-15,-3 0 0 0,0 1 0 16,3-1 0-16,0-3 0 0,0 1 0 0,3 0 0 0,0-1 0 0,0-2 0 16,0 0 0-16,3-3 0 0,0 3 0 0,0-2 0 0,3-1 0 31,0 0 8-31,3 0 4 0,0-2 0 0,3 0 0 0,0-1 8 0,3 1 3 0,0-3 0 15,0 0 0-15,-1 3-12 0,1-1-3 16,3-2 0-16,0 3 0 0,0-3-22 0,0 3-5 0,0-1-1 0,-3 1 0 31,3 0-168-31,-1-1-33 0,1 4-7 0,-3-4-2 0</inkml:trace>
  <inkml:trace contextRef="#ctx0" brushRef="#br0" timeOffset="93317">19005 7438 1764 0,'0'0'39'0,"0"0"8"0,0 0 1 0,0 0 1 0,0 0-39 0,0 0-10 0,0 0 0 0,0 0 0 31,6 0 85-31,-3-3 15 0,6 3 4 0,-3 0 0 0,3 0-28 0,3-2-6 0,0 2-1 0,0 0 0 16,2-3-20-16,1 3-4 0,6-3-1 0,-3 3 0 15,6 0-9-15,-3 0-3 0,2 0 0 0,1 0 0 16,-3 0-16-16,0 0-3 15,-3 0-1-15,3 0 0 0,-3 0-12 0,-4 0 0 0,1 0 0 0,-3 0 0 16,3 0 0-16,-3-2-16 0,-3 2 3 0,0 0 1 31,3 0-40-31,-6 0-7 0,0 2-1 0,-3-2-1 0,-3 0-139 0,3 6-28 0,-3-6-6 16</inkml:trace>
  <inkml:trace contextRef="#ctx0" brushRef="#br0" timeOffset="93523.89">19157 7618 1864 0,'0'0'41'0,"0"0"9"0,0 0 2 15,0 0 0-15,0 0-42 0,0 0-10 0,3-5 0 0,-3 2 0 0,3-2 91 0,3 2 16 16,-3-2 3-16,3 2 1 0,3-2-40 0,-3-1-8 16,3 4-2-16,-4-4 0 0,7 4-21 0,-3-3-4 15,3 2 0-15,-3 0-1 16,3 1-16-16,-3 2-3 0,3-3-1 0,-3 0 0 0,3 3-15 0,0 0 0 0,0 0 0 0,-1 0 0 31,1 0 0-31,0 0-18 0,0 3 4 0,0-3 1 16,0 0-111-16,3 3-23 0,0-3-4 0,3 0-860 0</inkml:trace>
  <inkml:trace contextRef="#ctx0" brushRef="#br0" timeOffset="94472.33">19850 7263 1472 0,'0'0'32'0,"0"0"8"0,0 0 0 0,0 0 1 15,0 0-33-15,0 0-8 0,0 0 0 0,0 0 0 0,0-5 100 0,0 5 17 0,0 0 4 0,0 0 1 16,0 0-30-16,0 0-7 16,0 0-1-16,0 0 0 0,0 0-24 0,0 0-6 0,0 0-1 0,6 0 0 31,-6 0-14-31,0 0-3 0,6 5-1 0,-3-2 0 0,0 2-14 0,0 0-2 16,3-2-1-16,-3 2 0 0,-3 1-9 0,3-1-1 0,0 3-8 0,-3 0 12 15,3 0-12-15,-3 2 8 0,0 4-8 0,0 2 0 16,0-1 0-16,3 7 0 0,-3-1 0 0,0 3 0 15,0-1 0-15,3 4 0 0,-3-3 0 0,0-3 0 16,3 0 10-16,-3-3-10 0,0 1 10 0,3-3-10 16,-3 0 0-16,0-3 0 0,0-2 0 0,0-1 0 31,-3-2-45-31,3 0-15 0,0 0-4 0,3-3 0 0,0 3-153 0,-3-8-31 16,0 0-7-16,18 0-1 0</inkml:trace>
  <inkml:trace contextRef="#ctx0" brushRef="#br0" timeOffset="94781">20243 7504 1497 0,'0'0'32'0,"3"-3"8"0,3 1 0 0,0-4 4 0,0 4-36 0,6-3-8 0,0 2 0 0,0-2 0 32,0-1 104-32,3 4 20 0,3-4 3 0,-4 4 1 0,7-4-14 0,-3 1-2 15,3 0-1-15,-3 2 0 0,3 1-24 0,-3-1-5 0,2 0-1 0,-2 3 0 16,-3-2-65-16,0-1-16 16,0 0 0-16,-3 1 0 0,0-1 0 0,0 0 0 0,-1 1 0 0,1-1 0 15,-3 0-48 1,-3 1-12-16,3 2-4 0,-3 0 0 0,0-3 52 0,0 3 12 0,0 0 0 0,-6 0 0 31,0 0-77-31,0 0-13 0,0 0-2 0,0 0-569 0,0 0-114 0</inkml:trace>
  <inkml:trace contextRef="#ctx0" brushRef="#br0" timeOffset="95059.98">20487 7250 1958 0,'0'0'43'0,"-8"-5"9"0,2-1 1 0,0 1 3 16,0 3-45-16,-3-4-11 0,3 1 0 0,0 0 0 0,3 2 104 0,3 3 20 16,-6-3 3-16,6 3 1 15,-3-2-43-15,3 2-8 0,0 0-1 0,0 0-1 0,0 0-34 0,0 0-6 16,0 0-2-16,-3 8 0 16,3 2-15-16,0-2-3 0,3 0-1 0,-3 3 0 0,3-1-14 0,0 3 9 15,0-2-9-15,0 2 8 16,0 1-8-16,3-1 0 0,-3 3 0 0,0 2 8 15,3 3-8-15,-3 1 0 0,3 1 0 0,0 4 0 0,-3-3 0 0,-1-1 0 0,1-1 0 0,0-1 0 32,0-3-49-17,-3-2-12-15,3 0-3 0,-3-3 0 16,0 0-153-16,3-2-31 0,0 0-7 0,0-3-1 0</inkml:trace>
  <inkml:trace contextRef="#ctx0" brushRef="#br0" timeOffset="97430.02">21238 6906 1666 0,'0'0'36'0,"0"0"8"0,0 0 2 0,0 0 2 0,0 0-39 0,0 0-9 16,0 0 0-16,0 0 0 0,3-5 95 0,-3 5 17 15,0 0 3-15,0 0 1 0,0 0-45 0,0 0-9 16,0 0-2-16,0 0 0 16,0 0-16-16,0 0-3 0,0 0-1 0,2 8 0 0,1-3-10 0,0 3-2 0,0 3-1 0,0-1 0 15,0 6-17-15,0 0-10 0,0 5 12 0,3 3-12 16,-3 5 8-16,0-3-8 0,3 4 0 0,0-4 0 31,-3 0 0-31,3 1 0 0,0-3 0 0,-3 0 0 0,3-6-20 0,0 1-4 0,-3-4 0 0,3 4-1 31,0-6-93-31,-3 3-18 0,0 0-4 0,0-3-819 16</inkml:trace>
  <inkml:trace contextRef="#ctx0" brushRef="#br0" timeOffset="97677.37">20982 7536 2156 0,'0'0'48'0,"0"0"9"0,0 0 3 0,0 0 0 0,0 0-48 0,0 0-12 0,3-5 0 0,0-1 0 16,2 4 88-16,1-4 15 0,3 1 3 0,3 0 1 16,3-1-39-16,0-2-7 0,6 1-1 0,3 1-1 15,2-2-23-15,4 0-5 0,0 0-1 0,0 3 0 0,0 0-12 0,-1 2-2 16,-2 1-1-16,0-4 0 0,0 1-15 0,-4 0 0 15,4-1 0-15,-3 1 0 0,3 2 0 16,-3-2-16-16,-3 3 3 0,2 2 1 16,-5 0-33-16,3 0-7 0,-6 0 0 0,0 5-1 15,-3-3-133-15,-3 1-26 0,-3 2-6 0</inkml:trace>
  <inkml:trace contextRef="#ctx0" brushRef="#br0" timeOffset="98020.93">21229 7673 1877 0,'0'0'53'0,"0"0"12"0,0 0-52 0,0 0-13 0,0 0 0 0,3-2 0 15,0-4 114-15,0 1 20 0,2 3 4 0,-2-1 1 16,6-2-50-16,-3 2-9 0,0 0-3 0,3 1 0 16,-3 2-31-16,3-3-6 0,0 3-2 0,0 0 0 15,0 0-24-15,0 0-5 16,3 3-1-16,-6-1 0 0,3 1-8 0,-3 0 0 0,0 2-12 0,-1 3 12 31,1 0-29-31,-3-3 1 0,-3 3 1 0,3 0 0 0,-3 0-19 0,0 0-4 16,-3 0-1-16,3 2 0 15,-3-2 8-15,0 0 2 0,0 0 0 0,1 0 0 0,-1-3 25 0,0 3 6 0,0-2 1 16,3-6 0-16,0 5 9 0,0-5 12 0,0 8-2 0,0-8-1 0,3 5 22 16,0-2 4-16,0-1 1 0,-1 1 0 15,4-3 4-15,0 0 0 0,3-3 1 16,0 1 0-16,0-1-20 0,3-2-4 0,3-3-1 0,0 3 0 15,3-1-16-15,3 1-16 0,-1-3 4 0,1 3 0 16,3-1-164-16,3-1-32 0</inkml:trace>
  <inkml:trace contextRef="#ctx0" brushRef="#br0" timeOffset="98347.23">22113 7565 1418 0,'-12'0'40'0,"6"0"9"0,0 0-39 0,-3 0-10 0,3-3 0 0,0 3 0 16,6 0 110-16,0 0 20 0,0 0 4 0,0 0 1 15,0 0-40-15,0 0-8 16,0-5-2-16,6 0 0 0,0 2-12 0,0 0-2 0,3 1-1 0,3 2 0 16,0-3-5-16,3 0-1 0,-1 1 0 15,1 2 0-15,3-3-13 0,0 1-3 16,0-1-1-16,6-2 0 0,-1 2-14 0,7-5-2 15,-3 3-1-15,6 2 0 0,-3-2-19 0,-1 2-11 0,1 0 12 0,-3 1-12 16,0-1 0-16,-4 1 0 0,-2 2 0 0,-3-3 0 16,-3 0-16-16,-3 1-3 0,0 2-1 0,-3-3 0 15,0 0-43-15,-3 1-9 0,0 2-1 0,-6 0-1 16,0 0-149-16,0 0-29 16</inkml:trace>
  <inkml:trace contextRef="#ctx0" brushRef="#br0" timeOffset="98631.54">22279 7353 1958 0,'-6'-5'43'0,"3"0"9"0,-3-1 1 0,3 1 3 16,1 0-45-16,-1-1-11 0,3 1 0 0,-3 0 0 0,3 5 85 0,0-5 15 0,-3-3 4 0,3 2 0 16,0 6-29-16,0-5-6 15,0 5-1-15,0 0 0 0,0 0-11 0,0 0-2 0,3-3-1 0,-3 3 0 16,0 0-17-16,0 0-3 15,0 0-1-15,0 0 0 0,0 0-13 0,3 3-4 0,0 0 0 16,-1 2 0-16,1 0-8 16,0 3-8-16,-3 0 9 0,3 3-9 0,-3-1 0 0,3 4 0 15,-3 1 0-15,0 7 0 0,3-4 0 0,0 3 0 0,-3 6 0 0,3-3 0 16,0-1 0 0,0-1-15-16,0 1 3 0,3-1 1 15,-3-4-52-15,3-2-10 0,-3 0-3 0,3 0 0 0,0-3 10 16,-3 0 2-16,3-2 0 0,0-1-683 0,0-2-136 0</inkml:trace>
  <inkml:trace contextRef="#ctx0" brushRef="#br0" timeOffset="99024.7">23140 6882 1552 0,'0'0'44'0,"0"0"10"0,0 0-43 0,0 0-11 0,0 0 0 0,-6-2 0 0,3-4 104 0,3 6 20 0,-6-2 3 0,6 2 1 31,-6-3-12-31,6 3-1 0,-6 0-1 0,6 0 0 0,-6 0-50 0,6 0-11 0,0 0-1 0,-6 5-1 32,3 1-21-32,0-1-4 0,0 3-1 0,3 2 0 0,-3 4-9 0,3-1-3 0,0 8 0 0,0 3 0 15,3 0-13-15,0 5-15 0,-3 5 3 0,3-2 1 16,3 2 11-16,-3-5 0 15,0 1 0-15,3-4 0 0,-3-5 0 0,3 0 0 0,0 0 0 0,0-2 0 16,-3-3-53-16,3 2-9 16,-3-2-2-16,0 3-682 0,-1-3-137 0</inkml:trace>
  <inkml:trace contextRef="#ctx0" brushRef="#br0" timeOffset="99276.23">22922 7433 1958 0,'-6'-3'43'0,"-3"0"9"0,3 1 1 0,6 2 3 0,-5 0-45 0,5 0-11 0,0 0 0 0,0 0 0 0,8-3 104 0,1 3 20 16,3 0 3-16,3 0 1 0,0 3-52 0,3-6-9 15,0 0-3-15,3-2 0 16,2 0 0-16,4-3 0 0,6 0 0 0,6 0 0 0,-4 3-46 0,1-1-10 0,3 1-8 0,-6 2 12 31,-1 1-12-31,-5-1-9 0,0 3 9 0,-3-2-13 16,-1-1-40-16,-2 0-8 0,3 1-2 15,-6-1 0-15,0 0-103 16,0 3-21-16,-3 0-4 0,-4 0-1 0</inkml:trace>
  <inkml:trace contextRef="#ctx0" brushRef="#br0" timeOffset="99655.18">21848 7531 1728 0,'1446'0'38'0,"-1446"0"8"0,0 0 2 0,0 0 0 0,0 0-39 0,0 0-9 0,3-3 0 0,-3 3 0 15,0 0 53-15,0 0 9 16,0 0 2-16,0 0 0 0,0 0 0 0,0 8 0 0,-3-3 0 0,-3 3 0 16,0 0-52-16,-5 0-12 0,-1 2 0 0,-3 1 0 15,-3-3 0-15,3 3 0 0,-3-3 0 0,-3 2 0 16,3 1 54-16,1-3 8 0,-1 0 2 0,0 2 0 15,6-2-73-15,0 0-15 0,3-3-2 0,0 1-1 16,3-1 43-16,3 0 9 0,3-5 2 0,-3 6 0 16,3-6-27-16,0 0-14 0,3 5 2 0,0-3 0 15,3 1 12-15,3 0 16 0,0-1-3 0,3 1-1 0,3-3 42 16,3 3 8-16,0-3 2 0,-1 0 0 0,4 0-52 16,0 2-12-16,0-2 0 0,3 3 0 0,-3-3 0 0,-1 0 0 15,1 3 0-15,-3-3 0 0,0 2 0 16,-3-2 0-16,0 0 0 0,-3 0 0 15,0 0-48-15,-3 0-13 0,-1-2-3 0,1 2 0 32,-3-3-51-32,0 3-10 0,0 0-3 0,-6 0 0 0,3 0-102 0,-3 0-21 0,-3-13-4 0,3 13-1 0</inkml:trace>
  <inkml:trace contextRef="#ctx0" brushRef="#br0" timeOffset="99962.35">23428 7655 1497 0,'-6'-8'32'0,"0"3"8"0,3 2 0 0,-3-2 4 0,-2-1-36 0,2 1-8 0,0 0 0 0,-3-3 0 16,3 3 156-16,3-1 28 0,-3 1 7 0,0 0 1 15,3 2-103-15,0-2-20 0,0 2-4 0,3 3-1 16,-3-3 0-16,3 3 0 16,0 0 0-16,0 0 0 0,0 0-51 0,0 0-13 0,0 0 0 0,-3 8 0 15,3 0 54-15,3 3 8 0,-3-3 2 0,3 2 0 16,0 1-52-16,-3 0-12 0,3-1 0 0,0 1 0 16,0-3 0-16,0 2 0 0,-3-2 0 0,3 3 0 15,0-3 0-15,-3 2 0 0,3 1 0 0,0-3 0 0,-3 2 0 0,3 1 0 31,-3 0 0-31,3-1 0 0,-3 1 0 0,0-1 0 0,3-2 0 0,-3 3 0 16,3 0-48-16,-3-1-13 0,0-2-3 0,0 3 0 0,0-3 52 16,0-1 12-16,0-1 0 0,0-1 0 15,0-5-208-15,0 8-38 16,-3 8-8-16,3-16-2 0</inkml:trace>
  <inkml:trace contextRef="#ctx0" brushRef="#br0" timeOffset="101017.47">19395 8586 1638 0,'0'0'46'0,"0"0"11"0,0 0-45 0,0 0-12 0,0 0 0 0,0 0 0 16,0 0 130-16,0 0 24 0,0 0 5 0,0 0 1 15,6-2-56-15,0 2-10 0,0-3-2 0,0 0-1 32,3 1-27-32,0-1-6 0,3 0-1 0,0 1 0 0,2-1-15 0,4 0-3 0,0 1-1 0,3-1 0 15,0 3-17-15,3 0-3 0,-1 0-1 0,1 0 0 16,0 0-17-16,0 0 8 0,-3 0-8 0,0 3 0 16,-4-1 0-16,1-2-16 15,-3 3 2-15,0-3 0 0,-3 5-100 0,-3-5-20 0,0 3-4 16,-3 0-1-1,-3 2-83-15,-3-5-17 0</inkml:trace>
  <inkml:trace contextRef="#ctx0" brushRef="#br0" timeOffset="101212.43">19514 8769 1792 0,'-6'2'40'0,"-3"1"8"0,0 0 1 0,3-1 1 0,0 4-40 0,6-6-10 0,0 0 0 0,0 0 0 0,0 0 128 0,0 0 23 15,0 0 5-15,0 0 0 16,0 0-54-16,0 0-11 0,0 0-3 0,0 0 0 0,6 0-40 0,0 0-9 0,3 0-2 0,-3 0 0 15,6 0-23-15,-3-3-5 16,6 3-1-16,0 3 0 0,3-6-8 0,-1 3 0 16,1 0 0-16,3-3 0 15,3 3 0-15,-3-2 0 0,3-1-10 0,-1 0 10 16,-2 3-51-16,0-2-4 0,3-1-1 0,0 1-745 16,3-4-150-16</inkml:trace>
  <inkml:trace contextRef="#ctx0" brushRef="#br0" timeOffset="101617.52">20336 8404 1877 0,'0'0'53'0,"0"0"12"0,0 0-52 0,0 0-13 0,6 0 0 0,-6 0 0 0,3 0 119 0,-3 0 21 15,6 2 4-15,-6-2 0 16,2 3-58-16,1 2-12 0,0 3-2 0,-3 0-1 0,3-3-33 0,-3 3-6 15,3 3-2-15,-3-3 0 0,0 2-17 0,3 1-3 0,-3 0-1 16,0-1 0-16,3 3-9 0,-3-2 0 16,3 2 0-16,0 3 0 0,0-3 0 0,0 6-11 15,0-1 3-15,0 4 0 16,3-1-19-16,-3 3-3 0,0-3-1 0,3 0 0 16,-3-5-93-1,3 0-20-15,0 0-3 0,0-3-1 0</inkml:trace>
  <inkml:trace contextRef="#ctx0" brushRef="#br0" timeOffset="101787.38">20660 8687 2397 0,'0'0'52'0,"-6"-5"12"0,0-1 1 0,3 1 3 0,-3 0-54 0,3-1-14 16,0 1 0-16,0 0 0 0,0-1 104 0,3-1 17 0,-3 1 4 0,3-2 1 15,0 0-75-15,3 3-15 0,-3 0-4 0,3-1 0 16,0 1-32-1,0 0-16-15,0 0 2 0,3 2 0 16,-3-2-105-16,3 2-21 0,3 0-4 16,-3 1-1007-16</inkml:trace>
  <inkml:trace contextRef="#ctx0" brushRef="#br0" timeOffset="102275.7">21062 8451 1310 0,'0'0'37'0,"0"0"8"0,0 0-36 0,0 0-9 0,0 0 0 0,0 0 0 16,0 0 137-16,0 0 26 0,-3-5 5 0,3 5 0 15,0-5-47-15,0 5-9 0,0-6-3 0,3 1 0 16,0 0-33-16,3 2-8 16,0-2 0-16,3 2-1 0,0-2-14 0,3 2-2 0,2 1-1 0,1-1 0 15,3 0-14-15,0 3-2 0,0-2-1 0,3-1 0 16,0 3-13-16,-4 0-4 0,1 0 0 0,0 3 0 15,-3-1-16-15,0 1 8 0,0 0-8 16,-3 2 0-16,-3 0 0 0,0 3 0 0,0 3 0 0,-4-1 0 16,1 1 0-16,-3 2 0 0,0 0 0 0,0 1 0 0,-3 2-9 15,0-3 9-15,-3 3-8 0,0 0 8 0,0 2 0 16,0 1 0-16,0-1 0 0,-2 3 0 0,-1 0-8 0,0 1 0 16,0-1 0-16,0 0 0 15,0-3-28-15,0 1-4 0,-3-3-2 0,3-3 0 16,0 0-99-16,3-2-20 0,-3-3-4 0,3 0-855 15</inkml:trace>
  <inkml:trace contextRef="#ctx0" brushRef="#br0" timeOffset="102448.68">21199 8682 2019 0,'0'0'44'0,"-6"-6"10"0,3-2 2 0,-3 3 0 0,3 0-44 0,0-1-12 0,0 1 0 0,3 2 0 15,0 3 94-15,3-5 17 0,0 3 3 0,3-4 1 16,0 4-37-16,0-1-7 0,0 0-2 0,3 1 0 15,0-1-24-15,0 0-5 0,0 3 0 0,-1-2-1 16,1 2-26-16,3 0-5 0,-3-3 0 0,3 3-8 16,0-3 0-16,0 3-12 0,3 0 0 0,0 3 0 31,0-3-34-31,-1-3-6 0,1 3-2 0,3-5 0 16,0 2-178-16,3-2-35 0</inkml:trace>
  <inkml:trace contextRef="#ctx0" brushRef="#br0" timeOffset="102954.7">21821 8491 1765 0,'0'0'50'0,"0"0"11"0,0 0-49 0,3-5-12 0,-3-1 0 0,0 1 0 0,0 0 136 0,0 5 24 16,0-5 4-16,0-1 2 0,0 1-64 15,0 5-13-15,0 0-2 0,-3-3-1 0,3 3-42 0,-6-5-9 16,3 5-2-16,-3-3 0 15,-3 3-21-15,3 3-4 0,-3 0 0 0,-3 2-8 0,3-2 8 0,-2 2-8 16,-1 0 0-16,3 3 0 0,-3 0 0 0,3-3 0 16,3 3 0-16,0 0 0 0,0 0 0 0,6-3 0 15,0 3 0-15,0 0 0 16,6 0 0-16,0 0 0 0,0 0-12 0,3 0 3 0,0 3 1 0,3-3 0 16,-3 0 0-16,2-1 0 0,1-1 8 0,-3 2 0 0,-3-3 0 0,3 3 0 31,-3-3 0-31,0 1 0 0,0 1 0 0,-3-1 0 0,0-4 0 0,0 4 0 15,-3-1 0-15,0 0 0 0,0 3 0 0,0-2 0 0,-3 1 0 0,0 1 0 16,0-2 0-16,0 2 0 0,-3 2 9 0,0-2-9 16,0 3 0-16,0-1 0 15,-3 1 0-15,-3-3 0 0,3 2 15 0,-5 1-4 0,2 0-1 0,0-3 0 16,-3-1-2-16,3 1-8 0,-3-2 12 0,0-1-4 16,3-2-8-16,0 2 0 0,0-2 0 0,4-1 0 31,-1 1-24-31,3-3-4 0,0 0-1 0,6 0 0 0,0 0-110 0,-6-5-21 0,6-1-5 0,0 6-858 15</inkml:trace>
  <inkml:trace contextRef="#ctx0" brushRef="#br0" timeOffset="103082.5">21782 8459 1839 0,'0'0'40'0,"-3"-5"9"0,0 0 2 16,0-1 1-16,0-2-42 0,0 3-10 0,3 0 0 0,-3 2 0 15,3-2 124-15,3 0 22 0,-3 2 5 0,3-2 1 0,0 2-58 0,3 0-11 16,0 1-3-16,0-1 0 0,3 0-20 0,-3 3-4 16,3-2 0-16,0 2-1 15,3 0-18-15,-3-3-3 0,3 3-1 0,0 0 0 0,-1 0-24 0,4-2-9 0,-3-1 0 0,0 3 9 32,3-3-41-32,0 3-9 0,0-5-2 0,0 2-821 0,3-2-164 15</inkml:trace>
  <inkml:trace contextRef="#ctx0" brushRef="#br0" timeOffset="105464.36">22068 8846 1587 0,'0'0'35'0,"0"0"7"0,9-8 46 0,-6 2-79 0,0 1-9 16,0 0 0-16,0 2 0 0,0-2 111 0,-3 5 20 16,3-3 4-16,-3 3 1 0,0 0-49 15,0 0-10-15,0 0-1 0,0 0-1 16,0 0-23-16,0 0-5 0,0 0-1 0,0 0 0 0,0 8-14 0,3-3-2 16,-3 3-1-16,0 3 0 0,0 0-11 0,-3-1-2 0,3 1-1 0,-3 2 0 31,0 0-15-31,0 3 8 0,0-3-8 0,0 3 0 0,0 0 0 0,0 3 0 15,-3-1 0-15,0 3 0 0,3 0 0 0,-3 3-8 0,3-3-1 16,0 1 0 0,0-4-22-16,0 1-4 0,0-6-1 0,0 0 0 15,0-2-33-15,3-1-7 0,0-2-2 0,0-3 0 16,0-5-141-16,3 6-28 0</inkml:trace>
  <inkml:trace contextRef="#ctx0" brushRef="#br0" timeOffset="105800.38">22285 8928 1965 0,'0'0'43'0,"0"0"9"0,0 0 57 0,-3-6-97 0,3 6-12 0,-3-5 0 0,3 5 0 0,-6-3 96 0,6 3 16 0,-6-2 4 0,6 2 1 16,0 0-37-16,-6 2-8 0,-2 1-2 0,2 0 0 16,0 2-34-16,3 0-8 0,-3-2 0 0,0 5-1 15,3 0-17-15,0 0-10 0,0 0 12 0,0 2-12 0,3-2 0 16,-3 3 0-16,3-1 0 0,0 4 0 0,0-4-17 0,3 1-1 15,-3-1 0-15,3-2 0 16,3 3-11-16,-3-3-3 0,3-3 0 0,0 3 0 0,3-3 8 0,-3-2 0 16,2 0 1-16,4-3 0 0,0-3 23 0,-3 0 0 15,3-2 0-15,0 2 0 16,0-5 8-16,0 0 10 0,-3-2 2 0,3 2 0 0,-3-3 10 0,0 1 2 16,-1-1 1-16,1-2 0 15,-3 2-7-15,0 1-2 0,-3 2 0 0,0-3 0 0,-3 1-7 0,0 2-1 16,0 0-1-16,-3 0 0 0,0 3-7 0,-3-3 0 0,-3 0-8 15,1 2 12 1,-1 1-12-16,-3 0-8 0,0 0 8 0,0 2-13 16,0-2-40-16,0 2-8 0,0 3-2 0,-3 0-732 15,3 0-146-15</inkml:trace>
  <inkml:trace contextRef="#ctx0" brushRef="#br0" timeOffset="139851.6">14615 9785 1825 0,'0'0'40'0,"0"0"8"0,0 0 53 0,0 0-90 0,0 0-11 0,-6 3 0 0,6-3 0 16,-3 2 81-16,-3 1 15 0,6-3 2 0,-6 2 1 16,0 4-39-16,3 2-7 0,-3-3-1 0,0 3-1 15,3 3-21-15,-3-4-4 0,3 7-1 0,0-4 0 16,-3 6-9-16,3 0-3 15,0 0 0-15,0 2 0 0,0 4-13 0,3-4 0 0,-3 1-9 0,0-1 9 16,6 1 0-16,-3-1 0 0,0 1-8 0,0-3 8 16,3-3-12-16,0 3 1 15,0-6 0-15,0 4 0 16,3-4-13-16,0-2-4 0,0 0 0 0,3 0 0 0,0-3 11 0,0-2 1 0,3 0 1 0,3-1 0 0,-4 1 15 16,4-3 0-16,3-3 0 0,0 3 0 15,-3-5 8-15,3 2 8 0,0-2 2 0,0 2 0 16,-1-2 18-16,1-3 4 0,-3 3 1 15,0-6 0-15,0 1 7 0,0-1 0 0,-3-5 1 0,0 3 0 16,-1-3-8-16,-2-2-1 0,0-4-1 0,-3 1 0 16,-3 3-17-16,0-4-3 0,0 4-1 0,-3-3 0 15,0 2-6-15,-3 3 0 0,-3 1-1 0,-3-1 0 0,0 2-11 0,-2 4 0 16,-4-1 9-16,-3 1-9 0,0 4 0 0,0-2-10 16,-3 3 1-16,0 2 0 15,1 3-34-15,-1-2-6 0,3 2-2 0,0 2 0 16,3-2-127-16,-3 3-26 0</inkml:trace>
  <inkml:trace contextRef="#ctx0" brushRef="#br0" timeOffset="140329.13">15133 10150 2329 0,'0'0'51'0,"0"0"10"0,0 0 3 0,2-5 2 0,-2 2-53 0,0 3-13 0,3-5 0 0,-3 5 0 0,0-5 104 0,0 5 17 0,-3-6 4 0,3 6 1 16,-2-5-62-16,2 5-13 16,-3-5-3-16,3 5 0 15,0 0-35-15,-3-3-13 0,3 3 9 0,0 0-9 16,0 0-16-16,0 0-8 0,0-8-1 0,0 8-1 16,0 0-134-16,3-3-26 0,0 1-6 15</inkml:trace>
  <inkml:trace contextRef="#ctx0" brushRef="#br0" timeOffset="140891.18">15421 9843 1381 0,'0'0'39'0,"0"0"9"0,0 0-39 16,0-5-9-16,0 0 0 0,3-1 0 0,-3 1 106 0,3 0 19 15,3-1 4-15,0 4 1 0,0-4-16 0,3 1-3 0,3 0-1 0,-3 0 0 16,6 2-30-16,0-2-7 0,-1 2-1 0,4 0 0 31,0 3-16-31,0-2-3 0,3 2-1 0,-3 0 0 16,0 0-22-16,-4 2-5 0,1-2-1 0,0 0 0 0,-3 3-12 0,0 0-2 0,0 2-1 0,-3 0 0 15,0 0-9-15,-3 1 0 0,3 2 9 0,-3 2-9 16,-3 4 10-16,0 1-2 0,0 7-8 0,0-1 12 16,-3 3-12-16,0 5 9 0,0-3-9 0,0 3 8 15,-3 0-8-15,0-2 0 0,0-1-10 0,-3 1 10 16,3-3-25-16,-3-1 1 0,0 1 0 0,0-3 0 31,-3 3-29-31,0-3-6 0,3-2-1 0,0 2 0 0,0-5-127 0,0 0-25 0,0-3-6 16</inkml:trace>
  <inkml:trace contextRef="#ctx0" brushRef="#br0" timeOffset="141080.01">15644 10190 1758 0,'0'0'50'0,"-5"-3"10"0,-1-2-48 0,0 2-12 15,3-2 0-15,3 5 0 0,-3-3 120 0,3 3 20 0,-3-5 5 0,3 5 1 16,0 0-48-16,3-5-10 0,0 2-1 0,0-2-1 16,3 2-31-16,0-2-7 0,-1 2 0 0,4 3-1 31,0-3-26-31,0 1-5 0,0-1 0 0,3 1-1 0,0-1-30 0,0-2-5 0,0-1-2 16,3 1-781-1,0-3-156-15</inkml:trace>
  <inkml:trace contextRef="#ctx0" brushRef="#br0" timeOffset="141428.07">16168 9928 1907 0,'0'0'54'0,"0"0"12"0,0 0-53 0,-3-3-13 0,0-2 0 0,0 2 0 0,3 3 130 0,-6-5 23 0,4 2 5 0,-4 1 1 16,6 2-62-16,-6-6-12 0,6 6-2 0,-6 0-1 15,6 0-34-15,-9 0-8 0,3 0 0 0,0 3-1 16,0 0-25-16,0 2-5 0,0 0-1 0,0 0 0 15,0 6-8-15,0-3 0 0,3 3 0 0,0-1 0 0,0 1 0 16,3 2 0-16,3-2 0 0,0-1 0 0,0 1 0 0,3-3 0 16,3 2 0-16,-3 1 0 15,3-3 0-15,0 0 0 0,3-3 0 0,-3 3 0 0,0-3 0 16,-1 3 0-16,1-3 0 0,0 1 0 0,0-1 0 16,0 0 0-16,-3 1 0 0,0-1 0 0,0-2 0 0,-3 2 0 15,0 0 0-15,-3-5 0 0,3 5 0 0,-3 1 0 16,-3 2 0-16,0-3 0 0,0 0 8 15,-3 3-8-15,-3-2 0 0,3-1 8 0,-3 3-8 0,0-3 0 16,0 0 0-16,-2-2 0 16,-1 2-24-16,0-2-4 0,0 0-1 0,0-3 0 15,-3 0-111-15,3 0-23 0,0-3-4 0,3-2-901 16</inkml:trace>
  <inkml:trace contextRef="#ctx0" brushRef="#br0" timeOffset="141602.51">16097 10044 1549 0,'-3'-18'44'0,"3"7"9"0,0-2-42 0,0-3-11 15,0-3 0-15,0 1 0 0,0-1 176 0,0 1 32 0,3 2 8 0,0 0 0 16,0 0-92-16,0 3-18 0,3 2-4 0,0 1-1 16,0-1-40-16,0 3-8 0,0 0-1 0,3 0-1 15,2 3-26-15,-2 3-5 0,3-4 0 0,3 1-1 16,0 2-19-16,3 1 0 0,3-1 0 0,3 0 0 16,-1 3-64-16,4-2-19 15,3-1-4-15,0 0-1111 0</inkml:trace>
  <inkml:trace contextRef="#ctx0" brushRef="#br0" timeOffset="142287.79">16490 10142 1350 0,'0'0'29'0,"0"0"7"0,0 0 0 0,0 0 3 0,0 0-31 0,0 0-8 0,0 0 0 0,0 0 0 0,0 0 125 0,0 0 24 15,-3-5 5-15,3 5 1 0,0 0-30 0,0 0-5 16,0 0-2-16,0 0 0 16,0 0-31-16,-3-3-7 0,3 3 0 0,0 0-1 15,0 0-24-15,0 0-5 0,0 0-1 0,-6 3 0 0,6-3-24 0,-6 2-5 0,6-2 0 0,-3 6-1 16,0-1-11-16,0 0-8 0,3 1 9 0,-3 2-9 31,3-3 0-31,0 5 0 0,0 1 0 0,0 0 0 0,0-1 0 0,0 6 0 16,0 0 0-16,0 2 0 0,0-2 0 0,-3 3-15 0,3-1 3 0,3 1 1 31,-3-1-24-31,0-2-5 0,0-2 0 0,0-1-1 16,0-3-27-16,0 1-4 0,0-3-2 0,0-3 0 15,0 0-172-15,3 1-34 0</inkml:trace>
  <inkml:trace contextRef="#ctx0" brushRef="#br0" timeOffset="142665.2">16654 10259 1972 0,'0'0'44'0,"0"0"8"0,0 0 3 0,-6-6 0 0,6 6-44 0,-3-2-11 0,3 2 0 0,-6-3 0 16,6 3 88-16,0 0 15 0,-9 0 3 0,3 0 1 15,6 0-40-15,-6 5-8 0,0 1-2 0,0 1 0 0,0-1-23 0,3 2-5 16,0 2-1-16,-3 1 0 0,3-1-18 0,0 1-10 16,0 0 10-16,0 2-10 0,3-3 0 0,0 1 0 15,0 2 0-15,0-2 0 0,0-1-17 0,3-2 0 16,0 3 0-16,0-3 0 31,0-3-11-31,3 3-1 0,0 0-1 0,0-3 0 0,0-2 6 0,3 2 2 0,0-2 0 0,0 0 0 16,0-3 12-16,3 0 10 0,-1 0-13 0,1 0 5 0,0-6 18 0,3 4 4 15,0-4 1-15,0 4 0 16,-3-6 21-16,3 0 4 0,0 0 0 0,-4-3 1 16,1 1 2-16,0-4 0 0,-3 1 0 0,0 0 0 0,0-3-3 0,-3 3-1 15,-3-3 0-15,3 3 0 16,-3 0-11-16,-3-1-3 0,0 4 0 0,-3-1 0 0,3 3-13 0,-6 0-2 15,0-2-1-15,0 2 0 0,-3 2-9 0,0 1 0 0,-3 0 0 0,-3 0 0 16,1 2-15-16,-1 0-5 0,-3 1 0 0,3-1-1 31,-3 0-103-31,0 3-20 0,0 0-4 0</inkml:trace>
  <inkml:trace contextRef="#ctx0" brushRef="#br0" timeOffset="164287.01">14790 11449 1263 0,'0'0'28'0,"0"0"5"0,0 0 2 0,0 0 1 0,0 0-36 0,-6-2 0 0,0-1 0 0,0 3 0 0,-3-3 112 0,3 3 15 16,-2-2 3-16,-1 2 1 15,0 0-29-15,0 0-6 0,-3 2 0 0,-3 1-1 0,3 0-24 0,-3 2-5 16,0 0-1-16,0 3 0 16,3 0-20-16,1 0-4 0,-1 5-1 0,0 0 0 0,3 1-23 0,0 2-5 15,0-1 0-15,0 1-1 16,3 0-11-16,0 3 0 0,3-1 0 0,0-2 0 0,0-3 0 0,0 3 0 16,3-3 0-16,3 1 0 0,0-6-10 0,0 2-1 0,3-2 0 0,0-3 0 31,3 3-3-31,0-5-1 0,3 0 0 0,3-1 0 0,3 1 6 0,-1-3 1 15,1-3 0-15,6 3 0 0,-3-2 8 0,0-4 0 16,3 1 0-16,-4-3 0 0,1 0 0 16,0 0 0-16,-6-2 9 0,0-1-9 0,0-2 28 0,-6 0-2 0,0-3 0 0,-3 3 0 15,-3-3 12 1,-3 0 2-16,0 0 1 0,-3 0 0 0,-3 0-10 0,0 0-3 16,0 3 0-16,-6 2 0 0,3-2-16 0,-3 3-3 15,0 2-1-15,0 0 0 0,0 0-8 0,0 5 0 16,0 1 0-16,1-1 0 0,2 3-28 15,0 0-8-15,3-3-2 0,0 6 0 16,6-3-175-16,0 0-35 0</inkml:trace>
  <inkml:trace contextRef="#ctx0" brushRef="#br0" timeOffset="164458.57">15094 11629 2350 0,'0'0'52'0,"0"0"10"0,0 0 2 0,0 0 3 16,0 0-54-16,0 0-13 0,0 0 0 0,0 0 0 15,0 0 84-15,-3-2 15 0,-3-1 2 0,0 0 1 0,0 1-50 0,0-4-9 16,0 4-3-16,0-1 0 0,0 0-23 0,0 3-5 16,6 0 0-16,-6-2-1 0,6 2-11 0,0 0 0 0,0 0 0 0,0 0 0 31,0 0-92-31,0 0-13 0,0 0-3 0,0 0-684 0,3-3-137 0</inkml:trace>
  <inkml:trace contextRef="#ctx0" brushRef="#br0" timeOffset="164858.5">15341 11420 1911 0,'0'0'42'0,"0"0"9"0,0-8 1 0,0 3 2 0,0 2-43 0,3-2-11 0,-3 0 0 0,3-1 0 16,0 4 83-16,-3 2 14 0,3-6 3 0,0 1 1 0,0 3-37 0,0-1-7 16,6 0-1-16,-3 1-1 15,3 2-9-15,-1-3-2 0,4 3 0 0,0 0 0 16,0 0-6-16,0 0-2 0,3 3 0 0,0-1 0 16,-3-2-18-16,3 3-4 0,2 0-1 0,-2 2 0 15,-3 0-13-15,3 0 0 0,-6 3 0 0,3 0 0 16,-3 3 8-16,0 2-8 0,-3 3 0 15,0 0 0-15,-3 8 8 0,-3-1-8 0,0 4 0 0,-3 2 0 0,0 0 8 0,0-2-8 16,-3-1 0-16,0-2 0 0,-3-3 0 0,0-2 0 16,0 2 0-16,-3-5 0 15,3 2-23-15,0-2-1 0,0 0 0 0,0-3 0 16,1 3-24-16,-1-5-4 0,3 2-2 0,0 0 0 16,3-5-85-16,-3 3-17 0,3-6-3 0,3-5-810 0</inkml:trace>
  <inkml:trace contextRef="#ctx0" brushRef="#br0" timeOffset="165031.75">15457 11709 1926 0,'-9'-6'42'0,"6"4"9"0,-3-1 1 0,3-2 3 0,-3 2-44 0,6 3-11 0,0-5 0 0,0 5 0 16,-3-6 89-16,6 1 16 0,0 2 3 0,3-2 1 15,0 3-29-15,0-4-7 0,3 6-1 0,3-2 0 16,-3-1-24-16,6 0-4 0,0 1-2 0,2 2 0 15,-2-6-26-15,3 6-6 0,3-5-1 0,-3 2 0 0,3 1-19 0,-3-1-4 16,-1-2-1-16,1 0-794 16,0-1-159-16</inkml:trace>
  <inkml:trace contextRef="#ctx0" brushRef="#br0" timeOffset="165635.24">16162 11484 1792 0,'0'0'40'0,"0"0"8"0,0 0 1 0,-3-6 1 0,0 4-40 0,0-4-10 16,1 4 0-16,-4-1 0 0,0-2 94 0,0 5 17 0,0-3 3 0,-3 1 1 15,0-1-61-15,-3 3-12 0,0 0-2 0,0 0-1 16,-3 0-23-16,3 0-5 0,-3 3-1 0,1-1 0 15,-1 1-10-15,3 2 0 0,3 0 0 0,3 1 0 16,3-1 0-16,0 0 0 16,3 3 0-16,0 3 0 0,6-3 0 0,3 2 0 0,0-2 0 0,3 3 0 15,0-1 12-15,-1 1-4 0,4 0 0 0,0-1 0 16,0 1 7-16,-3-1 1 0,0 1 0 0,0 0 0 0,0-4 4 0,-3 4 2 16,-3-3 0-16,0 3 0 15,3-4 0-15,-7 4 0 0,1 0 0 0,0-3 0 16,-3 2-11-16,0-2-3 0,0 3 0 0,-3-3 0 0,0 2-8 0,-2 1 12 15,-1-1-12-15,0-2 12 16,-3 3-12-16,0-3 8 0,-3 0-8 0,0-3 8 0,0 0-8 16,0 3-9-16,-3-5 9 0,0 2-13 15,0-2-11-15,1 0-3 0,-1-1 0 0,3 1 0 16,0-3-103-16,0-3-21 0,0 3-4 0,3-2-833 0</inkml:trace>
  <inkml:trace contextRef="#ctx0" brushRef="#br0" timeOffset="165784.53">16100 11470 1900 0,'0'0'42'0,"-3"-5"9"0,0 0 1 0,3 2 1 0,-3-2-42 0,3 0-11 16,0-1 0-16,0 6 0 0,0 0 84 0,0 0 14 0,3-5 3 0,0 2 1 16,3 3-30-16,0-2-5 0,0 2-2 0,0 0 0 15,3 0-23-15,-3 0-5 0,6 0-1 0,-4-3 0 16,4 3-24-16,0-5-12 0,6 2 10 0,3 0-10 31,3-2-133-31,9 0-33 0</inkml:trace>
  <inkml:trace contextRef="#ctx0" brushRef="#br0" timeOffset="166649.07">16826 11505 1573 0,'0'0'34'16,"0"0"7"-16,0 0 2 0,0 0 2 0,3-3-36 0,-3 3-9 0,0 0 0 0,0 0 0 0,0 0 85 0,0 0 15 0,0 0 4 0,0 0 0 15,-6-2-34-15,-3 2-6 0,3 0-2 0,-3 2 0 16,0 1-10-16,-2-1-1 16,-1 4-1-16,0 2 0 0,0 0-15 0,-3 2-3 0,0 1-1 0,0 2 0 15,0 0-31-15,-3 3-13 0,1 0 1 0,2 3 0 16,-3-4 12-16,3 4 0 16,0-3 0-16,0 0 0 0,0 2 0 0,-3-2 0 0,4-3 0 0,-1 3 0 15,-3-3-54-15,3 1-8 0,3-1-2 16,-3-3 0-16,3 1 0 0,0 0 0 0,0-3 0 15,4-1-546-15,-4-1-110 0</inkml:trace>
  <inkml:trace contextRef="#ctx0" brushRef="#br0" timeOffset="166928.91">16409 11600 1792 0,'-2'-8'51'0,"2"8"10"0,-3-5-49 0,0 2-12 15,0-2 0-15,3 5 0 0,0 0 98 0,0 0 17 0,0 0 3 0,0 0 1 16,0 0-37-16,0 0-7 0,6 0-2 0,-1 3 0 16,1-1-7-16,0 3-2 0,3 1 0 0,0 2 0 15,0 0-51 1,3 2-13-16,0-2 0 0,0 3 0 0,0-1 0 0,-3 4 0 16,3-4 0-16,-3 1 0 0,2 2 0 0,-2 0 0 15,3-2 0-15,0 2 0 0,0-2 0 0,0 2 0 0,3-3 0 0,0 1 0 16,0 0 0-16,3-1 0 0,-1 1 0 0,1-1 0 15,3 1-9-15,-3-1-5 0,3-2-1 0,0 3 0 32,-1-3-43-32,-2 0-9 0,-3-3-1 0,3 3-1 0,-3-5-114 15,0 2-22-15</inkml:trace>
  <inkml:trace contextRef="#ctx0" brushRef="#br0" timeOffset="167344.77">17103 11624 1773 0,'0'0'50'0,"0"-5"11"0,0-3-49 0,0 0-12 0,0 2 0 0,0-2 0 0,0 3 115 0,3-3 20 15,-3 6 4-15,3-4 1 16,0 1-44-16,-3 5-9 0,3-5-2 0,0 2 0 0,0 0-24 0,3 1-5 16,0-1 0-16,0 3-1 0,3 0-21 0,0 0-4 0,0 0-1 0,-1 0 0 15,1 3-17-15,3-1-4 0,-3 1-8 0,0 2 12 16,0 1-12-16,0 2 0 0,0 0 0 0,-3 2 0 31,0-2-19-31,-3 5-3 0,3-2-1 0,-3 2 0 16,-6-2-25-1,3 2-4-15,-6-3-2 0,0 4 0 0,0-1-6 0,-6-2 0 0,3 2-1 0,-3-3 0 16,-3 4 11-16,3-4 2 0,0 1 1 0,1-3 0 0,-1 2 32 16,3-2 7-16,0-2 8 0,0 1-13 15,3-1 26-15,3-4 6 0,3-2 1 0,0 0 0 0,0 0 16 0,0 8 3 0,3-2 1 0,3-4 0 16,3 1 8-16,0 0 3 0,3-3 0 0,3 2 0 15,-1-2-9-15,1 3-2 0,3-3 0 16,-3 0 0-16,0 0-13 0,3 2-3 16,-3-2-1-16,0 0 0 0,-1 0-15 0,1 0-8 0,-3 0 10 0,3 0-10 15,-3 0-8-15,0-2-8 0,3-1-2 0,0 1 0 32,3 2-162-32,-1-6-32 0</inkml:trace>
  <inkml:trace contextRef="#ctx0" brushRef="#br0" timeOffset="169493.18">19085 10719 1958 0,'0'0'43'0,"0"0"9"0,0 0 1 0,0 0 3 16,0 0-45-16,0 0-11 0,0 0 0 0,-6 5 0 0,4 1 40 0,-1 4 5 15,0 1 2-15,0 5 0 0,0-1-38 16,3 1-9-16,-3 3 0 0,0-1 0 16,3 1-36-16,0-3-8 0,0-3-3 0,0 3 0 0,0-3 38 0,0 0 9 0,0 1 0 15,0-4 0 1,0-2-53-16,0 0-9 0,0 0-2 0,0 0 0 16,0-8 52-16,0 0 12 0,0 0 0 0,0 0 0 0,0 0 48 0,0 0 13 0,0 0 3 0,0 0 0 15,0 0-52-15,-3-8-12 16,3 0 0-16,0-3 0 0,-3-2 54 0,3-3 8 15,0 0 2-15,0-5 0 0,0-3 0 0,0-2 0 0,3-3 0 0,0 0 0 16,0-3 0-16,0 6 0 16,3-1 0-16,-3 3 0 0,5 3-52 0,-2 3-12 0,0 2 0 0,3 3 0 15,0-1 20-15,0 4 2 16,3-1 0-16,0 3 0 0,0 0-12 0,3 3-2 0,0 0-8 16,0-1 12-16,2 4-12 0,-2 2 0 0,0 0 0 0,-3 0 0 15,3 2 0-15,-3 1 0 0,0 0 0 0,-3 2 0 0,0 0-8 0,0 1 8 31,-3-1 0-31,-1 3 0 0,-2 0-13 0,0 0 4 0,-3 0 1 0,0 2 0 16,0 1-16-16,-3-1-2 0,0 1-1 16,0-1 0-16,-2 4-11 0,-1-1-2 0,0-2-1 15,-3 4 0-15,-3-1-5 0,3-1-1 0,-3 0 0 0,-3 0 0 16,0 1-3-16,3-4-1 0,-3 1 0 16,1 2 0-1,-1-5 12-15,3 0 3 0,0 0 0 0,0-3 0 0,3 0 24 0,0 1 12 0,3-1-12 0,0-2 12 16,6-3 0-16,0 0 0 0,0 0 0 0,0 0 0 0,0 0 0 0,0 5 0 15,0-5 0-15,3 5 0 0,3-2 16 16,-3 2 10-16,3-2 2 0,0 2 1 0,-3-2-9 0,3-1-1 0,3 1-1 16,-3-3 0-16,3 3-1 0,-3-1 0 0,3 1 0 0,0 0 0 31,-4-1-8-31,4 1-1 0,3 0-8 0,-3-3 12 0,0 2-12 0,0-2 0 0,3 3 8 16,-3-1-8-1,3-2 0-15,-3 0 0 0,3 3 8 0,-3-3-8 16,3 0 0-16,-4 3 0 0,4-3 0 0,-3 0 0 0,3 0 0 0,-3 0 0 0,0 2 0 0,0-2 0 15,3 0-13-15,-3 3 1 0,3-3 0 0,0 0 0 16,-3 3-4-16,2-3 0 16,1 0 0-16,-3 0 0 0,0 0 16 0,0 0 0 15,0 0 0-15,0 0-9 0,0-3 9 0,0 3 0 0,-3 0 0 0,3 0 0 16,-3-3 0-16,0 3 8 0,0 0-8 0,-3-2 11 16,3 2-11-16,-1-3 0 15,-2 3 0-15,3 0 8 0,0-3-8 0,-3 3 0 0,3 0 0 0,0 0 0 16,-3-2 0-16,3 2 0 0,0 0 0 0,-3 0 0 15,-3 0 0-15,6 0 0 16,-6 0-8-16,0 0 8 0,3 0-16 0,-3 0 2 0,0 0 0 0,0 0 0 0,6 0 4 16,-6 0 1-16,0 0 0 0,0 0 0 15,0 0 9-15,0 0-8 0,0 0 8 0,0 0-8 16,3-3 8-16,-3 3 0 0,3-2 0 0,3 2 0 0,-3-6 0 0,0 6 9 16,0-5-1-16,0 2-8 15,0 1 31-15,3-4-1 0,-3 1 0 0,3 0 0 16,-3-3 7-16,0 0 2 0,3 0 0 0,-3 0 0 15,0 0-7-15,0 3-2 0,-1-3 0 0,-2 3 0 0,3-1-8 0,-3 1-2 16,0 0 0-16,-3 2 0 0,1-2 0 0,2 5 0 16,-6-3 0-16,0 0 0 0,0 1-6 0,0 2-2 15,-3 0 0-15,0 0 0 0,-3 2-2 0,0 4-1 0,0-4 0 16,0 6 0-16,0-2-9 0,0 2 0 0,-2-1 0 0,2 1 8 16,3 3-8-16,0-3 0 0,3 3 0 0,0-4 0 15,0 4-10-15,3-3 10 16,3 0-13-16,0 0 5 15,3 0-10-15,0-3-2 0,0 3 0 0,6-3 0 0,-3 1 7 0,3-4 1 0,3 4 0 0,-1-4 0 16,1 3 12-16,3-5-12 16,0 0 12-16,0 3-12 0,0-3 12 0,0 0 0 0,0 0 0 0,0 0-9 15,-1-3 9-15,1-2 0 0,0 3 0 0,-3-4 0 16,0 1 0-16,-3 0 12 0,3-1-2 0,0 1-1 16,-3-3 21-16,0 0 4 0,3 0 1 0,-4 0 0 15,1 0 17-15,0-2 3 0,0 2 1 0,-6 0 0 16,3 0-13-16,0 0-3 0,-6 0 0 0,3 0 0 15,-3 3-12-15,-3 0-2 16,0-1-1-16,0 1 0 0,-3 5-11 0,0-3-2 0,0 6-1 0,-3-3 0 0,3 5-11 16,-5-2 0-16,5 2 0 0,-3 3 0 0,3-3 0 15,0 3 0-15,0 3 0 0,3-3 0 16,0 0 0-16,0 2 0 0,0 1 0 0,3-3 0 0,0 5-13 16,3-5 5-16,0 3 8 0,3-1-13 15,0-2 5-15,0 0 8 16,0-3-13-16,3 3 5 0,0-5-2 0,-1 2 0 0,1 1 0 0,0-4 0 0,-3 4 1 0,3-4 0 15,-3 1 0-15,0 0 0 0,-6-3 9 0,0 0-8 0,0 0 8 0,0 0-8 16,0 0 8-16,0 5 0 16,-3 0 0-16,0 3 0 0,-6-3-9 0,0 3 0 15,0 0 0-15,-3-2 0 0,1 1-12 0,-1 1-3 16,3 0 0-16,-3 0 0 16,0-2-14-16,3-4-3 0,-3 4-1 0,3-4 0 15,0 1-37-15,0-3-7 0,3 0-2 0,6 0 0 16,0 0-160-16,0 0-33 0</inkml:trace>
  <inkml:trace contextRef="#ctx0" brushRef="#br0" timeOffset="170436.84">20065 10854 2088 0,'0'0'46'0,"0"-5"10"0,0-1 1 0,0 1 1 0,0-3-46 0,0 3-12 0,0-1 0 0,0 1 0 15,0 0 98-15,0 2 18 0,0-2 3 0,0 5 1 16,0 0-39-16,0 0-7 0,0 0-2 0,0 0 0 0,0 0-25 0,0 0-6 15,0 0-1-15,0 0 0 16,0 0-15-16,-9 5-3 0,6 1-1 0,-3 1 0 16,0 1-11-16,0 3-2 0,0-3-8 0,-3 5 12 0,3-2-12 0,-3-1 0 15,3-2 0-15,0 6 0 0,3-7-9 0,0 4-5 16,0-3-1-16,3 3 0 16,0-4-33-16,3-1-6 0,0 2-2 15,0-3 0-15,3 0-16 16,0 1-3-16,3-4-1 0,0 1 0 15,0 0 3-15,0-3 0 0,0 0 0 0,3 0 0 16,0-3 45-16,-3-2 8 0,3 2 3 0,-4 0 0 0,4-2 51 0,-3 0 10 0,-3-1 3 0,3 1 0 0,-3-3 20 0,0 0 4 16,-3 3 1-16,0-3 0 15,0 0-2-15,0 0 0 0,-3 0 0 0,3 0 0 0,0 0-17 0,-3 0-3 0,0 3-1 16,3-3 0-16,-3 8-21 0,0 0-5 0,0 0-1 0,0 0 0 16,0 0-11-16,0 0-3 0,0 0 0 0,0 0 0 15,0 0-8-15,0 0 0 16,0 8 0-16,3-3 0 0,0 3 0 0,-3 0 0 0,3 0 0 0,-3 0 0 15,3 0 0-15,-3 0-9 16,3 0 0-16,-3-3 0 16,3 3-15-16,0-3-4 15,0 1 0-15,-3-6 0 0,3 5-2 0,-3-5-1 0,6 3 0 0,0-1 0 16,0-2 17-16,0 0 3 0,-1 0 1 0,-2-2 0 0,3-1 10 0,3 0 0 16,-3-2 0-16,3 2 0 15,-3-2 0-15,3 0 8 0,-3-3-8 0,3 0 11 0,-3 0 13 0,3 0 4 0,-3-2 0 0,0-1 0 16,0-5 3-16,0 3 1 0,0-3 0 0,-3 0 0 15,3 0-5-15,-3 0-1 0,0 3 0 0,-3 3 0 16,0-1-5-16,0 3-1 0,0 3 0 0,0 5 0 16,0 0-7-16,0 0-1 0,0 0-1 0,-6 5 0 0,3 0-11 0,-3 6 0 15,3 0 0-15,-3-1 8 0,3 3-8 0,0 1 0 16,3-1 0-16,-3 3 0 16,3-3 0-16,0-3 0 0,3 1-11 0,-3 2 11 0,3-5-13 0,0 0 2 15,0 0 1-15,3 0 0 0,0-3-6 0,-3 1 0 16,3-4-1-16,2 4 0 0,-2-6 7 0,3 2 2 15,0-2 0-15,0 3 0 0,0-3 8 0,3-3 0 16,0 1 0-16,3-1 0 0,-3 0 0 0,3-2 0 16,-3-3 0-16,2 0 0 15,-2 0 0-15,3-2 0 0,-3-4 0 0,-3-2 0 0,3 1 0 0,0-7 0 16,-3 1 8-16,3-5-8 0,0 2 12 0,-1-5-3 16,-2 2 0-16,3 1 0 0,0 2 0 0,-3 3 0 15,0 0 0-15,-3 2 0 0,0 3 3 0,-3 1 0 0,0 1 0 16,-6 1 0-1,0 2 2-15,0 4 1 0,-3-4 0 0,0 3 0 0,0 3-4 0,0-1-1 0,0 4 0 16,0 2 0-16,6 0-10 0,-6 0 0 0,6 0 0 0,-9 5 8 16,6 0-8-16,-3 3 0 15,3 0 0-15,1 3 0 0,-1-1 0 0,0 4 0 0,3-4 0 0,0 3 0 32,0 3-9-32,0 3 9 0,0 2 0 0,3 0 0 0,0 3 0 0,-1 0 0 0,1 0 0 0,0-1 0 15,0 1 0-15,0 0 0 0,0-3 0 0,0-2 0 16,-3-1-12-16,0-4 12 0,3-4-12 0,-3 3 12 15,3-5-25-15,-3 3 1 0,3-3 1 0,-3 0 0 16,0-8-20-16,0 5-4 0,0-5-1 0,0 0 0 31,6 5-104-31,-3-2-22 0,3-3-4 0,-6 0-1016 0</inkml:trace>
  <inkml:trace contextRef="#ctx0" brushRef="#br0" timeOffset="171439.31">18996 11163 1370 0,'0'0'39'0,"0"0"8"0,0 0-38 0,-3-2-9 0,3 2 0 0,-6-5 0 0,6 5 92 0,0 0 17 16,-6-3 3-16,6 3 1 0,-3-3-53 15,3 3-10-15,-6-2-2 0,6 2-1 0,-6 0-24 0,6 0-5 0,0 0-1 0,0 0 0 16,0 0 7-16,0 0 2 0,0 0 0 15,-6 0 0-15,6 0-2 0,0 0-1 0,0 0 0 0,0 0 0 16,0 0-12-16,-3 8-3 16,3-3 0-16,0-5 0 0,0 5-8 0,3 0 8 0,0 3-8 0,0-2 8 15,3-1-8-15,0 0 0 16,3 1 0-16,0-1 0 0,3-3 0 0,3 4 0 0,0-1 0 0,6 0 0 31,-1 1 10-31,7-4 0 0,3 1 0 0,0 0 0 0,0-3 3 0,2 2 1 0,-2-2 0 0,-3 3 0 16,0-3-1-16,2 0 0 15,-5 2 0-15,6-2 0 0,3 3 2 0,0-3 0 0,2 3 0 0,4-3 0 16,-3 0 1-16,-1 0 1 0,-2-3 0 0,0 3 0 16,-6-3 1-16,-1 3 0 15,-2 3 0-15,-3-3 0 0,0 0 2 0,3 0 0 0,-3 3 0 0,2-3 0 0,1 0-1 16,0 0 0-16,0 0 0 0,3 2 0 16,-7-2-3-16,4 0-1 0,0 0 0 0,-3 0 0 0,3 0-5 0,-3 0-1 15,-4 0 0-15,1 0 0 16,-3 0-9-16,-3 0 8 0,3 0-8 0,0 0 8 0,0 0 2 0,-3 0 0 15,2 3 0-15,4-3 0 0,-3 0 0 0,3 0 0 16,0 0 0-16,-3 0 0 16,3 0-1-16,-3 0 0 0,2 0 0 0,1 0 0 0,-3 0-9 0,0 0 12 15,0 0-12-15,-3 0 12 0,3 0-12 0,-3 0 0 0,-3 0 0 16,2 0 8-16,1 0-8 0,-3 0 0 16,0 0 0-16,0 0 8 0,3 0-8 0,-6 0 0 0,3 0 0 0,-3 0 0 15,3 0 0-15,-3 0 0 16,0 0 0-16,3 0 0 0,0 0 0 0,-3 0 0 15,2 0 0-15,-2 3 0 0,3-3 0 0,0 0 0 0,-3 0 0 16,3 0 0 0,3 0-36-16,-3 0 1 0,3-3 0 0,0 0 0 15,3 1-130-15,-3-4-27 0,3 1-4 0</inkml:trace>
  <inkml:trace contextRef="#ctx1" brushRef="#br0">25357 14479 0,'0'0'31,"-47"-13"-15,-4-3 15,51 18-31,0 9 31,24-3-31,0 8 47,-4-11-47,19 6 16,44-1 31,-29-12-47</inkml:trace>
  <inkml:trace contextRef="#ctx0" brushRef="#br0" timeOffset="174080.06">22669 10563 1522 0,'0'0'33'16,"0"0"7"-16,-3-5 2 0,0 2 2 0,3 3-36 0,-3-5-8 0,3-1 0 0,0 6 0 0,0 0 88 0,-3-2 15 15,3 2 3-15,0 0 1 0,0 0-30 0,0 0-5 16,0 0-2-16,0 0 0 16,0 0-32-16,0 0-6 0,0 0-2 0,0 5 0 0,-3 3-17 0,3 2-3 15,0 1-1-15,0 2 0 0,-3 1-9 0,3 1 0 16,0 4 0-16,0-1 0 15,0 1 0-15,0 2-14 0,0-2 3 0,0-1 1 0,0-2-10 0,0 0-3 16,0 0 0-16,0-3 0 0,0-5 23 16,0 0 0-16,0 0 0 0,0-8 0 15,0 0 0-15,0 0 0 0,0 0 0 0,0 0 0 16,0-8 0-16,0 0 0 0,3-5 0 0,-3-3 0 0,3-3 0 0,3-2 0 0,-3 0 0 0,3-3 0 16,3 3 0-16,-3 0 0 0,3 0 0 0,3 2 0 15,-3-2 0-15,0 2 0 0,0-2 0 16,3 3 0-16,0-1 44 0,-1 1 6 15,1-1 2-15,-3 3 0 0,3 0-28 0,0 3-4 0,-3 0-2 0,0 2 0 16,0 3-8-16,-3 3-2 0,3 3 0 0,-3 2 0 16,0 0-8-16,-3 2 0 0,3 3 0 0,-3 1 0 15,0 2 8-15,0 2-8 0,0 4 0 0,-3-1 8 16,3-3-8-16,-3 6 0 0,3-3 0 16,-3 3 0-16,0 0 0 0,0 0-14 0,0-3 5 0,-3 1 1 15,3 1-8-15,0-1-2 0,-3 2 0 0,3-3 0 16,-3 0-5-16,3-2-1 0,-3 2 0 0,3-3 0 15,-3-2-2 1,3 0-1-16,-3-2 0 0,3-6 0 0,0 0 7 0,0 0 0 0,0 0 1 0,0 0 0 16,0 0 19-16,0 0-10 0,3-6 10 0,-3 1-8 15,3-6 8-15,0 3 0 0,0-2 8 0,0 2-8 0,2-3 16 0,1 3 0 16,0-2-1-16,0 2 0 0,0-3 7 0,0 3 2 16,0-2 0-16,3 2 0 0,-3 0-3 0,0 0 0 15,3 0 0-15,-3 3 0 0,0-3-2 0,0 2-1 0,0-1 0 16,-3 1 0-16,3 4-8 0,0-4-2 15,0 4 0-15,-3 2 0 0,-3 0-8 0,0 0 0 16,0 0 0-16,0 0 8 0,0 0-8 0,0 0 0 16,0 0 9-16,0 0-9 0,3 2 0 0,-3-2 9 0,0 0-9 0,3 6 0 15,-3-6-8-15,3 2-9 0,-3-2-2 0,3 8 0 32,-3-8-115-32,2 5-23 0,-2 1-5 0</inkml:trace>
  <inkml:trace contextRef="#ctx0" brushRef="#br0" timeOffset="175785.51">23053 10584 684 0,'0'0'15'0,"0"0"3"0,0 0 1 0,0 0 0 16,0 0-19-16,0 0 0 0,0 0 0 0,-6 0 0 0,3 0 28 0,3 0 1 16,-6 0 1-16,6 0 0 15,-6 0 19-15,0 0 4 0,6 0 1 0,-5 0 0 0,5 0 23 0,-6 0 5 16,6 0 1-16,0 0 0 15,0 0-1-15,0 0 0 0,0 0 0 0,0 0 0 0,0 0-6 0,0 0-2 16,0 0 0-16,0 0 0 0,0 0-20 0,0 0-4 0,0 0-1 0,0 0 0 31,0-3-10-31,3-2-3 0,0 0 0 0,2-3 0 0,1 0-5 0,-3 0-2 0,3-3 0 16,0 3 0-16,0 0 5 0,3 1 1 0,-3-1 0 0,3 0 0 16,-3 0-4-16,3 2-1 15,0-1 0-15,0 1 0 0,-3 1-3 16,3 0-1-16,0 2 0 0,-3 0 0 0,0 3-6 0,0 0-2 0,-1 0 0 0,1 3 0 31,-6-3-6-31,6 5 0 0,0 1-1 0,-3-4 0 0,3 6-11 0,0-3 12 0,-3 1-12 0,3 2 12 16,-3 0-12-16,3 0 0 0,-3-1 0 15,0 1 8-15,0 0-8 0,0 0 0 0,0 3 9 16,-3-3-9-16,3 2 0 0,0 1 8 0,-3 2-8 0,0 0 0 16,0 1 0-16,0-1 0 15,0 3 0-15,0 0 0 0,-3-3 0 0,3 3 0 0,-3 0 0 0,3-3-12 16,-3 3-1-16,3-3-1 15,0 0 0-15,-3-2 0 16,3-3-30-16,0 2-7 0,0-2-1 16,0-2 0-16,0-6-104 0,0 0-20 0,0 0-5 0,3 2-739 0</inkml:trace>
  <inkml:trace contextRef="#ctx0" brushRef="#br0" timeOffset="176145.78">23568 10558 1846 0,'6'-3'40'0,"6"-2"9"0,-3-1 2 0,3 1 1 0,-3 0-41 0,-3-1-11 15,3 1 0-15,-6 0 0 0,3 2 124 0,-6 3 22 16,0 0 5-16,0 0 1 16,0 0-60-16,-6-2-11 0,-3-4-2 0,0 4-1 0,0 2-38 0,-3-3-7 0,3 3-1 15,-6 3-1-15,0-3-17 0,0 2-3 16,4 4-1-16,-4-1 0 0,3-3-10 0,0 4 0 0,3 2 0 0,0-3 0 16,3 0 0-16,0 3 0 15,3-2 0-15,0 1 0 0,3-1-20 0,3 2 4 0,3-3 1 0,0 3 0 16,0-3 3-16,3 3 1 0,3-3 0 0,0 6 0 31,0-6 3-31,2 3 0 0,1 0 0 0,-3 0 0 0,3 0 8 0,-6 0-10 0,0 0 10 0,-3 3-10 16,0-4 10-16,-3 1 0 15,-3 0 0-15,0 3 0 0,-3-3 0 0,-3 2 0 0,0 1 0 0,-3-3 0 16,-3 0 0-16,3 0 0 0,-3 0 0 0,-3 0 8 16,1 0-8-16,-1-3 0 15,3 0 0-15,-3 1 0 0,3-4-13 0,3 1-4 0,-3-3-1 0,3 2 0 16,0-2-33-16,3 0-6 0,6 0-2 15,0 0 0-15,-6-2-145 0,0-3-30 0</inkml:trace>
  <inkml:trace contextRef="#ctx0" brushRef="#br0" timeOffset="176830.33">23848 10571 1879 0,'0'0'41'0,"0"0"9"0,0 0 2 0,0 0 0 0,-3-6-41 0,3 6-11 15,-6-2 0-15,6 2 0 0,-3-5 107 16,3 5 19-16,-3-3 4 0,3 3 1 16,0 0-55-16,0 0-10 0,0 0-2 0,0 0-1 0,0 0-29 0,0 0-6 15,0 0 0-15,0 0-1 0,0 0-16 0,-3 5-3 16,0 0-8-16,3 3 12 0,-3 0-12 0,3 0 8 0,0 3-8 0,0-1 0 16,0 4 0-16,0 2 0 0,0-1 0 0,0 4 0 31,0-3 0-31,-3 2 0 0,3 1-8 0,-3-3 8 0,0 2-15 0,3-2 4 0,0 0 1 15,-3-3 0 1,0-2 10-16,3-1-8 0,-3-2 8 0,3 0-8 0,0-2 8 16,0-6 0-16,0 0 0 0,0 0 0 0,0 0 0 0,0 0 0 0,0 0 8 0,-3-8-8 15,3-3 12-15,0-2-1 16,0-3-1-16,3 0 0 0,-3-5 6 0,3 0 2 0,3 0 0 0,-3-3 0 16,3 0-2-16,0 0-1 0,0 3 0 0,0-3 0 15,0 3 2-15,3-3 1 0,0 3 0 0,0-3 0 16,0 0 3-16,0 3 1 15,3 0 0-15,2 0 0 0,-2 0-6 0,0 2 0 16,3 1-1-16,3 4 0 0,-3 1-15 0,0 3 11 0,0 2-11 0,0 5 10 0,-1 0-10 16,-2 3 0-16,0 3 0 0,-3 2 0 15,0 3 0-15,-3 0 8 0,0 3-8 0,-3 2 0 16,-3 0 0-16,0 3 0 0,-3 0 8 0,0-3-8 0,-3 3 0 0,0-3-16 16,-3 1 4-16,0-1 1 15,-3-3-17 1,0 1-4-16,1 0-1 0,-4-1 0 0,3-2 5 15,0 0 0-15,0-3 1 0,0 3 0 0,3-2 11 0,0-1 1 0,0-3 1 0,3 4 0 0,6-6 14 0,0 0-12 16,0 0 12-16,0 0-12 16,0 0 12-16,0 0 0 0,0 0 0 0,6-3 0 0,0 0 0 0,3 1 0 15,3-3 0-15,3 2 0 16,3 0 26-16,-3 1-2 0,3-4 0 0,-1 4 0 0,1-1 4 0,0 0 0 16,-3 3 0-16,0-2 0 0,0 2-3 0,-3 2 0 15,-3-2 0-15,0 6 0 0,-1-4-6 0,-2 4-2 0,-3 2 0 0,0-1 0 16,0 1-5-16,-6 0-2 0,0 3 0 0,-3 0 0 15,0-1-10-15,-2 3 8 16,-4 1-8-16,0 4 8 0,-3-2-8 0,-3 2-14 16,0 1 3-16,-3 0 1 15,0-1-26-15,-2-2-6 0,2 0-1 0,-3 0 0 16,3-3-85-16,0 0-16 0,3-2-4 0,1-1-628 16,-1-2-124-16</inkml:trace>
  <inkml:trace contextRef="#ctx0" brushRef="#br0" timeOffset="177545.63">22735 11007 1285 0,'0'0'28'0,"-6"0"5"0,0 0 2 0,0 0 2 0,0 0-29 0,-3 0-8 0,3 0 0 0,0-2 0 15,-3 2 44-15,3 0 8 0,0 0 2 0,-3 2 0 0,3-2-5 0,0 0-1 0,-2 3 0 0,2-3 0 31,0 3-3-31,0-3-1 0,0 0 0 0,0 2 0 0,0-2 4 0,-3 3 0 0,3-3 0 16,-3 3 0-16,0-1 3 0,0-2 1 16,-3 0 0-16,3 3 0 0,0 0 0 0,-3-1 0 0,4-2 0 0,-1 3 0 15,0-1-12-15,0-2-3 16,3 3 0-16,0 0 0 0,0-1-17 0,6-2-4 16,-6 3-1-16,6-3 0 0,-6 3-3 0,6-3-1 0,0 0 0 0,0 0 0 15,0 0-3-15,0 0-8 16,0 0 12-16,0 0-4 0,3 5 5 0,6-2 1 0,0-1 0 0,3 4 0 15,6-6 10-15,-4 2 1 0,7-2 1 0,-3 0 0 16,3 0-6 0,6-2-2-16,6-4 0 0,2 4 0 0,7-4-10 0,3 4-8 0,5-1 9 0,-2 0-9 15,-4 1 9-15,1-4-9 0,0 1 8 0,5-3-8 16,4 6 0-16,2-4 8 0,-2 6-8 0,0-2 0 16,-4 2 13-16,4 0-2 15,2-3-1-15,7 0 0 0,-1 3 8 0,-2 0 2 0,-4 3 0 0,1-3 0 0,-9-3-20 0,-1 1 10 16,1-1-10-16,3 3 8 15,-7 0-8-15,-2 0 0 0,-3 3 9 0,-7-1-9 0,-2-2 12 16,-6 0-3-16,-3 3 0 0,0-3 0 0,-7 3-9 0,1-3 10 16,-6 0-10-16,0 0 10 0,-3 0-10 0,0 0 0 15,0 0 9-15,-6 0-9 16,0 0 0-16,0 0 0 0,0 0 0 0,0 0 0 0,0 0 0 0,3 2-20 16,-3-2 4-16,6 0 1 15,-6 0-18-15,3 0-4 0,-3 0-1 0,6 0 0 16,3 0-11-16,-3 0-3 0,0 0 0 0,3-2 0 15,0 2-20-15,2-3-5 0,1 0-1 0,0 3 0 16,0-2-138 0,0-1-27-16</inkml:trace>
  <inkml:trace contextRef="#ctx0" brushRef="#br0" timeOffset="181371.07">19190 11642 1373 0,'0'0'39'0,"0"0"9"0,0 0-39 0,-3-2-9 15,3 2 0-15,0 0 0 16,-3-6 112-16,3 6 20 0,0 0 4 0,0 0 0 0,0 0-28 16,0 0-5-16,0 0-2 0,0 0 0 0,0 0-27 0,0 0-6 15,-6 6 0-15,3-1-1 16,0 0-24-16,0 3-5 0,0 0-1 0,-3 3 0 15,3-3-15-15,0 2-3 0,0 1-1 0,0-1 0 0,0 4-18 0,3-4 8 16,-3 4-8-16,3-1 0 0,0 3 0 0,0 0 0 16,0-1 0-16,3 4 0 15,0 5 8-15,0 0-8 0,0-1 0 0,3 4 0 0,-3-3 0 0,3 2 0 16,0-5 0-16,-3 0 0 0,0-2 0 0,3-6-16 16,-3 3 5-16,0-5 1 15,0-1-19-15,0-2-4 0,0 0-1 0,-3-3 0 16,0-5-121-16,0 0-24 0,3 0-5 0,2 3 0 15</inkml:trace>
  <inkml:trace contextRef="#ctx0" brushRef="#br0" timeOffset="181572.74">19449 11873 2419 0,'0'0'53'0,"0"0"11"0,0-6 3 0,0 1 1 0,0-3-55 0,0 3-13 0,-3-1 0 0,3 4 0 16,0 2 105-16,-3-5 19 0,3-1 3 0,0 6 1 15,-3-5-103-15,3 5-25 0,0-5 0 0,0 5 0 16,0-6 0-16,0 6 0 0,0 0 0 0,0 0 0 16,0-2-46-16,0 2-14 0,0 0-4 0,3-6 0 15,3 6-122-15,0-2-25 0,-3 2-5 0,5 0 0 0</inkml:trace>
  <inkml:trace contextRef="#ctx0" brushRef="#br0" timeOffset="182094.09">19964 11777 1489 0,'0'0'42'0,"0"0"10"0,0 0-42 0,0 0-10 0,0 0 0 0,0 0 0 15,0 0 112-15,0 0 21 0,-6-2 4 0,0-1 1 16,-3 0-48-16,0 3-10 0,0-2-1 0,-3 2-1 16,3 2-30-16,-3-2-7 0,0 3-1 0,-3 0 0 15,3-1-20-15,1 4-4 16,-1-1 0-16,3-2-1 0,0 2-15 0,3 0 0 0,0 0 0 0,0 1 0 15,3-4 0-15,3 6 0 0,-3-2 0 0,6-1 0 16,0 3 0-16,0-3-12 16,0 3 12-16,3-3-10 0,0 1 10 0,3 2-10 0,3-3 10 0,-1 0-10 15,4 0 10-15,3 1 0 0,-3 2 0 16,3-3 0-16,-3 0 0 0,3 3 0 0,-3 0 8 0,-1-3-8 16,-2 3 0-16,-3 0 0 0,0 0 0 0,-3 0 8 0,-3 0-8 15,0 3 0-15,-3-1 8 0,-3 1-8 0,0-1 10 0,-6 1-2 16,0 2-8-16,-3-2 12 15,1-1-12-15,-4 1 0 0,-3 0 0 0,3-3 0 16,-3 0 0-16,3-1 0 0,-3 1 0 0,3 0 0 0,1-2-24 0,2-1 1 16,0-2 1-16,0 2 0 15,3-3-21-15,0 4-4 0,0-4-1 0,0-2 0 32,3 0-92-32,6 0-18 0,-6 0-4 0</inkml:trace>
  <inkml:trace contextRef="#ctx0" brushRef="#br0" timeOffset="182474.04">19889 11679 1306 0,'0'0'28'0,"0"0"7"0,0 0 1 0,0 0 1 0,0 0-29 0,-3 0-8 0,3 0 0 0,-6 3 0 0,6-3 91 0,0 0 17 16,-6 3 3 0,6-3 1-16,0 0-21 0,0 0-4 0,0 0-1 0,0 0 0 15,0 5-18-15,0-5-3 0,3 5-1 0,3 1 0 0,0-4-1 0,3 4-1 16,0-6 0-16,3 2 0 0,0 1-10 0,0-3-3 15,3 0 0-15,-1 0 0 16,1 0-25-16,0-3-6 0,3 3-1 0,-3-2 0 0,0 2-17 16,0-3 0-16,0 0 8 0,0 3-8 0,-1-2 0 0,-2 2-12 15,0-3 1-15,-3 0 1 16,0 3-52 0,0-2-10-16,3 2-3 0,-3-3-1042 0</inkml:trace>
  <inkml:trace contextRef="#ctx0" brushRef="#br0" timeOffset="185368.46">18812 11679 1497 0,'0'0'32'0,"0"0"8"0,0 0 44 0,0 0-76 0,0 0-8 15,0 0 0-15,0 0 0 0,0 0 104 0,0 0 20 0,-6 3 3 0,0 0 1 16,0-1-72-16,3 4-13 16,-3-4-3-16,0 6-1 0,3-2-11 0,-3-1-3 0,3 3 0 0,-3-3 0 15,3 3-25-15,0 0 0 0,-3 3 0 0,3-4 0 16,0 4 0-16,0 0 0 0,0-1 0 16,0 3 0-16,3 1 0 0,-3 2 0 0,3 2 0 0,-3 1 0 15,3 2 0-15,0 0 0 0,0 0 0 0,0-2 0 16,0 2 0-16,0-3 0 0,0 1 0 0,3-1 0 15,-3-2 0-15,0-3 0 0,0 1 0 0,3-4 0 16,0 1 0-16,-3-1 0 0,3-2 0 0,-3 0 0 0,3-2 0 0,0-1 0 16,0 0 0-16,0 0 0 15,0 1 19-15,3-1-2 0,-3 0 0 0,3-2 0 0,0 2-17 0,0-2 0 16,0 0 0-16,3-1 0 0,0 1 0 0,-3 0 0 16,3-1 8-16,-1 1-8 0,1-1 8 15,0-2-8-15,0 3 9 0,3 0-9 16,-3-1 10-16,3-2-10 0,0 3 10 0,-3-3-10 15,3 3-17-15,-3-3-10 0,0 2-1 0,0-2-1 16,-1 0 29-16,1 0 0 0,-3 0 0 0,3 0 0 0,0 0 0 0,0 0 0 0,0 0 0 16,0 0 0-16,0 0 22 0,0 0 10 15,0 0 3-15,0 0 0 16,0 0-35-16,3 0 0 0,-4 0 0 0,1 0 0 16,0 0-24-16,3 0-8 15,-3 0-1-15,0 0-1 0,0 0 34 0,-3 0 0 0,3 0 0 0,0 0 0 0,-3 0 0 16,0 0 0-16,3 0 0 0,-3 3 0 15,0-3 0-15,0 3 0 0,-1-3 0 0,-2 0 0 0,6 2 0 0,-6-2 0 0,3 0 0 0,0 0 0 16,0 0 0-16,0 0 0 0,0 0 0 0,-3 0 0 16,3 0 0-1,0 0 0-15,-3 0 0 0,3 0 0 0,0 0 0 0,-3 0 0 0,3 0 0 0,-3 0 0 16,3 0 0-16,-6 0 0 0,3 0 0 0,0 0 0 16,3 0 0-16,0 0 0 0,-6 0 0 0,3 0 0 15,3 0 0-15,-6 0 0 0,0 0 0 0,0 0 0 16,0 0 0-16,3 0 0 0,-3 0 0 0,0 0 0 15,3 0 0-15,-3 0 0 0,0 0 0 0,0 0 0 16,5 0 0-16,-5 0 0 0,0 0 0 0,0 0 0 0,3 0 0 0,-3 0 0 16,0 0 0-16,0 0 0 0,6 0 0 0,-6 0 0 15,0 0 0-15,0 0 0 0,3-2 0 0,-3 2 0 16,0 0 0 0,3-3 0-16,-3 3 0 0,3-3 0 0,-3 3 0 0,3-2 0 0,-3 2 0 15,0 0 0-15,3-6 0 0,-3 6 0 16,3-2 0-16,-3 2 0 0,3-6 0 0,-3 6 0 0,3-5 0 0,-3 5 0 15,0 0 0-15,0-2 0 0,3-4 0 0,-3 1 0 0,0 0 0 0,3-1 0 16,-3 6 0-16,0-5 0 0,0 5 0 0,0-5 0 31,0-1 0-31,3-1 0 0,-3 1 0 0,0 1 0 0,0 2 0 0,3-2 0 16,-3 0 0-16,0-1 0 0,3 1 0 0,-3 0 0 16,0 0 0-16,3-1 0 0,-3-2 0 0,0 3 0 0,0-3 0 15,3 3 0-15,-3-3 0 0,0 0 0 0,0 0 0 0,3 0 0 16,-3 0 0-16,0 0 0 0,0-2 0 0,3 2 0 15,-3-3 0-15,0 3 0 16,0 0 0-16,0-2 0 0,0-1 0 0,0 3 0 16,0 0 0-16,0-2 0 0,0 2 0 0,-3-3 0 0,3 0 0 0,0 4 0 15,0-4 44-15,0 3 16 0,0 0 4 16,-3 0 0-16,3 0-52 0,0 0-12 0,0 3 0 0,0-3 0 16,0 0 0-16,-3 3 0 0,3-3 0 0,0 0 0 15,0 3 0-15,0-3 0 0,0 0 0 0,0 0 0 16,0 0 0-16,0 0-8 0,0 0 8 0,0 0-13 15,0 0 13-15,0 0 0 0,-3 0 0 0,3 0 0 16,0 0 11-16,0 0-11 0,0-2 10 0,0 2-10 16,0-3 15-16,-3 3-3 0,3-2-1 0,0-1 0 15,-3 1-2-15,3-1 0 0,0 0 0 0,0 1 0 0,0 2-1 0,-3-3-8 16,3 3 12-16,0 0-4 16,-3 1-8-16,3-1 8 0,0 2-8 0,-3-2 8 0,3 3 0 15,-3-3 0-15,0 3 0 0,3 0 0 0,-3-1-8 0,0 1 12 16,3-3-12-16,-3 5 12 0,3-2-3 0,-3 0 0 15,3 2 0-15,-3-2 0 0,3 2-9 0,-3-2 8 0,3 5-8 0,-3-3 8 32,0-2-8-32,3 5 10 0,-3-5-10 0,0 2 10 0,1 0-10 0,2 3 0 15,-6-2 0-15,0-1 0 0,-3 0 8 0,3 3-8 16,0-2 0-16,-3 2 8 0,0 0-8 0,0 0 0 16,0 0 0-16,0 0 0 0,-3 0 0 0,0 0 0 0,-3 2 0 15,1 1 8-15,-1 0-8 0,0-3 0 0,0 2 0 0,-3 4 0 16,0-4 0-16,0 4 0 15,3-1-12-15,-2 0 12 0,2 1 0 0,0-1 0 0,3 0 0 0,0 3 0 16,0-3 0-16,3-2 0 0,0 2 0 0,0 1 0 16,0-1 0-16,0-2 0 0,1-1 0 0,2 1 0 15,-3-1 0-15,3 1 0 0,-3-3 0 0,3 3 0 16,6-3 0-16,0 0 0 0,-6 2 0 0,6-2 0 16,0 0-16-16,0 0 4 15,0 0 0-15,0 0 1 16,0 0-45-16,0 0-8 0,0 6-3 0,3-1-666 15,0-2-134-15</inkml:trace>
  <inkml:trace contextRef="#ctx0" brushRef="#br0" timeOffset="186564.7">19404 11563 1267 0,'0'0'28'0,"0"0"5"0,0 0 2 0,0 0 1 0,0 0-36 0,0 0 0 16,0 0 0-16,0 0 0 15,0-5 58-15,0-1 5 0,0 1 1 0,3 0 0 0,0 0 0 0,-3-1 0 16,3 1 0-16,0-3 0 0,3 3-52 0,-3-1-12 0,3-1 0 15,0 1 0 1,3-2 0-16,0 0 0 0,2 3 0 0,1 0 0 0,3-1 0 0,3 1 0 16,0 3 0-16,3-1 0 0,3-2 14 0,-4 2 0 15,4 0 0-15,3 3 0 0,0-2-14 0,-3 2 0 0,-4-3 0 16,4 3 0 0,0-3 0-16,-3-2 0 0,3 2 0 0,3 1 0 0,-1-1 0 0,4 0 0 15,0 1 0-15,0 2 0 0,-1 0 0 0,1 2 12 16,0 1-1-16,0 0-1 0,-4-1 10 0,-2 1 1 15,-3-3 1-15,3 0 0 0,-3 3-10 0,3-3-3 0,5 0 0 0,1 0 0 16,3 0-9 0,3 2 0-16,-1-2 0 0,4 3 8 0,-6 0-8 0,0-1 0 0,-1 1 0 0,-2-3 8 15,0 0-8-15,0 0 0 0,2-3 0 16,7 3 0-16,-3 0 0 0,2 0 8 16,-2 0-8-16,3 0 8 0,-6 0 4 0,-1 3 0 0,-2-3 0 0,0 0 0 15,-3-3 12-15,-1 1 2 16,7-1 1-16,0 0 0 0,0 1-6 0,2-1-1 0,1 0 0 0,0 3 0 0,0-2-7 15,-1 2-1-15,-5 0-1 0,3-3 0 16,-3 0-11-16,2 1 8 0,4-3-8 0,3 2 8 0,-1 0-8 0,4 1 10 16,0-1-10-16,-4 3 10 15,1 0-10-15,-3-3 0 0,-3 3 0 0,5-5 0 16,-2 2 0-16,0-2 10 0,5 2-10 0,4 1 10 0,0-1-10 16,-7 3 10-16,4-2-10 0,-3-1 10 0,-7 3-10 0,-2-3 0 15,3-2 0-15,0 2 0 16,-4 3 0-16,7-2 0 0,-6-1 0 0,6 0 8 0,-4 1-8 0,1-1 0 15,-3 3 0-15,0-3 8 16,-3 3-8-16,-4-2 0 0,1 2 0 0,0 0 0 16,-3-3 0-16,3 3 0 0,-1 0 0 0,4 0 0 0,-3 3 8 0,3-3-8 0,-3 0 8 15,-1 2-8-15,1 1 18 0,0-3-2 0,-3 3 0 16,0-1 0-16,-3 1 2 16,-1 2 0-16,1-2 0 0,-3 0 0 0,-3-1-4 0,0 1-1 15,0 0 0-15,0-1 0 0,-3-2-3 0,0 3-1 0,0-1 0 0,0 1 0 16,-4 0 5-16,4-3 1 0,-3 2 0 0,0 1 0 15,3-3 1-15,-3 3 1 0,3-1 0 0,-3 1 0 32,3-3-3-32,-3 3-1 0,-3-1 0 0,-3-2 0 0,9 0-3 0,-6 3-1 0,-3-3 0 0,0 0 0 15,6 5-9-15,-3 3 12 16,-3-8-12-16,3 8 12 0,-3-3-4 0,0 3 0 16,-3 0 0-16,0 3 0 0,0-3-8 0,0 2 12 0,-3 1-12 15,0 0 12-15,0-1-12 0,3 1 8 0,-3-1-8 0,0 1 8 16,3-1-8-16,-3 1 0 0,3 0-12 0,0-3 12 15,0-1-21-15,3-1 3 0,-3 2 1 0,3-8 0 16,-3 5-17-16,3-5-3 0,0 0-1 0,0 0 0 16,0 0-113-16,0 0-22 0,0 0-5 0</inkml:trace>
  <inkml:trace contextRef="#ctx0" brushRef="#br0" timeOffset="186912.24">22910 11605 1825 0,'0'0'40'0,"0"0"8"0,0 0 1 0,0-5 3 0,0 5-41 0,0-5-11 0,3-1 0 0,-3 4 0 16,3-3 92-16,0-1 16 0,-3 6 3 0,0-2 1 0,0 2-51 0,3-6-9 0,0 4-3 0,-3 2 0 15,3-3-20-15,-3 3-4 16,6 0-1-16,-6 0 0 0,3 0-9 0,-3 0-3 0,6 3 0 0,0-1 0 15,-3 1-4-15,3 2-8 0,0 1 11 0,-3-1-11 16,3 0 0-16,-3 3 0 0,3-3 0 0,-3 3 0 16,3 0 0-16,0 0 0 0,-3 0 0 0,3 0 0 15,0 0 0-15,0 0 0 0,2-3-8 0,-2 0 8 16,0 1-11-16,0-1 11 0,0 0-12 0,0-2 12 16,0 0 0-16,0-3 0 15,3 2 0-15,0 1 0 0,-3-3 0 0,3 0 0 0,0-3 0 0,0 3 0 16,3 0 0-16,0-2 8 0,2-4-8 15,-2 1 0-15,0 0 8 0,3-1-8 0,3-1 0 0,-3 1 9 16,3-4-9-16,0 2-16 0,-1-3 4 0,-2 1 1 16,3 2-133-16,-3-3-28 0,3 3-4 0</inkml:trace>
  <inkml:trace contextRef="#ctx0" brushRef="#br0" timeOffset="187490.76">23553 11843 1496 0,'0'0'42'0,"3"-5"10"16,0 0-41-16,0 2-11 0,0-2 0 0,-3 2 0 16,0 3 138-16,3-5 26 0,-3 5 4 0,0 0 2 15,0 0-50-15,0 0-11 0,0 0-1 0,0 0-1 0,0 0-36 0,0 0-7 16,0 0-2-16,0 0 0 0,0 0-28 0,0 0-6 16,-3 8 0-16,-3 0-1 15,3 0-11-15,-3 5-3 0,0 0 0 0,0 6 0 0,3-3-13 0,-2 5 8 31,2 0-8-31,0 3 0 0,0 0 0 0,0-3 0 0,0 0 0 0,3 0 0 0,-3 0 0 0,3-5 0 16,0 0 0-16,-3-3 0 0,3 1-9 0,0-1-2 16,-3-3 0-16,3-2 0 15,0 3-13 1,0-3-4-16,-3-3 0 0,3 0 0 0,0-5-15 0,-3 6-3 0,3-6-1 0,0 0 0 16,0 0-20-16,0 0-4 0,-3 5-1 0,3-5-626 0,0 0-126 0</inkml:trace>
  <inkml:trace contextRef="#ctx0" brushRef="#br0" timeOffset="187799.02">23530 11904 1698 0,'0'-13'48'0,"0"8"11"0,0-3-47 0,0 0-12 0,0 3 0 0,0-3 0 16,0 2 122-16,0 1 22 0,0 0 5 0,0 0 1 15,0 5-44-15,0-6-9 0,0 6-1 0,0 0-1 16,0 0-29-16,-3-5-6 0,3 5 0 0,0 0-1 15,-3-3-27-15,3 3-4 0,-6 0-2 0,-3 0 0 16,3 3-15-16,0 2-3 0,0 1-8 0,0-1 12 16,-3 5-12-16,3 1 0 0,0 0 0 0,-3 2 0 0,3 3-12 0,-3 0-3 15,3-1 0-15,0 1 0 16,0 0-22-16,0 0-5 0,3-3-1 0,0 1 0 16,-2-1-26-16,2-3-6 0,3-2-1 0,-3 3 0 15,3-6-123-15,0 0-25 0</inkml:trace>
  <inkml:trace contextRef="#ctx0" brushRef="#br0" timeOffset="188032.78">23413 12214 1771 0,'0'0'39'0,"0"0"8"0,0 0 1 0,0 0 2 0,0 0-40 0,0 0-10 0,0 0 0 0,0 0 0 16,0 0 76-16,0 0 12 0,0 0 4 0,0 0 0 16,6 3-16-16,-3-1-2 0,3-2-1 0,-3 3 0 15,3-3-11-15,3 3-2 0,0-3-1 0,0 0 0 16,0-3-11-16,3 3-1 0,3-3-1 0,0 3 0 16,3 0-17-16,2 0-3 0,1 0-1 0,0 0 0 15,3 0-16-15,-3 0-9 0,5 0 10 16,-2 0-10-16,0 0 0 0,-3 0 0 0,0 3 0 0,0-3-10 15,-4 0-92 1,1 0-18-16,0-3-4 0,3 3-640 0,-3 0-128 0</inkml:trace>
  <inkml:trace contextRef="#ctx0" brushRef="#br0" timeOffset="189231.97">19535 11912 1302 0,'0'0'36'0,"0"0"10"0,0 0-37 0,0 0-9 0,0 0 0 0,0 0 0 15,0 0 120-15,0 0 21 0,0 0 5 0,-6 0 1 16,6 0-47-16,0 0-10 0,-6 3-2 0,6-3 0 0,-3 3-39 16,0 2-8-16,-3 3-1 0,3-3-1 15,0 3-23-15,0 0-4 0,3 0 0 0,0 2-1 16,-3-2-11-16,3 0 0 0,0 0 0 0,3 0 0 15,-3-2 0-15,3-1 0 0,-3 0 0 0,3-2-11 0,0 2 3 0,-3-5 0 16,6 0 0-16,-3 3 0 16,3-1 8-16,0-2 0 0,0 0 0 0,-3-2-8 15,3-1 8-15,0 0 0 0,-3 1 0 0,0-1 0 16,-3 3 14-16,3-5 5 0,0 2 1 0,0-2 0 0,-3 5 24 0,0-8 4 16,0 5 2-16,-3-2 0 15,0 0-6-15,0-1 0 0,3 6-1 0,-6-2 0 0,0-1-15 0,0 3-2 16,0 0-1-16,0 0 0 0,0 3-13 0,0-1-2 15,0 1-1-15,0 0 0 0,0 2-9 0,3 0 0 0,-3 1 0 16,3-1 8-16,3-5-8 0,-3 5 0 0,0 0 0 0,3 1 0 16,0-1 0-16,0-5 0 0,0 5 0 0,3 1 0 15,3-4-8-15,-3 1 8 0,3 0 0 0,0-1 0 16,0-2 0-16,0-2 0 16,0-1-9-16,3 0 9 0,0 1 0 0,-3-1 0 0,3-2 0 0,-3-1 0 15,3 1 0-15,-3 0 0 0,0 0 0 0,-1-1 0 16,1 1 0-16,-3 2 0 0,0-5 0 0,0 3 9 15,-3 5 9-15,0-5 2 0,-3 2 0 0,3 3 0 16,0 0 0-16,-3-3 0 0,3 3 0 0,-6-2 0 16,1 2-7-16,-1 2-1 15,0 1 0-15,0 2 0 0,0-2-12 0,0 2 0 16,0 1 0-16,3-1 0 0,0 3 0 0,0-3 0 0,0 0 0 0,0 1 0 16,3-6 0-16,0 5 0 0,0-5 0 0,0 0 0 31,0 0-35-31,0 0 0 0,3 3 0 0,0-1 0 0,3-4-183 0,6-1-37 0</inkml:trace>
  <inkml:trace contextRef="#ctx0" brushRef="#br0" timeOffset="191879.77">15311 12828 1940 0,'0'0'43'0,"0"0"9"0,-3-3 55 0,3 3-96 0,-6 0-11 15,0-2 0-15,6 2 0 16,-6 0 60-16,0 0 11 0,0 2 1 0,0 3 1 0,-3-2-28 0,4 2-5 15,-1 3-2-15,0 0 0 16,0 0-16-16,0 0-3 0,-3 3-1 0,3-1 0 0,0 4-6 16,0-4-2-16,0 1 0 0,3 2 0 0,0 0-10 0,0 0 0 15,0-2 0-15,3 0-11 16,3 2 11-16,0-3 0 0,0 1 0 0,0 0-8 16,6-1-45-16,-3 1-9 0,6-3-2 0,-3 0 0 0,3-3 49 0,0 3 15 0,-1-6 0 0,1 4-10 15,-3-4 10-15,3 1-8 0,0-3 8 0,-3-3-8 16,0 1 8-16,0-4 9 0,0 1-1 0,0 0-8 15,0 0 58 1,-3-1 5-16,0-2 1 0,0 0 0 0,-1 3 0 0,-2-3 0 0,0 0 0 0,0 0 0 16,-3 0 0-16,0 0 0 15,-3 0 0-15,0 3 0 0,0 0-46 0,-2-3-9 0,2 0-1 0,-3 3-8 16,0-1 0-16,3 1 0 16,-3 0-10-16,0 0 10 0,0-1 0 0,0 1 0 0,0 0 0 0,3 2 0 31,-3-2-111-31,6 5-14 0,0 0-3 0,0-3-648 0,0 3-130 0</inkml:trace>
  <inkml:trace contextRef="#ctx0" brushRef="#br0" timeOffset="192035.63">15636 13016 2419 0,'0'0'53'0,"0"0"11"0,0 0 71 15,0 0-122-15,0 0-13 0,0 0 0 0,0 0 0 0,3-6 54 0,-3 6 8 16,0-5 2-16,0 0 0 0,0-1 0 0,0 6 0 15,0-5 0-15,0 5 0 0,0 0-64 0,0 0 0 16,-3-5 0-16,3 5-13 0,0 0-7 0,0 0 0 16,0 0-1-16,0 0 0 15,3-5-123-15,-3 5-25 0,3-3-5 0</inkml:trace>
  <inkml:trace contextRef="#ctx0" brushRef="#br0" timeOffset="192498.87">15984 12862 2044 0,'0'0'45'0,"0"-5"10"0,3-6 58 15,0 3-101-15,-3 3-12 0,3 2 0 0,-3 3 0 16,0 0 78-16,-3-5 14 0,-3 5 2 0,0 0 1 16,0 0-37-16,-3 3-7 0,0 2-2 0,-3 0 0 0,3 1-31 0,-3 2-6 15,0 0-2 1,3-1 0-16,1 1-10 0,-1 3 0 0,0-3 0 0,3 0 0 0,3 0 0 0,3 0 0 16,0-3 0-16,0 3-11 0,6-3 11 15,0 3-10-15,0-2 10 0,6-1-10 0,-1-3 10 0,1 4 0 16,3-4-9-16,3 4 9 0,-3-4 0 0,3 1 0 15,0 0 0-15,-3-1 0 16,-1 4 0-16,-2-4 0 0,3 1 0 0,-6-1 0 16,0 1 0-16,-3 2 0 0,-3-2 0 0,0 2 0 0,-3 1 8 0,-3 2-8 15,0-3 0-15,-3 3 8 0,-3 0-8 0,0 0 0 16,-3 0 0-16,-3 2 8 16,1 1-8-16,-4-1-11 0,0 1 3 0,0 0 0 15,0 2-24-15,0-5-5 0,3 2-1 0,1-2 0 31,-1-2-3-31,3-1-1 0,0 0 0 0,3-2 0 0,3-3-127 0,0-3-26 0,0 0-5 0</inkml:trace>
  <inkml:trace contextRef="#ctx0" brushRef="#br0" timeOffset="192711.14">16002 12939 1688 0,'6'-13'37'0,"-6"7"8"0,3-2 2 0,0-2 0 0,-3-3-38 0,3 2-9 0,-3-2 0 0,0 2 0 15,3-2 120-15,-3 2 23 0,0 4 4 0,3-1 1 16,-3 0-54-16,0 2-10 0,2 1-3 0,1 0 0 15,3 2-31-15,0-2-6 0,0 2-2 0,0 3 0 0,3-2-6 16,-3 2 0-16,3 0-1 0,0-3 0 0,0 3-10 0,0-3-1 16,3 1-1-16,-3-1 0 15,0 3-14-15,0-3-9 0,0 1 12 0,-1-1-12 0,1 0 0 0,0-2-16 16,0 2 2-16,3 1 0 16,-3-4-113-16,3 1-22 0,3 0-5 0</inkml:trace>
  <inkml:trace contextRef="#ctx0" brushRef="#br0" timeOffset="194167.87">16850 12952 1728 0,'0'0'38'0,"0"0"8"0,-9 0 2 0,3 0 0 0,-3 3-39 0,0-3-9 0,0 2 0 16,0-2 0-16,0 3 53 0,1 0 9 0,-1-3 2 0,-3 2 0 0,3 4 0 0,-3-4 0 16,3 4 0-16,-3-1 0 0,3-2-15 0,0 4-2 15,0-1-1-15,-3 2 0 0,3 0-22 0,-2 0-5 0,2 2-1 0,-3 1 0 16,3 2-18-16,-3 3 0 0,3 2 0 0,0 4 0 16,-3-4 0-16,3 3 0 0,0 3 0 15,-3-3 0 1,3 0-48-16,-3-2-12 0,1 2-4 0,2-5 0 0,-3 0 21 0,3-3 4 15,-3 0 1-15,3-5 0 16,0 0-93-16,0 0-18 0,0-3-4 0,3 1-1 0</inkml:trace>
  <inkml:trace contextRef="#ctx0" brushRef="#br0" timeOffset="194388.46">16552 13008 2142 0,'0'-6'47'0,"0"1"9"0,-3-3 3 0,3 3 1 0,0 0-48 0,0 5-12 0,0-6 0 0,0 6 0 0,0-5 64 0,0 5 11 16,0 0 1-16,0 0 1 0,0 0-15 0,0 0-3 16,0 0-1-16,0 0 0 15,0 0-15-15,6 5-3 0,-3 1-1 0,3 2 0 0,0-1-11 0,0 1-1 16,0 0-1-16,0 3 0 0,3 0-14 0,0-1-4 16,3 1 0-16,0 2 0 15,0-2-8-15,3 2 0 0,2 0 0 0,-2 3 0 0,3 0-12 0,3-3-2 0,-3 0 0 0,0 0 0 31,3 1-39-31,-4-4-8 0,1 1-2 0,0-3 0 16,-3 0-116-16,-3-3-23 0,3 0-5 0,-3 1-441 0,0-4-89 0</inkml:trace>
  <inkml:trace contextRef="#ctx0" brushRef="#br0" timeOffset="194829.14">17061 13016 1958 0,'0'0'43'0,"0"-6"9"0,3-2 1 0,0 0 3 0,0 1-45 0,0-1-11 0,0 2 0 0,3-2 0 16,0 3 104-16,-3 0 20 0,3 0 3 0,0 2 1 16,-3-2-40-16,3 2-8 0,0 0-2 0,0 1 0 15,3 2-30-15,-3-3-5 0,3 3-2 0,-3-3 0 0,3 3-12 0,-1 0-2 16,1 3-1-16,-3-3 0 16,3 3-14-16,0-1-4 0,0 4 0 0,-3-4 0 0,0 1-8 0,0 2 0 15,-3 0 0-15,0 1 0 16,0 2-19-16,-3 0-5 0,-3 0-2 0,0-1 0 31,-3 4-27-31,0 0-6 0,0-3-1 0,-3 5 0 16,-3-3-5-16,3 1-2 0,-3 2 0 0,4 0 0 0,-1-2 57 0,0 2 10 0,0-2 0 0,3 2 8 0,0-5-8 0,0 3 0 15,6-1 0-15,-3-2 0 16,3-3 10-16,0 1 1 0,3-4 0 0,3 4 0 0,0-6 11 0,0 2 2 16,3-2 1-16,3 0 0 15,-1-2 5-15,4-1 1 0,3 0 0 0,-3 1 0 0,3-1-12 0,-3 0-3 16,3 1 0-16,-3-1 0 15,-1-2-31-15,-2 5-6 0,0-3-2 0,0 1 0 16,-3-1 23-16,0 3 0 0,0-3 0 0,0 1 0 0,0 2 0 0,-3-3 0 0,3 0 0 0,-3 1 0 16,0-1 0-16,0 0 0 0,0 1 0 0,0-1 0 31,-1 0-260-31,1 1-48 0,-6-11-10 0,0 13-2 0</inkml:trace>
  <inkml:trace contextRef="#ctx0" brushRef="#br0" timeOffset="196522.9">19335 12788 1728 0,'0'0'38'0,"0"0"8"0,0 0 2 0,0 0 0 0,3-5-39 0,-3 5-9 0,0 0 0 0,0-5 0 16,0 5 104-16,0 0 20 15,0 0 3-15,0 0 1 0,0 0-71 0,0 0-13 0,0 0-4 0,0 0 0 16,0 7 2-16,0 1 0 0,0 3 0 0,3 2 0 16,-3 0-14-16,0 1-2 15,0 2-1-15,0-1 0 0,0 1-12 0,0 3-2 0,0-1-1 0,0 1 0 16,0-1-10-16,0 1 0 0,0-1 9 0,0 4-9 16,0-1 0-16,0 0 0 15,0 3 0-15,0 0 0 0,0-1 8 0,0-1 1 0,0-1 0 0,3-3 0 16,-3 1-58-16,0-1-12 0,3-2-3 0,-3-3 0 0,0 1 52 15,3-4 12 1,-3 1 0-16,0-1 0 0,0-4-54 0,3-1-8 16,-3-5-2-16,0 0-614 0,0 0-123 0</inkml:trace>
  <inkml:trace contextRef="#ctx0" brushRef="#br0" timeOffset="196737.34">19636 13058 1792 0,'0'0'51'0,"0"0"10"0,0 0-49 0,-3-5-12 0,3 2 0 0,-3-2 0 16,0 2 156-16,3-2 29 0,0 5 6 0,-3-3 1 31,3 3-103-31,0 0-20 0,-3-5-4 0,3 5-1 0,-3-5-51 0,3 5-13 0,0-3 0 0,0 3 0 16,0 0 0-16,0 0 0 0,3-5 0 0,0 2 0 16,3 0 0-16,0 1 0 0,0 2 0 0,0-3 0 31,0 3-48-31,3-3-13 0,0 3-3 0,0-2-682 0,6-1-137 0</inkml:trace>
  <inkml:trace contextRef="#ctx0" brushRef="#br0" timeOffset="197176.43">20136 12910 2023 0,'0'0'44'0,"0"0"10"0,-6 2 2 0,6-2 0 0,0 0-44 0,0 0-12 0,0 0 0 0,0 0 0 0,0 0 80 0,0 0 15 16,0 0 2-16,-6 0 1 0,6 0-32 0,-6 6-6 16,6-6-2-16,-6 2 0 0,0 4-16 0,0-1-3 15,3 0-1-15,-2 3 0 16,-1 0-16-16,0 0-3 0,0 0-1 0,-3 3 0 0,3-3-18 0,0 2 8 16,0 1-8-16,0-1 0 0,0 4 0 0,3-1 0 15,-3 0 0-15,3 3 0 0,0 2-16 16,3 1 2-16,0-3 1 0,0 2 0 0,3 1-7 0,0-3 0 0,3-3-1 15,0 0 0-15,3 0 5 0,0-2 0 0,0-3 1 0,3 0 0 16,-3-3 15-16,5-2-12 16,-2-1 12-16,-3-2-12 0,3 0 12 15,-3-2 0-15,0-1 0 0,0-2 0 16,3 0 12-16,-3-1 6 0,-3-2 1 0,3-2 0 0,0 2 9 0,-3-3 1 16,0-2 1-16,2 0 0 0,-2 0 1 0,0-3 0 0,0 2 0 15,-3 1 0 1,0 0-7-16,0 0 0 0,0 0-1 0,-3 2 0 0,0-2-9 0,0 5-2 0,-3-3 0 0,-3 1 0 15,3 2-12-15,-3 0 8 0,0-6-8 0,-2 7 0 16,-1-1 0-16,0 0-15 16,-3 0 2-16,0 0 0 15,-6 3-36-15,0-1-7 0,-3 1-2 16,-3 0 0-16,1 2-133 0,-1 0-26 0,-30 1-6 0,13-1-1 0</inkml:trace>
  <inkml:trace contextRef="#ctx0" brushRef="#br0" timeOffset="198191.94">19068 12955 806 0,'0'0'17'0,"0"0"4"0,0 0 1 0,0 0 2 0,0 0-24 0,-3-3 0 0,0 1 0 0,3 2 0 16,-6-6 56-16,3 4 6 0,3 2 2 0,-6-6 0 16,6 6 0-16,-3-2 0 0,-3-4 0 0,6 6 0 15,0 0 51-15,-3-2 10 0,3 2 3 0,0 0 0 16,-6-3-68-16,6 3-12 0,0 0-4 0,0 0 0 16,0 0 14-16,0 0 2 0,-6 3 1 0,6-3 0 15,-6 2-15-15,6-2-3 0,-6 6-1 0,3-1 0 0,0 3-14 0,-3-3-2 16,6 3-1-16,-3 0 0 15,0 3-16-15,0-1-9 0,3 1 10 0,-3 2-10 16,0 0 0-16,0 0 0 16,3 3 0-16,-3 0 0 0,0 3 0 0,3-1-12 0,-3 1 12 0,0 2-13 0,3-3 3 0,0 4 1 0,-3-4 0 15,3 1 0 1,-3 2-18 0,3-5-3-16,0 0-1 0,0-1 0 0,0-1 31 0,0-4 0 0,3 1 0 0,-3-1 0 15,3 1 0-15,-3-3 0 0,3 0 0 0,-3 0 0 0,3-3 0 0,-3 3 0 0,3-3 0 16,0 1 0-16,0-1 0 0,0-2 0 15,0-1 0-15,0 4 0 0,-3-6 0 0,6 5 0 16,0-2 0-16,0-1 0 0,0 1 0 0,0-1 0 0,0-2 0 0,3 3 0 16,0-3 0-16,0 0 0 0,0 3 0 0,3-3 0 15,-1 0 0-15,1 0 0 16,3 0 0-16,0 0 0 0,3 0 0 0,0 0 0 0,-3 0 0 0,3 2 0 16,-1-2 0-16,1 0 0 0,0 3 0 0,-3-3 0 15,3 3 0 1,-3-3 0-16,-3 0 0 0,3 2 0 0,-4-2 0 0,-2 0 0 0,0 3 0 0,0-3 0 15,0 0 0-15,-3 3 0 16,0-3 0-16,0 0 0 0,0 0 0 0,-3 0 0 0,-3 0 0 0,6 0 0 16,-6 0 0-16,6 2 0 0,-6-2 0 0,0 0 0 15,3 0 0-15,-3 0 0 0,6-2 0 0,0 2 0 16,-6 0 0-16,0 0 0 0,6 0 0 0,0-3 0 0,0 0 0 16,0 3 0-16,0-2 0 0,-1 2 0 15,-2 0 0-15,3-3 0 0,0 0 0 0,0 3 0 0,0-2 0 16,0-1 0-16,0 3 0 0,0-3 0 15,0 1 45-15,0-1 15 0,-3 1 4 0,3 2 0 16,0-6-103-16,-3 6-20 0,3-2-4 0,0-4-1 0,-3 4 52 0,3-4 12 16,0 4 0-16,0-4 0 15,0 1-208-15,3 2-38 0,14-7-8 0,-8 2-2 0</inkml:trace>
  <inkml:trace contextRef="#ctx0" brushRef="#br0" timeOffset="199787">19386 12751 1238 0,'0'0'27'0,"0"0"5"0,0 0 2 0,0 0 2 0,0 0-36 0,0 0 0 0,-3-3 0 0,3 3 0 16,-6-5 64-16,3 0 7 0,3 0 1 0,0-1 0 31,-3 1-7-31,3 2-1 0,0-5 0 0,3 3 0 0,-3-3 0 15,3 0-1-15,3 0 0 0,-3 0 0 0,3 0-22 0,0-2-4 16,0 2-1-16,0-3 0 0,3 1-5 0,3-1-2 0,0 3 0 0,3-2 0 16,-1-1-29-16,4 0 0 0,3 1 0 0,0 2 0 15,3-3 0-15,3 3 0 0,-1 0 0 0,4 1 0 16,0-4 0-16,-6 3 0 0,2 3 0 0,-2-3 0 16,0 2 0-16,3-1 0 0,0 1 0 0,2 1 0 15,4 0 16-15,0 2-4 0,3-2 0 0,2-1 0 16,-2 4-12-16,-3-4-16 0,0 4 3 0,-4 2 1 0,-2 0 12 15,3-3 0 1,0 3 0-16,5 0 0 0,1 3 0 0,0-3 13 0,5 0-2 0,1 2-1 0,-3-2-10 0,-3 0 0 16,-1 0 0-16,-2 0 0 0,3 3 0 0,-1-3 0 15,4 0 0-15,6 3 0 16,-4-3 0-16,1-3 0 0,3 3 0 0,-4 0 0 0,-2 0 0 0,0 0 0 16,0 3 0-16,5-3 0 0,1 0 0 0,0 0 10 0,2 0-10 0,1 0 10 15,-4 0-1-15,-5 2 0 16,3-2 0-16,-1 3 0 0,1-3 5 0,3 3 1 0,2-3 0 0,4 2 0 15,-3-2-3-15,-4 3-1 16,-2-3 0-16,0 3 0 0,-1-1-11 0,1 1 10 0,3 0-10 0,2 2 10 16,1-5-10-1,-1 5 0-15,-5-2 0 0,3 2 0 0,-9 0 0 0,-1 1 0 0,-2 2 0 0,3-3 8 32,-1 0-8-32,4 1 0 0,-3-1 0 0,3 0 0 0,-4-2 0 0,-2 2 0 0,0 0 9 0,-3 1-9 15,-4-1 0-15,-2 0 8 0,0-2-8 0,0 2 0 16,-3 0 0-1,2-2 9-15,1 2-9 0,0-2 0 0,0 0 13 0,-3 2-4 0,-1 0-1 0,1-2 0 16,0 2 4-16,-3-2 0 0,-3 2 0 0,0 0 0 16,0 3 1-16,-3-5 1 0,-1 5 0 0,1-3 0 15,3 1-2-15,-6-1-1 0,3 3 0 0,-3-3 0 16,0 3-11-16,-3-3 12 0,3 1-12 0,-3-1 12 0,0 3 0 16,0-3 0-16,0 0 0 0,0 3 0 0,-3 0 0 15,3 0 1-15,0 0 0 0,-1 0 0 0,-2 3 0 16,3-1 0-16,0-2 0 0,-3 5 0 0,3-2-5 15,0 0 0-15,-3-1-8 0,3 3 12 16,-3-2-12-16,3 0 8 0,-3-1-8 0,0 1 0 0,0-3 9 0,3 2-9 16,-3-2 8-16,0 0-8 0,0 0 0 15,-3-3 0-15,3 3 8 0,-3-2-8 16,3-1 0-16,-3 0 0 0,0-5 0 0,0 5 0 0,0-5 0 0,0 0-11 16,0 6 11-16,0-6-12 0,3 8-2 0,-3-8-1 15,0 5 0-15,0-5 0 16,0 0-21-1,3 5-5-15,-3-5-1 0,0 0 0 0,6 3-29 0,-6-3-5 0,3 3-2 0,-3-3 0 16,0 0-145-16,0 0-29 0</inkml:trace>
  <inkml:trace contextRef="#ctx0" brushRef="#br0" timeOffset="200214.8">22916 13002 981 0,'0'0'28'0,"-6"0"6"0,6 0-34 0,-6 0 0 0,0-2 0 0,6 2 0 16,0 0 111-16,-2 0 15 0,2 0 3 0,0 0 1 0,0 0-11 0,0 0-3 16,0 0 0-16,0 0 0 15,0 0-20-15,0 0-5 0,2-6-1 0,1 4 0 0,0-1-25 0,0 1-5 16,3 2 0-16,0 0-1 0,0-3-19 0,0 3-4 15,0 0-1 1,3 3 0-16,-3-3-17 0,0 0-3 0,0 0-1 0,0 2 0 16,0 1-14-16,0-1 0 0,0 1 8 0,-3 0-8 0,3-1 0 0,0 4 0 15,-3-4 0-15,3 4 0 0,0-1-17 16,-3-2 3-16,2-3 1 0,-2 5 0 0,3-2 13 0,-3-1 0 16,0 1-10-16,3-1 10 15,-3 1 0-15,-3-3 0 0,6 0 0 0,-3 3 0 0,-3-3 0 0,6 0 0 16,0-3 0-16,0 0 0 0,0 3 0 0,0-2 8 0,3-3-8 0,0-1 8 15,0 1-8-15,3 0 0 16,-3-1 0-16,3 1 0 0,-1 0-12 0,4-1-5 16,-3 1-1-16,3 0 0 15,0-3-30-15,0 3-5 16,3-1-2-16,0-2-635 0,-1 3-127 0</inkml:trace>
  <inkml:trace contextRef="#ctx0" brushRef="#br0" timeOffset="200721.37">23425 13296 1564 0,'0'0'44'0,"0"0"10"0,0 0-43 0,0 0-11 0,0 0 0 0,0-5 0 0,0 0 116 0,0 5 20 0,0-6 5 16,0 6 1 0,0-5-38-16,0 5-8 0,0-5-2 0,0 5 0 15,0 0-20-15,0 0-4 0,0 0-1 0,0 0 0 0,0 0-21 0,0 0-4 0,0 0 0 0,0 0-1 16,0 0-16-16,0 0-3 0,0 0-1 0,0 0 0 16,0 5-11-16,0 3-1 0,3 0-1 0,-3 2 0 15,3-2-10-15,-3 3 8 0,3-3-8 0,0 5 8 16,0-2-8-16,0-1 0 0,0 1 0 0,0-1 0 15,-3 1 0-15,3 2 0 0,0-2 0 0,-3-1 0 16,3 1 0-16,-3 0 0 0,3-1 0 0,-3 3 0 16,0-5 0-16,0 3 0 15,0 0 0-15,0-4 0 0,0 1 0 0,0 0-11 0,0-2 11 0,0-6-8 16,0 5-8-16,0-5-2 0,0 0 0 0,0 0 0 31,0 0-22-31,0 0-5 0,0 0-1 0,3 5 0 0,-3-5-94 0,6 0-18 0,0 0-4 0,0-2-850 16</inkml:trace>
  <inkml:trace contextRef="#ctx0" brushRef="#br0" timeOffset="201786.97">24074 12068 1036 0,'0'0'23'0,"0"0"5"0,0 0 0 0,0 0 1 0,-6 3-29 0,3-3 0 15,3 0 0-15,-6 0 0 0,6 0 57 0,-6 3 6 16,6-3 1-16,-6 0 0 0,6 0 36 0,0 0 7 15,0 0 1-15,0 0 1 0,0 0-21 0,0 0-4 0,0 0 0 0,0 0-1 16,0 0-15-16,0 0-4 16,6 2 0-16,0 1 0 15,3-3-51-15,3 0-13 0,0 3 0 0,3-3 0 0,0 0 54 0,3 0 8 0,0-3 2 0,2 3 0 16,-2 0-52-16,3-3-12 16,3 3 0-16,3 0 0 0,2-2 0 0,1-1 0 15,3 3 0-15,-3-3 0 0,3 1 19 0,-7-1 1 0,1 0 0 0,0 1 0 31,-6-1-44-31,0 1-9 0,-7-1-2 0,1 0 0 16,-3 3-21-16,-3 0-4 0,-3 0 0 0,3 0-1 16,-3 0-98-16,-6 0-19 0,0 0-4 0</inkml:trace>
  <inkml:trace contextRef="#ctx0" brushRef="#br0" timeOffset="202284.84">24250 11854 1497 0,'0'0'32'0,"0"0"8"0,0 0 0 0,0 0 4 0,0 0-36 16,0 0-8-16,0 0 0 0,0 0 0 0,0 0 53 0,0 0 9 16,0 0 2-16,-6 3 0 0,3-1 0 0,3-2 0 15,-6 3 0-15,0 2 0 0,0 1 0 0,0 2 0 16,3-3 0-16,-3 3 0 0,3-3-52 0,-3 3-12 0,-3 3 0 0,0-1 0 16,3 1 0-16,-2-1 0 0,-4 4 0 0,3-1 0 31,-3 0-48-31,0 3-13 0,3-3-3 0,-3 0 0 0,0-2 52 0,-3 2 12 15,3-2 0-15,3-1 0 0,-2-2 0 0,2 0 0 0,3 0 0 0,-3 0 0 16,6-3 0-16,-3 1 0 0,6-6 0 0,0 5 0 31,0-5 35-31,0 5 9 0,0-5 3 0,3 8 0 0,3-3-17 0,0-2-3 0,3 2-1 0,0 1 0 16,2-4 8-16,-2 4 2 0,3-4 0 0,3 4 0 16,-3-4-9-16,3 4-2 0,-3-4 0 0,3 3 0 15,0-2-25-15,-3-3 0 0,2 3-9 0,-2-1 9 16,0-2 0-16,3 3 0 0,-3-3 0 15,3 0 0-15,0 0-58 0,3 0-5 0,-1 0-1 16,4-3 0 0,3 3-58-16,0-2-12 0,0 2-2 0</inkml:trace>
  <inkml:trace contextRef="#ctx0" brushRef="#br0" timeOffset="203835.43">24652 11870 1267 0,'0'0'28'0,"0"0"5"0,0 0 2 0,0 0 1 0,0 0-36 0,0 0 0 0,0 0 0 0,0 0 0 16,0 0 58-16,0 0 5 0,0 0 1 0,0 0 0 16,0 0 0-16,0 0 0 15,0 0 0-15,0 0 0 0,0 0 0 0,0 0 0 0,0 0 0 0,0 0 0 16,3 8-52-16,-3 0-12 0,3 2 0 0,-3 1 0 15,0 2 0-15,0 0 0 0,0 1 0 0,0-1 0 16,0 0 0-16,0 3 0 0,0-3 0 0,0-2 0 16,0 2 0-16,0-2 0 0,0-1 0 0,0-2 0 15,0 0 0-15,0-3-12 0,0 1 3 0,0-6 0 16,0 0 1-16,0 0 0 0,0 0 0 0,0 0 0 16,0 0 20-16,0 0 4 0,0 0 0 0,0 0 1 15,3-6-65-15,0-2-12 16,0 1-4-16,0-1 0 0,0-3 103 0,0-2 20 0,-1 0 4 0,4-1 1 0,-3-2-52 0,0 1-12 15,0-1 0-15,3-3 0 0,-3 3 0 0,0 0 0 16,3 3 0-16,0 0 0 0,-3 0 54 0,0 5 8 16,3-3 2-16,-3 3 0 0,0 0-40 0,0 3-7 0,0 2-1 0,0-2-1 15,0 2-24-15,-3 3-5 16,0 0-1-16,0 0 0 0,0 0 15 0,0 0 0 16,0 0 0-16,0 0 0 15,0 0 0-15,0 0 0 0,3 6 0 0,0 2 0 0,-3-3 0 0,3 3 0 16,-3 2 0-16,0 1 0 0,3-3 0 0,-3 3 0 0,0-1 0 0,0 1 0 31,-3-1 0-31,3 1 0 0,0-3 0 0,-3 0 0 0,3 0 0 0,0 0 0 0,0-3 0 0,0-5 0 31,0 5-54-31,0-5-8 0,0 0-2 0,0 0 0 0,0 0 52 0,0 0 12 0,0 0 0 0,0 0 0 16,0 0 0-16,0 0 0 0,3-5 0 0,3 0 0 16,-3-1 0-16,0 1 0 15,3-3 0-15,0 0 0 0,-3 3 26 0,3-3 8 0,0 0 2 0,0 3 0 16,2-3-8-16,-2 3-2 0,3-1 0 0,-3 1 0 15,3 0-4-15,-3 2-1 0,3 0 0 0,-3 1 0 16,0-1-7-16,0 3-2 0,0 0 0 0,0 0 0 16,0 0-4-16,-6 0-8 0,3 3 11 0,-3-3-11 15,6 5 12-15,-6-5-4 0,3 5 0 0,0 1-8 0,-3 2 9 0,3-3-9 16,-3 3 0-16,0 0 9 16,0 2-9-16,-3 1 0 0,3-3 0 0,0 2 0 0,-3 1 0 0,0-3-16 15,3 0 4-15,-3 2 1 31,3-4-22-31,0 4-5 0,-3-4-1 0,3-1 0 0,0-5-35 0,0 0-7 0,0 0-2 0,0 0 0 16,3 5-29-16,3-5-5 0,0 0-2 0,0 0 0 16,3-2 50-16,0-1 9 0,-1 0 3 0,4-2 0 0,-3 0 57 0,3-3 16 0,-3 0 0 15,3 2 1-15,-3-1 65 0,0-1 13 0,0 0 2 0,0-3 1 16,0 3 2 0,-3-2 1-16,3 2 0 0,-3 0 0 0,-1 0-22 0,-2 2-5 0,3 1-1 0,-3 0 0 31,-3 2-15-31,0 3-3 0,0 0-1 0,0 0 0 0,0 0-14 0,0 0-4 15,0 0 0-15,0 0 0 0,0 0-21 0,-6 0-5 0,0 3-1 0,1 0 0 16,2 2-9-16,0 0 0 0,-3 0 0 0,3 3 8 16,0-2-8-1,0 2 0-15,3 2 0 0,0-2 0 0,0 0 0 0,0 3-9 16,3-3 9-16,0 2 0 0,0-2 0 0,0 0-8 16,0 0 8-16,0 0 0 0,0 0 0 0,2 0 0 0,-2-3-8 0,3 3 8 15,-3 0 0-15,3-3-8 0,-3-2 8 0,-3 2 0 16,3 0 0-16,-3 1 0 0,0-6 0 15,0 5 0-15,0-5 0 0,0 5-8 16,-3-2 8-16,0 5 0 0,0-5 0 0,-3 2 0 0,3-2-8 0,-3 2 8 16,6-5 0-16,-5 2-10 0,-1 1 10 0,0 0-8 15,6-3-8-15,-6 2 0 0,6-2-1 0,-6 3 0 16,6-3-19-16,0 0-4 0,0 0-1 16,0 0 0-1,0 0-110-15,0 0-21 0,0 0-5 0,-6-3-701 0</inkml:trace>
  <inkml:trace contextRef="#ctx0" brushRef="#br0" timeOffset="204447.19">25199 11955 1276 0,'0'0'36'0,"0"0"8"0,0-6-35 0,0 1-9 0,0 5 0 0,-3-5 0 0,3 5 100 0,0-6 19 0,0 1 3 0,0 5 1 16,0 0-39-16,0 0-8 0,0 0-2 0,0 0 0 15,0 0-21-15,0 0-4 16,0 0-1-16,0 0 0 0,0 0-21 0,0 0-5 0,0 0-1 0,0 0 0 15,0 0-9-15,0 0-3 0,-3 8 0 0,3 0 0 16,-3 0-9-16,3 0 0 0,0 2 0 0,-2 1 0 16,2-3 0-16,0 3 0 0,0-3 0 0,0 2 0 15,0-2 0-15,-3 0 0 16,3 0 0-16,-3 0 0 0,3-3 0 16,0-5 0-16,-3 3 0 0,3-3 0 0,0 0 0 0,0 0 0 0,0 0-9 0,0 0 9 15,0 0 0-15,0 0 0 0,0 0 0 0,0 0 0 16,0 0 0-16,0 0 0 0,0-5 0 0,-3-1 0 15,3-2 0-15,3-2 0 16,0 2 0-16,0-3 0 0,2-2 0 0,1 0 0 0,0 2 0 0,0-2 9 0,0 0 3 16,3 2 0-16,0 1 0 0,-3-1 0 15,6 3 5-15,-6 0 2 0,3 0 0 0,-3 0 0 16,3 3-2-16,-3 0 0 0,0 2 0 0,0 0 0 0,0 1-5 0,0 2 0 31,-1 0-1-31,-5 0 0 0,3 0-11 0,-3 0 12 0,0 0-12 0,3 5 12 16,0 3-4-16,-3-3-8 0,0 0 12 0,-3 3-4 15,3-2-8-15,-3 2 0 0,0 0 0 0,-2 0 0 16,2-3 0-16,-3 3-9 0,3 0 9 0,-3 0-13 0,0 0 1 0,3-3 1 16,0 0 0-16,0 0 0 15,3-5 11-15,0 0-12 0,0 0 12 0,0 0-12 0,0 3 4 16,0-3 0-16,0 0 0 0,6 3 0 0,0-3 8 0,0 0-8 16,0 0 8-16,3-3-8 0,-1 0 8 0,-2 1 0 0,3-1 0 0,0 3 0 31,-3-3 12-31,3 3-1 0,0-2-1 0,-3 2 0 0,0 2 5 0,0-2 1 0,-3 3 0 0,-3-3 0 15,3 3-2-15,0 2 0 16,-3 0 0-16,0 3 0 0,0 0-2 0,-3 0-1 0,0 0 0 0,-3 3 0 16,-3-3-11-16,0 2 0 0,0 1 0 15,-6-1 0 1,3-2-20-16,-2 3-7 0,2-3-1 0,-6 2 0 16,3-2-96-16,0 0-19 0,-3 0-4 0</inkml:trace>
  <inkml:trace contextRef="#ctx0" brushRef="#br0" timeOffset="205081.97">23800 13333 1414 0,'0'0'31'0,"0"0"6"0,0 0 2 0,0 0 1 0,0 0-32 0,-3 3-8 0,3-3 0 0,0 0 0 16,0 0 72-16,-6 2 12 0,6-2 2 0,0 0 1 15,0 0 15-15,0 0 3 0,0 0 1 0,0 0 0 16,0 0-38-16,0 0-7 0,0 0-1 0,0 0-1 16,0 0-9-16,3 0-2 0,3 3 0 0,3-3 0 15,-3 3-13-15,3-1-3 0,0-2-1 0,3 0 0 16,0 3-15-16,3-3-4 0,0 0 0 0,3 0 0 16,2 0-12-16,-2 0 0 0,6 0 0 0,-3-3 0 15,3 3 0-15,-3 0 0 0,-4-2 0 0,4 2 0 16,0-3 0-16,-6 3 0 0,3 0 0 0,-6-3 0 0,3 3 0 0,-6 0 0 15,2 0 0-15,-2 0 0 16,0 0-48-16,-3 0-13 0,0 0-3 0,0 0 0 16,-3 0 52-16,-3 0 12 0,0 0 0 0,0 0 0 15,0 0-105-15,0 0-19 0,0 0-3 0,0 0-1 16,0 0-51-16,0 0-10 0,-15 3-3 0,15-3 0 0</inkml:trace>
  <inkml:trace contextRef="#ctx0" brushRef="#br0" timeOffset="205439.07">23875 13214 2160 0,'0'0'48'0,"0"-8"9"0,3 0 3 0,-3 0 0 0,3 0-48 0,0 0-12 0,0 0 0 0,0 1 0 15,3-1 60-15,-3 0 9 0,0 5 3 0,0-2 0 16,-3 5-58-16,0 0-14 0,0 0 0 0,0 0 0 16,0 0 33-16,0 0 4 0,0 0 1 0,-6 8 0 15,0 0-38-15,0 5 0 0,-3-3 0 0,0 4 0 16,0 2-32-16,3-1-2 0,-3 4 0 0,0-3 0 16,3 2 34-16,-3-2 0 0,3-3 0 0,-3 3 0 15,0-2 0-15,3 1-8 0,1-4 8 0,-1 2 0 16,3-2-10-16,0-1 2 0,3-2 0 0,0 0 0 15,0 0 8-15,3-2 12 0,3 1-2 16,-3-4-1-16,2 2-9 0,4-2-16 0,-3 0 4 0,3-1 1 0,3-2 11 16,-3-2 0-16,6 2 0 0,0-3 0 15,3 0 0-15,3-2 0 0,-1 2 0 0,7 1 0 16,-3-3-47-16,3-1-4 0,3 4-1 0,-4-6-952 0</inkml:trace>
  <inkml:trace contextRef="#ctx0" brushRef="#br0" timeOffset="206214.29">24425 13198 1267 0,'0'0'28'0,"0"0"5"0,0 0 2 0,0 0 1 0,0 0-36 0,0 0 0 0,0 0 0 0,0 0 0 15,-2-2 109-15,-1-1 15 16,0-2 4-16,3 5 0 0,-3-3-52 0,3 3-11 0,-3-5-1 0,-3 2-1 16,6 3 1-16,0 0 1 0,0 0 0 0,0 0 0 15,-3-3-1-15,3 3 0 16,0 0 0-16,0 0 0 16,0 0-51-16,0 0-13 0,0 0 0 0,-6 6 0 0,6-6 0 0,-3 5 0 0,3-5 0 0,-3 8 0 15,0 0 0-15,0 0 0 0,3 0 0 0,-3 2 0 16,3 1 0-1,0 2 0-15,0-2 0 0,0-1 0 0,0 1 8 0,0 2 0 0,0-5-8 0,-3 5 12 16,3-5-12-16,0 3-8 0,-3-1 8 0,3-2-13 16,-3 0-41-1,0 0-8-15,3 0-2 0,-3 0 0 0,3 0 52 0,0-3 12 0,-3 1 0 0,3-6 0 16,0 8 0-16,0-8 0 0,0 0 0 0,0 0 0 16,0 5 0-16,0-5 0 0,0 0 0 0,3 5 0 0,-3-5-10 0,3 5 1 15,0-2 0-15,-3-3 0 16,6 0 9-16,0 3 12 0,0-3-2 0,3 0-1 15,0 0-9-15,0 0 0 0,-1 0 0 0,1 0 0 0,3 0 0 0,0-3 0 16,0 3 0-16,0 0 0 0,3 0 53 0,-3 0 9 16,0-3 2-16,0 3 0 15,0 0-103-15,-1-2-20 0,1-1-4 0,-3 1-1 0,3 2 52 0,-6-3 12 16,3 0 0-16,-3 1-652 16,3-4-127-16</inkml:trace>
  <inkml:trace contextRef="#ctx0" brushRef="#br0" timeOffset="206558.08">24738 13283 1868 0,'0'0'41'0,"0"-8"9"0,3 0 2 0,0 0 0 0,-3 0-42 0,3 0-10 15,-3 0 0-15,0 3 0 0,0 0 73 0,-3-1 13 0,3 1 2 0,0 5 1 16,-6-3 31-16,0 3 7 0,0 0 1 0,0 0 0 16,-3 3-103-16,0 2-25 0,0 1 0 0,0-1 0 15,1 3 0-15,-1 0 0 0,3 0 0 0,-3 2 0 16,0 1 0-16,3-3 0 0,0 2 0 0,0 1 0 15,3 0 0-15,3-3 0 0,-3 2 0 0,3-2 0 16,3 0 0-16,0 0 0 0,3-3 0 0,-3 3 0 31,6-2-46-31,-3 1-14 0,3-4-4 0,0 2 0 0,2-2 52 0,-2 2 12 0,0-2 0 0,0 0 0 0,0-1 0 16,-3-2 0-16,0 3 0 0,-6-3 0 0,0 0 0 0,0 0 0 16,0 0 0-16,-3 5 0 0,0 1 0 15,-3 1 0-15,-3-4 0 0,0 5 0 0,0-3 0 0,0-2 0 16,1 0 0-1,-1 2 0-15,0 0-54 0,0-2-8 0,3-1-2 16,-3 1 0-16,3 2 0 0,6-5 0 16,-9 0 0-16,3 0-546 0,6 0-110 0</inkml:trace>
  <inkml:trace contextRef="#ctx0" brushRef="#br0" timeOffset="207141.93">24818 13333 1681 0,'9'-2'36'0,"-3"-4"8"0,3 1 2 0,-3 2 2 0,3-2-38 0,-3 2-10 0,-3-2 0 0,-3 5 0 31,3-3 101-31,-3 3 19 0,0 0 3 0,0 0 1 0,0 0-47 0,0 0-9 0,0 0-1 0,0 0-1 16,0 0-29-16,0 0-5 0,0 0-2 0,0 0 0 31,0 8-14-31,0-2-2 0,0-1-1 0,0 3 0 0,-3-3-13 0,3 3 0 0,0 0 0 0,0-3 0 16,-3 3 0-16,0 0 0 15,3-2-8-15,-3 1 8 16,3-1-31-16,0-6 1 0,-3 5 0 0,3-5 0 0,-3 5 10 0,3-5 1 0,0 0 1 0,0 0 0 15,0 0 18-15,0 0 0 0,0 0-8 0,0 0 8 16,0 0 0-16,0 0 0 0,0 0 0 0,0 0 0 16,0-5 0-16,3-3 0 0,0 3 0 0,3-3 0 15,0-3 15-15,0 3 0 0,3-2 0 0,0-1 0 16,0-2 9-16,3 0 3 0,0-1 0 0,-1 1 0 16,4 0-3-16,-3 0-1 0,-3 2 0 0,3 1 0 15,-3-1-9-15,0 6-2 0,0-3 0 0,-3 5 0 16,0 1-12-16,0-1 9 0,-6 3-9 0,3 3 8 0,-3-3 1 15,6 5 0-15,-6 0 0 0,3 3 0 0,-3-3-1 16,-3 6 0-16,0-3 0 0,-3 5 0 0,3-2-8 0,-3-1 0 16,3 1-10-16,-3 2 10 15,0-5-23-15,0 3 2 0,-3-3 0 0,3-1 0 16,0 1-4-16,0-2-1 0,0-1 0 0,6-5 0 16,0 0 6-16,0 0 0 0,0 0 1 0,0 0 0 15,0 0 3-15,0 0 0 0,6 0 0 0,3 0 0 0,-3-3 16 0,3 3 0 0,0-5 0 16,0 2 0-1,0-2 10-15,3 2 9 0,0-2 1 0,0 3 1 16,-1-4 3-16,4 4 1 0,0-1 0 0,0 0 0 0,0 1-2 0,0-1-1 16,-3 3 0-16,0 0 0 0,0 0 2 0,-4 3 1 0,-2-1 0 0,-3 4 0 15,3-4-2-15,-6 4-1 16,0 1 0-16,-3-1 0 16,0 2-9-16,-3 0-1 0,-2 2-1 0,-1-2 0 0,-3 3-11 0,0-1 0 0,-3 1-12 0,0 0 12 31,-3-1-40-31,3 1 0 15,0-1 0-15,1 3 0 0,-1-5-20 0,-3 3-4 0,3-3 0 0,-3 0-1 16,0-3-153-16,3 0-30 0,-14 1-7 0,5-6-1 0</inkml:trace>
  <inkml:trace contextRef="#ctx0" brushRef="#br0" timeOffset="207676.71">24929 12402 1911 0,'0'-8'42'0,"0"3"9"0,0-3 1 0,3 0 2 0,-3 0-43 0,0 2-11 0,2 4 0 0,-2-3 0 15,3 2 72-15,-3 3 13 16,0 0 3-16,0 0 0 0,0 0-25 0,0 0-5 0,0 0-1 0,3 5 0 16,0 3-19-16,0 3-4 0,0 2-1 0,-3 0 0 15,3 3-14-15,0 0-3 0,-3 2-1 0,0 1 0 16,3 2-15-16,-3-2 9 0,3 2-9 0,-3 0 8 16,3 0-8-16,-3 0 0 0,0 0 0 0,3 1 0 15,-3-1-8-15,0 0-4 0,3 3-1 0,-3 0 0 16,3-1-25-1,-3-1-5-15,3-4-1 0,-3 3 0 16,0-5-22-16,3 0-5 0,-3-3-1 0,0-2 0 0,0-3-40 0,0 2-8 0,0-4-1 0,-3 2-715 16</inkml:trace>
  <inkml:trace contextRef="#ctx0" brushRef="#br0" timeOffset="207986.37">24768 12778 1940 0,'0'0'43'0,"0"-6"9"0,-3-2 1 0,0 3 1 0,3-3-43 0,0 0-11 0,-3 3 0 0,3-3 0 16,0 0 57-16,0 3 10 0,3-1 1 0,-3 1 1 15,0 2 11-15,0 3 1 0,0 0 1 0,0 0 0 16,0 0-38-16,0 0-7 16,0 0-1-16,0 0-1 0,0 0-14 0,6 3-2 0,-3 2-1 0,0 1 0 15,3 2-18-15,-3 2 0 0,3 3 8 0,-3-2-8 16,3 2-8-16,0 3-6 0,-1-3-1 0,4 3 0 31,0-3-23-31,-3 1-5 0,6-4-1 0,-3 3 0 16,3-5 7-16,-3 0 1 0,3-2 0 0,0 2 0 0,0-6 20 0,0-2 4 0,2 3 0 0,-2-3 1 15,3-3 11-15,-3 3 0 0,0-2 0 0,0-1 8 16,-3 0 5-16,3 1 2 0,-3-4 0 0,3 1 0 16,0-3-3-1,-4 3-1-15,4-6 0 0,-3 3 0 0,3-5-11 0,0 3 0 0,-3-4 0 0,3 1 8 16,3 0-100-16,-3 2-21 15,0-2-4-15</inkml:trace>
  <inkml:trace contextRef="#ctx0" brushRef="#br0" timeOffset="-190173.63">22443 13492 1958 0,'-18'3'43'0,"9"-3"9"0,0 2 1 0,-3 4 3 0,6-4-45 0,-2 3-11 0,2 3 0 0,0 0 0 16,3 0 36-16,3 6 6 15,-3-4 1-15,0 3 0 0,0 6-18 0,3-3-3 0,-3 5-1 0,0-3 0 0,0 4-21 0,-3-1 0 16,0 0 0-16,0 5 0 0,-3-2 24 0,0 5 0 15,0 0 0-15,-3 11 0 16,0 2-24-16,0 1 9 0,4 4-9 0,-1 1 0 0,3 0 8 0,-3-3-8 16,3-3 0-16,0 8 0 0,0 1 11 0,0-1-11 15,3 3 10-15,-3-3-10 0,3-2 15 0,0-3-3 16,0-3-1-16,0 6 0 0,3-3 6 0,-3 2 2 16,0 1 0-16,0 2 0 0,0-8-10 0,0 1-1 15,0-4-8-15,0 1 12 0,-3-5-12 0,3-1-8 16,-3 0 8-16,3-2-13 0,-3 0 13 0,0 0 16 0,3-1-3 15,-2-4-1-15,2-1-12 0,0-5-13 16,0-5 2-16,0 0 1 31,0-3-15-31,0-5-3 0,3 0-1 0,-3-2 0 0,3-1-58 16,0-5-11-16,0 0-2 0,-6-3-1 0,0 1-73 0,3-4-14 0,-3-4-4 0,0-1 0 16</inkml:trace>
  <inkml:trace contextRef="#ctx0" brushRef="#br0" timeOffset="-189804.76">21764 14966 1756 0,'-6'0'39'0,"-2"0"8"0,-1 0 1 0,0-3 1 0,0 3-39 0,0 0-10 0,3-3 0 0,0 3 0 0,0-2 73 0,6 2 13 16,-3-3 2-16,3 3 1 0,0 0-39 0,0 0-8 15,0 0-2-15,0 0 0 16,0 0-21-16,0 0-5 0,0 0-1 0,3-2 0 0,3-1-13 0,0 3 0 15,0-3 8-15,3 6-8 0,-3-3-16 0,3 3-7 16,0 2-1-16,2 3 0 0,-2-3 36 0,-3 6 8 16,3-1 0-16,0 3 1 15,0 1-21-15,-3-1-10 0,6 3 1 0,-3 0 0 0,0 0 9 0,0 2-10 16,0-2 10-16,3 5-10 0,0-2 10 0,-1-1 0 16,4 3 0-16,0-5 0 0,0 0 0 0,0 0-13 15,6-3 5-15,0 0 8 0,-1-5 36 16,4 0 14-16,0-2 3 0,0-6 1 0,0 0-21 0,0 0-4 15,-4-6-1-15,4-2 0 16,0 0 15-16,0-5 2 0,0-3 1 0,2 0 0 16,4-2-88-16,-3-1-18 0,0-2-3 0,3 0-1 0,-1 5 36 0,-2-2 8 0,-3-1 0 0,0-2 1 31,2 0-135-15,-5 0-27-16,3-3-6 0,-6 0-1 0</inkml:trace>
  <inkml:trace contextRef="#ctx0" brushRef="#br0" timeOffset="-184855.59">14570 14995 1552 0,'0'0'44'0,"0"0"10"0,0 0-43 0,0 0-11 16,0 0 0-16,0 0 0 16,0 0 104-16,0 0 20 0,0 0 3 0,0 0 1 0,0 0-52 0,0 0-9 0,0 0-3 0,0 0 0 15,0 0-1-15,-6 5-1 0,0 0 0 0,0 3 0 16,3 3-22-16,-3 2-5 0,0 0-1 0,0 3 0 15,0 0-18-15,0 5-4 16,-3 1-1-16,3 1 0 0,0 4-11 0,4 2 8 0,-4-3-8 0,3 3 8 16,3-2-16-16,-3-3-4 0,6 0-1 0,-3-3 0 15,3-3-17-15,3 3-3 16,-4-2-1-16,4-1 0 0,0-2 34 0,3-2 8 0,-3-1 0 16,0 0 1-16,3-5-9 0,0 0-12 0,3-5 2 0,0-1 1 15,-3-2 9-15,3-2 0 16,0-1 0-16,3-2 0 0,-4-6 0 0,4 0 0 0,-3 1 0 0,3-1 0 0,0-2 49 15,-3 0 12-15,-3-3 3 0,0 0 0 16,-3-2-48-16,0-6-16 0,-3-3 9 16,-3-4-9-16,-3-1 37 0,0 0 3 0,-3 3 0 0,-3 2 0 0,0 1-10 0,-3 5-2 15,0 2 0-15,-3 3 0 0,0 3-13 0,0 0-3 16,1 5-1-16,2 0 0 0,-3 0-11 0,3 3 0 0,3 2 0 0,0-2 0 31,0 2-12-31,3 1-7 0,6 2-1 0,0 0-1 16,0 0-117-16,0 0-23 0,0 0-5 0,0 0-946 0</inkml:trace>
  <inkml:trace contextRef="#ctx0" brushRef="#br0" timeOffset="-184477.7">15007 15373 2149 0,'0'0'47'0,"0"0"9"0,0 0 3 0,0 0 2 15,-5 0-49-15,5 0-12 0,0 0 0 0,-6-2 0 0,6 2 114 0,0 0 20 16,-3-3 4-16,3 3 1 0,-6-3-55 0,6 3-10 16,-6 0-2-16,6 0-1 15,-6-2-43-15,6 2-9 0,0 0-2 0,0 0 0 16,0 0-17-16,0 0 0 0,0 0 8 0,0 0-8 0,0 0 0 0,0 0-14 15,0 0 2-15,0 0 1 32,0 0-129-32,0 0-27 0,0 0-5 0</inkml:trace>
  <inkml:trace contextRef="#ctx0" brushRef="#br0" timeOffset="-184130.22">15153 15140 1958 0,'-3'-5'43'0,"0"-3"9"0,0 3 1 0,0-3 3 16,0 0-45-16,0 0-11 0,3 0 0 0,-2 3 0 16,4-3 104-16,-2 0 20 0,3 0 3 0,0 3 1 0,0-1-103 15,3 1-25-15,3 0 0 0,-3 2 0 16,3-2 56-16,3 2 7 0,0 1 1 0,3-1 0 16,0 3-52-16,0-3-12 0,3 1 0 0,-4 2 0 0,-2 0 0 0,3 0 0 15,0 0 0-15,-3 2 0 0,0 1 0 0,0 2 0 16,-3-2 0-16,3 2 0 15,-3 3 0-15,-1 0 0 0,1 0 0 0,-3 3 0 0,0 2 0 0,-3 0 0 16,-3 6 0-16,0 4 0 0,-3 1 0 0,0 5 0 16,-3 0 0-16,0 1 0 15,3-1 0-15,-2-6 0 0,-4 4 0 0,3-1 0 32,-3-2-29-32,3 0-9 0,-3 0-2 0,0 0 0 0,3-1-35 0,-3-1-7 0,0 1-2 0,0-1 0 15,0-1-116 1,0-3-24-16</inkml:trace>
  <inkml:trace contextRef="#ctx0" brushRef="#br0" timeOffset="-183920.19">15296 15498 2098 0,'0'0'46'0,"3"-6"10"0,-3 1 1 0,0-3 3 0,0 0-48 0,3 3-12 0,-3-3 0 0,3 3 0 16,3-3 73-16,-3 2 13 0,0 1 2 0,0 0 1 15,3-3-33-15,-3 3-8 0,3 2 0 0,0-2-1 16,0 2-24-16,0 0-5 0,0-2-1 0,3 2 0 15,3-2-17-15,-3 0 0 0,2 0 0 0,4-1 0 16,0-2 0-16,0 0 0 0,0-2 0 0,3-1 0 16,3-5-150-16,2 0-34 0,25-18-6 15,-15 8-2-15</inkml:trace>
  <inkml:trace contextRef="#ctx0" brushRef="#br0" timeOffset="-183639.26">15787 15119 1854 0,'0'0'40'0,"0"0"9"0,0 0 2 0,0 0 1 0,0 0-41 0,0 0-11 0,-6-5 0 0,6 5 0 16,-3-3 76-16,3 3 14 0,-6-5 2 0,1 5 1 0,2-3-23 0,-3 3-5 16,6 0-1-16,-6 3 0 15,-3 2 0-15,3-2 0 0,0 5 0 0,-3-3 0 0,0 3-48 0,3 3-16 16,0 2 10-16,0 0-10 0,0 0 11 0,3 1-3 16,3-1-8-16,0 3 12 15,3-3-12-15,0 3 0 0,0-3 0 0,3 0 0 0,0 3-11 0,0-3 2 0,0-2 0 16,3 0 0-16,0-1 9 0,-3 1 0 15,3-3 0-15,0 0 0 0,-3 0 0 0,2-3 0 0,1 3 0 0,-3-3 0 16,0 0 0-16,-3 1 0 0,0 2 0 0,0-3 0 16,0 3 0-16,-3 0 0 0,0 0 0 0,-3 2 0 15,0-2 0-15,-3 3 0 0,0-1 0 0,-3 4 0 32,3-4-30-32,-2 3-4 0,-1-2-1 0,-3 2 0 15,0-2-1-15,-6 2 0 0,3-5 0 0,-3 3 0 16,-3-3-94-16,3-3-19 0,-2-3-4 0</inkml:trace>
  <inkml:trace contextRef="#ctx0" brushRef="#br0" timeOffset="-183444.09">15653 15326 1958 0,'9'-14'43'0,"3"1"9"0,0-5 1 0,0-1 3 0,-3-2-45 0,3 0-11 0,0 0 0 0,0-1 0 16,0 4 109-16,-3-1 20 0,2 6 4 0,4-3 1 15,-3 6-62-15,0-1-12 0,3 1-2 0,-3 2-1 16,3 0-45-16,-3 0-12 0,0 2 0 0,3 1 0 0,-4 3 13 0,1-4-2 15,0 4-1-15,3-1 0 16,-3 0-26-16,0 1-4 0,0-1-2 0,0-2 0 16,3 2-171-1,-3 0-35-15</inkml:trace>
  <inkml:trace contextRef="#ctx0" brushRef="#br0" timeOffset="-182976.4">16025 15439 2030 0,'0'0'44'0,"0"0"10"0,0 0 2 0,0 0 1 0,0 0-45 0,-5 3-12 0,-1 2 0 0,3 1 0 15,3-6 67-15,-3 5 11 0,-3 0 2 0,3 3 1 0,0 0-17 0,-3 0-4 16,3 3-1-16,-3 2 0 16,3 0-17-16,0 3-3 0,-3 5-1 0,3 0 0 0,0 3-18 0,0 3-3 15,0-1-1-15,3 0 0 16,0-2-16-16,0 0 0 0,0-3 8 0,0-2-8 0,0-1 0 16,0 1-12-16,0-1 1 0,-3-2 1 31,3-3-29-31,0 1-5 0,0-4-2 0,0 4 0 0,0-7-33 0,0 1-6 0,0-2-2 0,0-6-612 15,0 0-122-15</inkml:trace>
  <inkml:trace contextRef="#ctx0" brushRef="#br0" timeOffset="-182623.39">16151 15691 1724 0,'5'-16'38'0,"-2"8"8"0,0-3 2 0,0 1 0 0,-3-1-39 0,3 3-9 0,-3 0 0 0,0 3 0 15,3 0 105-15,-3 5 19 0,0 0 4 0,0 0 1 0,0 0-1 0,0 0 0 0,-6 5 0 0,3 0 0 16,0 3-111-1,0 3-17-15,0-1-14 0,-2 4 2 0,2-1 12 0,0 3 0 0,0 0 10 0,3-3-10 16,-3 3 0-16,3-3 0 0,0 0 0 0,3-5 0 16,-3 3-18-16,3-6-3 0,3 3-1 0,-1-3 0 15,4-2-11 1,-3 0-3-16,3-3 0 0,3 0 0 0,0 0 11 0,0 0 1 0,3-6 1 0,-3 1 0 16,6 0 11-16,-3-1 1 0,-4-4 1 0,4 2 0 15,-3-3 10-15,3-2 9 0,-6 0-1 0,0-3-8 16,3-3 41-16,-3 4 2 0,-3-4 0 0,-3-2 0 15,0 2 12-15,0 1 2 0,-6 2 1 0,0 0 0 0,0 0-14 16,-3 3-4-16,-3 2 0 0,0 1 0 16,0 2-20-16,-3 0-5 0,0 3-1 0,0 2 0 15,0-2-14-15,-2 2 0 0,2 0 0 0,0 1 0 16,0 2-16-16,0 2-8 0,3-2-3 0,0 3 0 16,0 0-161-16,3-3-33 0,6 0-7 0,-6 0 0 0</inkml:trace>
  <inkml:trace contextRef="#ctx0" brushRef="#br0" timeOffset="-179564.72">16734 15185 1267 0,'-9'24'28'0,"6"-16"5"0,-3 3 2 0,0-1 1 0,0 4-36 0,3-4 0 15,-3-2 0-15,3 3 0 0,0-3 0 0,3 0 0 0,0-1 0 0,-3 1 0 32,3-2-25-32,0 2-12 0,0-3-3 0,-3 0 0 0,3 0 25 0,-3 1 5 0,3-6 1 0,-3 5 0 15,0 0 46-15,-3 1 10 16,3-4 1-16,3-2 1 0,-3 6 12 0,-2-4 3 0,5-2 0 0,0 0 0 15,0 0-1-15,0 0 0 16,0 0 0-16,0 0 0 0,0 0-13 0,3 3-2 0,-1 0-1 0,4-1 0 16,6-4-4-16,-3 2-1 0,6-3 0 0,3 0 0 0,0 1-19 0,3-4-4 31,3 4-1-31,2-6 0 0,-2 2-8 0,0-2-2 0,0 1 0 0,-3-1 0 0,-1 0 0 0,1 2-8 16,3-2 12-16,0 3-4 15,0 0-8-15,0 0 0 0,-1-3 0 0,1 2 0 0,0 4 0 16,0-4-14-16,-3 4 3 0,-4-1 1 15,1 3-16-15,0 0-3 0,-6 0-1 0,0 0 0 16,-6 3-41-16,0-1-8 0,0-2-1 0,-6 0-737 0</inkml:trace>
  <inkml:trace contextRef="#ctx0" brushRef="#br0" timeOffset="-179332.52">16823 15529 1638 0,'0'0'36'0,"0"0"7"0,-6 3 1 0,0 0 3 0,6-3-38 0,0 0-9 0,0 0 0 0,0 0 0 15,0 0 42-15,0 0 6 0,0 0 2 0,0 0 0 16,6 0-2-16,3-3-1 0,3 3 0 0,0-3 0 16,3 1-12-16,-3 2-3 0,3-3 0 0,0 0 0 15,-1 1-10-15,1-4-2 0,0 4-1 0,0-3 0 16,3 2-19-16,3-2 0 0,0-1 8 0,5 1-8 15,1 0 0-15,3-1-14 16,0 1 2-16,2 0 1 0,1 0-53 0,-3 2-10 0,0-2-2 0,-3-1-1 31,2 4-103-31,-2-4-21 0,24 1-4 0,-4 0-1 0</inkml:trace>
  <inkml:trace contextRef="#ctx0" brushRef="#br0" timeOffset="-175039.55">18097 15109 1886 0,'-9'2'41'0,"0"1"9"0,0 2 2 0,0-2 1 0,4 2-42 0,-4-2-11 16,0 2 0-16,0 0 0 0,3 3 20 0,-3 0 1 16,3 3 1-16,-3-1 0 0,0 1-22 0,3 5 0 0,-3-3 0 0,0 6 0 31,0-1-26-31,3 3 0 0,0 1 0 0,-3-1 0 15,4-3-9-15,-1 3-1 0,3 1-1 0,-3-1 0 16,3 3-22-16,0-1-4 0,0 4-1 0,0 2 0 16,3 0 0-16,0 0 0 0,0 0 0 0,3-2 0 0,3-1 52 0,0-2 12 0,0-6 0 0,5 1 0 15,1-6 0 1,0-2 0-16,3-1 0 0,3-4 0 0,0-4 0 0,0-2 12 0,0-5-3 0,-1 0 0 16,4-6 33-16,-6-2 6 15,0-3 2-15,-3-2 0 0,0-4-6 0,0 1-2 0,-3-5 0 0,0 2 0 16,-3 0-12-16,0-2-2 0,-3 4-1 0,0-1 0 15,-3 2 29-15,-3-1 7 0,0 4 1 0,0-1 0 16,-3 3 15-16,0 1 3 0,-3 1 1 0,0-2 0 16,-3 6-32-16,0-1-7 0,-3 1 0 0,0-1-1 0,0 3-26 0,-3 3-5 15,1 0 0-15,2 2-1 16,-3 3-11-16,0 0-9 0,0 3 9 16,3-1-13-16,0 4-39 0,4-1-7 0,-1 0-1 15,3 3-958-15</inkml:trace>
  <inkml:trace contextRef="#ctx0" brushRef="#br0" timeOffset="-174746.41">18386 15535 2170 0,'-12'5'48'0,"6"-5"9"0,0 0 3 0,6 0 1 0,-6-3-49 0,6 3-12 0,0-5 0 0,0 0 0 15,3-3 44-15,0 2 7 16,3 1 1-16,-3 0 0 0,6-3-33 0,-3 0-7 0,3 3 0 0,0-3-1 16,3 0-11-16,-3 0 0 15,3 0 0-15,-1 0 0 16,-2-3-35-16,3 4-9 0,0-4-1 0,0 0-638 15,0 1-127-15</inkml:trace>
  <inkml:trace contextRef="#ctx0" brushRef="#br0" timeOffset="-174414.79">18791 15106 2030 0,'-18'5'57'0,"12"1"14"0,0-4-57 0,0 4-14 16,0-4 0-16,3 3 0 0,0 1 54 0,3-1 8 16,0 3 2-16,0 0 0 15,0 0-52-15,3 2-12 0,-3 1 0 0,3 2 0 0,3 0 0 0,-3 1 0 16,0 4 0-16,3 1 0 0,-3-1 0 0,0-2 0 0,3 3 0 0,-3-1 0 16,3 1 0-16,-3-1 0 0,0 1 0 15,0-1 0-15,0 1 0 0,0-1 0 16,0 1 0-16,0 5 0 0,3-3 0 0,-3 3-12 0,3 2 12 0,-4-2-10 15,4 0-7-15,0-3-2 16,3-3 0-16,-3-2 0 16,0-2-34-16,3-4-7 0,0-2-2 0,-3-3-522 15,3-5-104-15</inkml:trace>
  <inkml:trace contextRef="#ctx0" brushRef="#br0" timeOffset="-174189.25">19097 15146 1552 0,'-3'-19'44'0,"0"11"10"0,3-2-43 0,0 2-11 0,0 0 0 0,-3 0 0 16,3 0 104-16,0 3 20 16,-3-1 3-16,3 6 1 0,0 0-52 0,0 0-9 0,0 0-3 0,0 0 0 15,0 0-17-15,0 0-4 0,-3 8-1 0,3 3 0 16,-3-1-19-16,1 6-4 0,2 5-1 0,-3 3 0 16,0 5-18-16,3 3 10 0,0 0-10 0,0 0 8 0,0-6 45 0,0 3 9 15,3-2 2-15,0 2 0 0,-1-3-52 0,1 1-12 16,0 2 0-16,0 5 0 0,3 1 0 0,-3-1 0 15,3 0 0-15,0 1 0 16,0-6-48-16,0 0-13 0,0-5-3 0,0-3 0 16,0-2 22-16,3-4 4 0,-3 1 1 0,0-3 0 15,3-5-167-15,0 0-32 0</inkml:trace>
  <inkml:trace contextRef="#ctx0" brushRef="#br0" timeOffset="-173744.13">19368 15746 1717 0,'0'0'37'0,"0"0"8"0,0 0 2 0,0 0 2 0,-3-5-39 0,0 2-10 15,0-2 0-15,0 0 0 0,3 0 56 0,-3-3 8 0,3 2 3 0,0-4 0 16,0-1-8-16,0 1-2 0,0-1 0 0,3-2 0 15,0 2-40-15,0-2-8 0,0 0-1 16,0-1-8-16,3 1 0 0,0 0 0 0,0 2 0 0,0 1 0 16,3-3 43-16,3 5 1 15,-3-3 1-15,6 0 0 0,-3 4-21 0,2 1-4 0,1 1 0 0,0 2-1 0,3-2-19 0,-3 5 0 16,3-3-11-16,0 1 11 16,-3 4 0-16,-1 1 0 0,1 0 0 0,-3-1 0 15,0 4 0-15,0-1 0 0,-3 3 0 0,-3 2 0 16,0 4 0-16,-3-1 0 0,-3 3-11 0,-3 5 11 0,0 0-16 0,0 3 4 15,-3 2 0 1,-3 1 1-16,-3-1 11 0,0-5-8 0,0 3 8 0,-3-3-8 16,4-2 8-16,-4-1 0 0,3 1 0 0,0 0 0 0,0-4 0 0,3 1 12 15,0 0-2-15,3 3-1 0,0-3 5 0,6-1 1 16,0 1 0 0,3-2 0-16,3-1 5 0,3-3 0 0,3 4 1 0,6-6 0 0,0 2-10 0,5-5-3 15,4 1 0-15,3-4 0 0,-3-2 0 16,3-2 0-16,-1-4 0 0,10-4 0 15,3-3 16-15,5-3 2 0,7-5 1 0,5-3-1189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25T19:43:25.3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0-09-25T19:43:25.914"/>
    </inkml:context>
  </inkml:definitions>
  <inkml:trace contextRef="#ctx0" brushRef="#br0">7718 6927 851 0,'-6'-5'36'0,"0"0"-36"15,0 2 109-15,0-2 15 0,0-1 4 0,0-2 0 16,-3 3-59-16,0 0-11 0,0 0-2 0,-3-3-1 15,0 2-19-15,-2 1-3 0,-1-3-1 0,-3 3 0 16,-3-3-8-16,3 0-1 0,-3 0-1 0,-3 0 0 16,1 0-6-16,-1 0-2 0,0 0 0 0,0 0 0 15,3 0-14-15,-2-2 11 0,2 2-11 0,0 0 10 0,3-3 12 0,-3 3 2 0,3 0 1 0,-2 1 0 32,-4-4-13-32,0 3-4 0,0 3 0 0,-3 2 0 15,1 0 19-15,-1 3 3 0,0 0 1 0,0 3 0 0,6 2-43 0,-3 1-9 0,4 2-2 0,-1-3 0 16,3 3 37-16,3 2 7 0,0-2 2 0,3 3 0 31,-3 0-39-31,3-4-8 0,4 7-2 0,-7-4 0 0,0 1 26 0,0-1 0 0,0 1 0 16,-3 0 0-16,3 2 0 0,-3-5 0 15,1 2 0-15,-4 4 0 0,3-4 0 0,-3 3 0 0,3 1 0 0,-3 2 0 16,1 2 0-16,2 1 0 16,0 2 0-16,0 0 0 0,3 3 0 0,3 0 0 0,0-1 0 15,0 1 0-15,0 0 0 0,3-3 0 0,4 0 0 0,-4 0 0 16,3-2 0-1,0 0 0-15,3-4 0 0,-3 4-8 0,3-3 28 0,0-3 5 0,0 6 2 0,3-6 0 16,-3 3-43-16,3 0-9 0,0-3-2 0,0 3 0 16,3-3 27-16,0 3-8 0,0 0 8 0,0 2 0 15,3-2 0-15,3 0-8 0,-3 2 8 0,3-2 0 16,2 0-32-16,1-3 0 0,0 1-1 0,3-1 0 16,3 0 33-16,-3-2 0 0,3-3 0 0,3 0 0 15,2 2 0-15,1-2 0 0,0 0 0 0,0 0 0 16,0 0 0-16,-1-3 0 0,-2 3 0 0,3 0 0 15,-3-3 0-15,-3 1 0 0,0-1 0 0,2-2 0 16,-2 2 0-16,3-5 0 0,0 3 0 0,3-1 0 16,0-2 13-16,-1 3 10 0,4-3 1 0,0 0 1 15,0 0-25-15,0 0 0 0,-1 0 0 0,1 0 0 16,-3 0 0-16,-3 0 0 0,0 0 0 0,3-3 0 16,-4 1-20-16,4-1-2 0,-3-2-1 0,6-1 0 0,-3 1 37 0,2 0 7 0,1 2 2 15,3-2 0-15,-3-1-23 0,0 1 0 0,-1 0 0 0,1 0 0 31,-3-1-14-31,0 1-7 0,-6 0-2 0,2-3 0 0,-2 0 23 0,0 3 0 16,0-3 0-16,0 0 0 16,0 0 0-16,0-3 0 0,-1 1 0 0,1-1 0 15,3-2 16-15,-3 0 7 0,0-3 1 0,3 0 1 0,-3 0-40 0,-1-3-8 0,-2 3-1 0,3 1-1 16,-3-4 53-16,3 3 12 16,-6 0 1-16,3 0 1 0,0 1-27 0,-7 1-6 0,4 1-1 0,-3-3 0 15,0 0 0-15,-3 0-8 0,0-2 12 16,0-1-4-1,0-2 0-15,-3-3-8 0,0 3 12 0,0-5-4 0,0 2-8 0,0 0 0 0,0-2 0 0,0 2 0 16,0 0 35-16,-3 3 5 0,0 0 0 16,0-3 1-16,0 5-20 0,-3 1-4 0,3-1-1 0,-3 1 0 15,-3-1-7-15,0 1-1 0,-3-1-8 0,-3 1 12 16,0-3 12-16,-3-1 1 0,1 1 1 0,-7 0 0 16,-6 0-17-16,0 2-9 0,-3-2 10 15,-2 5-10-15,-1 3 0 0,0 3 8 0,0 2-8 0,-2 0 0 16,-1 2-23-16,-3-2-7 15,4 3-2-15,-7 3 0 16,3-1-25-16,-3 6-6 0,-2-1-1 0</inkml:trace>
  <inkml:trace contextRef="#ctx1" brushRef="#br0">10748 16088 0,'0'0'16,"0"0"15,0 0-15,36-21 15</inkml:trace>
  <inkml:trace contextRef="#ctx0" brushRef="#br0" timeOffset="1322.43">4497 14032 1074 0,'-6'-3'30'0,"0"0"8"0,0 3-30 0,-3-2-8 0,3-1 0 0,0 3 0 0,-6 0 38 0,4 0 6 0,-1 0 2 16,-3 0 0-1,-3 0 5-15,0 3 1 0,-3-1 0 0,3 1 0 16,-6 0-8-16,1-1 0 0,-1 1-1 0,0 2 0 15,3-2-9-15,0 0-2 0,0 2 0 0,0-2 0 0,1-1-10 0,5 3-2 0,-3-2-1 0,3 0 0 32,3-1 1-32,-9 4 0 0,3-4 0 0,3 4 0 15,6-1 0-15,0 0 0 0,3 1 0 0,0 1 0 0,3 1-8 0,0 0-2 0,0 0 0 0,0 0 0 32,0 3-10-32,0-3 0 0,0 0 9 0,0 2-9 0,-3 1 0 0,3-1 8 15,3 1-8-15,-3 2 0 0,3 0 0 0,-3 3 8 16,0 0-8-16,0 3 0 0,0 5 0 0,-3 2 0 0,0 3 0 0,3 3 0 15,0-3 10-15,0 0-2 0,0 0-8 0,0 0 12 16,3-5-12-16,0 3-8 0,-3-4 8 0,3 1-13 16,-3 3 13-16,0-1-9 0,0 3 9 0,-6 0-8 15,0 0 8-15,-5 3-13 0,-1-3 5 0,6 3 8 16,0-8-12-16,6 0 12 0,3-6-12 0,3 1 12 16,-3-6-15-16,6-2 5 0,0 2 1 0,-4-5 0 15,1 0 0-15,-3 0 0 0,-3-3 0 0,0 3 0 16,3-3-1-16,0-2 0 0,0 2 0 0,0 0 0 15,0 1-2-15,3-4 0 0,0 1 0 0,3 2 0 16,0-5-4-16,9 3 0 0,-6-3-1 0,9 3 0 16,2-3 17-16,4 0 0 0,3-3 0 0,0 3 0 31,0 0-40-31,-4 0-7 0,1-3-1 0,0 1-1 0,0-1 23 0,-3 0 5 0,-1-2 1 0,1 2 0 16,0-2 5-16,3 0 2 0,3 2 0 0,-4-2 0 0,-2-3 4 15,0 3 1-15,0-1 0 0,-9-2 0 16,0 0 8-16,-4-2-8 0,-2 2 8 0,-3-3-8 15,0 1 8-15,-3-4-13 0,3 4 5 0,-6-3 8 16,0-3-29-16,0 3 1 0,-6-3 1 0,3 0 0 0,-3 3 40 0,6-3 8 16,-3 0 2-16,0 3 0 0,0-1-23 0,3 1 0 0,3 3 0 0,-3-14 0 15,-9 5 0-15</inkml:trace>
  <inkml:trace contextRef="#ctx0" brushRef="#br0" timeOffset="1401.06">5584 14487 2178 0,'6'-11'48'0,"2"3"9"0,19-18 64 0,-15 10-109 0,3-5-12 0,-3 0 0 0,15-24 0 32,-15 13 0-32,-9 19 0 0,0-3 0 0</inkml:trace>
  <inkml:trace contextRef="#ctx0" brushRef="#br0" timeOffset="1514.57">4762 14143 2224 0,'0'-5'99'0,"0"-3"20"0,0-3-95 0,0 0-24 0,0-2 0 0,0 3 0 16,3-4 12-16,3 1-3 0,-6 3 0 0,-6-1 0 15,3 3-9-15,-6 0 0 0,3 5 0 0,-6 1 8 16,-6 2-19-16,1 2-4 0,-7 1-1 0,0 2 0 15,3-2-30-15,-3 5-6 16,0-3-2-16</inkml:trace>
  <inkml:trace contextRef="#ctx0" brushRef="#br0" timeOffset="12382.73">14251 13870 1074 0,'-6'-5'30'0,"-2"2"8"16,2 1-30-16,0-1-8 0,3-2 0 0,-3 5 0 16,0-3 32-1,0 3 6-15,6 0 1 0,-6 0 0 0,0 0 16 0,-3 0 3 0,3 0 1 0,0 3 0 16,-3-3-23-16,3 2-5 0,0 1-1 0,-3 0 0 31,0-3 9-31,-3 5 1 0,4-5 1 0,-4 5 0 0,0-2-14 0,-3 0-3 0,3-1-1 0,-3 4 0 16,-3-1-3-16,0 0 0 0,-3 0 0 0,4 3 0 15,-4 3-5-15,0 0-2 0,-3-1 0 0,3 6 0 16,0-3 15-16,4 3 2 0,-1 3 1 0,0-1 0 16,0-2-31-16,3 3 0 0,3-4 0 0,-3 7-10 15,0-7 10-15,1 7 0 0,-1-4 10 0,0 1-10 16,0 2 0-16,0-3 0 0,0 1 0 0,0 5 0 0,-3 0 0 16,1 5 0-16,2 0 0 0,0 5 0 15,0-2 0-15,3 2 0 0,-3-2 0 0,3 0-10 16,0-3 10-16,0-3 0 0,3 1 0 15,1-3-8-15,2 2 8 0,-3-2 0 0,3 2 0 0,0 1-8 0,3-1 8 0,3 3 0 16,0 0 0-16,0 1 0 16,3-4 0-16,0 1 8 0,3-6-8 0,0 2 0 0,0-1 0 0,3-4 0 0,-1 1 0 15,4-1-8 1,0-2 8-16,3 3-8 0,0-3 8 0,0-1-8 16,3 1 8-16,-3-3-13 0,3 3 5 0,-1-2 8 0,-2-4 0 0,3 1 0 0,0-6 0 0,0 0 0 15,3-2 0-15,0-3 0 0,-1-3 0 0,7-2 12 16,0-3-1-16,6 0 0 15,-1-2 0-15,4-1 0 0,0 0-11 16,-3 1 0-16,-1 2 9 0,4-3-9 16,-6-2 9-16,0 0-9 0,-4 0 12 0,7-3-12 0,-6-3 0 0,3 1 0 0,2-3 0 0,1-1-12 31,-6-1 12-31,3-4 0 0,-3 1 0 0,-1-1 0 16,-2 1 0-16,-3-1 0 0,-3 3 0 0,0 1 0 0,0-1 0 0,-4 3 0 0,-2-3 11 0,3 0-3 15,-6 3-8-15,3 0-8 0,0-3 8 0,-3 0-12 16,-3-2 51-1,3-4 9-15,-3-1 3 0,0 2 0 0,-3 0-31 0,-3-1-7 0,3 4-1 0,-6-3 0 16,3 5-12-16,-6 0 0 0,3 0 0 16,-3 3 0-16,0-3 33 0,-3 3 1 0,0-3 0 0,0 1 0 15,0-4-18-15,0 3-4 0,0-5-1 0,-3 3 0 16,3-1 5-16,0 6 2 0,1-3 0 0,-4 6 0 16,0-1-18-16,-3 6 0 0,3-3 0 0,-3 6 0 15,0-1 0-15,-3 3 0 0,3 0 0 0,-5 3 0 16,2 2 0-16,0 1 0 0,-3-1 0 0,0 3 0 15,3 5-44-15,-2-2-16 0,2 2-4 0,-3 0 0 16,3 3-102-16,0 0-21 0</inkml:trace>
  <inkml:trace contextRef="#ctx0" brushRef="#br0" timeOffset="15451.34">8545 7507 851 0,'0'0'36'15,"-3"-6"-36"1,3 6 19-16,-6-2-3 0,3-4-1 0,0 4 0 15,-3-3 9-15,3 2 1 0,-2-2 1 0,2 2 0 16,-3 0-2-16,0 1-1 0,3-1 0 0,-6 0 0 16,3 1 6-16,0 2 2 0,-3-3 0 0,0 3 0 15,0-3 13-15,0 3 4 0,-3-2 0 0,-3 2 0 16,0 0-13-16,1-3-3 0,-4 0 0 0,0 3 0 16,0-2-8-16,0 2-1 0,0 0-1 0,0-3 0 15,1 1-22-15,-1 2 0 0,0 0 0 0,0-3-12 16,3 3 61-16,0-3 12 0,0 3 3 0,0 0 0 0,1-2-52 0,2 2-12 0,0 0 0 0,0 0 0 31,0-3 0-31,0 0-15 0,3 1 3 0,-3 2 1 0,0-3 11 0,-3 0 8 0,0 1-8 16,1 2 11-16,-4-3-2 15,-3 3 0-15,3-3 0 0,-3 3 0 0,0 3 4 0,1-3 1 0,-1 3 0 0,0-1 0 16,3 1-2-16,0 0-1 0,0 2 0 0,0 0 0 16,4 3-11-16,2-3 12 0,0 3-12 0,0 0 12 15,3 0-12-15,3 0 0 0,-3 3 0 0,3-3 8 16,-3 2-8-16,6 1 0 0,-3 0 0 15,0 2 0-15,0 0 0 16,3 0 0-16,-3 0-9 0,3 1 9 0,-3-1 0 16,3 3 0-16,-2-3 0 0,-1 3 0 0,0 0 0 0,0-3 0 0,-3 0 0 0,3 3 0 15,-3 0 0-15,0 0 0 0,0 2 0 0,0 1 0 16,0 2 0-16,0 0 0 0,0 3 0 0,0 2 0 16,3-2 0-16,-3-3 0 0,3 3 0 0,1 0 0 15,2-5 0-15,0-1 0 0,0-2 0 0,3-3 0 16,-3 3-30-16,3-3-2 0,0-2-1 0,0 2 0 15,3-2 53-15,0-3 10 0,0 2 2 16,0 1 1-16,2-3-33 0,1 0 0 0,0 2 0 0,0 1 0 16,0-1 0-16,3 1 0 0,0-3 0 0,0 3 0 15,0-3-20-15,0 2-10 16,3-2-2-16,-3 0-1 0,0 0 54 0,3 3 11 0,-3-6 3 0,-1 3 0 0,1-3-25 16,-3 3-10-16,3-5 8 0,0 2-8 15,-3 0 0-15,6-2 0 0,-3 2 0 0,0-5 0 16,3 3 0-16,0-3 0 0,0 2 0 0,3-2 0 15,2 0 0-15,-2-2 0 0,3 2 0 0,3 0 0 0,-3-3 0 0,3 3 0 0,-3-5 0 16,2 2 0 0,1 1 0-16,0-1 0 0,-3 0 0 0,3 1 8 15,-3-1-8-15,-4-2 0 0,1 5 0 0,0-3 0 0,0-2 0 0,0-1 0 0,0 1 0 0,3-3 0 32,0 3 0-32,-3-3 0 0,2 0 0 0,1 0 0 15,3 0 0-15,-3 0 0 0,3 0 0 0,0 0 0 0,-4 0 0 0,1 3 0 0,3 0 0 0,-3-3 0 16,0 3 0-1,0-1 0-15,-3-2 0 0,-1 3 0 0,1 0 0 0,0-3 0 16,-3 0 0-16,0 0 0 0,0 0 0 16,0-3 0-16,-3 1 0 0,3-3 0 15,-3 2 0-15,0-2 0 0,2 2 0 0,-2-2 0 0,0 0 0 0,0 0 0 0,0-1 0 0,0-2 0 16,0 1 8-16,0-4-8 0,-3 1 12 0,3-1-4 16,0 0-8-16,-3 1 0 0,3 2 0 0,-3-2 0 15,3 2 0-15,-3 0 0 0,-1 3 0 0,1-1 0 16,-3 1 8-16,0 0-8 0,0 2 0 0,0 1 8 15,-3-1-8-15,0-2 8 0,0 5-8 0,-3-3 8 16,3 1-8-16,-3-1 8 0,0 1-8 0,0 2 8 16,0-3-8-16,-2 1 0 0,2-1 0 0,0-2 8 15,-3 2-8-15,3 1 0 0,-3-4 0 0,3 4-11 16,-3-3-17-16,3 2-3 0,0-2-1 0,-3-1 0 16,3 1-113-16,0 0-23 0</inkml:trace>
  <inkml:trace contextRef="#ctx0" brushRef="#br0" timeOffset="19714.55">8096 14008 1241 0,'-18'8'25'0,"18"-8"8"16,-6 2-33-16,-3 1 0 0,9-3 0 16,-6 0 0-16,6 0 26 0,-6 3-2 0,6-3 0 0,-9 0 0 15,0 2-9-15,0-2-3 0,0 0 0 0,-2 0 0 0,2 0 2 16,-3 0 0-16,0 0 0 0,0 0 0 0,0 0-2 0,0-2-1 0,0-1 0 0,-3 0 0 15,0 1 6-15,1-3 2 0,-4-3 0 16,3 0 0 0,0 0-8-16,0-3-2 0,0-2 0 0,3 2 0 0,-3-2-9 0,0 0 0 0,4 2 0 0,-4-2 0 15,3 2 38-15,0 1 6 0,0 2 0 0,0-3 1 32,0 1-29-32,0 2-7 0,-3-3-1 0,0 3 0 15,-2 3 3-15,-1-3 0 0,-3 3 0 0,-3 0 0 0,0-1 4 0,0 1 1 0,-2 2 0 0,-1 1 0 16,3-1 4-16,0 3 0 0,0-3 1 0,1 3 0 31,2 3-1-31,0-3 0 0,3 3 0 0,0 2 0 0,0-2-5 0,-2 2-2 0,-1 0 0 0,0 0 0 16,-3 1-1-16,0 2-1 0,-3-3 0 0,4 6 0 15,-4-1-23 1,3 1-4-16,-3 2 0 0,3 3-1 0,4 2 33 0,-1 4 6 0,0 1 2 0,0 1 0 16,6 0-39-16,-3 2-7 0,3 4-2 0,1-4 0 15,-4 0 39-15,0 1 7 0,0-1 2 0,-3 3 0 16,3 1-39-16,-3-1-7 0,1 2-2 0,-1 4 0 15,3-1 24-15,0 1 0 0,3 2 0 0,0-3 0 16,3-2 13-16,3-6 7 0,4-2 2 0,-4 0 0 16,6 0-35-16,0 0-7 0,0-3-2 0,3 3 0 15,3 5 30 1,0 0 5-16,0 3 2 0,3 2 0 0,0-5-15 0,5 0-18 0,1 0 4 0,3-2 1 16,-3-4 13-16,3-4 0 0,3 0 0 0,-3-1-9 0,6-2 9 15,-4 0 0-15,1 0 0 0,0 0 0 16,0-3 0-16,-3 0 0 0,0 0 0 0,0 0 0 15,3-2-24-15,-4 2-2 0,4-5-1 0,3 3 0 0,0-1-8 0,3-2-1 0,0-2-1 0,2-1 0 32,1 3 37-32,3-3 21 0,0-2-2 0,-1-1-1 0,-2 1-29 0,-3-3-5 0,0-3-2 0,0 1 0 15,-1-3 18-15,1-1 0 0,3-2 0 0,0-2 0 16,3-1 0-16,2 1 0 0,4-1 0 16,-3 0 9-16,3-2-9 0,-4 0 0 0,1 2 0 0,0-2 0 15,-3-3 0-15,-4 3 0 0,1-3-9 0,6 0 9 16,-3-2 0-1,-1-3 0-15,7-1 0 0,-3-1 0 16,0-4 0-16,-1-2 0 0,-2 0 0 0,0-3 0 0,-3 6 0 0,-1-3 0 16,-2 5 0-16,-3-3 0 15,3 3 0-15,-3 1 0 0,3 1 0 0,-1-4 0 0,-2 2 0 0,3-2 0 0,0-1 0 0,-3-2 9 16,0 0-9-16,-1-3 0 0,-2 3 0 0,0 0 0 16,-3 3 0-16,-3 4 0 0,0 1 0 0,-3 3 0 15,-3-1 0-15,0 1 0 0,-3 2 0 0,0-3-11 16,-3 3 11-16,-3 1 0 0,0-1 0 0,0-3 0 15,-3 3 49-15,0-2 12 16,0-1 3-16,-3 1 0 0,0-3-52 0,-3 2-12 0,3-2 0 0,-6-3 0 16,0 6 54-1,0-1 8-15,-2 3 2 0,-1-2 0 0,0 4-52 0,-3-1-12 0,0 1 0 16,3 4 0-16,-3-1 0 0,4-2 0 0,-1 2-9 0,-3 1 9 16,-3 2-19-16,0 0 3 0,-2-3 0 0,-4 3 0 15,0-2-22-15,-3 2-4 0,0 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00" units="cm"/>
          <inkml:channel name="Y" type="integer" max="2000" units="cm"/>
          <inkml:channel name="T" type="integer" max="2.14748E9" units="dev"/>
        </inkml:traceFormat>
        <inkml:channelProperties>
          <inkml:channelProperty channel="X" name="resolution" value="105.26316" units="1/cm"/>
          <inkml:channelProperty channel="Y" name="resolution" value="105.26316" units="1/cm"/>
          <inkml:channelProperty channel="T" name="resolution" value="1" units="1/dev"/>
        </inkml:channelProperties>
      </inkml:inkSource>
      <inkml:timestamp xml:id="ts0" timeString="2021-03-10T22:29:45.8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1-03-10T22:29:48.627"/>
    </inkml:context>
  </inkml:definitions>
  <inkml:trace contextRef="#ctx0" brushRef="#br0">18917 2762 0,'0'0'0,"19"0"93,105-47-61,-38 9-32,37-10 31,-27 10-15,-58 38-1,-19 0 110,-10 19-94,-9 10-31,19 18 47,0-18-31,-19 9 0,0 38 15,-19 67 16,0-133-47,-9 37 31,-258 106 63,229-125-47,66-18 31,20 18-63,209 144 32,-200-134-31,48 28 31,-77-66 31</inkml:trace>
  <inkml:trace contextRef="#ctx1" brushRef="#br0">19118 2098 0,'0'0'0,"0"0"16,42 29-16,-12-5 15,-1 5-15,4 0 16,-3 1 0,-3 7-1,-1 2-15,-8 4 16,-3-1 0,-6-5-16,-9 0 15,-3-13 1,-6 0-16,0-11 15,-3-5-15,-5-16 16,8-13 0,-3-11-16,12-13 15,12-13 1,11-8-16,7 7 16,15-1-1,8 9-15,1 1 16,6 10-16,8-2 15,6 18 1,1 3-16,-7 13 16,-8 19-1,-10 10-15,-14 8 16,-9 0 0,-12 8-16,-6 5 15,-3-2-15,-9 5 16,-6-3-1,-3 1-15,3-6 16,0 2 0,6-4-16,0 2 15,0-8-15,3-5 16,0-8 0,9-8-1,24-19-15,-33 11 16,0 0-16,0 0 15</inkml:trace>
  <inkml:trace contextRef="#ctx1" brushRef="#br0" timeOffset="1638.83">20291 2747 0,'0'0'0,"54"0"15,38-6 1,33-7-16,-3-3 15,-6 0-15,6 3 16,-9 0 0,-18 2-16,-23 11 15,-19-5 1,-20 10-16,-15-5 16,-18 3-1,0 7-15,-39 9 16,1 10-1,38-29-15,0 0 16,0 0-16</inkml:trace>
  <inkml:trace contextRef="#ctx1" brushRef="#br0" timeOffset="1965.71">20297 3273 0,'0'0'0,"0"0"15,0 0 1,0 0-16,42-40 16,-16 19-1,19-8-15,21-5 16,20 5-16,3 2 15,6-2 1,4 8-16,5 2 16,0 9-1,-12 12-15,9-2 16,-101 0 0,0 0-16,0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25T19:38:44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7197 4940 1326 0,'0'0'28'0,"0"0"5"16,-3-11-33-16,3 6 0 0,0 5 0 0,0 0 0 15,0-2 116-15,0 2 17 0,0 0 3 0,3-6 1 16,-3 6-49-16,0 0-11 0,6-2-1 0,0-1-1 15,-3 6-21-15,3-3-4 0,0 2-1 0,-3 4 0 16,3 1-13-16,0-1-4 0,0 2 0 0,-1 2 0 0,1 4-19 0,0-1-4 16,3 3-1-16,-3 2 0 15,3 1-8-15,0-1 0 0,0 1 0 0,0-1 0 16,3 1-9-16,-3-3 9 0,3 0-12 0,3-1 12 16,-4-1-13-16,1-4 4 0,-3 3 1 0,3-7 0 0,-3 2 8 0,3-3 0 0,-3 3 0 15,0-3-8-15,0-2 8 0,0 2 0 16,0-5 10-16,-3 3-10 15,3-3 31-15,-3 0 0 0,0 0 0 0,-1-3 0 16,1 0 25-16,0-2 4 0,3 0 2 0,-3 0 0 0,0-6-9 0,0 3-1 0,3-5-1 16,-3 0 0-1,3-1-17-15,-3-7-3 0,3 0-1 0,-3 3 0 0,0-4-17 0,0 4-3 16,0-3-1-16,0 2 0 0,0 3-9 16,-3 3 0-16,3-3 0 0,-1 6 0 15,1 2 0-15,-3 0 0 0,0 5 0 0,3-5 0 0,-3 3-12 0,0 2-4 0,-3 1 0 0,0 2-1 31,0 0-87-31,0 0-16 0,6 0-4 0</inkml:trace>
  <inkml:trace contextRef="#ctx0" brushRef="#br0" timeOffset="1622.78">7998 4998 1273 0,'0'-5'53'0,"0"0"-42"15,0-1 106-15,0 1 22 0,0-5 4 0,0 4 1 16,-3-2-39-16,0 3-7 0,0-3-2 0,0 3 0 31,0-1-14-31,-3-1-3 0,0 1-1 0,0 4 0 0,0-1-24 0,-3-2-5 0,0 2-1 0,-3 3 0 16,0 0-21-16,0 0-5 0,-3 3-1 0,1 2 0 16,2-2-12-16,-3 2-9 0,0 0 12 0,3 3-12 15,-3 3 0-15,3 2 0 0,3 0 0 0,-3 3 0 16,3 0 0-16,3 0 0 0,1 2 0 0,2 1-12 15,3-3-14-15,0 0-2 0,0-1-1 0,5 1 0 32,1-5-18-32,0-3-3 0,6 0-1 0,0 2 0 15,0-7 15-15,3 0 4 0,3-1 0 0,-3-2 0 0,0 0 18 0,2-2 4 0,-2-1 1 0,3 0 0 16,-6-7 21-16,3 2 5 0,-3 0 1 0,0-3 0 16,-3 1 16-16,0-1 3 0,0 1 1 0,0-4 0 15,-6 6-2-15,2-2-1 0,-2-1 0 0,-3 3 0 0,3 0-7 16,-3 3 0-16,0 0-1 0,0 5 0 15,0 0-9-15,0 0-2 0,0 0 0 0,0 0 0 0,0 0-16 0,0 8 0 16,0 0 0-16,0 2 0 16,0 1 0-16,3-1 0 0,-3 6 0 0,3-8 0 15,0 5 0-15,0-2 0 0,3 0 0 0,-3 2 0 0,0-5 0 0,3 2-9 16,0-4 1-16,-3-1 0 0,3-2 8 0,-3-1 0 16,0 1 0-16,-3-3-8 0,6-3 8 0,0 1 0 0,0 2 0 0,0-6 8 15,0 1-8-15,0-3 11 0,0-2-11 16,0-1 12-16,0 0 4 15,0-5 2-15,0-2 0 0,-1-1 0 0,1 1 8 0,0-1 2 16,0-4 0-16,-3 1 0 0,3 4 0 16,-3-1 0-16,3 1 0 0,-3 2 0 0,-3 0-5 0,3 3-1 0,-3 0 0 0,0 2 0 15,-3 0-6-15,3 4 0 0,0-4-1 0,-3 3 0 16,0 3-5-16,3-1-1 0,-3 1 0 0,3 5 0 16,0 0-9-16,0 0 0 0,0 0 0 0,0 0 0 15,0 0 0-15,0 0 0 0,0 0 0 0,-3 5 0 16,0 1 0-16,0 2 0 0,0-3-9 0,0 6 9 31,3-4 0-31,0 4 0 0,0 0 0 0,0-1 0 0,0 3 0 0,0 1-12 0,0 2 12 16,3 2-10-16,-3-5-1 0,3 11 0 0,0-8 0 0,-3 5 0 15,3-2-6-15,3 2-2 0,-3-3 0 16,3 1 0-16,0-3-6 0,0 0-2 0,3-3 0 0,-3-3 0 16,3 1 4-16,-3-3 1 0,0-3 0 0,3 1 0 15,-3-1 22-15,3-2-11 0,-3-1 11 0,2 3-8 0,1-5 8 16,-3 0 0-16,3 0 0 0,0-5 0 0,-3 0 8 0,3 0 1 15,0-1 0-15,-3 1 0 16,3-3 11-16,-3 0 3 0,0-2 0 0,0 2 0 0,0-6 3 16,-3 1 1-16,0 0 0 0,0 2 0 0,0-5-4 0,0 3-1 15,-3 3 0-15,3-4 0 0,-3 4-2 0,0 2 0 0,0-3 0 16,0 6 0-16,0 0-4 16,0-1-2-16,0 1 0 0,0 5 0 15,0 0-4-15,0 0-1 0,0 0 0 0,0 0 0 0,0 0-9 0,0 0 8 0,-3 8-8 0,3 0 8 16,-3 3-8-16,3-1 0 0,0 1 0 0,0 2 0 31,0 0 0-31,3-2 0 0,-3-1 0 0,3 4 0 0,0-4 0 16,0 1 0-16,2-1-9 0,-2-4 9 0,0 2-12 0,3-3 2 0,-3 0 0 0,3 0 0 15,0-5-2-15,0 3-1 0,-3 2 0 0,3-5 0 16,0 0 13-16,-3-5 0 16,0 2-10-16,3-2 10 0,-3 0 0 0,0-3 0 15,0 0 0-15,0 0 0 0,0-3 0 0,0 1 8 0,0-1-8 0,-3-2 8 16,3 3-8-16,0-4 10 0,-3 1-10 0,3 2 10 15,-3 1-10-15,3-3 8 0,-3 5-8 0,3-3 8 16,0 3-8-16,-3 3 0 0,3 0 0 0,0-1 0 16,-3 6 0-16,0 0 0 0,0 0 0 0,0 0 0 15,0 0 0-15,0 0 0 0,3 8 0 0,0 0 0 0,0 0 0 16,0 3-9-16,0-1 9 0,0 6 0 0,-1-8-9 16,1 5 9-16,3 3 0 0,-3-5-9 15,3-1 9-15,0 1-8 0,-3 0 8 0,3-1-8 0,3-2 8 16,-3 0 0-16,3-5 0 0,-3 2 0 0,3-5-17 15,3 0-2-15,-3 0 0 0,3-3 0 0,0-2 19 0,-1-6 0 0,4 1 0 0,0-3 0 16,-3-1 9-16,3-4 3 0,0-1 0 0,-3 1 0 16,0-1 10-16,0 1 2 0,-3-1 1 0,0 3 0 15,-4 0 0-15,1 3 0 16,-3 3 0-16,3-1 0 16,-6 3-3-16,0 3-1 0,-3 0 0 0,0 2 0 0,-3-2-6 0,-2 2-2 0,-1 3 0 0,0 0 0 31,-6 3-13-16,0 2 0-15,-3-2 8 0,0 5-8 0,3-1 0 16,-3 7 0-16,4-4 0 0,-1 6 0 16,3 3 0-16,3-1 0 0,3 6 0 0,0 0 0 15,3-6 0-15,3 6 0 0,3-3 0 0,3 0 0 0,0-5 0 0,0 0-8 0,3-3 8 0,0 1 0 16,0-6 0-16,-1 2 0 0,1-2 0 0,3 0 0 0,-3-3 0 0,0-2-12 0,3 0 12 0,-3-1-10 16,3 1-14-16,0-3-4 0,0-3 0 0,0 3 0 15,0-2-96-15,2-1-19 0,-2-2-4 0</inkml:trace>
  <inkml:trace contextRef="#ctx0" brushRef="#br0" timeOffset="4761.3">9108 4967 1406 0,'-9'-6'29'0,"9"6"7"0,-6 0-36 0,3-2 0 0,-3 2 0 0,0 0 0 15,0-3 124-15,3 3 19 0,-3 0 3 0,0 3 1 16,0-3-39-16,6 0-8 0,-6 2-2 0,0-2 0 16,6 0-28-16,-3 6-6 0,3-6 0 0,0 0-1 31,0 5-18-31,0 3-3 0,0-6-1 0,6 6 0 0,0-2-10 0,6-4-3 0,0 4 0 0,3-1 0 15,0 0-7-15,3-2-1 0,0-1-1 0,5 1 0 16,-5 0-8-16,3-1-2 0,0-2 0 0,0 3 0 16,0-3-9-16,-3-3 0 15,-1 3 0-15,1-2 0 0,-3-4-10 0,0 4-4 16,0-1-1-16,0 3 0 16,-3 0-24-16,0-5-5 0,-4 2 0 0,-2 3-1 0,0-2-25 0,-6 2-5 0,0 0-1 0,0 0 0 15,0 0-26-15,0 0-6 0,0 0 0 0,0 0-1 16,-6 5-25-16,0 0-5 0,1-5-1 15</inkml:trace>
  <inkml:trace contextRef="#ctx0" brushRef="#br0" timeOffset="5035.79">9182 5154 1208 0,'-9'3'51'16,"3"2"-41"-1,0-2 110-15,0 2 21 0,1-2 5 0,-1 0 1 0,6-3-23 0,-3 5-5 0,-3-2-1 0,6-3 0 16,-3 2-38-16,3-2-8 0,-6 5-2 0,6-5 0 15,0 0-10 1,0 0-3-16,0 0 0 0,0 0 0 0,0 6-6 0,0-6-2 0,0 2 0 0,3 4 0 31,3-4-9-31,-3 1-3 0,3-3 0 0,3 3 0 0,-1-1-10 0,1 1-3 0,0-3 0 0,0 3 0 32,0-1-10-32,3-2-2 0,-3 0-1 0,3 0 0 15,0 0-11-15,-3 0 0 0,3 3 9 0,0-3-9 0,-1-3 0 0,1 3 0 0,0-2 0 0,0-1 0 31,3 3 0-31,-3-3-8 0,3 1 0 0,0-1 0 0,0 3-31 0,-1-3-5 16,1 1-2-16,0 2 0 0,-3-3-94 0,0 3-18 0,-3 0-4 16</inkml:trace>
  <inkml:trace contextRef="#ctx0" brushRef="#br0" timeOffset="14787.97">10057 5027 1090 0,'0'0'46'15,"0"0"-37"1,0 0 94-16,0 0 18 0,0 0 4 0,0 0 1 31,0 0-24-31,0 0-5 0,0 0-1 0,0 0 0 0,0 0-27 0,0 0-5 0,0 0-2 0,0 0 0 16,0 0-29-16,0 0-5 0,0 0-2 0,0 0 0 15,0 0-6-15,3 6-2 0,3-4 0 0,-3 1 0 16,3 0-2-16,0-1 0 0,0 1 0 0,0-3 0 16,0 0 0-16,0 0 0 0,3 0 0 0,0 0 0 15,0-3-4-15,0 3 0 0,3-2-1 0,0 2 0 16,-1-3 4-16,4 3 1 0,0-3 0 0,0 3 0 16,0-2-7-16,0 2-1 0,0 0 0 0,0 0 0 0,0-3-8 15,-1 3 0-15,1-3 0 0,0 3 8 0,-3 0-8 16,0 0 0-16,0 0 0 0,0 0 0 15,-3 3-14-15,0-3 2 0,0 0 0 0,-3 0 0 16,-1 0-23-16,1 0-4 16,0 0-1-16,0 0 0 0,-3 0-35 0,-3 0-7 0,6 3-2 0</inkml:trace>
  <inkml:trace contextRef="#ctx0" brushRef="#br0" timeOffset="15234.82">10641 4847 1829 0,'-6'-5'52'0,"6"5"11"16,-3-2-51-16,0-1-12 0,0-2 0 0,3 5 0 15,0 0 76-15,-3-6 13 0,3 6 3 0,0 0 0 16,0 0-42-16,0 0-8 0,0 0-2 0,0 0 0 16,0 0-11-16,0 0-2 0,0 0-1 0,0 0 0 15,0 0-10-15,0 0-1 0,0 0-1 0,0 0 0 16,6 6-14-16,-3-1 9 0,0 0-9 0,0 0 8 0,-3 1-8 0,3-1 0 0,0 3 0 15,0 0 8 1,-3 0-8-16,0 0 0 0,3 2 0 0,-3 4 0 0,0-4 0 16,3 6 0-16,0 0 0 0,-3 0 0 0,0 2 0 0,3 1 0 0,-3-3-12 0,0 2 12 31,0 1-37-31,3-1 0 0,-3-7 0 0,0 5 0 16,3-3-29-16,-3-2-6 0,3-3 0 0,-3 2-1 15,3-2-108-15,0 0-22 0</inkml:trace>
  <inkml:trace contextRef="#ctx0" brushRef="#br0" timeOffset="15554">10843 4787 1728 0,'0'0'36'0,"0"-6"8"16,0 6-35-16,3-2-9 0,0-1 0 0,3 0 0 0,0 3 108 0,-3 0 19 0,3 0 4 0,0 0 1 15,-3 3-45-15,3 0-9 0,0-1-2 0,0 4 0 32,-3-1-25-32,0 3-6 0,3-3-1 0,-3 6 0 0,0-1-28 0,0 1-7 0,0-6-1 0,0 8 0 15,0-2-8-15,-3 0 0 0,3 2 9 0,-3 0-9 16,3 3 0-16,-3 0 0 0,0 2 0 0,-3 6 0 16,3-5-17-16,-3-1 1 0,3 3 1 0,-3 1 0 15,0 1-5-15,-3-7 0 0,3 5-1 0,-3-5 0 16,0 0-4-16,-3 0-1 15,0-3 0-15,-3 0 0 0,3-2-6 0,-6 0-2 0,3-3 0 0,-3 2 0 16,1-5-33-16,-1 1-6 0,-3-1-2 0,0 0 0 16,-3 1-43-16,0-4-9 15,0 1-1-15</inkml:trace>
  <inkml:trace contextRef="#ctx0" brushRef="#br0" timeOffset="15900.84">10093 4789 1579 0,'-6'3'32'0,"0"-3"10"15,-3 3-34-15,3 2-8 0,0-3 0 0,0 1 0 0,0 2 53 0,1 1 9 0,-1-1 2 0,0 3 0 16,0 0 0-16,-3-3 0 0,0 3 0 0,0 0 0 15,3 3 0-15,-3-1 0 0,0 3 0 0,0 6 0 16,3-6-52-16,-3 8-12 0,3 1 0 0,0 4 0 16,3 0 0-16,0 1 0 0,3 2 0 0,3 0 0 15,0-5 54-15,0-3 8 0,3 0 2 0,0 0 0 16,0-7 0-16,3 2 0 0,3-1 0 0,-3-1 0 16,3-4-52-16,0 1-12 0,0-1 0 0,-3 4 0 15,2-9 0-15,1 3 0 0,0 0 0 0,0-3 0 16,0 0 0-16,3-2 0 0,0-3 0 0,0 3 0 0,3-3 0 15,-1 0 0-15,4-3 0 0,3 3 0 16,0-3-100-16,3 1-22 0,-3-1-5 0</inkml:trace>
  <inkml:trace contextRef="#ctx0" brushRef="#br0" timeOffset="17492.9">11010 4331 1824 0,'-6'-13'38'0,"3"11"8"0,3-1-37 0,-3-5-9 0,0 0 0 0,3 3 0 31,-3-3 104-31,0 3 20 0,3-3 3 0,-3 0 1 0,0 0-52 0,0 2-9 0,0-1-3 0,0 4 0 16,0-5 0 0,-3 3 0-16,3-1 0 0,-3 4 0 0,0-1-51 0,6 3-13 0,-6 0 0 0,0 3 0 15,1-1 0-15,-4 1 0 0,3 2 0 0,-3 1 0 16,3-1 0-16,-3 3 0 0,0-3 0 0,3 3 0 15,-3 3 0-15,3-1 0 0,0 1 0 0,0 2 0 32,3-5 0-32,3 3-10 0,0-1 10 0,3 1-8 0,0-1 8 0,3 1 0 0,3 2-9 0,0-5 9 15,-3 3-12-15,3-3 3 0,3 2 0 0,-3-5 0 16,0 3 9 0,2-2 0-16,1-1 0 0,3 3-8 0,-3-3-8 0,0-2-2 0,0 2 0 0,0-2 0 15,-3 2-7-15,0-2-2 0,-3-1 0 0,0 6 0 16,-3-8 7-16,-3 0 0 0,0 0 1 0,0 0 0 15,-3 8 31-15,-3-5 7 0,0 2 1 0,0 0 0 16,-3 1-20-16,-3-4 0 0,3 6 0 0,-3-5 0 0,0 2-16 16,0-2-8-16,0 0 0 0,1 2-1 15,-1-2 25-15,0-1 0 0,0 1 0 0,0-1 0 16,0-2 0-16,0 0 0 0,0 0 0 0,3 0 0 16,0 0-38-16,0 0-6 0,3 0 0 15,6 0-1-15,0 0-163 16,0 0-32-16</inkml:trace>
  <inkml:trace contextRef="#ctx0" brushRef="#br0" timeOffset="17721.66">11156 4448 1599 0,'0'0'68'16,"0"0"-55"-1,0 0 116-15,0 0 23 0,0 0 5 0,0 0 1 0,0 0-74 0,0 0-14 0,0 0-3 0,0 0-1 16,3 0-36-16,3 0-7 0,-3 0-2 0,3 5 0 31,-3-5-11-31,0 3-2 0,0 0-8 0,0 2 12 0,0 0-12 0,-1 0 0 0,1 3 0 0,0-5 0 16,-3 2 8-16,3 1-8 0,-3 1 0 0,0 1 0 15,0 0 0-15,0 0 0 0,0-2 0 0,-3 2 0 32,3 2-32-32,0-5-5 0,0 3-2 0,0-2 0 15,0-6-132-15,0 0-26 0</inkml:trace>
  <inkml:trace contextRef="#ctx0" brushRef="#br0" timeOffset="17879.82">11230 4228 1668 0,'-3'-8'70'16,"3"3"-56"0,-3 0 72-16,3 5 14 0,0-6 4 0,0 6 0 15,0 0-64-15,0 0-13 0,0 0-3 0,0 0 0 16,6 0-108-16,0 6-23 0</inkml:trace>
  <inkml:trace contextRef="#ctx0" brushRef="#br0" timeOffset="18927.46">11322 4448 1638 0,'0'0'46'0,"0"0"11"0,0 0-45 0,6 5-12 0,-3-5 0 0,-3 0 0 16,6 0 52-16,0 3 9 0,0-3 2 0,-3 0 0 16,3 0-3-16,0 0 0 0,0 0 0 0,3 0 0 15,-3-3 1-15,3 3 0 0,0-5 0 0,-3 2 0 32,3 3 3-32,0-5 0 0,-3 2 0 0,3 1 0 0,-4-4 5 0,-2 4 2 0,3-4 0 0,-3 4 0 15,-3 2-13-15,3-3-2 0,-3-5-1 0,0 8 0 16,0-8-16-16,-3 6-3 0,3 2-1 0,-6-6 0 15,3 4-16-15,-3-1-3 0,-2 3-1 0,2-5 0 16,-3 5-15-16,0 5 0 0,0-5 8 0,-3 3-8 16,3-1 0-16,0 1 0 0,0 0 0 0,3-1 0 15,-3 4-28-15,3-1-1 0,3 3-1 0,-3-3 0 32,6 0-35-32,0-5-7 0,0 6-2 0,0 4 0 0,3-7-44 0,0 2-9 0,3-5-1 0,0 3-1 31,0 0 13-31,0-3 4 0,0 0 0 0,3 0 0 15,-3-3 64-15,3 3 12 0,-3-3 4 0,0 3 0 0,0 0 54 0,0-5 11 0,0 2 3 16,0 3 0-16,-3 0 41 0,0-8 9 0,3 6 2 0,-6 2 0 16,2-3-29-16,1 0-6 0,3 3-1 0,-6 0 0 15,3-2-20-15,3 2-4 0,0 0 0 0,-3 2-1 0,3-2-15 0,-3 3-2 0,0 0-1 0,3-1 0 16,-3 6-9-16,3-5 0 0,-3 2 0 0,0 1 8 31,0-1 23-31,-3 3 4 0,0 2 1 0,0-2 0 0,0 0-36 0,0 3 0 0,0 2 0 0,-3 0 0 16,3 0 0-16,-3 1 0 15,0-1 0-15,-3 5 0 0,3-7-44 0,-3 8-16 16,3-9-4-16,-3 3 0 0,3 1 52 0,-3-4 12 0,0 1 0 16,0-1 0-16,0-2 0 0,1 0 0 0,-1-2 0 0,0-1 0 31,-3-3 12-31,3 1 6 0,0-3 1 0,0 0 0 0,0-5-31 0,0 2-5 0,0-5-2 0,-3 0 0 16,3 0 19-16,3-5 0 0,-3 0 0 0,3 0 0 15,0-3 48-15,0 3 12 0,0-9 4 0,3 4 0 31,0 2-75-31,0-3-14 0,3 4-3 0,3 1-1 0,-3-4 29 0,6 7 0 0,-3-2 0 0,6 2 0 16,-3 1 0-16,3 2 0 0,-3-3 8 0,3 6-8 16,0 0 9-16,2-3-1 0,-2 5-8 0,0-5 12 15,3 6-4-15,-3-4-8 0,3 6 11 0,-3-2-11 16,0 2 11-16,0 2-11 0,-3-2 10 0,2 3-10 0,-2 0 0 16,3 2 8-16,-3 0-8 0,0-2 0 0,-3 5 0 0,0-3 0 15,0 0 8-15,0 3-8 16,-3 0 0-16,3-2 0 0,-3-1 8 0,0 3-8 0,-3 2 0 0,3-7 0 15,0 2 0-15,-3 3 0 0,0-3 0 0,0 1 0 0,-3 4 0 0,3-10 0 16,0 3 0-16,0-3 0 16,0 0 0-16,0 0 0 15,0 0 0-15,-6 5 0 0,6-5 0 0,0 0 0 16,-6-5 0-16,3 2 0 0,0 3 0 0,0-8 0 0,0 0 57 0,3 3 6 16,0-3 1-16,0 0 0 0,0 0-52 0,3 0-12 0,0 1 0 0,0-4 0 15,0 0 0-15,3 1-12 0,0-1 3 16,-3 1 0-1,3 2 9-15,0-3 0 0,0 3 8 0,-3 3-8 0,3-3 14 0,0 3-2 0,-1-1 0 0,1 4 0 32,-3-1 4-32,3 3 1 0,0 0 0 0,-3 0 0 0,-3 0 19 0,6 3 3 0,0-1 1 0,0 4 0 15,0-4-32-15,0 6-8 0,0 0 0 0,-3 0 0 16,3-5-9-16,0 5-3 0,-3 0-1 16,3-3 0-16,-3 3 13 0,0 0 0 0,0-3 0 0,0 3 10 15,-3 0-10-15,3-3 0 0,-3 1 0 0,0 1 0 31,0 1 0-31,0 0 0 0,-3 0 0 0,3 0 0 0,-3 3 0 0,0-1 15 0,3-2-4 0,-3 0-1 32,3 3-59-32,-3-1-12 0,3-4-3 0,0 4 0 15,0-2-102-15,0 0-21 0,0-3-4 0</inkml:trace>
  <inkml:trace contextRef="#ctx0" brushRef="#br0" timeOffset="30936.16">12528 4847 1874 0,'-3'0'53'0,"-3"-2"11"16,0-1-51-16,0 3-13 16,0 0 0-16,0 0 0 0,-3 0 77 0,-3 0 13 0,3 0 2 0,-5 3 1 15,-1-1-45-15,0 1-8 0,-3 0-3 0,-3 2 0 16,3 0-13-16,-3 6-4 0,-2-6 0 0,-1 8 0 16,3 1-20-16,0 4 9 0,0 3-9 0,-3 1 0 0,7 1 0 0,2 1 0 15,0 3-10-15,3-4 10 16,0 1-30-16,0 0 2 0,0-3 0 0,3 0 0 15,0-2-10 1,-3-1-2-16,4-4 0 0,-1 2 0 0,0-6-26 0,3 1-6 0,-3-3 0 0,3 0-1 16,3-3-28-16,-3 0-6 15</inkml:trace>
  <inkml:trace contextRef="#ctx0" brushRef="#br0" timeOffset="31291.64">12064 4877 1482 0,'-6'-8'62'0,"-3"2"-50"16,6 1 80-16,-3 0 16 0,3 2 4 0,3 3 0 15,0 0-25-15,0 0-5 0,-6-3-1 0,6 3 0 16,0 0-20-16,0 0-4 0,0 0-1 0,0 0 0 16,0 0-10-16,0 0-2 0,6 3-1 0,0 2 0 31,0-2 1-31,0 2 1 0,3 6 0 0,-3-8 0 0,0 5-24 0,2-1-5 0,1 4 0 0,-3 0-1 15,3-1-1-15,0 6 0 0,0-3 0 0,0 3 0 16,3 0 0-16,0 3 0 0,3-4 0 0,0 7 0 16,0-6 1-16,2 2 0 0,1 1 0 0,0-4 0 15,3 1-7-15,-3-2-8 0,3 1 11 0,-3-4-11 16,-1 0 10-16,1-1-10 0,-3 1 8 0,0-3-8 16,0 0 0-16,-3 0 0 0,-3-3 0 0,0 0 0 0,0 0 0 15,-1 1 0-15,-2-1-12 0,0 0 12 16,0 1-42-16,-3-4-1 0,0 1 0 0,3 0 0 15,-3-1-133-15,-3-2-28 0,3 3-4 0</inkml:trace>
  <inkml:trace contextRef="#ctx0" brushRef="#br0" timeOffset="37596.08">13111 4816 1341 0,'-3'5'56'0,"0"3"-44"31,0 0 80-31,-2-5 16 0,2 2 3 0,0 0 1 15,0 0-36-15,-3 1-6 0,3-1-2 0,-3 3 0 0,6-8-13 0,-6 3-3 0,0-1-1 0,0 4 0 32,6-6-7-32,-6 2 0 0,6-2-1 0,-6 3 0 0,6-3-4 0,0 0-1 0,0 0 0 0,0 0 0 15,-3 0-4-15,3 0-1 16,-3-5 0-16,0 2 0 0,0-2-5 0,3 2-2 0,3-5 0 0,-3 3 0 31,3-1-6-31,3-2-2 0,-3 3 0 0,3 0 0 16,0-3-4-16,3 3-1 0,0-3 0 0,0 2 0 0,0 1-1 0,2 0 0 0,1 0 0 0,0-1 0 15,3 1 1-15,-3 2 0 0,0 1 0 0,3-1 0 16,-3 0-3-16,0 3-1 16,-3 0 0-16,2 0 0 0,-2 0-9 0,0 3 0 0,0-3 0 0,0 5 8 15,0-2-8-15,-3 2 0 0,0 1-12 0,0 1 12 16,0 1-9-16,-3-2 9 0,0 2 0 0,-3 5 0 16,0-8-12-16,0 3 12 0,0 3-12 0,-3 2 12 15,0-8-19-15,-3 6 3 0,0-1 1 0,0 1 0 16,-3 0 3-16,0-1 1 0,0 3 0 0,-3 1 0 15,-2-4-2-15,2 3-1 0,-3 1 0 16,0 4 0-16,0-7 14 0,0-1 0 0,0 6-10 0,3-5 10 16,0-1 0-16,3 1 0 0,1-3 0 0,-1 0 0 0,3 0 0 0,0-3 0 15,0 0 0-15,3 1 0 16,3-6 8-16,0 5-8 0,0-5 12 0,0 5-4 0,0-5 4 0,3 6 0 16,3-4 0-16,0 1 0 15,0-1 1-15,3-2 1 0,-1 3 0 0,4-3 0 0,0 0 0 0,3 0 0 0,0 0 0 0,0 0 0 31,3-3-1-31,-3 3 0 0,0 0 0 0,2 0 0 16,-5-2-2-16,3 2-1 0,-3 0 0 0,3 0 0 0,-3 0-10 0,0 0 0 0,0 0 0 16,0 0 0-16,0 0 0 0,-1 0-9 0,1 0 0 0,0 0 0 31,0 0-30-31,0 0-5 0,0 0-2 0,0 0 0 0,-3 0-95 0,3 2-19 16,-3-2-4-16</inkml:trace>
  <inkml:trace contextRef="#ctx0" brushRef="#br0" timeOffset="38960.81">13263 4324 1516 0,'0'0'32'0,"0"0"6"0,0 0-30 0,-3 2-8 0,3-2 0 0,0 0 0 15,-6 5 100 1,6-5 18-16,0 0 4 0,0 0 1 0,0 0-43 0,0 0-9 15,0 0-2-15,0 6 0 16,0-6-25-16,0 0-4 0,3 5-2 0,3-2 0 16,-3 2-14-16,3-5-2 0,0 0-1 0,0 3 0 15,3-3-1-15,0 0 0 0,-3 0 0 0,3 0 0 16,0-3 0-16,0 3-1 0,0 0 0 0,0-5 0 16,2 2 4-16,-2-2 1 0,3-1 0 0,-3 1 0 0,3 3 0 0,-3-6 0 0,0 5 0 0,-3-5 0 15,0 0-3-15,0 0 0 0,-3 0 0 0,0 3 0 16,-3-6-1-16,-3 3-1 0,0 0 0 0,0 1 0 15,-3-1-10-15,0 2-1 0,0 1-8 0,-3 0 12 16,0-1-12-16,0 6 0 0,-3 0 0 0,3 0 0 16,0 3 0-1,-2 0 0-15,2 2 0 0,-3 0 0 0,3 6-12 0,0-3 12 0,-3-3-12 0,3 3 12 16,0 8-20-16,0-8 2 0,0 5 1 0,3 3 0 16,0-5 7-16,0-1 2 0,3 6 0 15,0-5 0-15,0 2 8 0,3 0-13 0,3-2 5 0,-3-1 8 16,6 1-10-16,-3-3 10 0,6 0 0 0,-3 2-9 15,3-2 9-15,-3-2-12 0,6 1 12 0,-3-1-12 16,0-1 12-16,3 0 0 0,-3-5 0 0,3 3 0 16,-3-3 0-16,2 0 0 0,4 0 0 0,0 0 0 15,0-3-12-15,0 3-8 0,0-5 0 0,3 2-1 16,-3-2-107 0,2 2-20-16,4-2-5 0</inkml:trace>
  <inkml:trace contextRef="#ctx0" brushRef="#br0" timeOffset="39172.67">13778 4271 1806 0,'0'0'51'0,"0"0"12"0,0-6-51 0,0 6-12 0,3-5 0 0,-3 5 0 32,0-5 61-32,0 5 10 0,0 0 1 0,0 0 1 0,0 0-31 0,0 0-6 0,0 0-2 0,0 0 0 15,0 0-12-15,0 0-2 0,0 8-1 0,-6 5 0 16,3-5-9-16,-3 2-2 0,0 4 0 0,0-4 0 15,-3 6-8-15,0 0 0 0,1-5-10 0,-1 7 10 16,-6-10-47-16,3 3-3 0,-3-1-1 0,0 1 0 16,0-3-129-16,0-3-27 0</inkml:trace>
  <inkml:trace contextRef="#ctx0" brushRef="#br0" timeOffset="39453.96">13582 4324 1820 0,'-3'-11'38'0,"0"3"8"0,0-3-37 0,0 6-9 0,0-3 0 0,0 6 0 15,3 2 94-15,0 0 17 0,0 0 3 0,0 0 1 0,6-3-42 16,0 6-8-16,0-3-1 0,3 5-1 0,-3 0-14 0,3 3-2 0,-1 3-1 0,1-3 0 16,0 2-14-16,0-2-4 0,0 3 0 0,-3-1 0 31,3 4-12-31,0-4-4 0,-3 1 0 0,3-1 0 15,-3 6-12-15,3-11-10 0,-3 6 2 0,3 2 0 0,-3-5 8 0,0-5 0 0,-1 5 0 0,1 0 0 32,0-6-50-32,0 6-11 0,0-5-3 0,0 2 0 15,3-5-44-15,-3 3-8 0,0-3-3 0</inkml:trace>
  <inkml:trace contextRef="#ctx0" brushRef="#br0" timeOffset="39952.61">13912 4350 1337 0,'-3'-8'56'0,"3"-3"-44"15,0 4 144-15,0 1 28 0,0 1 7 0,0 0 1 16,0 5-123-16,0 0-24 0,0 0-5 0,0 0 0 31,0 0-16-31,0 0-4 0,0 0 0 0,3 8 0 0,0 0-4 0,0-1-2 0,0 4 0 0,3-3 0 16,-3 3-14-16,0-3-12 0,3 2 3 0,-3 1 0 16,0-3 9-16,3 2 0 0,-3 1 0 0,0-3 0 15,0 0 0-15,0 2 0 0,0-2 0 0,0-5 0 16,-3 5 0-16,3-3 0 0,-3 0 0 0,0-5 0 15,0 8 0-15,0-8 0 0,0 0 0 0,0 0 0 16,0 0 0-16,0 0 0 0,0 0 0 0,0 0 0 16,0 0 49-16,0 0 12 0,0 0 3 0,0 0 0 15,0 0-52-15,3-5-12 0,0 0 0 0,-3-1 0 16,0 1 54-16,0-3 8 0,0 0 2 0,0 0 0 0,0-2-52 0,0-1-12 0,-3-2 0 0,3 0 0 31,0 2 0-31,-3-7 0 0,3-1 0 0,0 3 0 16,-3-2 54-16,3 2 8 0,3 0 2 0,-3-3 0 0,3 9-64 15,0-9-13-15,0 9-3 0,0 2 0 0,2-5 16 0,-2 5 8 0,3 0 0 0,0 2-8 32,3 4 8-32,-3 2-8 0,3-6 0 0,0 4 0 0,-3 2 9 0,3 0-1 0,0 2-8 0,-3 4 12 15,0-6-12-15,0 2 0 0,0 4 0 0,0-1 0 32,0 0 0-32,-3 6 0 0,0-3 0 0,3-3 0 0,-6 3 0 0,3 3 0 0,-3 2 0 0,0-5 0 15,0 5 0-15,-3-2 0 16,3 2 0-16,-3 0 0 0,0-2 0 0,-3-1 0 15,-3-2 0-15,3 3 0 16,-3-3-45-16,0 0-15 0,-3-3-4 0,0 3 0 0,0-3 52 0,0-2 12 0,-3 2 0 0,3-5 0 31,4 0-54-31,-4 0-8 0,3 0-2 0</inkml:trace>
  <inkml:trace contextRef="#ctx0" brushRef="#br0" timeOffset="40295.58">14257 4178 2267 0,'-6'0'47'0,"0"0"12"16,1 3-47-16,-1-1-12 0,3-2 0 0,-3 6 0 15,3-1 62-15,0 3 10 0,0 0 3 0,0-3 0 16,0 6-60-16,3 2-15 0,-3-3 0 0,0 1 0 0,3 5 54 0,0-5 8 0,-3 2 2 16,3 0 0-1,0 0-52-15,0 3-12 0,0-5 0 0,0-1 0 0,3 1 0 0,0 2 0 0,0-5 0 0,0 3 0 16,3-6 0-16,-3 3 0 0,3-3 0 0,0 0 0 15,3-2 0-15,-4 2 0 0,4-2 0 0,0 2 0 16,-3-5 0-16,3 0 0 0,0 0 0 0,-3 0 0 16,3-5 0-1,0 2 0-15,0 1 0 0,0-4 0 16,0 4 54-16,0-6 8 0,-3 0 2 0,0 0 0 0,0 0-52 0,-1 0-12 0,-2-5 0 0,0 0 0 16,0 2 0-16,0-8 0 0,-3 4 0 0,0-4 0 15,0 3 0-15,-3 0 0 0,0 0 0 0,0 6 0 16,-2-6 0-16,-1 5 0 15,-3 1 0-15,0 2 0 0,-3 0 0 0,3 5 0 16,-3 1 0-16,0-1 0 16,-3 3-202-16,0 3-43 0</inkml:trace>
  <inkml:trace contextRef="#ctx0" brushRef="#br0" timeOffset="41157.08">14498 4175 1874 0,'0'0'53'0,"0"0"11"16,0 0-51-16,0-2-13 0,0 2 0 0,0 0 0 15,0 0 57-15,0 0 9 0,0 0 2 0,0 0 0 16,6 0-41-16,-6 0-8 0,6 2-2 0,0 4 0 15,0-1-7-15,-3 3-2 0,3 0 0 0,0 2 0 16,0 1-8-16,0 0 0 0,3 2 0 0,-3 3 0 16,0-3 0-16,0 0 0 0,0 3 0 0,0-5 0 15,-3 2 0-15,3 0 0 0,-3-5 0 0,3 3 0 16,-3-3 0-16,0 2 0 0,-3-2 0 0,3-5 0 16,-3 2 0-16,3-2 0 0,-3 2 0 0,0-5 0 0,0 0 0 15,0 0 0-15,0 0 12 0,0 0-4 16,0 0 24-16,0 0 4 0,0 0 0 0,0 0 1 0,0 0-2 0,-6-3-1 0,6 3 0 0,-6-5 0 31,3 0-12-31,0 2-2 0,0-5-1 0,-3 0 0 0,3 0-5 0,0 0-1 0,3 3 0 16,-3-3 0-16,0-3 0 0,3 4 0 0,-3-1 0 0,3-3 0 31,0 3-1-31,0-2-1 0,0-1 0 0,0 0 0 0,3 3-11 0,-3-2 12 0,3 2-12 0,0-3 12 16,3 3-12-1,-3 0 8-15,3 0-8 0,3-2 8 16,-3 5-8-16,3-1 0 0,-1-2 0 0,1 6 8 0,3-4-8 0,-3 4 12 0,3-3-12 0,-3-1 12 15,0 4-4-15,3-1-8 0,-3 3 12 0,0-3-4 16,0 3-8-16,0 0 8 0,-3 0-8 0,2 3 8 16,-2 0-8-16,3 2 0 0,-3 3 9 15,0-6-9-15,0 9 0 0,0-3 0 0,-3 8 0 0,3-6 0 16,-3 1 0 0,0 5 0-16,0 0 0 0,0 0 0 0,-3-3 0 0,3 3 0 0,0 0 0 0,-3-3 0 15,3 0 0-15,-3-2 0 0,3-1 0 0,-3 1 0 16,0-3-22-16,3 0 1 0,-3 0 0 0,0 0 0 15,0-3-39 1,0 0-8-16,0-5-2 0</inkml:trace>
  <inkml:trace contextRef="#ctx0" brushRef="#br0" timeOffset="42396.45">14915 4329 1690 0,'0'0'35'0,"0"0"9"16,3-5-36-16,-3 5-8 0,3-6 0 0,0 4 0 0,0-1 90 15,3 3 16-15,-3-5 3 0,3 5 1 0,0-3-29 0,-3 3-5 0,3-5-2 16,0 2 0 0,0 0-30-16,3 1-7 0,0-1-1 0,0 1 0 15,0-1-23-15,2 0-5 0,-2-2 0 0,0 5-8 0,3-8 0 0,-3 3 0 0,0-1 0 16,0 1 0-16,-3 0 58 0,3 0 5 0,-3 2 1 0,-3-5 0 16,0 0-48-16,0 3-16 15,0-1 9-15,-3-2-9 16,0 6 0-16,-3-6 0 0,0 5 0 0,-3-2 0 0,0 0 44 0,0 2 16 0,-3 0 3 0,0 1 1 31,0 2-52-31,-3 0-12 0,3 0 0 0,-3 0 0 0,0 2 0 0,4 1 0 0,-4 0 0 0,3 2 0 16,0 3 0-16,0 0 0 0,0 0 0 0,3 2 0 15,3 1 0-15,0 0 0 0,0 2 0 0,0 0 0 16,3 0-48-16,3 0-13 0,0 1-3 16,0-4 0-16,3 1 52 0,0 2 12 0,0-5 0 0,3 3 0 15,3-6-54-15,-3 3-8 0,3-3-2 16,-1-2 0-16,4 2 0 15,-3-5 0-15,3 0 0 0,0-5 0 0,0 5 0 16,0-3 0-16,0 3 0 0,-3-5 0 0,2 0 52 16,-5-1 12-16,3 1 0 0,-3 0 0 0,-3-3 28 0,0 0 9 0,0 0 2 0,-3-3 0 15,3 1-11-15,-3-1-3 0,0 1 0 0,0-1 0 16,0-5 31-16,0 3 7 0,0 0 1 0,0-1 0 0,0 4 0 16,0 2 0-16,3-5 0 0,-3 5 0 15,0 2-52-15,3 4-12 0,-3-4 0 0,3 4 0 0,-3 2 0 16,-3 0 0-16,5 0 0 0,-2 2 0 15,3 4 0-15,-3-4 0 0,0 6 0 0,3 0 0 0,-3 3 0 16,0-3 0-16,3 2 0 0,-3 1 0 0,3 5 0 16,-3-6 0-16,0 9 0 0,3-8 0 0,-3 2 0 15,0 0 0-15,0 0 0 0,0-2 0 0,0 2 0 0,0-5 0 16,-3 3 0-16,3-1 0 16,-3-2 0-16,3-5 0 0,-3-3 0 0,0 2 0 0,0-2 0 0,0 0 0 15,0 0 0-15,0 0 0 16,0 0 0-16,0 0 0 0,0 0 0 0,0 0 0 0,0 0 54 0,0 0 8 0,-3-5 2 0,0-3 0 15,0 0-52-15,0-2-12 0,3 2 0 16,0-3 0-16,-3 0 0 0,3-2 0 0,0 3 0 16,3-4 0-1,-3 1 0-15,3 3 0 0,0-4 0 0,0 4 0 0,0-3 0 0,0 2 0 0,3 0 0 0,0 3 0 16,-3 1 0-16,3-1 0 0,0 2 0 0,0-2 0 16,0 6 54-16,0-4 8 0,-1 4 2 0,1 2 0 15,3-5-52-15,-3 5-12 0,0 0 0 0,0 5 0 16,0-5 0-16,0 2 0 0,0 4 0 0,0-4 0 15,0 4 0-15,0 2 0 0,0 0 0 0,-3 5 0 16,3-5 0-16,-3 5 0 0,3 3 0 16,-3-3 0-16,0 3 0 0,-3-5 0 0,3 7 0 0,-3-7 0 15,0 2 0-15,0 0 0 0,0-2 0 0,0 2 0 16,0 0 0-16,0-5 0 0,0 0 0 0,0-3 0 16,-3 3-48-16,3 0-13 15,0-8-3-15,0 0 0 0,0 0 52 0,0 0 12 0,0 0 0 0,0 0 0 16,0 0-105-16,3 3-19 0,3-3-3 0,0-3-1 15,0-2 38-15,-1 0 7 0,4-1 2 0,-3-4 0 16,3 2 7-16,-3-5 2 0,3-1 0 0,-3 1 0 16,3-8 72-16,-6 0 8 0,3 0 4 0,-3-3 2 0,3 3 49 15,-3-3 9-15,0 0 3 0,0 3 0 0,0 2 42 0,0 1 9 0,-3 2 2 0,3 3 0 32,-3 2-52-32,3 0-9 0,-3 4-3 0,3 1 0 0,0 4-51 0,-3 2-13 0,0 0 0 0,0 0 0 15,0 0 54-15,3 0 8 0,3 0 2 0,-6 0 0 16,3 0-52-16,3 2-12 0,-3 4 0 0,0 1 0 15,2 1 0-15,-2 6 0 0,0-6 0 0,0 5 0 16,0 3 0-16,0 2 0 16,-3 1 0-16,3-1 0 0,0 3 0 0,-3 1 0 0,3-1 0 0,0 0 0 15,0-3 0-15,-3 1 0 16,3-1 0-16,-3 1 0 0,0-6-12 0,3 3-6 0,-3-5-1 0,0-1 0 16,-3-2-21-16,3 0-4 0,0-3 0 15,-3 3-1-15,3-2-118 16,0-6-23-16,0 0-5 0,0 0-1 0,0 0 52 0,0 0 9 0,0 0 3 0,0 0 0 15,0 0 51-15,0 0 10 0,0 0 3 0,0-8 0 16,-3 0 51 0,3 0 13-16,-3-3 0 0,0 3 0 0,0 3 48 0,0-8 13 0,-3 5 3 0,3 0 0 15,0 0 51-15,0 0 10 0,0 0 3 0,1 3 0 16,-1 0-52-16,3-1-9 0,0 6-3 0,0-5 0 16,0 5 0-16,3-5 0 0,-1 2 0 0,1 3 0 15,3-8-51-15,0 8-13 0,-3-3 0 0,3 1 0 16,0-1 54-16,3 3 8 0,-3-2 2 0,3-1 0 15,0 0-103-15,0 1-20 0,0-1-4 0</inkml:trace>
  <inkml:trace contextRef="#ctx0" brushRef="#br0" timeOffset="42950.33">16061 4390 1333 0,'-6'0'56'16,"-3"0"-44"-16,3 2 118 0,0-2 24 0,6 0 5 0,0 0 1 31,0 0-40-31,0 0-7 0,0 0-1 0,0 0-1 16,0 0-32-16,0 0-7 0,0 0 0 0,0 0-1 0,9 0-11 0,-3 3-1 0,3 0-1 16,3-3 0-16,-3 0-15 0,3 2-3 0,0-2-1 0,0 0 0 15,0 0-19-15,0 0-3 0,2-2-1 0,-2 2 0 31,3 0-16-31,3-3 0 0,-3 0 0 0,3 3 0 0,3-2 0 0,-3 2 0 0,2-3-12 0,-2 3 3 32,3 0-38-32,0 0-7 0,0-5-2 0,-3 5 0 15,0 0-92-15,-4-3-20 0,1 3-3 0</inkml:trace>
  <inkml:trace contextRef="#ctx0" brushRef="#br0" timeOffset="43500.88">16713 4136 1530 0,'-12'-8'32'0,"6"2"8"0,0 4-32 16,6 2-8-16,-3-3 0 0,-3 1 0 16,6 2 123-16,-6-3 23 0,6 3 5 0,0 0 1 0,-6 0-51 0,6 0-9 0,0 0-3 15,0 0 0-15,0 0-41 0,-3 5-8 0,3 6-1 0,0-3-1 32,0-3-15-32,3 6-3 0,-3 2-1 0,6 0 0 0,-3 6-9 0,0 2-2 0,0 0 0 0,3 3 0 15,-3-3-8-15,3 0 0 0,-3 0 0 0,3-2 0 16,0-3 8-16,-3 2-8 15,3-5 0-15,0 3 8 0,0-3-8 0,0 1 0 0,0-1 0 0,0-2 8 16,-3-1-8-16,3 3 0 0,0-5 0 0,-3 0 0 16,3 0-10-16,0 0-4 0,0-3-1 15,-4 3 0-15,4-5-61 0,0-3-13 0,0 3-3 0,0-3 0 16,0-3-131-16,3 0-26 0,0-2-6 0</inkml:trace>
  <inkml:trace contextRef="#ctx0" brushRef="#br0" timeOffset="43811.11">16939 4318 1758 0,'-3'-18'50'0,"0"2"10"0,3 0-48 0,0 0-12 0,0 3 0 0,0 0 0 16,0 2 89-16,0 0 15 0,0 1 4 0,3 2 0 0,-3 3-30 0,3-1-6 0,3 4 0 0,-3-4-1 15,3 4-8 1,-3-3-2-16,3 2 0 0,0 3 0 0,0-3-11 0,0 3-2 0,3 0-1 0,-3 0 0 31,3 0-23-31,-3 3-5 0,3-3-1 0,0 8 0 0,-3-6-18 0,2 4 0 0,1-1 0 0,-3 6 0 31,0-3 0-31,-3 5 0 0,3-3 0 0,-6 4 0 0,3-1 18 0,-3 0 6 16,-3 3 2-16,0-3 0 16,0 3-72-16,-3-3-14 0,0 0-4 0,0-2 0 15,0 0 52-15,-2-1 12 0,2 1 0 0,0 2 0 0,0-8 0 0,0 6 0 0,3-3 0 0,0 0 0 16,0-3 0-16,3 0 0 0,0 1 0 0,0-6 10 16,0 2-10-16,6 6 0 0,-3-8 0 15,3 3 0-15,3 2 0 0,0-5 0 0,2 0 0 0,1 0 8 31,0 0-8-31,3 0 0 0,3 0 0 0,0-5 0 0,0 5 0 0,0 0 0 0,-1-3 0 0,4 3 0 32,-3-5-34-32,0 2-2 0,-3 3-1 0,0-2 0 0,0-4-114 0,0 4-22 0,-1-4-5 0</inkml:trace>
  <inkml:trace contextRef="#ctx0" brushRef="#br0" timeOffset="44509.75">17350 4189 1545 0,'0'-6'32'0,"0"-2"8"16,3 6-32-16,0-6-8 0,0-3 0 0,0 6 0 0,3-3 103 16,3 3 18-16,-3-3 4 0,3-3 1 15,0 6-33-15,3 0-6 0,2-3-2 0,-2 8 0 0,3-8-15 0,3 2-3 16,-3 4-1-16,3-1 0 0,0 0-21 0,-3 1-4 0,2 2-1 0,-2 0 0 31,0 0-17-31,-3 2-4 0,0 1-1 0,0 0 0 0,0 2-7 0,-3 0-2 0,0 1 0 0,-3 2 0 16,0 0-9-16,0 5 0 0,-3-3 0 0,0 6 0 15,0 3 0-15,-1-3 0 0,-2 5 0 0,3 0 0 16,-3 0 0-16,0 3 0 0,0-6 0 0,0 4 0 31,0-4 0-31,-3 1 0 0,3-3 0 0,-2 2 0 0,-1-7-12 0,3 2-2 0,-3-3 0 0,0 4 0 16,0-4 14-16,0-2 0 0,3-2 0 0,-3 1 0 31,3-1 0-31,-3-1 0 0,3 0 0 0,0-5 0 16,-3 3-156-16,3-3-29 0,0 0-6 0</inkml:trace>
  <inkml:trace contextRef="#ctx0" brushRef="#br0" timeOffset="44711.88">17529 4342 1523 0,'-15'-5'64'0,"3"5"-51"15,0 0 115-15,3 0 22 0,0 0 5 0,3 0 1 16,6 0-47-16,0 0-9 15,0 0-1-15,0 0-1 0,0 0-18 0,6 5-4 0,3-5-1 0,3 0 0 16,3 3-16-16,0-3-3 0,3 0-1 0,-1 0 0 16,4 0-27-16,-3 0-6 0,3 0-1 0,0-3 0 0,-3 3-21 0,0 0 0 15,-1-5 0-15,1 2 0 16,0 0-34-16,3 3-2 0,-3-2 0 0,0-1 0 16,3 1-149-16,2-1-31 0,4-2-5 0</inkml:trace>
  <inkml:trace contextRef="#ctx0" brushRef="#br0" timeOffset="45468.71">18898 4779 1883 0,'0'0'39'0,"0"0"10"15,0 0-39-15,0 0-10 0,0 0 0 0,0 0 0 16,-9 0 88-16,3-3 15 0,0 3 3 0,0 3 1 16,-3-1-56-16,0-2-11 0,0 3-3 0,-3 2 0 15,1 1-19-15,-1 1-4 0,0 1-1 0,-3 0 0 16,0 3 5-16,0 0 1 0,-3-1 0 0,0 6 0 15,0 0-19-15,1 2 0 0,-1 1 0 0,0 5 0 16,3-3 0-16,0 3 0 0,0 2 0 0,3 1 0 16,-3-6-20-16,4 3-8 0,-4-3-2 0,3 0 0 15,0-3-2-15,-3 1 0 0,3-6 0 0,0 3 0 16,0-5-27-16,0-1-5 0,3-2-2 16,-2 0 0-16,2 0-18 0,0-5-4 0,0 2-1 0</inkml:trace>
  <inkml:trace contextRef="#ctx0" brushRef="#br0" timeOffset="45814.86">18448 4874 1337 0,'-5'-13'28'0,"5"13"6"0,0 0-34 0,-3-3 0 0,0-2 0 0,3 5 0 15,0 0 160-15,0 0 26 0,0 0 5 0,0 0 1 16,0 0-104-16,0 0-20 0,0 0-4 0,0 0 0 15,0 0 0-15,0 0 1 0,0 0 0 0,0 0 0 16,6 2-52-16,-1 4-13 0,1-1 0 0,0 3 0 16,3 0 54-16,0 2 8 0,0 4 2 0,0-1 0 15,0 3-52-15,3 2-12 16,-3 1 0-16,3 2 0 0,0 0 0 0,3 0 0 0,-1 1 0 0,1 1 0 16,3-4 0-16,0-1 0 0,3-2 0 15,0 0 0-15,0 0 24 0,-1-5 3 0,4 4 0 0,-3-7 0 16,0 3-43-16,0-3-9 0,-3 0-2 0,-1-3 0 15,-2 3 3-15,-3-3 0 0,0 1 0 0</inkml:trace>
  <inkml:trace contextRef="#ctx0" brushRef="#br0" timeOffset="52118.11">19603 4697 1759 0,'-3'-8'74'0,"0"0"-59"16,0 2 105-16,0 1 22 0,0 3 4 0,1-1 1 15,2 3-52-15,-3-3-11 0,-3 1-1 0,6 2-1 16,0 0-35-16,-3 2-7 0,-3 1-2 0,3 2 0 0,0 3-14 16,0 0-4-16,0 5 0 0,0-2 0 15,3 5-11-15,-3-3-9 0,3 3 12 0,-3 0-12 16,3 0 0-16,0-1 0 0,-3 4 0 0,3 0 0 0,0-1 0 0,-3 3 0 0,3 0 0 15,0 1 0 1,0 4 0-16,0 3 0 0,0-2 0 0,3 2 0 0,-3-5 0 16,3 2-12-16,0-5 1 0,0 0 1 15,0-2-14-15,0-3-2 0,0-3-1 0,0 0 0 16,3-2-17-16,-3-3-3 0,0 2-1 0,3-2 0 16,-3-3-84-16,2-2-16 0,1 0-4 0</inkml:trace>
  <inkml:trace contextRef="#ctx0" brushRef="#br0" timeOffset="52310.75">19815 5025 2412 0,'0'0'50'0,"0"-6"12"0,-3 1-50 0,3 0-12 15,0 0 0-15,-3-1 0 0,3 1 120 16,0 0 20-16,0-1 5 0,0 1 1 0,0 0-78 0,0 0-16 0,0-1-4 0,3 4 0 15,-3 2-36-15,0-6-12 0,0 1 0 0,3 0 0 16,-3 5 0-16,3-3-19 0,-3-5 3 0,0 8 0 16,6-3-30-16,-3 1-6 0,0-1 0 0,3 1-1 15,0 2-141-15,-1 0-28 0,1-3-6 0</inkml:trace>
  <inkml:trace contextRef="#ctx0" brushRef="#br0" timeOffset="53348.18">20214 4755 1637 0,'0'0'69'0,"0"0"-55"16,0 0 104-16,0 0 21 0,0 0 4 0,0 0 1 15,0 0-53-15,0 0-11 0,0 0-1 0,0 0-1 16,0 0-38-16,3 8-7 0,0 0-1 0,0-6-1 16,-1 6-20-16,1 0-11 0,0 3 12 0,0-1-12 15,0 1 8-15,0 0-8 0,0-1 0 0,-3 3 0 16,3 1 0-16,-3-1 0 0,3 0 0 0,-3 3 0 0,0-3 8 15,0 3-8-15,-3-3 0 0,3 3 0 0,-3-3 0 0,3 1 0 0,0-1 0 0,-3-3 0 32,0 1 0-32,3-3 0 0,-3-3 8 0,3-5-8 0,0 0 0 0,0 0 0 0,0 0 0 0,0 0 0 31,-3-2 17-31,0-6-3 0,3 0-1 0,-3-3 0 0,3 1 8 0,0-4 2 0,0 1 0 0,0-5 0 16,0 2-10-16,3 0-1 0,0 0-1 0,0 0 0 15,0 0 3-15,3 0 1 16,-3 0 0-16,3-2 0 15,0 2-1-15,-3 3 0 0,3-6 0 0,3 3 0 0,-3 1-2 0,0-1 0 0,0 0 0 0,0 5 0 16,0 1-4-16,0-4-8 0,3 4 11 0,0 2-11 16,0 3 8-16,0-1-8 0,2 4 0 0,-2-1 0 31,6 6 0-31,-3-3 0 0,0 8 0 0,0-6 0 0,0 6 0 0,0 3 0 16,0-1 0-16,0 4 0 0,-3-1 0 0,2 3 0 0,-5-3 0 0,3 3 0 15,-3-6 0-15,-3 6 0 0,3-3 0 0,-3-2 0 16,0 2 0-16,-3-2 0 0,0-6 0 15,0 3 0-15,-3 0 11 0,0-3-2 0,0 1 0 0,0 2 0 16,3-8-9-16,-6 2 0 0,6-2 0 0,-6 0 0 16,6 0 0-16,0 0 0 0,0 0 0 0,0 0 0 15,-3-2 0-15,0-1 0 0,0-5 0 16,3 3 0-16,3-3 0 0,0 0 0 0,0 0 0 0,0-3 0 16,3 1 0-16,0-4 0 0,0 1 0 0,0-3 0 15,0 6 17-15,3-9 2 0,-3 3 0 0,3 1 0 16,0 1-10-16,-3 1-1 0,3 0-8 0,0 2 12 15,0 3-12-15,-3 0 9 0,2 0-9 0,1 3 8 16,0 2 0-16,-3-2 0 0,3 5 0 0,-3 0 0 0,3 5-8 0,0-2 10 0,-3 2-10 16,3 3 10-1,-3 6-2-15,3-6 0 0,-3 5 0 0,0 3 0 0,0-3 4 0,0 0 1 16,-3 3 0-16,0 0 0 16,0 0-13-16,-1-6 0 0,1 1 0 0,-3 5 0 0,3-6 0 0,-3 4 0 0,0-4 0 0,0 3 0 31,0-2 0-31,0 0 0 0,0-1 0 0,0 3 0 0,0-2 0 0,0 2 0 0,0 3 0 0,0-5 0 15,0-1 0-15,0 6 0 16,0-8 0-16,3 3 0 16,-3-3 0-16,3 2 0 0,-3-5 0 0,3 3 0 0,-3-2 0 0,0-6-10 0,6 5 0 0,-3 0 0 15,3-2-37-15,0-3-7 0,0 0-2 0,0-3 0 32,3 1-160-32,0-4-32 0</inkml:trace>
  <inkml:trace contextRef="#ctx0" brushRef="#br0" timeOffset="70360.89">9429 7247 1599 0,'-15'3'33'0,"15"-3"8"0,-6 0-33 0,6 0-8 0,0 0 0 0,0 0 0 32,0 0 135-32,0 0 25 0,0 0 4 0,-5 3 2 0,5-3-60 0,0 0-12 0,0 0-2 0,0 0-1 15,0 0-43-15,0 0-9 0,0 0-2 0,5 2 0 16,1 1-7-16,3 0-2 0,3-1 0 0,-3-2 0 16,6 3-4-16,3-3-2 0,0 3 0 0,3-3 0 15,-1 2-11-15,-2 1-3 0,3-1 0 0,3 1 0 31,-6-3-8-31,3 3 0 0,-3-1 0 0,2-2 8 0,-2 3-8 0,0-3-14 0,-3 0 3 0,3 3 1 16,-3-3-22 0,0 2-5-16,0-2-1 0,-4 3 0 0,-2-3-36 15,0 3-7-15,-3-1-2 0,-6-2 0 0,0 0-148 0,0 0-29 0</inkml:trace>
  <inkml:trace contextRef="#ctx0" brushRef="#br0" timeOffset="70606.65">9426 7454 1934 0,'0'0'40'0,"0"0"9"15,0 0-39-15,0 0-10 0,0 0 0 0,0 0 0 0,0 0 106 0,0 0 19 0,0 0 4 0,0 0 1 32,0 0-52-32,0 0-10 0,3-6-3 0,0 4 0 15,3-1-9-15,3 1-1 0,0 2-1 0,0 0 0 0,0-3-10 0,6 3-3 0,-3 0 0 0,3 0 0 16,0 3-13-16,-1-3-4 0,1 0 0 0,3 2 0 31,-3 1-16-31,0-1-8 0,0 1 8 0,0 0-8 16,-3-1 0-16,2 1 0 0,-2 0-12 0,3-1 12 0,0-2-40 15,0 0 0-15,3 3 0 0,0-3 0 0,0 3-143 16,-1-3-29-16,4 0-5 0</inkml:trace>
  <inkml:trace contextRef="#ctx0" brushRef="#br0" timeOffset="77729.67">10376 7345 1765 0,'0'0'50'0,"-6"-2"11"15,6 2-49-15,-3-6-12 0,3 6 0 0,-6-5 0 16,6 5 99-16,0 0 17 0,0-3 3 0,0 3 1 15,0 0-35-15,-3-5-6 0,3 5-2 0,0 0 0 16,0 0-23-16,3-5-5 0,0 2-1 0,0 1 0 0,3 2-15 0,0-3-3 0,0 3-1 0,3 3 0 31,-3-3-9-31,3 0-1 0,3 2-1 0,-1-2 0 0,-2 0-18 0,3 3 0 0,0-3 8 0,0 0-8 16,3 0 0-16,0 0-14 0,0-3 2 0,0 3 1 31,2-2-111-31,4 2-22 0,-3-6-5 0</inkml:trace>
  <inkml:trace contextRef="#ctx0" brushRef="#br0" timeOffset="77977.84">10766 7242 1720 0,'-12'-5'36'0,"12"5"8"0,-6-3-35 15,0 1-9-15,0-4 0 0,0 4 0 0,6 2 118 0,-3-3 22 0,3 3 4 0,0 0 0 16,0 0-48-16,0 0-9 0,0 0-3 0,0 0 0 16,0 0-24-16,0 0-6 0,0 0-1 0,0 0 0 15,0 0-25-15,3 0-4 0,0 0-2 0,3 5 0 16,-3 1-22-16,0-1 0 0,0 3 0 0,0 2 8 15,3-2-8-15,-3 0 0 0,3 3 0 0,0-1 0 16,-3 1 0-16,0 2-12 0,3 0 4 0,-3 1 0 16,0 2-27-16,3-1-5 0,-3 1 0 0,3 3-1 15,-3-3-51 1,-1-3-9-16,1 0-3 0</inkml:trace>
  <inkml:trace contextRef="#ctx0" brushRef="#br0" timeOffset="78236.48">10918 7094 1767 0,'-3'-13'74'0,"3"5"-59"0,-3 0 101 0,3 3 20 0,0 5 4 0,0 0 0 16,0 0-40-16,0 0-9 0,0 0-2 0,3 10 0 16,0 1-27-16,0 2-6 0,0 3 0 0,0 2-1 31,0 1-28-31,0-1-6 0,-1 1-1 0,1-1 0 15,-3 1-20-15,0-1 0 0,3 1 0 0,-3 2 0 0,-3-2-18 0,3 2-5 0,-3-3-1 0,1 6 0 32,-1-3-23-32,-3 1-5 0,3-1 0 0,-3 2-1 15,0-1-23-15,0-4-5 0,-3 1-1 0,0-3 0 0,0-1-78 0,-3-1-15 0,0-1-3 16</inkml:trace>
  <inkml:trace contextRef="#ctx0" brushRef="#br0" timeOffset="78497.42">10394 7171 1972 0,'-42'-22'41'0,"27"17"9"16,-3 0-40-16,0 2-10 0,1 3 0 0,-1 0 0 16,0 3 50-16,0 2 8 0,0-2 2 0,0 5 0 15,3 0-25-15,1 0-5 0,2 2-1 0,0 1 0 16,3 2-29-16,0 3 0 0,0 0 0 0,0 2 0 15,3-2 57-15,3 5 6 0,0-2 1 0,0 2 0 16,0 3-52-16,3 2-12 0,0 6 0 0,0 0 0 16,3-6 54-16,0 3 8 0,3 1 2 0,0-4 0 15,3-2-103-15,0-3-20 0,3 0-4 0,0-5-1 0,0 0 103 0,5-6 20 0,-2-2 4 16,6 0 1 0,0-2-52-16,3-1-12 0,3 0 0 0,-1-5 0 15,1 0-48 1,0 0-13-16,3-5-3 0,0 0 0 0,-1-6-102 0,1 0-21 0,0-4-4 0</inkml:trace>
  <inkml:trace contextRef="#ctx0" brushRef="#br0" timeOffset="79012.17">11123 6901 1845 0,'0'0'38'0,"0"0"10"16,0 0-38-16,0 0-10 0,0 0 0 0,-3-6 0 15,3 6 93-15,-3-2 17 0,-3-3 3 0,6 5 1 16,-6 0-46-16,0-3-8 0,0 3-3 0,0 3 0 31,6-3-24-31,-6 2-5 0,3 1 0 0,-3-1-1 0,3 4-15 0,0-1-4 0,0 3 0 0,1-3 0 16,2 1-8-16,0 2 0 0,2-1 0 0,1 1 0 16,3-2 0-16,-3 2 0 0,3 0 0 0,0-3 0 15,3 3 0-15,-3-3 0 0,3-2 0 0,0 2 0 0,3-2 0 0,-3-3 8 0,0 0-8 0,3 0 8 31,-3 0 5-31,0-3 1 0,0 0 0 0,-1-2 0 16,1 2 2-16,-3-2 1 0,3 0 0 0,-3 0 0 16,-3-1-1-16,3 1 0 0,-3 0 0 0,0-1 0 0,-3-2-3 0,0 3-1 15,0 0 0-15,-3 0 0 0,-3-3 4 0,3 2 0 0,-3 1 0 0,-3 0 0 16,0-1-16-16,0 1 9 0,-2 3-9 0,-1-1 8 31,0 0-16-31,-3 1-4 0,0 2-1 0,0-3 0 16,-3 3-101-16,3 3-20 0,-3-3-4 0</inkml:trace>
  <inkml:trace contextRef="#ctx0" brushRef="#br0" timeOffset="81029.42">12111 7065 1824 0,'0'-21'38'0,"0"15"8"0,0-2-37 0,0 0-9 0,0 1 0 0,0-1 0 15,-3 0 104-15,0 0 20 0,3 2 3 0,-3-2 1 31,-3 6-52-31,3-3-9 0,-3 2-3 0,0 0 0 0,1 1 0 0,-1 2 0 0,-3 0 0 0,0 0 0 16,0 5-51-16,0-2-13 0,-3 2 0 0,0 3 0 16,-3 2 0-16,0 4 0 15,-3-1 0-15,-2 8 0 0,2 0 0 0,-3 3 0 0,-3 0 0 0,3 5 0 32,0-5 0-32,4 0 0 0,-1-1 0 0,0-1 0 0,3-1-48 0,0 0-13 0,3-3-3 0,-3 1 0 15,3-3 0-15,0 0 0 0,1 0 0 0,-1-1 0 31,3-1-153-31,0-4-31 0</inkml:trace>
  <inkml:trace contextRef="#ctx0" brushRef="#br0" timeOffset="81322.66">11680 6993 2128 0,'-12'-10'60'0,"6"4"13"15,0-1-58-15,0 4-15 0,0-2 0 0,6 5 0 0,0 0 90 16,0 0 15-16,0 0 3 0,0 0 1 16,0 0-43-16,0 0-9 0,3 8-1 0,-3-1-1 0,3 4-19 15,3 2-3-15,-3 1-1 0,3-1 0 0,0 5 2 0,3 1 0 0,-3-1 0 0,0 1 0 32,2 2-34-32,1-2-20 0,0-1 2 0,3 1 1 0,-3-1 17 0,3-2 0 0,0-3 0 0,3 3 0 15,-3-3 0-15,6 1 9 0,-3-4-1 0,-1 3 0 16,1-5-8-1,3 3-11-15,-3-1 3 0,3-2 0 0,0 3-32 0,-3-3-5 16,0 3-2-16,2-4 0 0,-2 4 38 0,0-3 9 0,0 3 0 0,-3-3 0 31,3-3-184-31,-3 3-34 0,0-6-7 0</inkml:trace>
  <inkml:trace contextRef="#ctx0" brushRef="#br0" timeOffset="82254.05">12588 7009 1792 0,'0'0'51'0,"0"0"10"16,0 0-49-16,0 0-12 15,2 3 0-15,1 2 0 0,3-2 54 0,-3 2 8 0,0-2 2 0,0 5 0 16,-3-3-20-16,3 3-3 0,0-3-1 0,-3 3 0 16,3 0-5-16,-3 0-2 0,0 0 0 0,0 0 0 15,0 0-5-15,0 0 0 0,-3 0-1 0,0-3 0 16,0 0-7-16,0 1 0 0,0-1-1 0,3-5 0 16,-6 3 5-16,6-3 2 0,-6 0 0 0,1 0 0 15,5 0-4-15,-6-3-1 0,0-2 0 0,3-1 0 16,0-2-5-16,0 0-2 0,3 1 0 0,-3-4 0 15,3 3-2-15,3-3 0 0,-3 1 0 0,3-1 0 0,3 3 0 0,-3-2-1 0,3 2 0 16,0-3 0 0,2 3 0-16,1 3 0 0,0-3 0 0,3 3 0 0,-3-1-3 15,3 1 0-15,3 0 0 0,-3 2 0 0,0 1-8 0,0 2 8 0,0 0-8 0,-4 0 8 32,4 2-8-32,-3 1 0 0,0-1 0 0,3 6 8 0,-6-2-8 0,0 2 0 0,0 0 0 0,0 5 8 15,-6-3-8-15,3 4-11 0,-6 2 3 0,0 2 0 31,0-2-8-31,-3 0 0 0,0 2-1 0,0-2 0 16,-6 0-15-16,3 0-4 0,-3 0 0 0,-2-3 0 16,2 0 12-16,0 1 3 0,0-4 0 0,0 1 0 15,0-3 21-15,0 2-9 0,3-2 9 0,3 0 0 0,0-3 0 0,0 1 0 0,3-1 0 0,3-5 0 16,0 5 0-16,0-5 0 0,0 6 0 0,6-4 0 31,0 1 9-31,0-1-1 0,3-2 0 0,3 0 0 0,0 0 4 0,0 0 1 0,3 0 0 0,0 0 0 16,-1-2 8-16,1 2 2 15,0-3 0-15,3 3 0 0,-3 0-3 0,3-2 0 0,-3 2 0 0,0 0 0 16,0 0-7-16,-4 0-1 0,4 0-1 0,-3 0 0 16,-3 0-11-16,0-3 0 0,0 3 0 0,0-3 0 15,-3 3 0-15,3 0 0 0,0-2-11 0,-3 2 11 16,3 0-38 0,0-3-2-16,2 3-1 0,-2-3 0 0,0 3-109 0,0-2-22 0,3-1-4 0</inkml:trace>
  <inkml:trace contextRef="#ctx0" brushRef="#br0" timeOffset="96827.47">13111 6229 1552 0,'-9'-8'44'0,"1"2"10"0,2 4-43 0,0-3-11 0,0-1 0 0,-3 1 0 16,6 2 118-16,-3-2 22 0,3 2 4 0,0-2 0 15,3 5-48-15,0 0-11 0,-3-3-1 0,3 3-1 16,0 0-27-16,0 0-6 0,0 0-1 0,0 0 0 16,0 0-18-16,0 0-4 0,-3 6-1 0,3 2 0 15,0 2-7-15,0 1-2 0,3 2 0 0,-3 3 0 16,3 2-17-16,0 1 0 0,0 2-8 0,0 3 8 15,3-6 0-15,-3 4 0 0,3-1 0 0,0 0 0 16,0-3 0-16,-3-2 0 0,3 0 0 0,-4 3 0 16,1-3 0-16,0 2 0 15,0-2 0-15,-3 3 0 0,0-1-53 0,0-2-5 0,0 2-1 0,-3 1 0 16,3-3 7-16,-3 0 2 0,-2-3 0 0</inkml:trace>
  <inkml:trace contextRef="#ctx0" brushRef="#br0" timeOffset="97259.23">13284 6380 1406 0,'0'-6'59'0,"0"1"-47"15,3 0 115-15,0-1 23 0,-3-2 5 0,3 0 1 16,3 3-35-16,-3-3-6 0,3 3-2 0,-3-3 0 15,3 0-26-15,0 0-6 0,0 0-1 0,0 0 0 32,0 3-25-32,3-3-6 0,-1 0-1 0,1 0 0 15,0 3-25-15,0 0-6 0,0-3-1 0,0 5 0 0,0 0-16 0,0 1 0 0,-3 2 0 0,0 0 0 16,0 2 0-16,-6-2 0 0,3 6-8 0,-3 4 8 16,0 1 0-16,0-1-12 0,-3 4 12 0,-3-1-12 15,0 3-20-15,0 0-4 0,-3-1-1 0,0 1 0 16,0-2 27-16,0 1 10 0,0-1 0 0,0-1-9 15,0-3-7-15,4 1 0 0,-4 0-1 16,3-1 0-16,0 1 8 0,3-3 9 0,-3-3-13 0,3 3 5 16,3-3 8-16,0 1 0 0,0-6-9 0,0 5 9 15,3 0 0-15,3-2 0 0,-3-1-9 0,3 1 9 16,0-3 0-16,0 3 0 0,-1-3 0 0,4 0 0 16,0 0 0-16,3 0 8 0,0-3-8 0,0 3 0 0,3-3 0 15,0 1 0-15,3 2 0 0,0-3-10 16,-1 1-91-1,1-1-19-15,3 0-3 0</inkml:trace>
  <inkml:trace contextRef="#ctx0" brushRef="#br0" timeOffset="97654.78">13900 6165 1845 0,'12'-13'38'0,"-9"8"10"0,3 2-38 0,0-2-10 0,0 2 0 0,0 0 0 31,0-2 92-31,-3 5 16 0,3-3 3 0,0 3 1 0,-3-2-53 0,-3 2-11 0,6 0-1 0,-6 0-1 16,0 0-14-1,0 0-2-15,0 0-1 0,0 0 0 0,0 0-10 0,-3 5-3 0,-3 3 0 0,-3 0 0 16,0 3-16-16,0-3 8 0,-6 5-8 0,0-3 0 16,0 6 8-16,0-3-8 0,-2 3 0 0,-1 3 0 31,3-3 0-31,0 0 0 0,0-3 8 0,3 3-8 0,0-6 0 0,3 1 0 15,0-1 0-15,3 1 0 0,0-3 0 16,3-3 0-16,1 1 0 0,-1 2 0 0,0-3 0 0,3 0 0 0,0-5 0 16,0 8 0-16,3-5 0 0,-3-3 0 15,3 5 0-15,-1-2 0 0,4 2 0 0,-3-2 0 0,3 2 0 0,3-3 0 0,-3 1 13 16,3-3-4-16,0 0-1 0,0 3 0 0,3-3 0 16,3 0 0-16,-3 2 0 0,3-2 0 15,0 0-8-15,2 0 0 0,-2 0 9 0,3 0-9 0,0-2 0 16,-3 2-13-16,3 0 1 0,-3 0 1 15,-1-3-41-15,-2 3-8 0,0-3-1 0,3 1-1 16,-6-3-177-16,0 2-35 0</inkml:trace>
  <inkml:trace contextRef="#ctx0" brushRef="#br0" timeOffset="97909.61">14055 6186 2032 0,'-12'-10'42'0,"3"-1"10"16,-3 3-41-16,3 0-11 0,0 0 0 0,0 3 0 0,3 0 104 0,1 2 18 0,2-2 4 15,3 5 1-15,0 0-40 0,0 0-8 0,0 0-2 0,0 0 0 16,0 0-11-16,0 0-2 0,0 0-1 0,3 5 0 16,0 0-1-16,2 3 0 0,-2 0 0 0,0 0 0 15,0 5-46-15,0 3-16 0,0 0 9 0,0 5-9 16,0-2 0-16,0 5 0 0,0 0 0 0,-3-1 0 16,3-1 0-16,-3-1 0 0,3-3 0 0,-3 1 8 15,0-1-8-15,0-2 0 0,-3 0-10 0,3-3 10 16,-3 3-57-16,0-5-6 0,0 2-1 15,0 0 0-15,0 0 0 16,0 1 0-16,0-4 0 0,0 3 0 0,3-2-153 0,3 0-31 0</inkml:trace>
  <inkml:trace contextRef="#ctx0" brushRef="#br0" timeOffset="99016.23">14308 6369 1348 0,'0'0'28'0,"-6"3"7"0,0-1-35 0,3 1 0 0,3-3 0 0,-6 0 0 32,6 0 123-32,-6 3 17 0,6-3 4 0,0 0 1 15,0 0-37-15,0 0-8 0,0 0-2 0,0 0 0 0,0 0-29 0,0 0-5 0,0 0-2 0,0 0 0 16,0 0-26-16,0 0-4 0,0 0-2 0,0 0 0 31,0 0-9-31,0 0-1 0,0 0-1 0,6 0 0 0,0 2-3 0,0-2-1 0,3 3 0 0,3-3 0 31,0 0 2-31,6 0 1 0,-3 0 0 0,2 0 0 16,1 0 3-16,3 0 1 0,-3 0 0 0,3 0 0 0,0 0-2 0,-1 0-1 0,-2-3 0 16,3 3 0-16,0-2-19 0,3 2 10 0,-3 0-10 0,2-3 8 15,1 3-8-15,-3-3 0 0,3 1 0 0,-6-1 0 16,0 0 0-16,-3 1 0 0,-4-1 0 0,4 3 0 16,-6-3 0-1,0 1-11-15,-3-1 11 0,0 3-8 0,0-3-12 0,-6 3-1 0,0 0-1 0,0 0 0 16,0 0-27-16,3-2-6 0,-3 2-1 15,0 0 0-15,0 0-32 0,0 0-6 0,0 0-2 0</inkml:trace>
  <inkml:trace contextRef="#ctx0" brushRef="#br0" timeOffset="99674.8">15025 6125 1379 0,'0'0'58'15,"0"0"-46"1,0 0 114-16,0 0 23 0,3-2 5 15,-3 2 1-15,0 0-49 0,0 0-10 0,0 0-1 0,0 0-1 16,0 0-34-16,0 0-8 0,3 0 0 0,-3 0-1 16,6 5-15-16,-3 0-2 0,0 3-1 0,0 0 0 0,0 6-17 0,0 1-4 0,-3 1-1 0,3 5 0 31,-3 1-11-31,3 1 0 0,-3 4 0 0,0-3 8 0,3-3-8 16,-3 0 0-16,3-2 0 0,-3-1 0 15,0-5-9-15,3 1 9 0,-3-1-12 0,0 0 12 16,3-2-24-16,-3-1 1 0,0-5 1 0,0 3 0 15,0-2-24-15,3-1-5 0,-3-5-1 0,0 0 0 16,0 0-142-16,0 0-29 0</inkml:trace>
  <inkml:trace contextRef="#ctx0" brushRef="#br0" timeOffset="100045.14">15299 6223 1425 0,'0'-2'60'0,"0"2"-48"15,0-6 125-15,0 6 26 0,3-5 5 0,-3 5 0 16,3-5-66-16,0 2-14 0,0 1-2 0,3-1-1 16,0 0-10-16,-3 3-3 0,3-2 0 0,0 2 0 15,0-3-17-15,0 0-4 0,0 3-1 0,0-2 0 16,0 2-22-16,0 0-5 0,0 0-1 0,0 0 0 16,-3 0-22-16,2 2 0 0,1 1 0 0,0 0 0 15,-3 2 0-15,-3 3 0 0,3 0 0 0,-3 0-8 16,-3 2 8-16,0-2-12 0,-3 5 12 0,3-2-12 15,-3 2 2-15,1-2 0 0,-4 2 0 0,3 0 0 16,0-2 0-16,-3 0 0 0,0-4 0 0,3 4 0 16,0-3 10-16,0 0 0 0,0-3 0 0,3 3-8 15,0-3 8-15,0 1-12 0,3-1 12 0,3 0-12 16,0 1 12-16,-3-4-8 0,6 4 8 0,-3-4-8 0,3 1 8 0,0 2-8 16,0-5 8-16,0 3-8 15,3-1 8-15,0 1 12 0,0-3-2 0,0 3-1 0,-1-3-9 16,4 0-16-16,0 0 4 0,3 0 1 15,-3-3-17-15,6 3-3 0,-3 0-1 0,3-3 0 16,-1 3-145-16,1-2-30 0,3-1-5 16</inkml:trace>
  <inkml:trace contextRef="#ctx0" brushRef="#br0" timeOffset="100385.23">15740 6160 1579 0,'-6'-16'32'0,"6"16"10"16,-3-5-34-16,3-3-8 0,0 8 0 0,-3-6 0 16,3 6 116-16,0 0 22 0,0-5 4 0,0 5 1 15,3-5-59-15,-3 5-11 0,3-5-2 0,0 2-1 16,0 0-12-16,3 1-2 0,0-1-1 0,0 3 0 16,0-3-9-16,0 3-2 0,2 0 0 0,-2 0 0 15,3 0-8-15,0 0-1 0,-3 0-1 0,3 0 0 16,0 3-15-16,0 0-3 0,0-1-1 0,-3 4 0 15,3-4-15-15,6 9 0 0,-6-3 8 0,-6-3-8 0,0 3 20 0,-3 0 0 16,3 3 1-16,-3 2 0 0,-3 3-21 0,3 0 0 16,-3 2 0-16,-3 3 0 15,3 0 0-15,-3 1 0 0,-3-1 0 0,3 0 0 16,0 0-47-16,-3-5-13 0,3 2-4 0,0-2 0 0,-3-2 52 0,3 1 12 0,0-1 0 16,0-1 0-1,3-3-54-15,-3 1-8 0,3-3-2 0,0 0 0 16,0-3-153-1,-3-2-31-15</inkml:trace>
  <inkml:trace contextRef="#ctx0" brushRef="#br0" timeOffset="100593.78">15734 6374 2067 0,'0'0'87'0,"-6"-2"-70"16,6 2 89-16,0 0 18 0,0 0 3 0,0 0 1 15,0 0-52-15,0 0-9 0,0 0-3 0,6-3 0 16,0 3 10-16,3 0 2 0,-3-3 0 0,3 3 0 16,-1 0-32-16,1 0-7 0,3-2-1 0,0 2 0 15,0 0-16-15,3-3-3 0,0 3-1 0,0-3 0 16,3 1-16-16,-3-1 0 0,2 3 0 0,4-3 0 16,-3 1-131-16,3-1-29 0,-3 0-7 0</inkml:trace>
  <inkml:trace contextRef="#ctx0" brushRef="#br0" timeOffset="101616.77">16948 6795 1683 0,'0'0'71'0,"0"0"-57"16,0 0 70-16,0 0 13 0,0 0 3 0,-3-3 1 16,3 3-29-16,-6-2-7 0,0 2-1 0,0 0 0 31,0 0 0-31,1 2 0 0,-4-2 0 0,0 6 0 0,0-4 0 0,-3 4 0 0,0 1 0 0,-3-1 0 31,-3 2-51-31,0 2-13 0,-3 1 0 0,-2 2 0 16,-1 0 0-16,-3 6 0 0,3-3 0 0,-6 5 0 15,7 0-14-15,-1 3-6 0,3 5 0 0,-3 0-1 0,3-2-4 16,-2 2-1-16,-1-3 0 0,0 3 0 0,3-5-30 0,0-5-7 0,0-1-1 16,1-2 0-1,2-3-116-15,0 0-23 0,3-2-5 0</inkml:trace>
  <inkml:trace contextRef="#ctx0" brushRef="#br0" timeOffset="101939.31">16356 6829 1729 0,'0'0'72'15,"0"0"-57"1,0 0 97-16,0 0 19 0,0 0 4 0,0 0 1 15,0 0-44-15,0 0-9 0,0 0-2 0,0 0 0 16,9 6-35-16,-3-1-7 0,3 0-2 0,0 0 0 16,0 1-8-16,2 2-1 0,1 0-1 0,0 0 0 15,3 2 0-15,0 1 0 0,-3-1 0 0,3 4 0 16,0 1-15-16,-3 1-2 0,0 3-1 0,-1-1 0 0,1 1-1 0,0 2 0 16,3-2 0-16,0 2 0 15,0 0 10-15,3-3 2 0,0 1 0 0,-1-1 0 0,1-2-20 0,0 0 0 0,0-3 0 16,0 1 0-1,-3-4 0-15,0 1 0 0,-3-1 0 0,0-2 0 16,-4 0-30-16,1-2-10 0,0 2-1 0,-3-6-1 0,3 3-78 16,-3 1-16-16,0-4-4 0</inkml:trace>
  <inkml:trace contextRef="#ctx0" brushRef="#br0" timeOffset="107966.2">8286 2371 895 0,'0'0'18'0,"0"0"6"0,-3-5-24 0,0-1 0 0,0 4 0 0,0-4 0 16,0-2 41-16,0 6 3 0,0-6 1 0,-2 0 0 15,2 3 21-15,-3-3 4 0,0 0 1 0,0 0 0 16,0-3-57-16,-3 3-14 0,3 0 0 0,-3-2 0 15,-3 4 54-15,3-7 8 0,0 3 2 0,0 2 0 16,-3-3-14-16,3 3-2 0,0 0-1 0,-2 6 0 16,2-6-24-16,0 2-5 0,-3 1-1 0,3 2 0 15,-3-2-17-15,3 2 0 0,-3-2 0 0,0 2 0 0,0-2 33 0,-3 0 3 16,1 2 1-16,-1-2 0 16,0 2-15-16,-3 3-3 0,0 0-1 0,0 0 0 15,0 0-8-15,-3 3-2 0,1 2 0 0,-1 1 0 0,0 1-8 0,3 1 0 0,-3 0 0 0,3 0 0 16,1 0 0-16,2 5 0 0,-3-5 0 15,3 6 0-15,0-6 0 16,-3 7 0-16,3-7 0 0,-3 6 0 16,1-4 0-16,-4 3 0 0,-3 1 0 0,3 2 0 0,-3-9 0 0,3 7 0 0,-2-4 0 15,-1 4 0-15,0-1 0 0,3-5 0 0,0 5 0 0,1 3 0 16,2-6 0-16,3 4 0 0,0-1 0 0,0 3 0 16,3 0 17-16,3-1-1 0,-3 4-1 15,3-3 0-15,3 5-24 0,-3-5-5 0,4 5-1 0,-1 0 0 31,3-5 15-31,0 5 0 0,0-5 0 0,3 5 0 0,0-5 0 0,0-3 0 0,0 3 0 16,3-2 0-16,-3 1 0 0,3 1 0 0,0-2 0 0,0-4 0 16,0 1-12-16,-1 5 3 0,1-6 1 0,3 1 0 15,-3 5 8 1,3-6-8-16,-3 3 8 0,0 1-8 0,3 2 8 0,-3-3 0 16,3-3 0-16,0 4-8 0,3-1 8 0,-3 3 0 0,3-3 0 0,3 3-8 15,0-6 8-15,0 9 0 0,3-9 0 0,-1 1 0 16,1 5 0-16,3-5-13 15,0-1 5-15,3 1 8 0,0 2 0 0,0-5 0 0,2 0 0 0,-2 0 0 16,0 0 0-16,0 0 0 0,0 2 0 0,-3-2 0 16,-1 0 0-16,1-5 0 0,0 2 0 0,0 0 0 15,0-2 12-15,3 2 9 0,-3-5 3 0,2 3 0 16,4-3-37-16,-3 5-7 0,3-5-2 0,0 0 0 0,-4 0 22 16,4 0 0-16,0 0 0 0,0 0 0 15,-3 0 0-15,-3 0 8 0,2 0-8 0,-2-5 8 0,0 2-8 16,0-2 0-16,0 0 9 0,0-1-9 0,0 1 8 0,2 0-8 0,-2-3 8 0,3 5-8 31,-3-7 13-31,6 2-1 0,-3-3-1 0,0 3 0 0,-4-2-2 16,4-1 0-16,0 3 0 0,0-8 0 15,-3 6-1-15,0-1-8 0,-1-2 12 0,1-3-4 0,-3 0-20 0,-3 3-5 16,-3-6-1-16,3 3 0 0,-3 6 46 0,3-9 8 16,-3 3 3-16,0 3 0 0,0 3-17 0,-1-6-3 15,1 2-1-15,-3 7 0 16,3-7-9-16,-3 1-1 0,0 3-8 0,3 2 12 0,-3-6-12 0,0 1 0 0,0 3 0 0,0-4 0 15,0-2 0-15,-3-2 0 16,3-1 0-16,-3-2 0 0,0-5 0 0,3-1 0 0,-3-2 0 0,0 0 0 16,0 3 28-16,0-1 4 0,0 6 0 0,0-5 0 15,-3 7 0-15,0 0 0 0,0 4 0 0,-3-1 0 16,0 0-32-16,0 3 0 0,0-3 0 0,-3-3 0 16,0 3 0-16,-3-2 0 0,3-1 0 0,-3-2 0 15,3 3 0-15,-3-9 0 0,0 3 0 0,3 1 0 16,-3 1 0-16,0 1 0 0,3 5 0 0,-6 0 0 15,7 3 0-15,-4-3 0 0,3 3 0 0,-3 5 0 16,0-5 0-16,-3 5 0 0,3 0 0 16,-3 0 0-16,0 3 14 0,-3 2-3 0,0-5-1 0,-2 8 0 15,-1-5-36-15,-3 5-7 0,0 0-2 0,-3 0 0 16,3 5-105-16,-5 3-22 0,2-5-4 0</inkml:trace>
  <inkml:trace contextRef="#ctx0" brushRef="#br0" timeOffset="112404.1">20190 725 1299 0,'0'-16'27'0,"-3"11"6"0,3 0-33 0,0 5 0 0,0-3 0 0,-3-5 0 31,3 8 116-31,0-5 17 0,0 5 3 0,0 0 1 16,0 0-38-16,0 0-8 0,0 0-2 0,0 0 0 15,0 0-35-15,0 0-7 0,0 0-2 0,0 0 0 0,3 5-23 0,-3 3-5 0,3 5-1 0,0-5 0 16,-3 3-16-16,3 2 8 0,0 0-8 0,-3-2 0 31,3 2 8-31,-3 3-8 0,0-3 0 0,0 3 0 16,0-3 0-16,0 3 0 0,0 0 0 0,0 2 0 0,0-2 0 0,-3-5 0 0,3 2 0 0,-3 0-9 16,3-5 9-16,-3 0 0 0,3 0 0 0,0-8 0 15,0 0 0-15,0 0 0 0,0 0 0 0,0 0 8 31,-6-3 4-31,3-2 0 0,0-3 1 0,0 0 0 0,0-5 2 0,0 0 0 0,3-3 0 0,-3 0 0 16,3 0-7-16,0 3-8 0,0-3 11 0,3 0-11 16,0-5 10-16,0 5-10 0,3-5 8 15,-3 8-8-15,3-8 8 0,0 5-8 0,3 0 8 16,-3 3-8-16,0 2 8 0,2-2-8 0,1 5 8 0,0-5-8 16,0 10 8-16,3-2-8 0,0-1 0 0,-3 4 8 15,3 4-8-15,0 4 0 0,0-1 0 0,0-2 0 16,0 5 0-16,-1 5 8 0,1-5-8 0,0 5 0 15,-3-2 0-15,3 2 8 0,-3 0-8 0,0-2 0 16,-3 2 0-16,3-5 0 0,-3 5 8 0,-3-5-8 16,0 0 0-16,0-3 0 0,0 3 0 0,-3-8 0 15,0 0 0-15,0 0 0 0,0 0 0 0,0 0 0 0,0 0 0 0,0 0 0 16,0 0 8-16,0 0-8 16,0 0 14-16,0 0-2 0,-6-5-1 15,3 2 0-15,3-2 8 0,0-3 1 0,0 0 1 0,3 0 0 0,0-5-1 0,3 5-1 16,3-8 0-16,-3 8 0 15,0-5-7-15,2 0-2 0,1 2 0 0,0-2 0 0,0 5-10 0,-3 0 12 16,3 0-12-16,-3 3 12 16,3-3-4-16,-3 8 0 0,0 0 0 0,0 0 0 15,-3 0-8-15,3 8 0 0,0 0 0 0,0 0 0 0,-3 5 0 0,3 0 0 0,-3-2 0 16,0 5 0-16,0 2 0 0,0-7 0 0,-3 7 0 16,2-2 8-1,-2 0-8-15,3 0 0 0,-3 2 0 0,0-2 0 16,0 0-10-16,0 5-4 0,0-5-1 0,0 5 0 0,0-5-44 0,-3 0-9 0,3 3-1 15</inkml:trace>
  <inkml:trace contextRef="#ctx0" brushRef="#br0" timeOffset="112717.33">20868 828 1569 0,'0'0'66'0,"0"0"-53"0,0 0 94 0,0 0 18 0,0 0 4 16,0 0 1 0,6 0-42-16,-3 0-9 0,3-5-2 0,0 5 0 0,3-3-12 15,0 3-2-15,0 0-1 0,0 0 0 16,3 0-16-16,-3 0-3 0,3-5-1 0,0 5 0 15,0 0-15-15,2-3-3 0,-2-2-1 0,6 5 0 0,0-5-8 0,0 2-2 0,3 3 0 0,-3-5 0 32,2 2-13-32,1 3 11 0,0-5-11 0,-3 5 10 15,0 0-10-15,0 0 0 0,-3 0 0 0,-1 0 8 16,-2 0-40-16,-3 0-8 16,0 5-1-16,0-5-1 0,-6 0-122 0,-3 0-25 0,0 0-5 0</inkml:trace>
  <inkml:trace contextRef="#ctx0" brushRef="#br0" timeOffset="112937.69">20967 926 1963 0,'-9'5'40'0,"0"-5"12"0,0 3-42 0,3 2-10 0,6-5 0 0,0 0 0 16,0 0 93-16,0 0 17 0,0 0 3 0,0 0 1 16,0 0-35-16,0 0-7 0,6-5-2 0,3 5 0 15,-3-3-22-15,3-2-5 0,0 5-1 0,3-3 0 16,-1-2-18-16,1-3-3 0,3 3-1 0,3 2 0 15,0-5-12-15,3 3-8 0,0 2 8 0,5-2-8 16,-2 5 0-16,3-5 0 0,0 5 0 0,0 0-12 16,-1 0-102-16,-2 5-21 0,0-5-4 0</inkml:trace>
  <inkml:trace contextRef="#ctx0" brushRef="#br0" timeOffset="120927.15">19303 725 1212 0,'0'0'51'0,"0"-5"-41"15,3 2 114-15,0-2 22 0,-3 2 5 0,0 3 1 16,3-5-33-16,-3-3-7 0,0 8 0 0,0-5-1 15,0 5-12-15,0 0-3 0,0 0 0 0,0 0 0 16,0 0-37-16,0 0-8 0,0 0-2 0,0 0 0 16,0 0-20-16,-3 5-4 0,3 3-1 0,-3 0 0 31,0 0-16-31,0 5-8 0,3-5 8 0,-3 5-8 0,3 3 0 0,0-3 0 0,0-2 0 0,0 7 0 31,3-2 0-31,-3 5 8 0,3-5-8 0,0 8 0 0,0-3 0 0,0 0 0 0,0 3-9 0,-3-3 9 16,3 1-20-16,0-4 4 0,0 1 0 0,0-4 0 31,0-1-49-31,0 2-10 0,-1-6-1 0</inkml:trace>
  <inkml:trace contextRef="#ctx0" brushRef="#br0" timeOffset="121084.28">19657 876 2482 0,'-3'-3'70'0,"3"-2"16"15,0 5-69-15,-3-3-17 0,3-2 0 0,0 5 0 0,0 0 82 0,0 0 13 0,0 0 2 0,0 0 1 16,0 0-56-16,0 0-11 0,0 0-3 0,0 0 0 31,0 0-28-31,0 0 0 0,0 0 0 0,0 0 0 16,0 0-100-16,3 0-12 0,3 0-4 0</inkml:trace>
  <inkml:trace contextRef="#ctx0" brushRef="#br0" timeOffset="124117.07">21714 704 1637 0,'0'0'69'0,"0"0"-55"15,0 0 75-15,0 0 15 0,0 0 4 0,0 0 0 16,0 0-33-16,0 0-7 0,0 0 0 16,0 8-1-16,3-3-29 0,0 3-6 0,-3 0 0 0,3 0-1 15,0 0-17-15,0 5-3 0,0-5-1 0,0 5 0 16,-3-2-10-16,3 2 0 0,0 3 0 0,-3 5 0 15,3 0 0-15,0 0 0 0,0 3 0 0,-3 0 0 16,2 2 0-16,1-2 0 0,0 0 0 0,-3 3 0 16,0-9 0-16,3 3 0 0,-3-5 0 0,0 3 0 15,3-3-18-15,0-3-6 0,-3-5 0 0,3 0-1 16,-3 0-169-16,0-8-34 0</inkml:trace>
  <inkml:trace contextRef="#ctx0" brushRef="#br0" timeOffset="124250.65">21976 910 2310 0,'-6'-5'48'0,"0"2"11"0,3-5-47 15,0 3-12-15,0 5 0 0,3 0 0 0,-3-8 104 0,3 8 20 0,-3-5 3 0,3 5 1 16,0 0-64-16,0 0-12 0,-3-3-2 0,3 3-1 16,0 0-37-16,0-5-12 0,0 5 0 0,3-3 0 15,-3 3-31 1,3-5-13-16,3 2-2 0</inkml:trace>
  <inkml:trace contextRef="#ctx0" brushRef="#br0" timeOffset="124776.09">22270 812 1766 0,'0'0'36'0,"-6"0"10"0,6 0-37 0,-5-5-9 0,5 5 0 0,-9 0 0 0,3 0 86 0,6 0 15 0,-6 0 3 0,0 0 1 15,6 0-42 1,-9 5-9-16,3-2-2 0,0 2 0 15,3-2-21-15,-3 5-5 0,3-3-1 0,-3 8 0 16,6-5-15-16,-3 3-10 0,0 2 12 0,3 0-12 0,0-2 8 0,0 2-8 0,0 3 0 0,3 3 0 16,0-9 0-16,0 3 0 0,3 3 0 0,0-8 0 15,0 5 8-15,0-5-8 0,3 0 0 16,0-2 0 0,0 2 11-16,0-8-11 0,2 2 10 0,-2-2-10 0,6 0 20 0,-3-2-3 0,0 2 0 0,0-8 0 31,0 2 14-31,-3-7 2 0,3 5 1 0,-3-2 0 0,0-4 10 0,-3 1 1 0,-1-3 1 0,1 3 0 15,0-3-7-15,-6 0-2 0,3 3 0 0,-3-3 0 16,-3 3-16-16,3 2-3 0,-3-2-1 0,-3 0 0 16,1 5-9-16,-4 0-8 0,3 0 12 0,-3 0-12 15,-3 3 8-15,3 2-8 0,-3-2 0 0,0 2 0 16,0-2 0-16,0 5-11 0,-3 0 2 0,6 0 0 16,-2 0-21-16,2 0-4 15,0 0-1-15,0 8 0 0,3-8-110 0,0 5-23 0,0-2-4 0</inkml:trace>
  <inkml:trace contextRef="#ctx0" brushRef="#br0" timeOffset="125125.25">22610 688 1466 0,'0'-5'62'16,"3"2"-50"-1,-3-2 115-15,0 5 22 0,0-8 5 0,0 8 1 0,0 0-43 0,0 0-9 0,0 0-2 0,0 0 0 32,0 0-29-32,0 0-5 0,0 0-2 0,0 0 0 0,0 0-26 0,0 0-6 0,0 0-1 0,0 0 0 15,0 8-9-15,3 0-3 0,-3 0 0 0,0 5 0 16,0-5-10-16,3 5-2 0,-3-2-8 0,0 2 12 15,0 3 3-15,3-3 0 0,-3 0 0 0,0 3 0 32,0 5-15-32,3-5 9 0,-3 5-9 0,0 0 8 0,0-2-8 0,3 2 12 0,-3 6-12 15,0-9 12-15,0 3-12 0,0 0 0 16,0-5 0-16,0 5 0 16,3-7-8-16,-3 2 8 0,0-1 0 0,3-1 0 0,-3-6-21 0,3 5 0 0,0-5 0 0,-3 0 0 31,2 0-139-31,4 0-28 0,-3-3-6 0</inkml:trace>
  <inkml:trace contextRef="#ctx0" brushRef="#br0" timeOffset="130971.47">22788 1228 1299 0,'0'0'55'0,"0"0"-44"16,0 0 80-16,-6-6 16 0,6 6 3 0,-6 0 1 0,0 0-53 0,1 0-10 0,5 0-3 0,-6-2 0 31,0 2-9-31,6 0-3 0,-6 0 0 0,0 0 0 0,6 0 0 0,-6-5 0 0,6 5 0 0,0 0 0 31,0 0-3-31,0 0-1 0,0 0 0 0,0 0 0 0,0 0-5 0,0 0-2 0,6-3 0 0,0 3 0 16,0-5-2-16,6 2 0 0,-1 3 0 0,1 0 0 16,0 0-2-16,3 0-1 0,0 0 0 15,0 0 0-15,-3 3-17 0,3 2 0 0,-3-5 0 0,-3 8 0 16,-1-6 0-16,1 4 0 0,0 2 0 0,-3-3 0 16,0 3 0-16,-3 2-16 0,-3 1 4 0,0-3 0 15,0 3-5-15,-3 2-1 0,0 0 0 0,0 3 0 16,-3-3 3-16,0 3 1 0,-3-5 0 0,3 7 0 15,1-2 4-15,-1-3 1 0,0-2 0 0,0 2 0 16,3 0 9-16,0-5-12 0,3 3 12 0,-3-1-12 16,6-2 12-16,-3-5 0 0,3 2 0 0,3 3 0 15,-3-5 0-15,3 2 0 0,3-5 0 16,-4 0-8-16,4 5 8 0,0-5 0 0,3-5 0 0,-3 5 0 16,3-5-51-16,-3 2-8 0,3-5-1 0</inkml:trace>
  <inkml:trace contextRef="#ctx0" brushRef="#br0" timeOffset="131398.34">23059 955 1474 0,'0'0'31'0,"0"0"6"0,0 0-29 0,-6 0-8 0,6 0 0 0,0 0 0 16,-6 0 107 0,6 0 20-16,0 0 4 0,0 0 1 0,0 0-44 0,-3 0-8 0,3 0-1 0,0 0-1 15,0 0-23-15,0 0-5 0,0 0-1 0,0 0 0 16,0 0-13-16,0 0-4 0,0 0 0 0,3-2 0 15,3-4 4-15,0 6 0 0,3-5 0 0,0 2 0 16,3 3-9-16,3-5-2 0,0 2 0 0,3 3 0 16,-3-5-15-16,2 5-10 0,1-3 12 0,0 3-12 15,-3 0 11-15,3 0-11 0,-3 0 10 0,0 0-10 16,-4 0-13-16,1 0-9 0,0 0-2 0,-3 3 0 31,-3-3-51-31,0 0-10 0,0 5-3 0,-6-5 0 0,0 0-124 0,0 3-26 0,0 2-5 0</inkml:trace>
  <inkml:trace contextRef="#ctx0" brushRef="#br0" timeOffset="131596.72">23077 1146 1307 0,'0'0'55'0,"0"0"-44"16,0 0 111-16,0 0 22 0,0 0 5 0,0 0 1 15,0 0-34-15,6-6-8 0,0 6 0 0,-3 0-1 16,3 0-27-16,0-2-6 0,-3 2-1 0,3 0 0 15,0 0-23-15,0-6-5 0,3 6-1 0,0 0 0 16,-3 0-20-16,2 0-4 0,1 0 0 0,0 0-1 31,3 0-19-31,-3 0 8 0,3 0-8 0,0 0 0 0,0 0 0 0,3 0 0 0,0 0 0 0,-3 0-12 32,2 0-88-32,1 0-16 0,0 0-4 0</inkml:trace>
  <inkml:trace contextRef="#ctx0" brushRef="#br0" timeOffset="146069.91">23663 786 1474 0,'0'0'31'0,"0"0"6"16,-3 0-29-16,3 0-8 0,-5-3 0 0,5 3 0 15,0 0 104-15,0 0 20 0,-3-5 4 0,3 5 1 16,-3-5-33-16,3 5-6 0,0 0-2 0,0 0 0 16,0 0-24-16,0 0-6 0,0 0-1 0,0 0 0 15,0 0-28-15,0 0-5 0,0 0-2 0,0 0 0 16,0 0-22-16,0 0 9 0,0 0-9 0,-3 5 0 0,-3 3 0 0,3-3 0 0,3 3 0 0,-3 5 0 31,3-2 0-31,0 5 0 0,0 2 0 0,0 1 0 16,0 2 0-16,3 5 0 0,-3-2 0 0,3 0 0 15,0 3 0-15,0-4 0 0,3-1 0 0,-3 1-9 0,2-1-8 0,-2-7-2 16,3 7 0-16,-3-9 0 16,0 3-12-16,-3-3-2 0,3-3-1 0,0 4 0 15,-3-6-16-15,0 5-3 0,3-5-1 0,-3 0 0 0,3 0-111 0,0 0-23 16</inkml:trace>
  <inkml:trace contextRef="#ctx0" brushRef="#br0" timeOffset="146309.4">23872 1140 2340 0,'0'0'66'0,"0"-2"15"16,-3-4-65-16,3 6-16 0,0-2 0 0,0-3 0 15,0-3 70-15,3 2 10 0,-3 4 3 0,0-4 0 16,3 4-30-16,-3-4-5 0,3-1-2 0,0 1 0 15,0 4-30-15,0-4-5 0,3-2-2 0,-3 6 0 16,0-4-9-16,0 6-12 0,3-5 2 0,-3 2 1 31,0 3-94-31,-3 0-18 0,2-5-4 0</inkml:trace>
  <inkml:trace contextRef="#ctx0" brushRef="#br0" timeOffset="146882.37">24092 865 1599 0,'-3'-8'33'0,"0"3"8"0,3-3-33 15,0 3-8-15,0 2 0 0,0-5 0 16,0 3 90-16,3 2 16 0,-3-2 3 0,3-3 1 0,0 3-30 0,0 2-7 0,0-2-1 0,0 2 0 16,0 3-14-16,0-5-3 0,3 2-1 0,0 3 0 15,0-5-16-15,0 0-3 0,0 5-1 0,0-3 0 16,0 3-5-16,3 0-1 0,-3 0 0 0,-1-5 0 16,4 5-28-16,-3 0 0 0,0 0 0 0,0 5 0 15,0-5 0-15,0 0 0 0,-3 3 0 16,3 2 0-16,-3 0 0 0,0-2 0 0,0 2 0 0,0 3 0 15,0-5-14-15,-3 7 4 0,0-2 1 16,0 0 0-16,0 0-11 0,-3 5-1 0,0-2-1 0,0 2 0 16,-3 0-2-16,3-2 0 0,-3 2 0 0,0 3 0 15,0-3 1-15,0 1 0 0,-3 1 0 0,0-4 0 16,4 2 7-16,-1 0 2 0,0-5 0 0,0 6 0 0,3-6-1 0,-3 0 0 16,3-1 0-16,0 1 0 15,0-2 24-15,3 2 5 0,0-6 1 0,0 4 0 0,0-6-6 0,3 2-1 0,0 4 0 16,3-4 0-1,-3-2 0-15,3 5 0 0,0-5 0 0,0 6 0 0,-1-6 9 0,4 0 2 0,0 0 0 0,-3 0 0 16,3 0 1-16,0 0 1 0,0 0 0 0,3-6 0 16,-3 6-21-16,3 0 9 0,-3 0-9 0,3 0 0 15,0 0 8-15,2-5-8 0,-2 5 0 0,0 0 0 16,0-2 0 0,0 2-12-16,0 0 0 0,-3 0 0 0,0 0-42 15,0 0-8-15,0 0-2 0</inkml:trace>
  <inkml:trace contextRef="#ctx0" brushRef="#br0" timeOffset="147566.6">24634 807 1337 0,'0'0'28'0,"0"0"6"0,0 0-34 16,0 0 0-16,0 0 0 0,0 0 0 16,0 0 109-16,3-8 15 0,-3 8 4 0,0 0 0 0,0-5-52 0,0 5-9 0,0 0-3 0,0 0 0 15,-3-3 0-15,3 3 0 0,0 0 0 0,0 0 0 31,-3-5-51-31,3 5-13 0,-6 0 0 0,-3 0 0 16,3 0 54-16,-3 0 8 0,3 0 2 0,0 5 0 0,-3-5-73 0,3 3-15 0,0 2-2 0,0-5-1 16,0 8 43-16,1-8 9 0,-1 8 2 0,3-3 0 15,0-2-43-15,0 5-8 0,3-3-1 0,0 3-1 16,0 0 15-16,0-3 11 0,3 3-13 0,0 0 5 16,0 5 8-16,3-5 0 0,-1 0 0 0,1 0 0 15,0 0 0-15,3 5 0 0,0-10 10 0,-3 5-10 16,3 3 0-16,0-4 0 0,0-4 0 0,-3 5 0 15,0-3 0-15,3 3 0 0,-3-2 0 16,0-4 0-16,0 4 0 0,0 1 0 0,0 1 0 16,0 0 0-16,-4-2 0 0,1-4 0 0,0 4 0 0,0 2 0 15,-3-8 0-15,0 2 0 0,0 6 0 0,0-3 0 16,0 1 0-16,-3 2 0 0,0-6 0 0,0 4 0 16,1 2 0-16,-1-6 0 0,0 3 0 0,0 1 0 15,-3-4 0-15,0 4 0 0,3-4 0 0,-3 4 0 16,0-4 0-16,-3 4 0 0,3-6 0 0,0 5 0 0,-3-3-11 15,0-2-1-15,0 6-1 0,0-6 0 16,3 0-23-16,-3 0-5 0,0 0-1 0,3 0 0 16,-2 0-104-16,2 0-21 0,3 0-4 0</inkml:trace>
  <inkml:trace contextRef="#ctx0" brushRef="#br0" timeOffset="147815.54">24655 820 1659 0,'-9'-5'34'0,"9"5"10"0,0 0-36 0,0 0-8 0,0 0 0 0,-3-3 0 16,3 3 96-16,0 0 16 0,0 0 4 0,-3-5 1 16,3 5-48-16,0-8-9 0,3 8-3 0,0-8 0 15,3 8-17-15,0-5-3 0,0 2-1 0,3-2 0 16,-1 5-9-16,4-5-3 0,0 5 0 0,0-3 0 15,0 3-10-15,0 0-2 0,3-5-1 0,-3 5 0 16,0-3-11-16,0 3 8 0,0 0-8 0,-1 0 8 16,1 0-8-16,-3 0-9 0,3 0 9 0,-3 0-13 15,-3 0-33-15,3 3-6 0,-3-3-2 0</inkml:trace>
  <inkml:trace contextRef="#ctx0" brushRef="#br0" timeOffset="150792.79">24875 1117 1616 0,'0'0'46'0,"0"0"10"0,0 0-45 0,0 0-11 0,0 0 0 0,0 0 0 15,0 0 101-15,0 0 19 0,0 0 3 0,0 0 1 0,0 0-38 0,0 0-7 0,-6 2-2 0,3 4 0 32,0-1-38-32,-3-3-8 0,3 4-2 0,0 2 0 0,0-6-8 0,0 4-1 0,0 2-1 0,3 0 0 31,-3-3-7-31,3 3-2 0,0 0 0 0,0 0 0 0,0-3-10 0,0 6 0 0,0-4 0 0,0 7 0 16,0-6 0-16,0 5 0 0,0 0 0 0,0-5 0 15,0 3 0-15,-3 2 0 0,3 0-10 0,0 3 10 16,-3-8-33-16,3 5-1 0,0-5 0 0,-3 0 0 15,3 0-125-15,0 0-25 0,0-8-4 0</inkml:trace>
  <inkml:trace contextRef="#ctx0" brushRef="#br0" timeOffset="151189.84">25042 1220 1751 0,'0'0'36'0,"0"0"9"0,0 0-36 0,0-5-9 0,0 5 0 0,0 0 0 16,0 0 80-16,0 0 15 0,0 0 2 0,0 0 1 0,0 0-42 0,0 0-8 16,0 0-1-16,0 0-1 0,0 0-25 0,0 0-5 0,-3 5 0 0,0 3-1 15,3 0-15-15,-3 0 8 0,0 0-8 0,0 5 0 16,3-5 0-16,-3 5 0 0,3-5 0 0,0 5 0 31,-3-2 0-31,3 2 0 0,0-5 0 0,0 5 0 16,3-5 0-16,-3 3 0 0,0-1 0 0,3-7 0 15,0 5 0-15,-3-8-10 0,6 5 10 0,-3-2-12 16,-3-3 12-16,6 0 0 0,0-3 8 0,0 3-8 0,-1-8 36 0,1 3 2 0,0-3 1 0,0 0 0 16,3 0 14-16,-3-5 3 0,3 0 1 0,-3 2 0 31,0 3-7-31,3-5-2 0,-3 5 0 0,-3-5 0 0,3 5-12 0,-3 0-2 0,0 0-1 0,-3 0 0 31,0 0-18-31,-3 3-4 0,0-3-1 0,0 0 0 16,-3 3-10-16,0 2 0 0,0-2 0 0,-3 2 0 0,3 3-12 0,-3 0-8 0,0-5-2 0,0 5 0 31,0 5-105-31,1-5-21 0,-1 0-4 0</inkml:trace>
  <inkml:trace contextRef="#ctx0" brushRef="#br0" timeOffset="153534.34">17808 6663 1690 0,'-2'-6'35'0,"-1"4"9"0,0-4-36 0,3 6-8 0,-3-2 0 0,3 2 0 15,-3-6 80-15,3 6 15 0,0 0 2 0,0 0 1 16,0 0-37-16,0 0-7 0,0 0-2 0,0 0 0 15,-6 8-19-15,3 0-4 0,3 0-1 0,-3 3 0 32,3 2 0-32,0 3-1 0,3 2 0 0,-3 1 0 0,3 0-11 0,0 2-3 0,0-3 0 0,0 3 0 15,0-2-13-15,0-1 0 0,-3 1 8 0,3-1-8 32,-1 1 0-32,1 0 0 0,0 2 0 0,-3-3 0 0,3 3 0 0,0 1 0 0,0-1 0 0,-3 3 0 15,3-3 0-15,-3-3 0 0,3 1-13 0,-3 2 4 31,0-5-21-31,3-3-4 0,-3 0-1 0,0-2 0 0,3-1-101 16,-3-2-21-16,3 0-4 0</inkml:trace>
  <inkml:trace contextRef="#ctx0" brushRef="#br0" timeOffset="153702.17">18017 7049 2191 0,'0'-21'45'0,"0"13"12"0,0 0-45 0,0 0-12 0,0 0 0 0,3 3 0 0,-3-3 117 0,0 0 22 0,0 3 4 0,0-3 1 15,0 5-63-15,0-2-12 0,0-1-2 0,0 1-1 16,0 2-49-16,0 3-9 0,0-5-8 0,0 5 9 16,3-2-27-16,-3 2-6 0,3-6 0 0,0 4-1 31,3 2-115-31,-3-3-24 0,3 3-4 0</inkml:trace>
  <inkml:trace contextRef="#ctx0" brushRef="#br0" timeOffset="154228.07">18231 6782 1892 0,'0'-8'40'0,"3"0"8"0,0 3-39 0,0-3-9 0,0 0 0 16,3 2 0-16,-3-2 108 0,3 3 19 16,0-3 4-16,0 3 1 0,0 0-48 0,3-1-8 0,-3 1-3 15,0 0 0-15,3 2-24 0,0 0-5 0,-4 3 0 0,4-2-1 0,0 2-19 16,-3 2-4-16,3-2-1 0,0 3 0 16,0 0-9-16,-3-1-2 0,3 4 0 0,-3 2 0 0,3-3-8 15,-3 5 0-15,-3-2 0 0,3 3 0 16,-6 0 0-16,3-1 0 0,-3 3 0 0,-3 1 0 15,0-4-15-15,0 3-5 0,-3 1 0 0,-3-4-1 16,3 1-8-16,-6-1-2 0,3 1 0 0,-3-3 0 16,3 3-1-1,-3-4 0-15,3 1 0 0,0 0 0 0,1 0 13 0,2-2 3 0,0 2 0 0,3-3 0 16,0 0 16-16,0 0 0 0,3-5-8 0,0 0 8 0,0 0 0 0,0 0 0 0,3 6 0 0,3-4 0 16,0 1 16-16,0 0-2 0,2-1-1 0,1 1 0 15,0-3 5-15,3 0 1 16,0 0 0-16,0 3 0 0,3-3-3 0,0 0-1 0,0 0 0 0,-3 2 0 15,3-2-2-15,-4 3 0 0,4-3 0 0,-3 2 0 16,0-2-13-16,-3 3 0 0,3 0 0 0,-3-3 0 16,0 2 0-16,0 1 0 0,-3 0 0 0,3-3 0 31,-3 0-31-31,0 0-9 0,-1 0-1 0,1 0-1 0,0-3-169 0,-3-2-33 0</inkml:trace>
  <inkml:trace contextRef="#ctx0" brushRef="#br0" timeOffset="154653.19">18925 6710 2245 0,'-6'-16'47'0,"3"11"10"16,3-3-45-16,-3 3-12 0,3 0 0 0,-3-1 0 16,0 1 103-16,3 5 18 0,-3-3 4 0,-3 1 1 0,0-1-74 15,6 3-14-15,-6-3-3 0,0 3-1 0,0 3-21 16,-3 2-4-16,0-2-1 0,0 5 0 0,0 0-8 0,0 2 0 0,1 1 0 0,-1 2 0 15,3 0 0-15,-3-2 0 0,3 5 0 0,0-3 0 32,3 0 0-32,3 1 0 0,-3-4-8 0,6 3 8 15,-3-2 0-15,6 0 0 0,0-3-9 0,0-1 9 0,3 1 0 16,0 0-8-16,2-2 8 0,-2 2 0 16,3-3 0-16,0 0 0 0,-3 0 0 0,3 1 0 0,0-1 0 0,-3-2 0 0,3 2 0 15,-3-2 0 1,-3 2 0-16,3-2 0 0,-3-1 11 0,-3 1-11 15,2 0 8-15,-2-1-8 0,-3-2 0 0,6 5 0 0,-6-5 13 0,0 6-4 0,3-1-1 0,-3 0 0 16,-3 3-8-16,0-2 8 0,0 1-8 0,-2 4 8 16,-1-3 0-16,-3 0 0 15,3 3 0-15,-6-1 0 16,3-2-8-16,-3 3 8 0,-3 2-8 0,3-3 8 0,0 1-8 0,0-3 8 0,0 0-8 16,1 0 8-16,-1 0-8 0,0 0 0 0,0-3 0 0,3 0 0 15,0-2-24-15,0 0-1 0,3-1 0 0,6-2 0 16,0 0-43-16,-6 0-9 0,6 0-2 0,0 0 0 15,-3-8-162-15,6 0-33 0</inkml:trace>
  <inkml:trace contextRef="#ctx0" brushRef="#br0" timeOffset="154924.16">18919 6710 1546 0,'-6'-13'65'0,"3"-3"-52"16,-3 6 111-16,3-4 23 0,-3 4 4 0,0-1 1 0,0 3-53 0,0 3-11 0,0-3-1 0,3 5-1 31,-3 1-22-31,6 2-5 0,0 0-1 0,0 0 0 16,0 0-9-16,0 0-1 0,0 0-1 0,0 0 0 0,0 0-11 0,0 0-3 0,6 5 0 0,-3 0 0 15,3 1-1-15,3-1 0 0,-3 0 0 0,6-2 0 16,-3-1-7-16,3 1-1 0,0-3-1 0,0 0 0 31,-1 0-11-31,4-3-1 0,0-2-1 0,0-3 0 16,3 3-10-16,0 0 0 0,3-3 0 0,-1 2 0 15,1 1-20-15,0-3-5 0,3 3-2 0,-3 2 0 16,3-2-124-16,-4 2-25 0,1-2-4 0</inkml:trace>
  <inkml:trace contextRef="#ctx0" brushRef="#br0" timeOffset="158310.93">9667 8954 1824 0,'0'0'76'16,"0"0"-60"0,0 0 89-16,0 0 19 0,0 0 3 0,0 0 1 15,0 0-52-15,0 0-9 0,0 0-3 0,3 3 0 16,3-3 0-16,0 0 0 0,3 0 0 0,-3 0 0 16,3-3-51-16,3 3-13 0,3-3 0 0,0 1 0 0,3-1 54 15,3 3 8-15,-1-3 2 0,4 1 0 16,0 2-64-16,3-3-12 0,0 3-2 0,-4 0-1 0,1 0 15 0,0 0 0 0,-3 0 0 0,3 0 0 31,-6-2-15-31,-4 2 3 0,1-3 1 0,-3 3 0 16,0 0-33-16,-3 0-6 0,3 0-2 0,-6 0 0 15,3 3-123-15,-3-1-25 0,0-2-4 0</inkml:trace>
  <inkml:trace contextRef="#ctx0" brushRef="#br0" timeOffset="158538.01">9873 9118 1824 0,'-12'3'38'0,"0"-1"8"0,3 1-37 0,3-3-9 0,0 0 0 0,6 0 0 15,0 0 104-15,0 0 20 0,0 0 3 0,0 0 1 16,0 0-52-16,3-3-9 0,0 1-3 0,3-1 0 16,3 0-4-16,3-2 0 0,0 3-1 0,3-1 0 15,0 0-36-15,2-2-7 0,1 5-2 0,0-3 0 16,3 3-14-16,-3-2 11 0,3 2-11 0,-3 0 10 15,-1 0-19-15,1-3-4 0,-3 3-1 0,3 0 0 32,3-3-97-32,0 1-19 0,3-1-4 0</inkml:trace>
  <inkml:trace contextRef="#ctx0" brushRef="#br0" timeOffset="159529.91">11197 9012 1482 0,'0'0'42'0,"0"0"9"0,0 0-41 0,-3-2-10 16,3 2 0-16,-5-3 0 0,5 3 81 0,-3-3 15 0,-3-2 2 0,6 5 1 31,0 0-29-31,0-3-6 0,0 3 0 0,-3-5-1 0,3 5-14 0,3-5-2 0,-3 0-1 0,3 2 0 16,0-2-9-16,0 2-1 0,2-2-1 0,1 2 0 15,0-2 1-15,3 2 0 0,0-2 0 0,0 2 0 16,0-2 5-16,3 0 2 0,-3-1 0 0,3 4 0 16,0-4-19-16,-3 4-3 0,3-4-1 0,-1 4 0 15,1-1-8-15,0-2-1 0,3 2-1 0,0 3 0 16,0-3-18-16,0 3-4 0,3 0-1 0,-3 0 0 15,-1 3 13-15,1-3 15 0,0 3-3 0,-3 2-1 16,-3 0-25-16,0 1-5 16,-3 2-1-16,-3 0 0 15,-3-1-20-15,-3 4-5 0,-3 0-1 0,0 2 0 0,-6 3-2 0,0 0-1 0,-3 2 0 0,0 1 0 16,1-1 13-16,-4 1 2 0,0-1 1 16,3 3 0-16,0-5 33 0,3 0 8 0,0 0 0 0,0-3 1 0,3-2-9 15,3-1 0-15,1-2 0 0,-1 3 0 16,3-6 0-16,3 1 0 0,0-6 0 0,-3 5 0 15,3-5 0-15,0 0 0 0,3 2 0 0,0 4 0 0,3-6 0 16,-1 2 0-16,1-2 0 0,3 0 0 0,0 3 53 0,3-6 9 16,0 3 2-16,3-2 0 15,3-1-52-15,-3 0-12 0,3 1 0 16,2-3 0-16,-2 2 28 0,6 0 4 0,-3-2 0 0,0 2 0 0,-3-2-24 16,2 2-8-16,-2-2 0 0,0 2 0 0,0 1-12 0,-3-1-8 15,0 0-1-15,-3 1-1 16,0-1-115-1,0 1-23-15,-1 2-5 0</inkml:trace>
  <inkml:trace contextRef="#ctx0" brushRef="#br0" timeOffset="160144.29">11459 8676 1758 0,'-6'3'50'0,"3"0"10"16,3-3-48-16,-6 2-12 0,1 1 0 0,5-3 0 15,-6 2 112-15,6-2 20 0,-3 0 4 0,3 0 1 16,0 0-58-16,0 0-12 0,0 0-3 0,0 0 0 15,0 0 0-15,0 0 0 0,0 0 0 0,3-5 0 16,0 3-51-16,3-4-13 0,-1 4 0 0,4-4 0 16,0 4 44-16,3-4 7 0,3 4 1 0,0-1 0 15,0 0-30-15,3 1-6 0,0-1 0 0,-4 3-1 16,4-3-15-16,3 3 9 0,-3 0-9 0,-3 0 8 16,3 0-8-16,-3 0 0 0,0 0 0 0,-1 0 0 15,4-2-19-15,-3-1-5 0,3 1-2 0,0-1 0 31,0 3-66-31,0-3-14 0,-1 3-2 0,1 0-1 0,0 0-99 0,-3 0-20 16</inkml:trace>
  <inkml:trace contextRef="#ctx0" brushRef="#br0" timeOffset="161068">12010 8549 1644 0,'0'0'34'0,"0"0"9"0,0 0-35 0,0 0-8 0,3-2 0 0,-3-4 0 31,6 4 94-31,-3-4 17 0,3 4 3 0,0-4 1 0,0 4-31 0,0-4-5 0,3 1-2 0,0 3 0 32,0-4-13-32,-1 1-2 0,1 0-1 0,0-1 0 0,0 1-9 0,3 2-1 0,0-2-1 0,0 2 0 31,0-2-17-31,0 3-3 0,3-1-1 0,0 0 0 0,-1 1-13 0,4 2-4 0,-3 0 0 0,0 0 0 15,0 0-12-15,0 0 0 0,0 2 8 0,-3 1-8 16,-3 0 0-16,0 2 0 16,-4 0 8-16,-2 3-8 0,0-3 0 0,-3 3 0 0,-3 0 8 0,0-2-8 15,-2 1 0-15,-4 1-15 0,0 0 3 0,0 0 1 16,-3 0-7-16,-3 0-2 0,3 0 0 16,-3 3 0-16,3-3 9 0,-3 0 2 0,3-3 0 0,1 0 0 15,-1 3 9-15,3-3 0 0,3 1 0 0,0-4 0 16,6-2 0-16,0 0 0 0,0 0 0 0,0 0 0 15,0 0 0-15,0 0 0 0,3-2 0 0,3-1 0 0,0-2 0 0,6 2 12 0,-3-2-2 16,5-1-1-16,1 4 4 16,0-3 1-16,0 2 0 0,0 0 0 0,0 1-5 0,-3 2-1 0,3 0 0 0,-1 0 0 31,-5 2-8-31,3 1 0 0,-3 0 9 0,-3 2-9 0,3 0 9 0,-6 3-9 0,3-3 12 0,-3 6-12 16,-3 0 0-1,3-1 0-15,-3 1 0 0,-3 2 0 0,0 3 10 0,0-3-10 16,-3 3 8-16,-3 0-8 15,0 0 0-15,0-3 0 0,-3 3-12 0,1-3 12 0,-1-2-24 16,-3-1 4-16,0 1 0 0,0-3 0 16,3 0-4-16,-3 0 0 0,0 0 0 0,0-3 0 15,4 3-185-15,2-3-38 0,-3 0-7 0</inkml:trace>
  <inkml:trace contextRef="#ctx0" brushRef="#br0" timeOffset="161518.31">13293 8774 1546 0,'0'0'65'0,"0"-5"-52"31,0 5 111-31,-3-3 23 0,3 3 4 0,0 0 1 0,0 0-37 0,-6-2-7 0,0 2-2 0,0 0 0 15,0 0-40-15,0 5-8 0,-3-3-2 0,0 4 0 32,0 2-21-32,-5 0-5 0,2 0-1 0,-6 0 0 0,-3 2-11 0,3 1-2 0,-3 2-1 0,-3 0 0 31,1-2-35-31,-1 5-8 0,0-3 0 0,0 3-1 16,3-3 29-16,3 0 0 0,-2 3 0 0,-1-3 0 15,3 1 0-15,0-1 0 0,-3 0 0 0,0 0 0 0,4-2-160 0,-1-1-25 16,0 1-6-16</inkml:trace>
  <inkml:trace contextRef="#ctx0" brushRef="#br0" timeOffset="161796.76">12790 8819 1824 0,'0'-10'38'0,"0"2"8"0,0 0-37 16,0 2-9-16,3 1 0 0,-3 5 0 15,3-3 104-15,3 3 20 0,0 0 3 0,0 0 1 16,0 3 0-16,0 0 0 0,0 2 0 0,0 0 0 0,2 1-103 0,1 2-25 0,0-1 0 0,-3 1 0 31,3 3 56-31,0 0 7 0,0-1 1 0,-3 3 0 16,3-2-64-16,0 2-13 0,-3-2-3 0,3 2 0 0,0-2 26 16,0-1 5-16,0-2 1 0,2 3 0 0,1-1-16 15,0 1 0-15,0 2 0 0,0-2 0 16,3 2 0-16,-3 0 0 0,0 0 0 0,3-2 0 15,0 0-27 1,-1-1-8-16,1 1-1 0,0-1-1 0,0-2-27 0,0-2-4 16,0 1-2-16</inkml:trace>
  <inkml:trace contextRef="#ctx0" brushRef="#br0" timeOffset="162246.64">13713 8679 2066 0,'0'0'43'0,"0"0"10"0,0 0-42 31,0 0-11-31,0 0 0 0,0 0 0 0,0 0 104 0,0 0 20 0,0 0 3 0,0 0 1 0,0 0-52 15,-6 5-9-15,6 3-3 0,-3 3 0 0,3 2-51 0,-3 0-13 0,3 3 0 0,0 3 0 16,0-1 0 0,0 1 0-16,0-1 0 0,0 1 0 15,0-1 0-15,3 1 0 0,-3-1 0 0,0-2 0 0,3 3 0 0,-3-4 0 0,0 4 0 0,0 0 0 16,3-1 0-16,-3-2 9 0,3 2-9 0,-3 1 8 16,0-1-47-16,0-4-9 15,0-1-3-15,0 0 0 16,0 0-148-16,0-2-29 0</inkml:trace>
  <inkml:trace contextRef="#ctx0" brushRef="#br0" timeOffset="162423.91">13915 8959 2177 0,'-3'-2'92'16,"-3"-4"-74"-1,3 4 121-15,0-4 24 0,3 4 5 0,0 2 0 16,-3-5-75-16,3 5-15 0,-3-3-3 0,3 3-1 15,0-5-54-15,0 5-10 0,0-6-2 0,3 1-8 16,0 0-22-16,3 2-11 0,0-2-3 0,0 2 0 16,3-2-129-16,0 2-27 0,0-2-4 0</inkml:trace>
  <inkml:trace contextRef="#ctx0" brushRef="#br0" timeOffset="163149.07">14171 8750 2131 0,'0'-8'60'0,"0"3"14"16,3 0-59-16,-3 0-15 0,3-3 0 0,0 2 0 15,0-2 79-15,0 3 13 0,3-3 2 0,0 3 1 0,0-3-20 16,0 3-4-16,0-1-1 0,3 4 0 16,-3-4-56-16,6 4-14 0,-4-1 0 0,1 0 0 0,3 3 12 0,-3 0-1 15,3 0 0-15,0 6 0 0,-3-4-11 0,3 6 0 0,-3 0 0 0,0 3 0 16,0-1 0-16,-3 4 0 0,-3 2 0 0,0-3 0 31,0 3-26-31,-3-1-1 0,-3-1 0 0,0 2 0 16,0-1-26-16,-3-1-6 0,-3-1-1 0,0 0 0 15,0-2-5-15,0 2-2 0,0-5 0 0,0 5 0 16,-3-5 16-16,3 0 3 0,0 0 1 0,0 0 0 0,3-3 47 0,0 0 0 0,1 1 0 0,2-1 0 16,3-5 0-16,0 0 0 0,0 0 0 0,0 0 0 15,0 0 12-15,0 0 0 0,3 3-1 0,2 2 0 16,1-5 17-16,0 3 3 15,3-3 1-15,0 2 0 0,0-2 0 0,0 0 0 0,0-2 0 0,3 2 0 16,0 0 0-16,0 0 0 16,0-3 0-16,0 3 0 0,2 0-14 0,-2 0-2 15,3-3-1-15,-3 3 0 0,3-2-15 0,-3 2 0 0,3 0 0 0,0-3 0 16,0 3 0 0,-4-5-20-16,4 2 4 0,0 0 0 0,0-2-100 0,0 0-19 0,3 2-4 0</inkml:trace>
  <inkml:trace contextRef="#ctx0" brushRef="#br0" timeOffset="163496.91">14838 8727 2128 0,'-3'-6'60'0,"0"1"13"0,3 5-58 0,-3-5-15 0,3 5 0 0,-3-3 0 0,3 3 92 0,0 0 15 0,-3-5 3 0,3 5 1 15,0 0-44-15,-9 0-9 16,3 0-2-16,0 2 0 0,0 1-32 15,-3 2-6-15,0 1-2 0,0 2 0 0,-3 2-8 0,1 1-8 0,-1 2 12 0,-3-3-12 32,3 4 0-32,3-1 0 0,-3-2 0 0,3 2 0 0,0 0 0 0,3-2 0 0,0-1 0 0,3 1 0 15,3-1-16-15,3-2 4 0,0 3 0 0,6-3 0 16,-3-3 4-16,6 3 8 0,-3-3-13 0,3 3 5 16,3-5 8-16,-3 2 0 0,3 0-9 0,-1-2 9 15,1 2 0-15,-3-2 0 0,3 2 0 0,-6-2 0 31,3 2 0-31,-3 1 0 0,0-1 0 0,-3 0 0 0,0 0 0 0,-3 1 0 0,0-1 0 0,-3 0 0 16,0 3 0-16,0-2 0 0,-3-1 8 16,-3 5-8-16,-3-2 0 0,0 0 0 15,0 3 0-15,-6 2 0 0,0 0 0 16,-3 1 0-16,-3 1-8 0,1 1 8 0,2-2-9 0,-6 1 9 0,3-1-12 0,-3-4 12 16,6 1-24-16,-2-3 3 0,5 0 0 0,-3-3 0 15,6 0-39-15,-3-2-7 0,3 0-1 0</inkml:trace>
  <inkml:trace contextRef="#ctx0" brushRef="#br0" timeOffset="163719.44">14692 8806 1925 0,'6'-32'40'0,"-3"22"10"15,-3-1-40-15,3 0-10 0,0 3 0 0,-3-2 0 0,3 2 106 0,0 3 19 0,0-3 4 0,3 2 1 16,0 4-54-16,0 2-10 0,0-3-2 0,3 3-1 31,-1 0-31-31,4 3-5 0,-3-3-2 0,3 2 0 0,0-2-7 0,0 6-2 0,3-4 0 0,-3-2 0 16,3 3-16-16,3-3-9 0,-1-3 1 15,1 1 0 1,3-4-124-16,3 1-25 0,0-5-5 0</inkml:trace>
  <inkml:trace contextRef="#ctx0" brushRef="#br0" timeOffset="164270.34">15659 8893 1866 0,'-6'0'52'0,"0"3"13"0,6-3-52 0,0 0-13 0,0 0 0 0,0 0 0 15,0 0 96-15,0 0 17 0,0 0 3 0,0 0 1 16,0 0-33-16,0 0-6 0,6 0-2 0,3 2 0 15,0 1-16-15,3-3-3 0,0 0-1 0,0 3 0 32,3-3-19-32,3 0-4 0,-3 0-1 0,5 0 0 0,4-3-14 0,3 3-3 0,6-3-1 0,-3 3 0 31,2-2-14-31,1 2 9 0,0 0-9 0,0-3 8 0,-4 3-8 0,-5 0 0 0,0-2 9 0,-6 2-9 16,0 0-9-16,0 0-7 0,-4 0 0 0,-2 0-1 31,0 0-25-31,-3 0-5 0,0 0-1 0,-3 2 0 0,0-2-19 0,-6 0-4 0,0 0-1 0,0 0 0 15,0 0-21-15,0 5-5 0,-3 1-1 0</inkml:trace>
  <inkml:trace contextRef="#ctx0" brushRef="#br0" timeOffset="164619.71">15710 9086 1607 0,'0'0'68'16,"0"0"-55"-16,0 0 119 0,0 0 23 0,0 0 5 0,0 0 0 31,0 0-56-31,6 0-12 0,0 3-3 0,0-3 0 0,0 0-15 0,3 0-3 0,0 0-1 0,0 0 0 31,2 0-14-31,1-3-2 0,3 3-1 0,0 0 0 0,6-2-25 0,-3-1-6 0,3 0-1 0,3 3 0 16,-4-2-21-16,4-1 9 0,0 3-9 0,0 0 0 15,0-3 0-15,-4 3 0 0,1 0 0 16,-3 0 0-16,0 0-15 16,0 0-6-16,-3-2-2 0,0-1 0 0,2 1-34 0,-2-4-7 0,0 4-2 15,0-4 0-15,0 4-118 0,0-4-23 16,0 4-5-16</inkml:trace>
  <inkml:trace contextRef="#ctx0" brushRef="#br0" timeOffset="165675.79">17055 8652 1580 0,'-3'-2'67'15,"3"2"-54"16,-6-3 92-31,1 0 19 0,2 1 3 0,-3 2 1 0,0 2-52 0,-3-2-9 0,3 6-3 0,0-4 0 16,-3 6-51-16,3 0-13 0,0 0 0 0,-3 3 0 16,3 2 0-16,0 3 0 0,3 0 0 0,-3 0 0 15,3 2 54-15,-3-2 8 0,3 3 2 0,0-4 0 16,0 1-103-16,3 0-20 0,0 0-4 0,0 0-1 16,0-3 52-16,0 0 12 0,3-2 0 0,0 0 0 15,3-1 9-15,-3-2 5 0,3-3 1 0,3 1 0 16,0-1-24-16,0 0-5 0,3-5-1 0,0 0 0 15,0 0 15-15,3-2 0 0,-1-1 0 0,4-2 0 16,-3 2 14-16,3-2 6 0,-3-1 0 0,3 1 1 16,-6 0 19-16,3 0 3 0,-4-3 1 0,1 0 0 0,-6 0 15 0,3 0 3 0,-3-3 1 0,-3 3 0 15,-3-2 1 1,-3-3 0-16,-3 2 0 0,0-2 0 0,0-1-52 0,-6-1-12 0,1 1 0 0,-4 1 0 16,0 3 0-16,0-1 0 15,0-2 0-15,-3 5 0 0,3 0 0 0,3 3 0 0,-3-1 0 0,4 1 0 31,-1 2-48-31,3 3-13 0,3-2-3 0,-3 4 0 16,9-2-51-16,-6 3-10 0,6-3-3 0</inkml:trace>
  <inkml:trace contextRef="#ctx0" brushRef="#br0" timeOffset="165924.53">17472 8880 2067 0,'0'0'87'15,"0"0"-70"1,0 0 140-16,0 0 28 0,0 0 6 0,0 0 1 16,0 0-103-16,-3-3-20 0,3 3-4 0,0 0-1 0,-6-2 0 15,6 2 0-15,0 0 0 0,-3-3 0 16,3 3-51-16,0 0-13 0,0-5 0 0,0 5 0 15,0 0 0-15,0-6 0 0,0 6 0 0,3-5 0 32,-3 5-48-32,3-2-13 0,3-1-3 0,-3 0 0 0,3 1-153 0,0 2-31 0</inkml:trace>
  <inkml:trace contextRef="#ctx0" brushRef="#br0" timeOffset="166665.54">17803 8586 1226 0,'0'0'25'0,"0"0"7"0,0 0-32 0,0-2 0 0,0 2 0 0,0-6 0 16,0 6 104-16,0 0 15 0,0 0 2 0,0 0 1 16,0-5-17-16,0 5-3 0,0 0-1 0,0 0 0 15,0 0-16-15,0 0-3 0,0 0-1 0,0 0 0 16,0 0-21-16,0 0-4 0,0 0 0 0,0 0-1 31,0 0-22-31,0 0-4 0,0 0-1 0,-6 3 0 0,3 2-11 0,0 0-2 0,0 3-1 0,0 0 0 16,3 3-6-16,0-1-8 15,-3 1 11-15,3 5-11 0,0-3 12 0,0 3-12 0,0 0 12 0,0 5-12 16,0-5 0-16,3 0 0 0,-3 2 0 0,0 1 0 16,3-3 0-16,-3-3 0 0,0 3 0 0,0-3 0 15,3 0 0-15,-3 0 0 0,0 1 0 0,0-4 0 16,0 1 0-16,0-3 0 0,0 0 0 0,0 0 0 15,0 0-96-15,-3-3-25 0,3 0-6 0</inkml:trace>
  <inkml:trace contextRef="#ctx0" brushRef="#br0" timeOffset="167060.15">18175 8682 2198 0,'3'-8'62'0,"0"0"14"0,-3 2-60 0,0 1-16 0,0 5 0 0,0-5 0 16,0 5 94-16,0 0 16 0,0 0 3 0,0 0 1 16,0 0-46-16,0 0-10 0,-6-3-2 0,6 3 0 15,-6 3-32-15,0-3-8 0,0 2 0 0,-3 4-1 16,3-4-6-16,0 6-1 0,0 0 0 0,0 3 0 16,0-3-8-16,0 5 0 0,3-2 0 0,-3 2 0 15,3 0 0-15,3-2 0 0,0 2 0 0,0-3 0 31,3 1 0-31,0 0 0 0,3-3 0 0,0 2 0 16,0-2 0-16,3 0-9 0,-3-3 0 0,3 3 0 0,0-2 9 0,0-1 0 0,-3 0 0 0,3 0 0 16,-3 1 0-16,2-1 0 0,-2-2 0 0,0 2 0 15,0-2 0-15,-3 2 0 0,3 0 0 0,-3 0 0 16,0 1 0-16,-3-6 0 0,0 5 0 0,0 0 8 16,-3 3-8-16,0-2 0 0,0 1-8 0,0-1 8 15,-3 2-17-15,0 0 1 0,-3 2 1 0,1-2 0 16,-1 0-22-16,0 0-5 0,-3-3-1 0,0 3 0 15,0-2-21-15,0-1-5 0,-3 0-1 0</inkml:trace>
  <inkml:trace contextRef="#ctx0" brushRef="#br0" timeOffset="167242.78">18166 8719 1998 0,'-3'-11'84'0,"3"0"-67"31,0 3 96-31,0-2 19 0,0 2 4 0,3 0 1 0,0 0-48 0,0 0-9 0,3 0-3 0,0 3 0 16,-1 0-34-16,4-1-7 0,3-2-2 0,0 3 0 15,3 0-20-15,3-1-4 0,3 1-1 0,0 0 0 32,-1 0-29-32,4 2-7 0,3-2-1 0,-3 2 0 0,0-2-200 0,0-1-40 0</inkml:trace>
  <inkml:trace contextRef="#ctx0" brushRef="#br0" timeOffset="167649.79">18758 8510 2240 0,'0'0'64'0,"0"0"12"16,0 0-60-16,0 0-16 0,0 0 0 0,0 0 0 15,0 0 91-15,0 0 15 0,0 0 3 0,0 0 1 16,0 0-38-16,0 0-7 0,-6 2-1 0,0-2-1 0,0 3-27 0,-3-1-6 15,0 4-1-15,0-1 0 16,-3 0-17-16,1 3-3 0,-1 0-1 0,0 5 0 16,0 1-8-16,0 4 0 0,0 1 0 0,0 2 0 15,0 0 0-15,3 3 0 0,0 2 0 0,3-2 0 16,-3 0 0-16,6-3-9 0,1 0 9 0,-1 0-13 16,3 1-7-16,0-6-2 0,0-1 0 0,3 1 0 15,-1-3-10-15,1-2-3 0,3-3 0 0,0 3 0 16,3-6-1-16,-3 0-1 0,3-2 0 15,3 2 0-15,-3-5 19 0,3 0 4 0,0 0 1 0,0 0 0 0,0-3 13 0,3 1 15 0,-1-1-3 0,1 1-1 16,-3-1 25-16,0-2 6 0,0 2 1 0,0-2 0 16,0-1 4-16,-3 1 1 0,0 0 0 15,0-1 0-15,-3-1-8 0,-3-1-2 0,3 2 0 0,-4-2 0 16,1 3-10-16,-3-3-1 0,0 0-1 0,-3 3 0 16,1 0-13-1,-1-1-2-15,-3 4-1 0,-3-1 0 0,0-2-10 0,-6 5 0 0,3-3 0 0,-3 3 8 16,-3 0-22-16,0 0-5 15,0 3-1-15,-2-3 0 0,2 2-80 0,3 1-17 0,-3 0-3 16</inkml:trace>
  <inkml:trace contextRef="#ctx0" brushRef="#br0" timeOffset="168492.65">19082 8615 1675 0,'0'0'35'0,"0"0"8"16,0 0-35-16,0 0-8 0,0 0 0 16,-3-2 0-16,6-6 124 0,-3 2 22 0,3 1 5 0,0 3 1 15,0-4-54-15,0 1-10 0,3 0-3 0,0-1 0 16,0 1-30-16,3 2-7 0,-3-2 0 0,3 3-1 16,-3-1-13-16,3 0-2 0,0 3-1 0,0-2 0 15,0 2-15-15,0 0-2 0,0 0-1 0,0 0 0 0,-1 0-13 0,1 2 0 0,-3 1 0 0,0 0 0 31,0 2 0-31,-3 0 0 0,0 3 0 0,0 0 0 0,-3 3-12 0,-3-1-4 0,3 1-2 0,-6 5 0 32,0-3-43-32,0 3-9 0,-3 2-2 0,-3 1 0 15,4-3-16-15,-4 0-4 0,0-1-1 0,0-1 0 16,3-1-11-16,-3-3-1 0,3 1-1 0,0-3 0 0,0 0 85 0,0 0 21 0,3-3 0 0,0-2 0 16,0 2 0-1,3 0 0-15,3-5 0 0,0 0 0 0,0 0 47 0,0 0 13 0,0 0 4 0,0 0 0 16,0 0-8-16,3 3-2 0,0 0 0 0,3-1 0 15,0 1-8-15,3 0-2 0,-3-3 0 16,3 2 0-16,3 1-1 0,0-3-1 0,0 3 0 0,3-3 0 16,-3 2-6-16,3-2-2 0,2 0 0 15,-2 0 0-15,0 0-15 0,0 0-3 0,3 0-1 16,-3 0 0-16,0 0-15 0,0-2 0 0,-1-1 8 0,1 0-8 16,0-2-43-16,3 2-11 0,-3-2-2 0,6 0-1 15,0-3-190-15,2 0-37 0</inkml:trace>
  <inkml:trace contextRef="#ctx0" brushRef="#br0" timeOffset="168814.17">19788 8578 1736 0,'-3'-2'73'0,"0"-4"-58"15,0 4 116-15,-3-1 23 0,0 0 5 0,0 1 1 16,0-1-47-16,0 3-9 0,-3 0-1 0,0 0-1 31,0 0-43-31,1 0-9 0,-4 0-2 0,3 3 0 0,0-1-30 0,-3 1-6 0,0 0-2 0,3 2 0 16,0 0-10-16,-3 1 0 0,6 2 0 0,0-1 0 15,0 4 0-15,3 0 0 0,3 2 0 0,0-3 0 16,6 6 0-16,0-2 0 0,0 1 0 0,6 1 0 31,-3 0 0-31,3-3 0 0,3 3 0 0,-3-2 0 0,0-1 0 0,0-3 0 0,-1 1 0 16,-2 0 0-16,3-4 0 0,-6 4 0 0,3-3 0 0,-6 0 0 16,3 0 0-16,-3-3 0 0,0 3 0 0,-3-3 0 15,0 1 0-15,0 2 0 0,-3-3 11 16,0 3-11-16,0-3 8 0,-3 3-8 0,0-5 0 15,-3 5 9-15,-3-3-9 0,0-2 0 0,1 2 0 0,-4 0-11 16,-3-2-10-16,0-1-3 16,0 1 0-16,-3-3 0 15,3 3-36-15,-2-3-7 0,2 0-1 0</inkml:trace>
  <inkml:trace contextRef="#ctx0" brushRef="#br0" timeOffset="168965">19702 8541 2252 0,'9'-5'47'0,"-4"-3"11"16,1 3-46-16,3-1-12 0,0 1 0 0,0 3 0 0,-3-1 67 15,3 0 11-15,0 1 2 0,0 2 1 16,0 0-41-16,3 0-9 0,0 0-2 0,0 0 0 16,3 0-29-16,2 2 0 0,1-2-11 0</inkml:trace>
  <inkml:trace contextRef="#ctx0" brushRef="#br0" timeOffset="169447.19">19892 8822 2232 0,'0'0'64'0,"0"0"12"16,0 0-60-16,0 0-16 0,0 0 0 0,0 0 0 15,0 0 78-15,6 5 13 0,-3 0 2 0,0 1 1 16,0-1-35-16,3-2-7 0,-3 2-2 0,0 3 0 0,0-3-16 0,3 3-3 0,-3-3-1 16,0 3 0-16,3 0-14 0,-3 0-2 0,0 0-1 0,0 0 0 31,3 3-13-31,-3-3 0 0,3 2 8 0,-3 1-8 15,0-1 0-15,-1 1 0 0,1-1 0 0,0 4 0 0,0-1 0 0,0 0 0 0,-3 0-11 16,3-2 11 0,-3 2-40-16,3-2-1 0,-3-1 0 0,0 1 0 15,0 0-115-15,3-6-24 0,-3-5-4 0</inkml:trace>
  <inkml:trace contextRef="#ctx0" brushRef="#br0" timeOffset="169817.44">20220 8946 2135 0,'-6'-8'44'0,"6"8"11"0,0 0-44 0,-6-5-11 0,3 5 0 0,3 0 0 16,-6-3 120-16,6 3 21 0,-6 3 5 0,6-3 1 15,-6 3-59-15,0-1-11 0,0 1-2 0,3 2-1 16,-3 0-38-16,3 1-7 0,-3 2-1 0,3-3-1 16,0 3-18-16,0 0-9 0,0 2 10 0,3-2-10 15,-3 3 0-15,3 0 0 0,3-1 0 0,-3 1 0 16,3-1 0-16,-3-2-8 0,3 3 8 0,0-1-10 15,3-2-6-15,-3 0-2 0,3 0 0 0,0-3 0 16,0 1 2-16,3-4 1 0,-3 1 0 0,3-3 0 16,0 0 4-16,0-3 1 0,2 1 0 0,1-4 0 15,0 1 10-15,3-3 0 0,0 0 0 0,0-2 0 16,0-1 8-16,-3 1 3 0,3-4 1 0,-1 4 0 0,-2-1 10 16,0-2 2-16,-3 5 1 0,0-3 0 15,-3 1 6-15,-3 2 1 0,0-3 0 0,0 3 0 16,-6 0-8-16,0 0-2 0,0 1 0 0,-3 1 0 15,-3-2-12-15,0 3-2 0,-6 0-8 0,3 2 12 0,-2-2-12 0,-4 2 0 16,3 3 0-16,-3-3 0 16,0 1-45-16,0 2-3 0,0 2 0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0T15:58:36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16790 9407 1036 0,'0'0'23'0,"0"0"5"0,0 0 0 0,0 0 1 0,0 0-29 0,0 0 0 0,0 0 0 0,0 0 0 15,0 0 0-15,0 0 0 0,0 0 0 0,0-6 0 16,0 6 0-16,0-5 0 0,3 0 0 0,-3-1 0 16,3 1 18-16,0 2-2 0,0 1-1 0,-3 2 0 15,3-6 27-15,-3 6 6 0,3-2 0 0,0-1 1 16,3 1-12-16,-3-1-2 0,3 3-1 0,-3-3 0 15,3 1 1-15,0 2 0 0,0 0 0 0,-3-3 0 16,3 3-6-16,0 0-1 0,3-3 0 0,0 3 0 16,0 0-14-16,-3 0-3 0,6 0-1 0,-3 0 0 0,-1 3-10 15,4-3 0-15,-3 0 0 0,3 0 8 0,0 0-8 16,3 0 12-16,0 0-12 0,0-3 12 0,3 3 0 16,-1 0 0-16,4 0 0 0,3-2 0 0,0 2-12 0,0 0 0 15,3 2 0-15,-4 1 0 0,7 0 16 16,-6-1-1-16,3 1-1 0,-3 0 0 0,-1-3-22 0,1 0-5 15,0 2-1-15,0-2 0 0,3 0 14 0,-1 3 0 16,1-3 0-16,0 2 0 0,3 1 0 0,-1 0 0 16,-2 2 0-16,3-2 0 0,0 2 13 0,-3-5 6 15,-1 3 1-15,1-3 0 0,0 0-32 0,0 0-7 16,2 0-1-16,1-3 0 0,0 3 44 0,3 0 9 16,-3 0 2-16,5 0 0 0,-5 0-27 0,0 0-8 15,3 0 0-15,-4 0 0 0,1 0 8 0,0 0-8 0,0-3 0 16,-1 1 0-16,4-4 0 0,0 6 0 0,0-2 0 0,-1 2 0 15,4 0 0-15,-3 0 0 0,3 0 0 0,-4 0 0 16,1 0 0-16,-3 0 0 0,2-3 8 0,1 0-8 16,0 3 0-16,3-2 0 0,-1 2 8 0,1 0-8 15,0 0 0-15,0 0 0 0,-1 0 8 0,1 0-8 16,-3 0 0-16,-3 0 0 0,2-3 8 0,1 1-8 16,0 2 9-16,2-3-1 0,1 3-8 0,0-3 12 15,-3 3-12-15,-1 0 0 0,1 3 0 0,0-3 0 16,-6 0 0-16,2-3 0 0,1 1 0 0,0 2 0 15,0 0 0-15,2 0 0 0,-2 0 8 0,0 0-8 16,3 0 0-16,-1 0 9 0,1 2-9 0,0 1 8 16,-3-3-8-16,-3 3 0 0,2-3 0 0,1 0 8 15,-3 0-8-15,3 0 0 0,-4 0 9 0,4 0-9 0,0 0 0 16,0 0 0-16,2 0 0 0,-2 2 0 0,-3 1 0 16,3-3 0-16,0 0 0 0,-4 0 0 0,1 0 0 0,0 0 0 15,0 0 0-15,2-3 0 0,-2 1 0 0,3-1 0 16,0 3 0-16,-3 0 0 0,2-3 0 0,1 3 0 15,-3 3 0-15,-3-3 0 0,3 0 0 16,-4 0 0-16,-2 0 0 0,3-3 0 0,-6 3 38 0,0-2 3 16,3 2 1-16,-7-3 0 0,4 3-28 0,-3 0-6 15,0-3 0-15,0 3-8 0,-3 0 16 0,0 0-4 16,-3 0-1-16,3 0 0 0,-4 0-11 0,1 0 8 16,-3 0-8-16,0 3 8 0,3-3-20 0,-3 0-4 0,0 3 0 15,-3-3-1 1,3 2-15-16,-3 1-4 0,3 0 0 0,-3-3 0 15,3 2-133-15,0 1-27 0,15-8-6 0,-9 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25T20:07:03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23788 5647 1094 0,'-8'0'23'0,"8"0"5"16,0 0-28-16,0 0 0 0,0 0 0 0,0 0 0 15,-3 5 56-15,3-5 5 0,3 2 2 0,0 4 0 16,0-1-6-16,-1-2-1 0,4-1 0 0,0 4 0 15,0-4-37-15,0 1-8 0,0 0-2 0,0 2 0 16,6-5 44-16,0 3 9 0,0-3 2 0,6 0 0 16,3 0-52-16,2 0-12 0,4 0 0 0,6 0 0 15,-3 2 32-15,2 1 4 0,1-1 1 0,0 1 0 16,0 0-12-16,-1-6-2 0,1 0-1 0,3 1 0 16,-3 2-7-16,5 0-2 0,-2-3 0 0,3 1 0 0,-6 2-13 0,-1 0 11 0,-5 0-11 0,3 0 10 31,-6 0-10-31,-4-3 8 15,-2 3-8-15,0 0 8 0,-6-3-20 0,3 3-4 0,-6-2 0 16,0-1-1-16,-3 3 17 0,-3-3 0 16,-3 3 0-16,0 0 0 0,0 0 0 0,0 0-8 0,0 0 8 0,0 0 0 15,-6 0-56-15,0 0-4 0,-3 0 0 0,-6 0-1 0,0 0 14 0,-6 3 3 0,-2-3 1 16,-4 3 0 0,-6-1-26-16,0 1-6 0,-5 2-1 0,-1 0 0 0,0 3 54 0,3 0 10 0,4 0 3 0,-4 0 0 15,0 0 9-15,1-3 0 0,2 1 0 0,-3 2 0 16,0-3-25-16,4 3-3 0,2 3-1 0,-3-4 0 15,6 1 46 1,6 0 10-16,4 0 1 0,-1 0 1 0,6-3 28 0,3 1 6 0,3-1 1 0,6-5 0 31,0 0 0-31,0 0 0 0,0 0 0 0,9 3 0 0,6-3 0 16,3 0 0-16,2-3 0 0,4-2 0 16,6 2-12-16,3-2-3 0,0 0 0 0,-1-1 0 0,4 1-31 0,-6 0-6 15,3-1-2-15,2 1 0 0,1 0-10 0,0-3 0 0,5 0 0 0,1 3 0 16,0-1 0-16,-4 1 0 0,1 5 0 15,0-5 0-15,-6 2-17 0,-1 0-6 0,1-2-1 0,3 0 0 32,-4 0-29-32,4 2-7 0,0-2 0 0,0 2-1 0,-4 0-135 15,1 3-28-15</inkml:trace>
  <inkml:trace contextRef="#ctx0" brushRef="#br0" timeOffset="4077.05">11921 2831 1413 0,'-18'-2'29'0,"9"2"7"15,3 0-28-15,0-6-8 0,0 4 0 0,0-1 0 16,3 0 69-16,3 3 13 0,-6-5 2 0,6 5 1 16,-3-3 3-16,0-2 1 0,0 2 0 0,3-4 0 15,3-1-25-15,0 2-6 0,3-7-1 0,3 5 0 16,0-2-18-16,6-1-4 0,3 0-1 0,-3 3 0 16,3-5-8-16,2-3-2 0,-2 3 0 0,3 0 0 15,0 2-16-15,-3 1-8 0,0 2 8 0,-1-3-8 16,1 3 0-16,0 0 0 0,0 3 0 0,0 0 0 0,0 2 0 0,0 3 0 15,-3 0 0-15,-1 0 0 0,1 8 0 0,-3-5-14 16,-3 7 5-16,-3 1 1 16,0 2-20-16,-6 0-4 0,0 3-1 0,-6 0 0 15,0 0 1-15,-3 2 1 0,-6-2 0 0,0-2 0 0,4 1-13 0,-4 1-2 16,0 0-1-16,0-3 0 16,0 1 38-16,0-4 9 0,3 3 0 0,0 1 0 0,0-4 21 15,3 3 7-15,1-5 0 0,-1 6 1 16,6-6-21-16,-3 0-8 0,3-1 0 0,3 7 0 0,0-6 12 15,3-3-3-15,3 3-1 0,-3 0 0 0,3 0 8 0,2-6 2 0,-2 4 0 16,6-4 0 0,-3-2 6-16,6 3 2 0,0-3 0 0,0-3 0 0,3 3-7 0,3-2-2 15,-1 2 0-15,1-6 0 0,3 4-17 0,-3 2 0 0,3-6 0 16,-3 6 0-16,-1 0 0 0,1 0 0 0,-3 0-12 0,-3 0 3 16,3 0-36-16,-6 0-7 0,3 6-2 0,-3-6 0 15,-4 0-119-15,-2 2-24 0</inkml:trace>
  <inkml:trace contextRef="#ctx0" brushRef="#br0" timeOffset="7876.49">12284 2276 854 0,'0'0'17'0,"0"0"6"16,0 0-23-16,-3 7 0 0,0-4 0 0,0 2 0 0,3 3 67 0,-3-2 9 0,0 2 1 0,3 0 1 15,-3-3-16-15,0 3-3 0,0 0-1 0,0 0 0 16,0-6-11-16,0 6-3 0,0-2 0 0,-3-1 0 15,3 3-4-15,-3-6-2 0,6-2 0 0,-6 6 0 16,6-6 4-16,-6 0 1 0,6 0 0 0,-6 0 0 16,6 0-1-16,0 0 0 0,-6 0 0 0,6 0 0 31,0 0-18-31,-2-8-3 0,-1 2-1 0,3 4 0 0,0-9-5 0,3 3-2 0,2-2 0 0,1 2 0 16,0-5-1-16,3 5 0 0,0-8 0 0,0 2 0 15,3-1 1 1,0 1 0-16,3-1 0 0,0 1 0 0,-3 1-1 0,3 2-1 0,-1-2 0 0,1 5 0 15,-3 0-11-15,0 3 12 0,0 2-12 0,0-2 12 16,-3 5-12-16,3 5 0 0,-3-5 0 0,0 8 0 0,-3-5 0 16,0 5 0-16,-1 3 0 0,1-4 0 15,-3 4 0-15,0 2 0 0,3 1 0 0,-6 1 0 16,3-1-14-16,-3 1 2 0,-3 1 0 0,3-2 0 16,-3 1-6-16,-3-1-1 0,3 2 0 0,-3-3 0 0,1-3 3 0,-1 4 1 15,0-6 0-15,0 0 0 16,0-1 7-16,0 1 8 0,0 3-13 0,3-3 5 0,-3 0 8 0,3-6 0 15,0 4 0-15,0 2-8 0,3-8 8 0,0 5 0 16,0-5 0-16,3 8 0 16,0-8 0-16,3 3 0 0,0 2 8 0,3-5-8 0,0 0 16 0,0 0-2 15,2 0 0-15,1 0 0 16,3-5 3-16,-3 2 1 0,3-2 0 0,0 2 0 16,0-2-9-16,3-1-1 0,3 4-8 0,-4-4 12 0,4 4-12 0,-3-3 0 0,3 5 0 0,-6-3 0 15,3 3 0-15,-3 0-13 16,-1 0 2-16,1 0 1 15,-3 0-123-15,0 3-25 0,-3-3-5 0</inkml:trace>
  <inkml:trace contextRef="#ctx0" brushRef="#br0" timeOffset="8468.71">13460 2474 1413 0,'6'-11'29'0,"-6"11"7"16,0 0-28-16,0 0-8 0,0 0 0 0,0 0 0 31,0 0 58-31,0 0 10 0,-9 0 3 0,3-2 0 0,-3 2-7 0,3 0-2 0,-3 0 0 0,-3 2 0 16,3 9-18-16,0-8-4 0,-3 2-1 0,0 6 0 15,3 2-17-15,0 0-3 0,1 0-1 0,-4 6 0 16,0 2-18-16,-3 3 10 0,0 2-10 0,0-2 8 16,-3 0-8-16,0 2 0 0,-2-5 0 0,-1 3 8 15,-3-3-8-15,3-5 0 0,-3 5 0 0,0-2 8 16,4 0-27-16,-4 2-5 16,3-3-2-16,0 3 0 0,3 1 0 0,0-1 0 0,3-5 0 0,1 5 0 15,-1-8-163-15,3 3-33 0</inkml:trace>
  <inkml:trace contextRef="#ctx0" brushRef="#br0" timeOffset="8750.17">12942 2633 1337 0,'3'-24'28'0,"0"19"6"0,-3-3-34 0,3 5 0 0,0-5 0 0,0 3 0 15,0 2 58 1,0-2 5-16,3 2 1 0,-4 3 0 15,-2 0 26-15,6 0 6 0,3 0 0 0,-3 8 1 0,0-5-53 0,3 5-10 0,-3 0-2 0,3 0-1 16,0 5-31-16,0 0 0 0,3 3 0 0,-3 5 0 16,6-5 42-16,0 0 2 0,-1 2 1 0,1-2 0 15,3 0-30-15,-3 0-7 0,3 3 0 0,3-4-8 16,-3 1 12-16,-1 0-4 0,1 3 0 0,-3-1-8 16,0-2 8-16,0 3-8 0,0-1 0 0,-3 1 0 15,0-3 8-15,0 5-8 0,-3-8 0 0,2 3 0 16,1 0 0-16,-3-3 0 15,3-2 0-15,0 2 0 0,0-8-12 0,-3 6-10 0,0-6-2 0,3 3 0 16,0-5-121-16,0 2-25 0</inkml:trace>
  <inkml:trace contextRef="#ctx0" brushRef="#br0" timeOffset="15026.15">13867 2416 1006 0,'-8'-8'20'0,"8"8"7"16,-3-5-27-16,3 2 0 0,-3-2 0 0,3-1 0 15,0 4 82-15,0 2 11 0,-3-8 3 0,3 2 0 16,0 6-12-16,0-2-1 0,0 2-1 0,0 0 0 16,0 0-22-16,0 0-4 0,0 0 0 0,0 0-1 15,0 0-23-15,0 0-5 0,6 0-1 0,0 8 0 16,-4-6-16-16,1 6-10 0,0 3 12 0,0-3-12 0,0 8 8 0,0 0-8 16,-3 5 0-16,3 0 0 15,-3 8 0-15,3 3 0 0,-3 2 0 0,0 3 0 16,0-8 0-16,0 0 0 0,0-2 0 0,0-1 0 15,0-4-10-15,0 1-2 0,0-9-1 0,0 1 0 16,-3 1-39-16,3-2-8 0,-3 1-2 0</inkml:trace>
  <inkml:trace contextRef="#ctx0" brushRef="#br0" timeOffset="15216.77">14070 2770 1758 0,'0'0'36'0,"0"0"10"0,0 0-37 0,0 0-9 0,0 0 0 0,0 0 0 0,0 0 67 0,0 0 11 0,0 0 2 0,0 0 1 31,0 0-31-31,0 0-6 0,0 0-2 0,0 0 0 0,0 0-33 0,0 0-9 0,3-5 0 0,-3 5 0 16,3-3 21-16,0-2 0 0,0 2 0 0,0 3 0 16,3-7-68-16,-3 4-13 0,3 0-4 0</inkml:trace>
  <inkml:trace contextRef="#ctx0" brushRef="#br0" timeOffset="15535.68">14231 2437 1489 0,'0'0'42'0,"0"0"10"0,3-5-42 0,0-1-10 0,0 4 0 0,2-4 0 0,1 4 67 0,0-3 11 0,0 2 2 0,3-2 1 31,-3 2-13-31,6-2-4 0,-3-1 0 0,3 4 0 16,0-6-17-16,0 2-4 0,3 4-1 0,0-3 0 0,-1-1-20 0,-2 4-4 0,3 2-1 0,0-6 0 31,-3 6-17-31,0 0 0 0,3-2 0 0,-3 2 0 16,0 2 8-16,-3-2-8 0,2 6 9 0,-2-4-9 0,0 4 0 0,-3-1 0 0,3 3 0 0,-3 0-10 31,0 0 10-31,-3 0 0 0,3 5 0 0,-3-3 0 0,-3 9 0 0,3-3 0 0,-3 0 10 0,0 7-10 31,0 4 0-31,-3-3 0 0,0 5 0 0,0 0 0 0,0 0 0 0,0 0 0 0,0-5 0 0,0 2 0 16,0-2-11-16,-3-8-1 0,3 5-1 15,0-5 0-15,0 3-35 0,-3-3-6 0,3-1-2 16,-3-1 0 0,3-6-117-16,0 2-24 0,-3 1-5 0</inkml:trace>
  <inkml:trace contextRef="#ctx0" brushRef="#br0" timeOffset="16084.22">14513 2643 1492 0,'-9'-13'31'0,"6"8"8"16,0 2-31-16,3-2-8 0,0 5 0 0,0 0 0 0,-2-3 57 0,2 3 11 16,0 0 1-16,0 0 1 15,2-5 3-15,-2 2 1 0,3 1 0 0,3-1 0 0,-3 3-32 0,3-5-6 0,-3 2-2 16,3 3 0-1,3-8-22-15,-3 8-12 0,3-8 12 0,3 3-12 16,0 0-20-16,3-3-10 0,0 5-2 0,3-5-1 16,-1 0-25-16,4 0-5 0,3 3-1 0,0-3 0 15,0 0-51-15,2-3-10 0,1 9-3 0,-3-6 0 16,3 0-3-16,-3 3-1 0,-1-3 0 0,-2 0 0 16,0 0 109-16,0 0 23 0,-3 0 0 15,3 0 0-15,-6 3 56 0,-1-3 7 0,1 3 1 0,0 2 0 16,-6-5 51-16,0 8 10 0,0-5 3 0,-6 5 0 15,-3 0-52-15,0 0-9 0,0 0-3 0,0 0 0 0,0 0 0 0,0 0 0 0,0 0 0 0,0 0 0 16,-6 0-51-16,-3 0-13 16,0 5 0-16,0-5 0 0,0 3 37 0,-3 2 5 0,3-2 1 15,1 2 0-15,-1 3-27 0,0-6-4 0,-3 4-2 0,6 2 0 16,0 0-10-16,0-1 0 0,3 1 0 16,0 3 0-1,0-3 0-15,3 3 0 0,3-1 0 0,-3 1 0 0,3 2 0 0,3 0 0 16,-3-2 0-16,3 2 0 0,3 0 0 15,0 3 0-15,3-5 0 0,-1 7 0 0,-2-2 0 0,3-3 0 0,0 3 0 16,0 0 0-16,-3-3 0 0,0 1 16 0,0 1-2 16,0-7-1-16,-3 3-13 0,-3-1 0 0,0 1 0 0,-3 2 0 15,0-7-48-15,-3 2-13 0,0-1-3 0,-3 1 0 16,-3-2 52-16,0 2 12 0,0 0 0 0,-3 0 0 16,3-1 0-16,-3-4 0 0,0 2 0 0,1 1 0 15,-1 2-14-15,0-8 0 0,0 2 0 0,0 4 0 16,3-6-124-16,-3-6-25 0</inkml:trace>
  <inkml:trace contextRef="#ctx0" brushRef="#br0" timeOffset="16343.76">15005 2453 1333 0,'0'-13'28'0,"0"13"6"16,0 0-34-16,0 0 0 15,0-3 0-15,0 3 0 0,2-8 90 0,4 3 11 0,-3-1 3 0,3 4 0 0,0-3-20 0,3 2-3 0,0 3-1 0,3-5 0 32,3 2-5-32,0-2-2 0,3-1 0 0,0 4 0 15,-1 2-45-15,1-6-8 0,3 4-3 0,0-4 0 0,-3 4 2 0,0-3 0 0,0-1 0 0,-1 4 0 16,-2-4-19-16,3 4 10 0,-6-4-10 0,3 4 8 31,-3 2 13-31,3-6 3 0,-3 4 0 0,0-4 0 0,2 6-71 16,-2-2-13-16,3-1-4 0,-3 3 0 0,0-2 0 0,-3 2 0 0,3 0 0 0</inkml:trace>
  <inkml:trace contextRef="#ctx0" brushRef="#br0" timeOffset="20520.57">14454 3289 1067 0,'-21'0'45'15,"0"5"-36"1,3-5 59-16,0 0 11 0,-2 0 2 0,2 0 1 31,0 3-23-31,3-3-5 0,0 5-1 0,3-5 0 0,3 0 9 0,0 0 2 0,3 0 0 0,0 0 0 16,6 0-52-16,0 0-12 0,0 0 0 0,6-8 0 15,6 8 34-15,3-8 4 0,3 3 1 0,6 0 0 16,3 2-11-16,2-2-3 0,4 2 0 0,6-2 0 16,6 2-25-1,2-5 0-15,4-2 0 0,2 2 0 0,1 0 56 0,-3 5 7 0,2-5 1 0,4 3 0 16,-7 0-52-16,4-1-12 0,-1 1 0 0,1 5 0 16,-6-5-9-16,-7 2-5 0,-2 3-1 0,-3 0 0 15,-7 0 15-15,-2-5 0 0,-6 5 0 0,-3 0 0 16,-6 0 0-16,-3 0 0 0,0 5 0 0,-6-5-9 15,-3 0-26-15,-6 3-5 0,0 2 0 0,-9 0-1 16,-6 1-23-16,-6-1-5 16,-2 0-1-16,-7 3 0 15,-6-5 5-15,-6 5 1 0,1 0 0 0,-10 2 0 0,7-7 51 0,-4 5 13 16,1-3 0-16,-1-2 0 0,6 7 48 0,1 1 13 0,2 2 3 0,0 0 0 0,13-2-47 16,5 2-9-16,3 0-8 0,3-5 12 0,9 3 12 0,3-3 2 0,3 3 1 0,3-4 0 31,3 1-6-31,6-2-1 0,0-1 0 0,9-2 0 0,3-1 21 0,6-4 4 0,3-4 1 0,8 1 0 31,1 2-14-31,9-5-2 0,-1 3-1 0,10-3 0 0,-6-2-29 0,2 4 0 0,1-10 0 0,2 6 0 31,-2-1 20-31,3 6-3 0,-4-3 0 0,7 3 0 16,-4-3-41-16,-2 0-8 0,3 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28T19:27:41.6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6875 11455 787 0,'-14'5'22'0,"5"-5"6"0,-3 2-28 0,0 1 0 0,0 0 0 0,-3-3 0 16,0 2 38-16,0-2 2 15,0 0 1-15,0 3 0 0,1 0-4 0,-4 2-1 0,0 0 0 0,0 3 0 16,0 0-25-16,0 3-11 0,3 2 8 0,-2 3-8 15,-1 0 0-15,3 2 8 16,0 1-8-16,0-1 0 0,0 1 0 0,0 2 0 0,0 0-9 0,0 0 9 0,4 3 30 0,-4 0 13 16,-3 2 2-16,0 1 1 15,-3 2-22-15,3 3-5 0,-3 2-1 0,1 6 0 16,2-3 11-16,-3 3 3 0,3-1 0 0,0 4 0 16,0-1-17-16,3 0-3 0,1 9-1 0,2 1 0 15,-3-1-11-15,6-4 0 0,0 1 0 0,3 0 8 16,0-6 9-16,3-2 2 0,0 5 0 0,0 2 0 0,3-4-19 0,0-1 0 0,6-2 0 15,-3-1 0-15,3-4 0 0,0-4 0 16,3-1 0-16,3-1 0 0,0-3-15 0,0 1-6 16,-1-4-2-16,7 4 0 0,-3-6 37 0,3 3 7 0,6-3 2 0,-3 0 0 15,3-2-32 1,-4-1-7-16,4-2 0 0,-3-3-1 0,0-2 17 0,3-1 0 16,-1-4 11-16,1-1-11 0,6-5 13 0,-3 0-4 0,6-5-1 0,2-3 0 15,-2 0-8 1,3-5 0-16,-3-1 9 0,2-1-9 0,-5-4 21 0,0 1 0 15,-3-4 0-15,-1 1 0 0,1 0-4 0,3 0-1 0,-3-3 0 0,-1-2 0 16,1 2-1-16,0-5-1 0,-3-6 0 0,0 1 0 16,-3-3 4-16,-1 0 1 15,1 0 0-15,-3-3 0 0,-3 0 5 0,0 1 0 0,-3-1 1 0,-3-5 0 16,0 3 6-16,-3-3 1 0,2 0 0 0,-2-6 0 16,0 6-13-16,0 0-3 15,-3 0 0-15,0-2 0 0,0-1-24 0,0 3-6 0,-3-2-1 0,0-1 0 16,0 3 15-16,0 3 0 0,-3 2 0 0,0-2 0 15,0 7 0-15,-3 1 0 0,0-3 0 16,-8 2 0-16,2 6 48 0,-6-2 13 0,0 1 3 0,-3 1 0 0,0 0-52 0,-6 8-12 16,1 0 0-16,-4 2 0 0,0 1 24 0,0 7 3 15,1 1 0-15,-1 2 0 0,3 0 1 16,-3 0 0-16,-2 5 0 0,-4 1 0 16,0-1-8-16,0 3-2 0,1 0 0 0,-1 5 0 0,3 0-18 0,3 1 0 15,1 4 0-15,5 1 0 16,0 2-62-16,3 3-6 0,3 3-2 15,0 4-945-15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0T15:59:49.0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21755 3887 1371 0,'0'0'30'0,"0"0"6"0,-3-3 2 0,3-5 1 0,0 6-31 0,0 2-8 0,0-6 0 0,-2 1 0 16,2 0 28-16,0 5 5 0,-3-3 1 0,3 3 0 16,0-8-34-16,0 8-19 0,0-5 3 0,0 5-632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0" timeString="2021-03-10T22:29:27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23666 8197 0,'0'0'16,"0"0"-16,0 0 15,36 27 1,-6-30-1,3 0-15,-1-7 16,1-1-16,-3-5 16,-6 6-1,3 2 1,-7-3-16,1 3 16,-6 0-16,-3-2 15,-6 2 1,0 3-16,-3-3 15,-3 2 1,3-2-16,-3-2 16,0 5-16,0-1 15,0 1 1,-3 2-16,-3 3 16,3 0-1,3 0-15,3 0 16,0-2-16,0 2 15,0-3 1,-3 0 0,0 3-16,0-2 15,0-1-15,0 3 16,0 0-16,-3 0 31,3 0-31,-3 0 16,3 0-16,3 0 15,-3 0-15,0 0 16,42-10 0,-28 4-1,1 4-15,6-4 16,0 1-16,0 2 16,-6-2-16,9-3 15,-4 0 1,1 0-1,-9 6-15,0-4 16,-6 6-16,-3 0 16,-3 0-1,-18 6 1,3-1-16,-6 0 16,1 6-16,2-3 15,0 0-15,-3 0 16,6 0-1,-3 2-15,6 1 16,3-3 0,3 2-16,0-2 15,4-3 1,2 1-16,8-1 16,-2 0-1,9-2-15,3 2 16,3-5-16,-3 0 15,0 0 1,0-5 0,-7 2-16,1 1 15,-6-4-15,-3-4 16,3-1 0,-3-5-16,3-2 15,3-9 1,-9-4-16,12-6 15,-6 2-15</inkml:trace>
  <inkml:trace contextRef="#ctx0" brushRef="#br0" timeOffset="29573.22">18338 2167 0,'0'0'0,"51"-3"15,41-10-15,33-3 16,18 0 0,27 11-1,-18 5-15,-7 8 16,-11 8-16,-12 10 16,-29 4-1,-28 7-15,-26 8 16,-27 13-1,-18 8-15,-24 8 16,-21 0-16,-8 11 16,-13 7-1,1 12-15,0-9 16,8-5 0,10 0-16,11-11 15,15 6-15,9-14 16,9-10-1,12-8-15,3-13 16,3-14 0,6-13-16,6-15 15,3-19 1,-24 21-16,0 0 16,0 0-16</inkml:trace>
  <inkml:trace contextRef="#ctx0" brushRef="#br0" timeOffset="29856.55">19032 2887 0,'0'0'0,"77"0"16,36-6 0,18-1-1,-3-7-15,-9-2 16,3-10-16,-2-6 16,-7 0-1,-9-12-15,-104 44 16,0 0-16,0 0 15</inkml:trace>
  <inkml:trace contextRef="#ctx0" brushRef="#br0" timeOffset="30216.89">20493 2090 0,'0'0'16,"0"0"-16,-77 66 16,17 3-1,-14 27 1,-9 7-16,-1 8 16,4 8-16,6 8 15,2 3 1,7-6-16,-1 3 15,4-8 1,11-3-16,9-12 16,16-1-16,11-13 15,15-19 1,18-10-16,26-32 16,-44-29-1,0 0-15,0 0 16</inkml:trace>
  <inkml:trace contextRef="#ctx0" brushRef="#br0" timeOffset="30819.21">20815 2847 0,'0'0'0,"0"0"16,62-55-1,16 10-15,8 2 16,9 6 0,12 13-16,10 11 15,-10 5 1,-12 11-16,-21 13 16,-17 2-16,-21 19 15,-27 3-15,-24 16 16,-30 4-1,-26 7 1,-28-1 0,-20-8-16,9 8 0,12 3 15,18 2-15,14-13 16,21-5 0,28-5-1,20-3-15,23-11 16,25-7-16,17-9 31,22 1-31,11-11 16,3-5-16,-12-9 15,1-12-15,-93 18 16,0 0 0,0 0-1</inkml:trace>
  <inkml:trace contextRef="#ctx0" brushRef="#br0" timeOffset="31644.03">21696 2040 0,'0'0'0,"45"3"16,17 15-16,7 11 15,-16 8 1,-11 3 0,-9-6-16,-16 11 15,-8-8-15,-12-5 16,-9-5 0,-5 2-16,-10-5 15,-6-16 1,0-3-16,1-13 15,5-5-15,0-11 16,9-5 0,12-16-1,9 2-15,18 1 16,12-6 0,11 6-16,7-8 0,9 2 15,5 11 1,9 8-1,1 0-15,-10 21 16,-11 3-16,-12 18 16,-16 3-1,-8 13-15,-9 3 16,-6 5 0,-6 10-16,-9-2 15,9 3 1,0 8-16,9-11 15,-6-45 1,0 0-16,0 0 16</inkml:trace>
  <inkml:trace contextRef="#ctx0" brushRef="#br0" timeOffset="33503.96">22360 3323 0,'0'0'16,"0"0"-16,0 0 15,0 0 1,0 0 0,0 0-16,0 0 15,50-50-15,-17 37 16,18 2 0,17-5-16,7 14 15,2-1 1,-3-2-16,-5 2 15,-7 3-15,-2 8 16,-10-5-16,-17 5 16,-12 2-1,-15 6 1,-33-5-16,-17 10 16,44-21-16,0 0 15,0 0 1</inkml:trace>
  <inkml:trace contextRef="#ctx0" brushRef="#br0" timeOffset="33696.98">22336 3614 0,'0'0'0,"0"0"16,0 0-16,56 14 15,-11-20-15,15 4 16,23-4-16,-3-2 31,1-5-31,-1-5 16,15 5-16,4-9 15,2-4 1,-101 26-16,0 0 16,0 0-1</inkml:trace>
  <inkml:trace contextRef="#ctx0" brushRef="#br0" timeOffset="34063.17">23717 2556 0,'0'0'0,"0"0"16,-6 69-1,3 2-15,-3 17 16,0 2 0,-6-3-16,0-5 15,3 8 1,6-3-1,-2-5-15,-1-13 16,6-13-16,3-11 16,11-8-16,13-14 15,-27-23 1,0 0 0,0 0-16</inkml:trace>
  <inkml:trace contextRef="#ctx0" brushRef="#br0" timeOffset="34278.619">24110 3072 0,'0'0'0,"0"0"0,0 0 16,0 0 0,0 0-1</inkml:trace>
  <inkml:trace contextRef="#ctx0" brushRef="#br0" timeOffset="35285.33">24556 2704 0,'0'0'0,"0"0"15,3 77 1,-6-11 0,-11-2-16,-1-6 15,-6-5 1,0-14-16,-3-2 16,0-10-1,10-11-15,-1-11 16,3-5-16,0-18 15,9-1 1,6-18-16,3-8 16,9-13-1,0 0-15,11-9 16,1 1-16,15 5 16,11 11-1,10 5-15,-4 8 16,-8 11-1,0 15-15,-7 6 16,-8 10 0,-6 6-16,-6 7 15,-7 9 1,-2 2-16,0 16 16,-9 2-16,0 6 15,-12-2-15,-3-6 16,-3-6-1,3-12 1,-3-3-16,4-17 16,-4-7-1,3-10-15,3-19 16,0-8 0,6-19-16,6-2 15,6-3-15,6 8 16,8 8-1,7 8-15,9 3 16,-4 15 0,1 9-16,-9 7 15,-3 6 1,-9 7-16,-7 6 16,-5 13-16,-6 0 15,-6 19 1,3 26-16,-2 13 15,-4 3 1,15 21-16,-6-111 16,0 0-16,0 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30:19.1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16987 3408 1074 0,'0'0'30'15,"0"0"8"-15,0 0-30 0,0 0-8 0,-6 5 0 0,6-5 0 0,0 0 96 0,-6 3 19 16,6-3 3-16,0 0 1 0,0 0-21 0,0 0-4 15,0 0-1-15,0 0 0 0,0 0-20 0,0 0-4 16,0 0-1-16,0 0 0 0,0-3-14 0,-3-2-3 16,6 2-1-16,0-5 0 0,0 3-8 0,0-3-2 15,6 0 0-15,-3 0 0 0,3 0-7 0,0 0-1 16,0-2-1-16,3 2 0 0,-1 0 13 0,4-3 2 0,3 3 1 0,3 3 0 16,-3-3-47-16,3 0 0 15,0 3-12-15,-1 0 2 0,1-1 18 0,-3 4 3 0,0-1 1 0,0 3 0 16,-3-5-12-16,0 5 0 0,-4 0 0 0,-2 5 0 15,0-5 0-15,-3 0 0 0,-3 3 0 0,-3-3 0 16,3 8 0-16,-6-3 0 0,3 3 0 16,-6 5 0-16,3-8 0 0,-3 11 0 0,-3-8 0 0,1 6 0 15,-4 1 0-15,3 1 0 0,-6 0 0 0,3 3 0 32,-3-1-59-32,0 1-4 0,0-1-1 0,-3-2 0 0,4 3 48 15,-1-6 16-15,0 3-9 0,0 0 9 0,3-3 0 0,0 3 0 0,-3-6 0 0,6 1 8 31,-3 5-58-31,3-8-11 0,3 0-3 0,0 5 0 0,1-5 56 0,-1-6 8 16,3 6 0-16,0-2 10 0,3-6-10 0,0 5 0 0,0 3 0 0,3-5 0 16,0 2 0-16,0-2 0 0,3-1 0 0,-1-2 0 15,4 0 9-15,0 0 0 0,0 0 0 0,3 0 0 16,3-2 3-16,-3 2 1 0,6-3 0 0,-3 3 0 16,3-5 3-16,2 5 1 0,-2-3 0 0,3 3 0 0,0-5-7 15,-3 2-2-15,3 3 0 0,-4 0 0 0,-2-8-8 16,3 5 0-16,-3 1 9 0,-3-1-9 0,0 0-15 0,0 1-7 15,0 2-2-15,-3-5 0 16,3 2-159-16,-6-2-32 0,2-11-6 16,1 8-2-16</inkml:trace>
  <inkml:trace contextRef="#ctx0" brushRef="#br0" timeOffset="655.933">17380 2940 1728 0,'0'0'38'0,"0"0"8"0,0 0 2 0,0 0 0 0,3-6-39 0,0 4-9 0,0-6 0 0,-3 8 0 0,3-3 81 0,3 1 15 16,-3 2 2-16,0 0 1 15,3 0-56-15,0 0-11 0,0 0-3 0,-3 5 0 0,2 3 19 0,1 0 3 16,0 0 1-16,0 5 0 0,0 3-33 0,0-3-7 15,0 6 0-15,0-1-1 0,0 1-11 0,0-4 0 16,-3 4 0-16,3-1 0 0,0 1 0 0,-3-6 8 16,3 3-8-16,-3-5 0 0,-3 2 0 0,3 0 0 15,-3-2 0-15,3-3 0 0,-3 2 0 0,-3-2 0 16,3 0 0-16,0-8 0 0,-3 3 0 0,3-3 0 16,0 0 0-16,0 0 0 0,0 0 0 0,0 0 0 0,-3-3 0 15,-3 3 0-15,3-8 0 0,3 3 0 0,-3-3 0 16,3-3 0-16,0 6 0 0,3-11 0 15,-3 3 0-15,0 0 0 0,3-6 50 0,0 6 11 16,0-11 3-16,3 3 0 0,3 0-56 0,-3-6-8 0,3 4-8 0,3-1 8 16,-1 0 0-16,4 3 14 0,-3 2-1 15,3 1 0-15,0 4-13 0,0 1 0 0,0 3 0 16,-3-1 0-16,3 3 0 0,-1 6 0 0,-2-6 0 0,0 8 9 16,0-6-9-16,0 6-12 0,-3 6 2 0,0-4 1 15,0 4 25-15,0 1 6 0,-3-1 1 0,0 4 0 16,-3 4-23-16,3-1 9 0,-3 5-9 0,0 3 0 15,3 1 0-15,-4 7 0 0,-2-5 0 0,3 2 0 16,0 0-19-16,-3 1-4 0,0-3-1 0,0 2 0 16,0-2-32-16,-3 0-6 0,3-6-2 15,0 6 0-15,-3-5-136 0,1 2-28 16,-13 13-6-16,6-10-1 0</inkml:trace>
  <inkml:trace contextRef="#ctx0" brushRef="#br0" timeOffset="925.092">18020 3331 2188 0,'0'0'48'0,"0"0"11"0,0 0 1 0,3 0 1 0,6 0-49 0,-3 0-12 0,3-5 0 0,3 5 0 15,-1 0 105-15,1 0 19 0,3 0 3 16,-3 5 1-16,3-5-103 0,-3 0-25 0,3 0 0 0,0 0 0 15,0 0 56-15,-1-5 7 16,1 5 1-16,3 0 0 0,0-3-52 0,0 3-12 0,3 0 0 0,3 3 0 16,-4-3 0-16,1 5-18 0,0-5 4 0,0 3 1 15,0 0 21-15,-3-1 4 0,-4 1 0 0,4 0 1 32,-3-1-61-32,-3 3-13 0,0-5-3 0,3 0-751 0,-6 0-150 0</inkml:trace>
  <inkml:trace contextRef="#ctx0" brushRef="#br0" timeOffset="1434.859">19252 2934 1886 0,'0'-2'41'0,"0"-4"9"0,3 1 2 0,0-3 1 0,0 6-42 0,3-6-11 0,-3 8 0 0,3-8 0 16,-3 8 91-16,0-6 16 0,3 4 3 0,-6 2 1 15,0 0-59-15,0 0-12 0,0 0-3 0,3 2 0 16,0 4 15-16,0 2 4 0,-3 0 0 0,-3 2 0 15,3 9-32-15,-3 5-5 0,0 2-2 0,0 6 0 16,-3-3-7-16,3 3-2 0,-3 2 0 0,0 3 0 16,0-8-8-16,0 8 0 0,3-5 0 0,-3 10 0 15,3-5-19-15,3 3 4 0,-3-3 1 0,3 0 0 32,-3-5-46-32,3 0-8 0,0-3-3 0,0-8 0 0,0 3-50 0,0-3-11 0,-3-8-1 15</inkml:trace>
  <inkml:trace contextRef="#ctx0" brushRef="#br0" timeOffset="1931.129">19065 3310 1728 0,'0'0'38'0,"0"0"8"0,0-3 2 0,0-2 0 0,0 5-39 0,3-8-9 0,0 8 0 0,3-8 0 16,2 8 53-16,4-5 9 0,3 0 2 15,3 5 0-15,0-3 23 0,6 0 5 0,3 3 0 0,-1 0 1 16,4 0-47-16,-3 0-10 16,0 0-1-16,-1 0-1 0,1-2-21 0,-3 2-4 0,3-3-1 0,0 3 0 15,-1 0-8-15,-2 3-9 0,0-3 9 0,0 2-13 16,-6 1 13-16,-3 0 0 0,0 2 0 16,-7 0 0-16,1-2 0 0,-6 5 0 0,0-3 0 0,-6 6 0 15,-3-1 0-15,-3 1 0 0,1 0 0 0,-4 4 0 16,-3 1 0-16,3 0 0 0,-3 0 0 0,0 3 0 15,3-4 0-15,0 1 0 0,3-2 0 0,0-1 0 16,6 3 0-16,-3-6 0 0,6-2 0 0,0 3 0 16,0-3 0-16,6 0 0 0,0-6 0 0,3 4 0 15,0-4 0-15,3-2 0 0,3 0 0 0,3 0 0 16,0-2 0-16,0-1 0 0,2-2 0 0,1-3 0 16,-3 0 48-16,3-3 13 0,-3 1 3 0,0-4 0 15,0 1-52-15,-4 3-12 0,1-9 0 0,0 1 0 16,-6 2 54-16,3-3 8 0,-3 1 2 0,-3-4 0 15,0 4-52-15,0-1-12 0,-3 3 0 0,0 3 0 0,-3-3 54 0,-3 6 8 16,0-1 2-16,-3 3 0 0,0-5-52 0,-3 5-12 16,-3 0 0-16,-3 0 0 15,-6 3-48-15,4 2-13 0,-7 1-3 0,0-1 0 0,0 3 52 16,0 3 12-16,0-3 0 0,4 5 0 16,-1 0-259-16,3-2-49 0,-15 2-9 0,18 3-3 0</inkml:trace>
  <inkml:trace contextRef="#ctx0" brushRef="#br0" timeOffset="2194.605">20145 3371 1958 0,'0'0'43'0,"0"0"9"0,0 0 1 0,0 0 3 0,0 0-45 0,0 0-11 0,3 0 0 0,3 3 0 16,0-3 104-16,0 0 20 0,3 0 3 0,-3 0 1 15,3-3-52-15,-3 3-9 0,6-3-3 0,-3 3 0 16,2 0-51-16,4-5-13 0,0 2 0 0,0 3 0 16,3 0 0-16,-3-5 0 0,6 5 0 0,-3-3 0 15,2 3 0-15,1 0 9 0,0 0-9 0,-3 0 8 16,3 0-8-16,-3 0 0 0,2-5 0 0,-2 5 0 16,0-2-92-16,0 2-20 15,-3-3-4-15</inkml:trace>
  <inkml:trace contextRef="#ctx0" brushRef="#br0" timeOffset="2541.367">20958 3027 1866 0,'0'0'52'0,"0"-5"13"0,3-3-52 0,-3 0-13 0,0 3 0 16,3-3 0-16,0 2 137 0,-3 4 25 15,3-6 5-15,0 8 1 0,-3 0-62 0,0 0-12 0,0 0-2 0,0 0-1 16,0 0-31-16,0 0-7 16,0 0-1-16,0 0 0 0,0 0-20 0,0 2-4 0,3 4 0 0,0 4-1 15,0 4-14-15,-3-1-2 0,0 8-1 0,3-5 0 16,-3 5-10-16,0-3 0 0,3 4 9 0,-3-1-9 16,0 0 0-16,-3 0 0 0,3-2 0 0,0 2 8 15,-3-3-8-15,3 6 0 0,-3-3 0 0,0 3 8 16,3 0-8-16,-3 2 0 0,3-2 0 0,-3 0 0 15,0 3 0-15,0-9 0 0,0 6 0 0,0-6 0 16,0-2-16-16,0 3 1 0,0-9 1 0,0 4 0 16,0-1-21-1,0-5-4-15,0 0-1 0,0 0 0 16,0-3-94-16,0 3-19 0,3-8-4 0,0 0-599 0,0 0-120 0</inkml:trace>
  <inkml:trace contextRef="#ctx0" brushRef="#br0" timeOffset="2816.626">21026 2969 1810 0,'0'0'40'0,"0"0"8"16,0 0 1-16,-6-5 3 0,6 5-42 0,-6-3-10 0,6 3 0 0,-6-3 0 0,6 3 118 0,-6 0 22 15,6 0 4-15,-6 0 0 0,6 0-61 0,-6 3-13 0,1 0-2 0,-1 2-1 16,3 3-34-16,-3-6-6 0,0 6-2 16,0-2 0-16,3 2-17 0,-3 0-8 15,-3 5 0-15,3-8 8 0,0 11-8 0,-3-8 0 0,3 2 0 16,-3 4 0-16,0-1-16 0,3-5-4 16,-3 5-2-16,0 3 0 15,0-8-145-15,4 5-29 0,-4 3-5 0</inkml:trace>
  <inkml:trace contextRef="#ctx0" brushRef="#br0" timeOffset="3103.83">20749 3612 1947 0,'0'0'43'0,"0"0"9"0,0 0 1 0,0 0 2 0,0 0-44 0,0 0-11 0,0 0 0 0,0 0 0 0,0 0 83 0,3 2 14 15,0 1 3-15,3 2 1 16,3-5-26-16,0 3-6 0,3-3-1 0,3 0 0 0,0 0-16 0,3 0-3 16,0 0-1-16,-1 0 0 0,1 0-22 0,3 0-5 15,0-3-1-15,-3 3 0 0,3-5-20 0,-4 2 0 16,1 1 0-16,3-4 0 15,0 4-98-15,0-6-21 0,0 3-4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32:55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17475 5734 673 0,'0'0'14'0,"0"0"3"0,0 0 1 0,0 0 2 0,0 0-20 0,0 0 0 0,0 0 0 0,0 0 0 15,0 0 85-15,0 0 13 0,3-5 2 0,0 2 1 16,-3 3-29-16,0-3-7 0,3-2-1 0,-3 5 0 15,3-3 52-15,-3 3 9 0,0-5 3 0,0 5 0 16,3-3-52-16,-3 3-9 0,0-5-3 0,0 5 0 16,0 0 0-16,0 0 0 0,0 0 0 0,-3-3 0 15,3 3 0-15,-6-2 0 0,0 2 0 16,0 2 0-16,0-2-52 0,0 6-12 0,-3-4 0 0,3 6 0 16,-3-5 0-16,1 5 0 0,-4 0 0 0,0 2 0 15,0 1 0-15,0 2 0 0,0 1 0 0,-3 1 0 16,0 1 0-16,0 0 0 0,-3 0 0 0,4 3 0 15,-1-1 0-15,-3-2 0 0,3 2 0 0,0-2 0 32,0-2-48-32,0 1-12 0,0-4-4 0,4 2 0 0,-1-2 12 0,0-1 3 15,0 1 0-15,3-3 0 16,0 3-178-16,0-6-35 0,-12 3-7 0,9-6-2 0</inkml:trace>
  <inkml:trace contextRef="#ctx0" brushRef="#br0" timeOffset="274.947">17058 5729 1314 0,'0'0'37'0,"0"0"8"0,0 0-36 0,0 0-9 16,0 0 0-16,0 0 0 0,0 0 104 0,0 0 20 0,3 0 3 16,3 2 1-16,0 1-52 0,0 2-9 0,0 0-3 0,3 1 0 15,3 2 8-15,-3 0 2 0,0 0 0 0,3 2 0 16,0 1-27-16,0-1-6 0,2 4-1 15,1-1 0-15,-3 0-13 0,0 0-3 0,3 0-1 0,0 1 0 16,-3-1-10-16,0 0-1 16,3-2-1-16,-3 2 0 0,2-2-11 0,-2-1 0 0,0 1 0 0,-3-1 0 15,3-2 0-15,0 3 8 0,0-3-8 0,-3 0 0 32,3-3-20-32,-3 0-10 0,3 1-2 0,-4-4-1048 0</inkml:trace>
  <inkml:trace contextRef="#ctx0" brushRef="#br0" timeOffset="575.932">17615 5916 1735 0,'0'0'38'0,"0"0"8"0,0 0 2 0,0 0 0 0,0 0-38 0,0 0-10 16,0 0 0-16,0 0 0 15,0 0 93-15,0 6 17 0,0 2 3 0,0-8 1 0,3 5-42 0,-3 0-8 16,3 3-1-16,-3-3-1 0,3 3-20 0,-3-2-4 16,3 2-1-16,-3 0 0 0,0 0-13 0,0 2-2 15,0-2-1-15,0 5 0 16,-3-2-9-16,0-1-3 0,3 4 0 0,-3-4 0 0,0 4-9 0,0-4 0 16,0 3 9-16,0 1-9 0,0-1 0 0,0 0 8 15,0 3-8-15,0 0 0 0,0-3 0 0,0 3 0 0,0 0 0 16,0-3 8-16,0 0-27 0,0 0-5 0,0-2 0 15,3 0-1 1,-3-3-124-16,3-1-25 0,0-7-5 0</inkml:trace>
  <inkml:trace contextRef="#ctx0" brushRef="#br0" timeOffset="1206.344">17457 4345 1728 0,'0'0'38'0,"0"0"8"0,0 0 2 0,0 0 0 0,0 0-39 0,0 0-9 0,-3-3 0 0,3 3 0 15,-3-5 91-15,3 5 16 0,-6-6 3 0,0 4 1 16,3-1-35-16,3 3-6 0,0 0-2 0,-9 0 0 16,4 3-29-16,-1-1-7 0,0 1 0 0,0 0-1 15,0 2-12-15,-3 3-3 0,3-3 0 0,-3 6 0 16,3 2-16-16,-6 0 8 0,3 3-8 0,-6 3 0 16,3-1 0-16,-6-2 0 0,4 5 0 0,-4-5 0 15,3 5 0-15,-3-2 0 0,0 2 0 0,-3 3 0 16,3-3-28-16,4 5-5 15,-4-7-2-15,0 0 0 0,3-1-23 0,0 1-5 16,-3-6-1-16,3 3-614 0,3-6-123 0</inkml:trace>
  <inkml:trace contextRef="#ctx0" brushRef="#br0" timeOffset="1509.552">17100 4369 1497 0,'0'-14'32'0,"0"9"8"0,-3-3 0 0,3 0 4 0,0 0-36 0,0 3-8 0,0 0 0 0,0 2 0 16,0 3 104-16,0 0 20 0,0 0 3 0,0 0 1 15,6 0-20-15,0 0-4 0,-3 3-1 0,3-1 0 16,0 6-55-16,0 0-10 0,0 0-2 0,0 3-1 16,3-1 15-16,-3 1 3 0,3 5 1 0,-4-3 0 15,4 0-43-15,-3 0-11 0,3 3 0 0,0 0 0 16,0 0 0-16,0 3 0 0,3-4 0 15,-3 4 0-15,0 2 0 0,3-2 0 0,-3-1 0 0,3 3 0 16,0 0 0-16,-4-7 0 0,1 4 0 0,0-2 0 16,0-3-16-16,0 1 0 0,0-4 1 0,-3 1 0 31,0-3-128-31,0 0-25 0,0-3-6 0,-3 0-802 0</inkml:trace>
  <inkml:trace contextRef="#ctx0" brushRef="#br0" timeOffset="1891.889">17481 4649 1552 0,'0'0'44'0,"0"0"10"0,0-5-43 0,-3-1-11 0,3 1 0 0,0 2 0 0,3-4 104 0,-3 1 18 16,3 1 4-16,0 0 1 0,3 2-50 0,-3-2-9 16,3 2-3-16,0 0 0 0,0 3-1 0,3-5 0 0,-3 5 0 15,3 0 0-15,-3 0 0 0,0 0 0 0,2 5 0 0,-2-2 0 16,0 0-51-16,0 2-13 15,0 0 0-15,0 3 0 0,0 0 22 0,-3 0 2 16,3 0 0-16,-3 3 0 0,-3-1-24 0,3 1 8 16,-3 2-8-16,-3-2 0 0,0 2-8 0,0-3-7 15,0 4-1-15,-3-4 0 0,0 4-1 0,0-1-1 16,0-3 0-16,0 1 0 0,0-1 18 0,0 1 9 0,1-3-1 0,-1 3 0 16,3-3-8-16,0-1 0 0,0 1 0 0,0 0 0 15,3-8 0-15,0 6 0 0,0 2 0 0,0-8 0 16,6 2 0-16,-3 4 0 0,6-4 0 0,-4 1 0 15,7-3 0-15,-3 2 0 0,3-2 0 0,0 0 0 16,0-2 28-16,3 2 4 0,0-3 1 0,0 3 0 16,0 0-24-16,-1-2-9 0,-2 2 0 0,0-3 9 15,0 0-9-15,0 3 0 0,0-2 0 0,-3-1 0 16,3 3-32 0,-3 0-11-16,0-5-2 0,0-1-752 0,0 4-151 0</inkml:trace>
  <inkml:trace contextRef="#ctx0" brushRef="#br0" timeOffset="22254.031">19330 7388 1074 0,'0'0'30'0,"0"0"8"0,0 0-30 0,0 0-8 0,0 0 0 0,0 0 0 16,0 0 106-16,0 0 20 0,0 0 4 0,0 0 1 15,0 0-28-15,0 0-6 0,-6-6-1 0,6 6 0 16,-6-2-19-16,0 2-4 0,0-3-1 0,0 0 0 16,6 3-13-16,-6 0-3 0,0 0-1 0,0-2 0 15,0 2-17-15,-3 0-3 0,3 2-1 0,-3-2 0 16,3 0-16-16,-3 3-3 0,0 0-1 0,0-1 0 0,-3-2-6 0,4 6-8 16,-4-4 11-16,3 4-11 0,-3-1 8 0,3 3-8 15,0-3 0-15,-3 3 0 16,3 0 0-16,0 0 0 0,3 2 0 0,-3-2 0 0,3 3 0 0,0 0 0 15,3-1 0-15,0 1 0 0,0-1 0 0,0 4 0 16,1-1-10-16,2-3 10 0,0 1-13 0,2 2 1 16,-2-2 1-16,3-3 0 0,3 2-5 0,0-2-2 15,0-2 0-15,3 4 0 0,0-5 2 16,3 1 0-16,-3-1 0 0,6 0 0 0,-3-2 0 0,3 2 1 16,0-2 0-16,-1 0 0 0,1-1 7 0,3 1 8 15,-3-3-13-15,3 0 5 0,0 0 8 0,-3 0 0 16,0 0-9-16,-1-3 9 0,1 3 0 0,-3-5 0 0,0 2 0 15,0 1 0-15,-3-1 0 0,3-2 0 0,-3 2 12 0,0-2-4 16,0 2 12-16,0-2 3 0,-3-3 0 0,3 3 0 16,-4-3 5-16,1 2 0 0,0-2 1 0,-3 0 0 15,0-2 4-15,0-1 1 0,0 1 0 0,0-1 0 16,-3 1-6-16,0-1 0 0,0-2-1 0,-3 2 0 16,3 1-7-16,-3 2-2 0,-3-3 0 0,3 3 0 15,-3-3-5-15,0 4-1 0,1-1 0 0,-1 2 0 16,-3-2-12-16,3 3 9 0,-3 0-9 0,0 0 8 15,3-1-8-15,-3 1 0 0,3 0 0 0,-3 2 0 16,0-2 0-16,3 2 0 0,-3 0 0 0,0 1 0 16,0-1 0-16,0 3-19 0,1-3 3 0,-1 3 1 31,-3 0-85-31,3 0-18 0,0 3-3 0,-3 0-619 0,3-1-123 0</inkml:trace>
  <inkml:trace contextRef="#ctx0" brushRef="#br0" timeOffset="22903.758">19785 7446 1254 0,'0'0'36'0,"0"0"7"0,0 0-35 0,-6 2-8 0,0-2 0 0,0 3 0 16,6-3 116-16,-6 3 22 0,0-1 4 0,0 1 1 15,3 0-55-15,-3-1-12 0,6-2-1 0,-6 6-1 16,0-4-34-16,0 4-8 0,3-1 0 0,-2 0-1 16,2 0-17-16,0 3-3 0,0-2-1 0,0 2 0 15,3 2-10-15,-3-2 0 0,3 3 0 0,0-3 8 16,0 0-8-16,0 2 0 0,0 1 0 0,0-3 0 16,0 0 0-16,3 0 0 0,-3 0 0 0,3 2 0 0,0-5 0 15,0 3-9-15,2-2 9 0,1 2 0 0,-3-3-18 16,3 0 3-16,0 0 1 0,3-2 0 0,0 0-2 15,-3-1 0-15,3 1 0 0,0-3 0 0,0 0 16 0,0 0-9 16,0 0 9-16,3 0-8 0,0-3 8 0,-3 1 0 16,2-1 10-16,1-2-10 0,0 5 33 15,0-3 1-15,0-2 0 0,-3 2 0 0,3 1 24 0,0-4 5 16,-3 4 1-16,0-4 0 0,0 1-3 0,0 0 0 16,-4-3 0-16,4 3 0 0,-3-1-9 0,-3-2-3 15,0 0 0-15,0 0 0 0,0 0-12 0,0-2-2 16,-3 2-1-16,0-3 0 0,0 1-7 0,0-1-2 0,-3 1 0 15,0 2 0-15,0 0-14 0,-3-3-3 0,0 3-8 16,-3 0 12-16,1 0-2 0,-1 0-1 0,0 0 0 0,-3 3 0 16,0 0-9-16,0 0 0 0,0-1 9 0,0 4-9 15,0 2 0-15,0-3 0 0,0 0 0 16,1 3 0 0,-1 0-17-16,0 0-8 0,0 0-2 0,0 0 0 15,-3 3-124-15,0 0-25 0,-3-1-4 0</inkml:trace>
  <inkml:trace contextRef="#ctx0" brushRef="#br0" timeOffset="25603.364">8920 9219 1497 0,'0'0'32'0,"-3"2"8"0,3-2 0 0,-6 6 4 0,3-1-36 0,-3 0-8 0,3 0 0 0,3-5 0 16,0 0 53-16,0 0 9 16,0 6 2-16,0-6 0 0,0 0 0 0,3 5 0 0,0 0 0 0,0 1 0 15,0-4-6-15,3 1-1 0,0 0 0 0,0-1 0 16,0 1-10-16,3 0-3 0,3-3 0 0,0 2 0 16,3-2-13-16,0 3-3 0,0-3-1 0,2 0 0 15,4 0-19-15,0 0-8 0,3 0 8 0,0 2-8 16,0-2 0-16,2-2 8 0,4 2-8 0,-3 0 0 15,0-3 0-15,0 6-11 0,-1-6 1 0,1 3 0 32,3-2-40-32,3-1-8 0,-1 0-2 0,1 3 0 15,0-2-101-15,-3-4-21 0,-1 6-4 0,1-2-600 0</inkml:trace>
  <inkml:trace contextRef="#ctx0" brushRef="#br0" timeOffset="26044.026">9516 9010 1702 0,'0'0'37'0,"0"0"8"0,0 0 2 0,0 0 1 0,0 0-38 0,0 0-10 16,0 0 0-16,0 0 0 0,0 0 65 0,0 0 11 0,0 0 3 0,0 0 0 16,6 2-15-16,0-2-4 15,0 3 0-15,2 0 0 0,1 2-4 0,0-2-2 0,0 2 0 16,0 0 0-16,3 0-9 0,0 3-1 0,-3-2-1 0,3 4 0 16,-3-2-12-16,0 0-3 15,0 0 0-15,0 3 0 0,-4-1-14 0,4 1-3 16,-3-1-1-16,0 1 0 0,0 2-10 0,0-2 12 0,-3 2-12 0,3 0 12 15,-3-2-12-15,-3 2 10 0,3 0-10 0,-3-2 10 16,0-1-10-16,0 4 8 0,0-4-8 16,0 3 8-16,-3-2-8 0,-3 0 8 0,3-1-8 0,-3 1 8 15,-3-1-8-15,3 1 8 0,-3-3-8 0,1 2 8 16,-4-2-8-16,0 0 0 0,0 0 0 16,0-2 8-16,-3 2-24 0,3-1-6 0,-3-1-1 0,3-1 0 15,0 3-98-15,0-3-20 16,4 1-4-16,-1-1-567 0,0-2-112 0</inkml:trace>
  <inkml:trace contextRef="#ctx0" brushRef="#br0" timeOffset="27548.382">14885 7155 1926 0,'0'0'42'0,"0"0"9"0,-5 0 1 0,-4 0 3 0,3-3-44 0,0 3-11 0,-3 0 0 0,0 3 0 15,0-3 60-15,0 0 11 0,0 2 1 0,0 1 1 16,-3 2-7-16,0-2-2 0,0 2 0 0,0-2 0 16,1 2-51-16,-1 1-13 0,-3-1 0 0,3 3 0 15,-3-3 54-15,0 3 8 0,3 0 2 0,0 3 0 16,0-4-40-16,0 1-8 0,4 3-2 0,-4 0 0 15,3-1-22-15,3 3-5 0,-3-2-1 0,3 0 0 16,0-1 14-16,0 3 0 0,0-2 0 0,3 0 0 16,0 2 0-16,0 0 0 0,3 0 0 0,0 0 0 15,0 1 0-15,3-1 0 0,0 0 0 0,0 0 0 16,3 1 0-16,0-1 0 0,0 0 0 0,3-2 0 16,3 2 0-16,0-3 0 0,2-2 0 0,1 0 0 15,3-2 0-15,3-1 0 0,0-2 0 0,0-1 0 0,3 1 0 16,-1-3 0-16,1-3 0 0,0 1 0 0,0-4 0 15,0 1 0-15,-4 0 0 0,4-3 0 0,-3 0 0 0,-3 0 0 16,3-3 0-16,0 1 0 0,-4-1 0 0,1 1 0 16,0-1 0-16,-3 0 0 0,0-2 0 0,-3 3 0 15,0-4 0-15,0 4 0 0,-6-3 48 0,3 2 13 16,-3 0 3-16,-3-2 0 0,2 3-52 0,-2-1-12 16,-3 0 0-16,3-2 0 0,-3 3 47 0,-3-4 6 15,0 1 2-15,0 2 0 0,1-2-31 0,-4 3-5 0,0-4-2 16,-3 1 0-16,3 0-4 0,-3 2-1 0,0-2 0 15,-3 0 0-15,0-3-4 0,0 5 0 0,0-2-8 16,0 3 12 0,3-1-31-16,-3 3-6 0,-2 0-2 0,2 0 0 0,-3 3 27 0,3 0 0 0,0-1 0 0,-3 4 0 15,0-4 0-15,0 4 0 0,0-1 0 0,1 3 0 16,-1-2 0-16,3 2 0 0,-3 2 0 0,0-2 0 31,0 3-108-31,3-1-16 0,0 4-3 0,-3-1-1 16,4 0-102-16,-1 3-21 0,-9 13-4 0,9-5-1 0</inkml:trace>
  <inkml:trace contextRef="#ctx0" brushRef="#br0" timeOffset="29857.184">15424 7419 1170 0,'0'0'25'0,"0"0"6"0,0 0 1 0,0 0 1 0,0 0-33 0,0 0 0 0,0 0 0 0,0 0 0 0,0 0 71 0,0 0 7 16,0 0 2-16,0 0 0 0,0 0-12 0,0 0-1 15,0 0-1-15,0 0 0 0,-6 0-12 0,6 0-2 16,-6 0-1-16,6 0 0 0,-6 3-23 0,6-3-5 15,-6 3-1-15,6-3 0 16,0 0 22-16,-6 0 4 0,6 0 0 0,0 0 1 0,-3 2-27 0,3-2-6 16,0 0 0-16,0 0-1 0,0 0-15 0,0 0 0 15,0 0 0-15,0 0 0 16,0 0 54-16,0 0 8 0,0 0 2 0,0 0 0 0,0 0-52 0,0 0-12 16,0 0 0-16,0 0 0 0,0 0 0 0,0 0 0 15,0 0 0-15,0 0 0 0,3 0 0 0,3-2 0 16,0-1 0-16,0 0 0 0,-3 3 0 0,3-2 0 15,0 2 0-15,0 0 0 0,0-3 54 0,0 0 8 0,3 3 2 0,0-2 0 16,-3 2-52-16,3 0-12 0,0-3 0 0,0 3 0 16,0-2 0-16,2 2 0 0,1 0 0 0,0 0 0 15,0 0 0-15,0 0 0 0,0 0 0 0,-3 0 0 16,3 0 0-16,0 0 0 0,3 0 0 16,-6 0 0-16,2 0 0 0,1 2 0 15,0-2 0-15,-3 3 0 0,3-3 0 0,0 0 0 0,-3 0 0 0,0 0 0 16,0 0 0-16,0 0 0 0,0-3 0 0,0 3 0 15,0-2 0-15,-1 2 0 0,1 0 0 0,0-3 0 16,0 3 0-16,0-3 0 0,3 3 0 0,0 0 0 16,-3-2 0-16,3 2 0 0,0 0 0 0,-3-3 0 15,3 3 0-15,0-3 0 0,-1 3-9 0,1 0 9 16,3 0 0-16,-3 0 0 0,0 0 0 0,-3-2 0 16,3 2 0-16,0 0 0 0,0 0 8 0,0 0-8 15,-4 0 0-15,1 0 0 0,3 0 0 0,-3 2 0 16,0-2 0-16,0 0 0 0,0 0 0 0,0 3 0 0,0-3 0 15,0 3 0-15,0-3 0 0,0 0 0 0,-3 0 0 16,3 0 0-16,2 0 0 0,-5 0 0 0,3 0 0 16,0 0 0-16,0 0 0 0,0 0 0 0,0 0 0 0,3 0 0 15,-3 0 0-15,3 0 0 0,-3 0 0 0,3 0 0 16,0 0 0-16,-3 0 0 0,2-3 0 0,-2 3 10 16,3 0-10-16,-3 0 8 0,3 0-8 0,-3 0 0 15,3 0 0-15,-3 3 0 0,3-3 0 0,-3 0 0 16,3 0 0-16,-3 0 0 0,2 2 0 0,-2-2 0 0,0 0 0 15,3 3 0-15,-3 0 0 0,0-3 0 16,3 0 0-16,-3 2 0 0,0-2 0 0,3 3 0 16,-3-3 0-16,0 0 0 0,0 0 0 0,-1 0 0 0,1 0 0 15,0 0 8-15,-3 0-8 0,3 0 10 0,0 0-10 16,0 0 10-16,0-3-1 0,0 3 0 0,0 0 0 0,0 0 0 16,3 0 1-16,-3-2 0 0,0 2 0 0,-1 0 0 15,4 0 1-15,-3 0 0 0,0 0 0 0,3 0 0 16,-3 0-3-16,0 0-8 0,3 0 12 0,-3 0-4 15,3 0-8-15,0 0 0 0,0 0 0 0,-1 0 0 16,1 0 0-16,0 0 8 0,0 0-8 0,0 0 0 16,-3 0 0-16,3 2 0 0,-3 1 0 0,3-3 0 15,0 0 8-15,-3 2-8 0,0-2 8 0,-1 0-8 16,1 0 8-16,-3 0-8 0,3 0 8 0,0 0-8 16,-3 0 8-16,3-2-8 0,0 2 8 0,-3 0-8 0,3 0 8 0,0 0-8 15,-3-3 8-15,3 3-8 0,0 0 0 0,0-2 0 16,-1 2 8-16,1 0-8 0,3-3 0 0,-3 3 0 15,0-3 0-15,0 3 8 0,3 0-8 16,-3 0 0-16,3 0 0 0,-3 0 0 16,3 0 0-16,-3 0 0 0,0 0 0 0,2 0 0 0,-2 0 8 0,0 0-8 15,0 0 0-15,0 0 8 16,0 0-8-16,0 0 10 0,0 0-10 0,-3 0 10 0,3 0-10 0,-3 0 0 16,3 0 0-16,-3 0 8 0,3 0-8 0,-3 0 0 15,3 0 9-15,-4 3-9 0,4-3 0 0,-3 3 0 16,0-3 0-16,0 0 0 0,0 0 0 0,0 0 0 15,0 0 0-15,0 0 0 0,0 0 0 0,0 0 0 0,0 0 0 16,-3 2 0-16,3-2 0 0,0 3 0 0,-3-3 0 0,3 0 0 16,0 0 0-16,-3 0 0 0,3 0 0 0,0 0 8 15,0 0-8-15,-3 0 0 0,2 0 0 0,1 0 0 16,-3 0 0-16,3 0 0 0,3 0 0 0,-6 0 0 16,3 0 0-16,0 0 0 0,0 0 0 15,0 0 0-15,0-3 0 0,0 3 0 0,0 0 0 0,0 0 0 16,0 0 0-16,0-2 0 0,0 2 0 0,0 0 0 15,3 0 0-15,-3 0 0 0,0 0 0 0,2 0 8 16,-2-3-8-16,0 3 0 0,-3 0 0 0,3 0 0 16,0 0 0-16,0 0 0 0,0 0 0 0,0 0 0 15,0 0 0-15,0 0 0 0,0 0 0 0,0 0 0 16,0 0 0-16,0 0 0 0,0 0 0 0,0 0 0 16,0 0 0-16,0 0 0 0,-3 0 0 0,3 3 0 15,0-3 0-15,-1 0 0 0,-2 0 0 0,3 0 0 16,0 2 0-16,0-2 0 0,-3 0 0 0,3 0 0 15,0 0 0-15,0 3 0 0,-3-3 0 0,3 0 0 16,-6 0 0-16,6 0 0 0,0 0 0 0,-3 0 0 0,3 0 0 0,-6 0 0 16,6 0 0-16,-3 0 0 0,3 0 0 0,0 0 8 15,-3 2-8-15,-3-2 0 0,6-2 8 0,0 2-8 16,-3 0 8-16,-3 0-8 0,6-3 8 0,0 3-8 16,-4-2 8-16,-2 2-8 0,6 0 0 0,0 0 8 15,-6 0-8-15,6-3 0 0,-3 3 0 0,3 0 9 16,-6 0-9-16,6 0 0 0,0 0 10 0,-3 0-10 15,-3 0 8-15,6 0-8 0,0 0 0 0,-3 0 8 0,3 0-8 16,0 0 0-16,-6 0 8 0,3 0-8 16,3 0 0-16,0 0 8 0,-3 0-8 0,3 0 0 0,0 0 9 15,-6 0-9-15,3 0 8 0,-3 0-8 16,6 0 8-16,0 0-8 0,0 0 8 0,-3-3-8 0,-3 3 10 16,5 0-10-16,1 0 8 0,0 0-8 0,-6 0 0 0,3 0 9 15,3 0-9-15,0 0 0 0,-6 0 0 0,0 0 0 16,3 0 0-16,-3 0 0 0,6 3 0 0,0-3 0 15,-6 0 0-15,3 0 0 0,-3 0 0 0,6 3 0 16,-6-3-12-16,0 0-4 0,6 0 0 0,-6 0-1 16,0 0-101-1,0 0-20-15,0 0-4 0,6 0-1069 0</inkml:trace>
  <inkml:trace contextRef="#ctx0" brushRef="#br0" timeOffset="38647.076">19294 8388 1645 0,'0'0'36'0,"0"0"7"0,0 0 1 0,0 0 4 0,0 0-39 0,0 0-9 0,0 0 0 0,0 0 0 15,0 0 132-15,0 0 25 0,0 0 5 0,0 0 1 16,0 0-54-16,0 0-10 0,0 0-3 0,-6-3 0 16,6 3-39-16,-6 0-8 0,0 0-1 0,0 3-1 15,-3-1-15-15,3 1-2 0,0 2-1 0,-3 3 0 16,3-2-13-16,0-1-4 0,0 3 0 0,-3 2 0 0,3 1-12 16,1-3 8-16,-1 5-8 0,0-2 0 0,3-1 0 0,0 1 0 15,0 0 0-15,0-1 0 0,3 1 0 0,0-1 0 16,3 4 0-16,0-4 0 0,3 1-8 0,0-1 8 15,3 1-12-15,-4-1 12 0,7 1-21 0,0-3 2 16,0 3 1-16,0-4 0 0,3 1 4 0,0-2 1 16,0-1 0-16,0-2 0 15,0-1-15-15,-4 1-2 0,4-3-1 16,-3-3 0-16,0 1 31 0,0-4 0 0,3 4 0 0,-3-6 0 0,0 2 45 0,0-1 15 16,0-1 4-16,-1 0 0 0,-2 0-52 0,3 0-12 15,-3 0 0-15,-3-3 0 0,0 3 0 0,0 0 0 16,-3-2 0-16,0 2 0 0,-3-3 52 0,0 1 7 0,-3-1 1 15,-3 1 1-15,0-1-46 0,-3 0-15 0,0-2 8 16,-3 3-8-16,0-1 0 0,1 3 0 0,-1-3 0 0,0 4 0 16,0-1 18-16,-3 2 0 0,0-2 0 15,-3 3 0-15,0 2-34 0,0 1-8 0,1-1 0 0,-4 0-1 32,3 1-39-32,3 2-8 0,-3 0-2 0,6-3 0 15,0 3-195-15,6 0-39 0</inkml:trace>
  <inkml:trace contextRef="#ctx0" brushRef="#br0" timeOffset="39373.014">19981 8383 1886 0,'0'0'41'0,"0"0"9"0,0 0 2 0,0 0 1 15,0 0-42-15,0 0-11 0,0 0 0 0,0 0 0 0,0 0 100 0,0 0 19 16,0 0 3-16,0 0 1 0,0 0-27 0,0 0-6 15,0 0-1-15,-3 5 0 0,3 3-55 0,-3 0-11 16,3 0-3-16,-3 2 0 0,3 1 9 0,0-1 2 16,-2 1 0-16,2 2 0 0,-3 0-8 0,3 1-2 15,-3-1 0-15,3 0 0 0,-3 0-3 0,0 1-1 16,3-1 0-16,-3 3 0 0,3 0-9 0,-3-1-8 16,3 4 12-16,0-1-12 0,-3 4 8 15,3-4-8-15,0 1 0 0,0-3 0 0,0-1 8 16,0 1-8-16,0-2 0 0,0-1 0 0,0 0 0 0,3-2 0 0,-3-1 0 15,0 1 0-15,0-3 0 0,3-3 0 16,0 3 0-16,0-3 0 0,0-2-20 0,0 2 1 16,0-2 1-16,-1 2 0 15,1-2-47-15,3-1-10 0,-3 1-1 0,3-3-1 16,0 0-92-16,0 3-19 0</inkml:trace>
  <inkml:trace contextRef="#ctx0" brushRef="#br0" timeOffset="41220.538">8891 10245 1179 0,'0'0'33'0,"0"0"8"0,0 0-33 0,0 0-8 0,0 0 0 0,0 0 0 15,0 0 82-15,0 0 14 0,0 0 4 0,0 0 0 16,0 0-29-16,0 0-6 0,6 3-1 0,-6-3 0 15,2 3-12-15,4-3-4 0,0 0 0 0,0 0 0 0,0 0-25 16,0 0-6-16,0 0-1 0,3 0 0 0,0 0 35 0,0 0 6 16,0 0 2-16,3 2 0 0,3-2-43 0,-3 0-16 15,5 3 11-15,1 0-11 0,0-1 0 0,3-2 0 16,0 3 0-16,3-1 0 16,-3 1 0-16,2 2 0 0,1-5 0 0,0 3 0 0,-3-3 27 15,0 0-1-15,-1 0 0 0,1 0 0 16,0-3-42-16,0 3-8 0,3 0-1 0,0-2-1 15,-1 2 26-15,1 0 0 0,0 0 0 0,0-3 0 16,-3 3-44-16,0 0-4 0,-1 0-1 0,-2 0 0 16,0 3-106-16,0-3-21 0,-3 0-4 0</inkml:trace>
  <inkml:trace contextRef="#ctx0" brushRef="#br0" timeOffset="41709.921">9507 10145 1314 0,'0'0'37'0,"0"0"8"0,0 0-36 0,0 0-9 0,0 0 0 0,0 0 0 0,0 0 104 0,0 0 20 15,0 0 3-15,0 0 1 0,0 0-52 0,0 0-9 16,0 0-3-16,3 2 0 0,3 1 0 0,-3 0 0 16,3-1 0-16,0 1 0 0,-1-3-51 15,1 3-13-15,0-1 0 0,0-2 0 16,0 3 54-16,0-3 8 0,0 3 2 0,0-1 0 0,0 1-52 0,0 2-12 16,0-2 0-16,3-1 0 0,-3 1 54 0,0 0 8 15,0 2 2-15,3 0 0 0,-3 1-52 0,0-1-12 16,0 0 0-16,0 0 0 0,0 1 0 0,-1 2 0 15,1 0 0-15,0 0 0 0,-3 0 0 0,0 2 0 0,0-2 0 16,0 3 0-16,0-1 0 0,0 1 0 0,-3 2 0 16,0-2 0-16,0-1 0 0,0 3 0 0,-3-2 0 15,3 0 0-15,-3-1 0 0,0-2 0 0,-3 3 0 16,3-1 0-16,-3-2 0 0,0 0 0 16,-2 3 0-16,-1-3 0 0,0-3 0 0,-3 3 0 0,3-3 0 15,-3 3 0-15,0-3 0 0,0 3 0 0,0-2 0 0,3-4 0 16,-3 4 0-16,0-4 0 0,4 1 0 0,-1 0 0 31,3-3-100-31,0 2-22 0,0-2-5 0,6 0-581 0,-3 3-116 0</inkml:trace>
  <inkml:trace contextRef="#ctx0" brushRef="#br0" timeOffset="53949.06">16445 7425 1018 0,'0'0'22'0,"0"0"5"0,0 0 1 0,0 0 1 0,0 0-29 0,0 0 0 0,0 0 0 16,0 0 0-16,0 0 94 0,0 0 13 15,0 0 2-15,0 0 1 0,0 0-15 0,0 0-3 16,0 0-1-16,0 0 0 0,0 0-13 0,0 0-2 0,0 0-1 0,0 0 0 16,0 0-27-16,0 0-4 0,-6 2-2 0,0 1 0 15,3 2-20-15,0 1-4 16,0-4-1-16,0 3 0 0,0 1-17 0,3 2 10 0,0-3-10 0,-3 0 8 16,3 1-8-16,0-1 0 0,0 3 0 0,0-8 0 15,3 2 0-15,0 4 0 0,-3-6 0 0,3 2 0 16,-3-2 0-16,6 3 0 0,0 0 0 0,-3-3 0 15,3 0 20-15,0 0 0 0,0-3-1 0,0 0 0 16,0-2 13-16,-3 2 4 0,3-2 0 0,-3 0 0 16,3 0 5-16,-3-1 2 0,-3 4 0 0,3-4 0 15,-3 1-1-15,0 0 0 0,0 5 0 0,0-6 0 16,-3 1-10-16,3 5-3 0,-3-5 0 0,-3 2 0 16,0 1-11-16,3-4-2 0,-3 6-1 0,-3-2 0 15,6 2-15-15,-3-3 9 0,0 3-9 0,0 3 8 16,0-3-8-16,0 0 0 0,6 0 0 0,-6 5 0 15,0-2 0-15,3-1 0 0,1 4 0 0,-1-1 0 16,3-5 0-16,-3 5 0 0,3-5-8 0,0 5 8 0,0-5 0 0,0 0-11 16,3 6 11-16,-3-6-8 0,3 2 8 0,2-2-10 15,1 3 10-15,0-3-10 0,-3 0 10 0,3-3 0 16,0 1 0-16,0-1 0 0,3 0 0 0,-6 1 0 16,3-4 0-16,0 4 0 0,-3-3 0 0,0-1 0 15,0 4 10-15,0-4-10 0,0 1 16 0,-3 2-2 16,0 3-1-16,0-5 0 0,-3 0 3 0,3 5 1 15,-3-3 0-15,3 3 0 0,-6-2-7 0,3-4-2 0,-3 6 0 16,0-2 0-16,0 2-8 0,0 0 8 16,0 2-8-16,0-2 8 0,6 0-8 0,-9 3 0 15,3 0 0-15,0-1 0 0,3 1 0 0,3-3 0 16,-5 2 0-16,5-2 0 0,-3 6 0 0,3-6-9 16,0 0 9-16,0 0 0 0,0 8 0 0,0-8-8 15,3 5 8-15,-3-5 0 0,3 3 0 0,2-1-8 0,-2 4 8 0,3-6 0 16,0 2 0-16,-3-2 0 0,3 0 0 0,0 0 0 15,-3-2 0-15,3 2 0 0,0-3 0 0,0 0 0 16,-3 1 0-16,0-1 0 0,-3 3 0 0,3-3 0 16,-3 3 10-16,0 0-1 0,3-2 0 0,-3 2 0 15,0-6 6-15,0 6 1 0,0 0 0 0,-3-5 0 16,3 5-4-16,-6-3-1 0,3 1 0 0,3 2 0 16,-6-3-11-16,0 1 0 0,0 2 9 0,0 0-9 15,0 0 0-15,3 0 0 0,3 0 0 0,-6 2 8 16,0 1-8-16,3-1 0 0,-3 4 0 0,4-1 0 15,-1-2 0-15,0 2 0 0,0 0 0 0,0 1-8 0,3-1 8 16,0 3 0-16,0-3 0 0,0 0-8 16,3 3 8-16,-3-2-8 0,3-1 8 0,3-2-8 15,-4 2 8-15,1-3 0 0,3 1-9 0,-3 0 9 16,3-1 0-16,0 1 0 0,0-3-9 0,0 0 9 0,3-3 0 0,-3 3 0 16,3-2 0-16,-3-1 0 15,0 0 0-15,0 1 0 0,0-3 0 0,0 2 0 0,-3-2 0 0,0-1 9 16,3 4-9-16,-6-4 8 0,3 1 6 0,-3 0 1 15,0-1 0-15,0 1 0 0,0 0-2 0,-3 0 0 16,3-1 0-16,-3 4 0 0,0-4-4 0,0 1-1 16,-3 2 0-16,0 1 0 0,0-3-8 0,0 2 0 0,0 0 9 15,0 3-9-15,6 0 0 16,-9-2 0-16,3 2 0 0,0 2 0 0,0-2 0 0,0 3 0 0,0 0 0 0,0-1 0 16,3 3 0-16,-3 1 0 0,3-4 0 0,1 6-8 15,-1-2 8-15,0 2-12 0,0-1 12 0,3 1-12 16,0-2 3-16,0 2 0 0,0 0 0 0,3-3 0 15,0 3 9-15,0-3-13 0,2 0 5 0,1 1 8 16,0-4-9-16,0 1 9 0,3 0 0 0,-3-3 0 16,3 0 0-16,0 0 0 0,-3-3 0 0,3 0 0 15,0 1 0-15,0-4 0 0,-3 1 0 0,3 0 0 16,-3 0 0-16,0-1 0 0,0-2 0 0,-3 3 0 16,-1 0 12-16,1-1 0 0,-3-2 0 0,3 3 0 15,-3-3 1-15,0 0 0 0,0 3 0 0,-3 0 0 16,0-3-3-16,1 3-1 0,-1-1 0 0,-3-2 0 0,3 3-9 15,-3 2 8-15,0-2-8 0,0 2 8 16,0 1-8-16,0-1 0 0,0 3 0 0,-3 0 0 0,3 0 0 16,0 0 0-16,-3 0 0 0,0 3 0 0,3-1 0 15,0 4 0-15,3-1 0 0,-3 0 0 0,3 1 0 0,-3 2 0 16,3-1-8-16,3 1 8 0,-3 0-8 0,3 0 8 16,0 0-10-16,3 0 10 0,0 0-12 0,3 0 12 15,-3-3-13-15,3 3 5 0,0-2 8 0,3-4-8 16,-3 1 8-16,3-1-8 0,0 1 8 0,0-3 0 15,0 0 0-15,0-3-8 0,0 1 8 0,-3-1 0 16,3-2 0-16,-3 0 0 0,0 2 0 0,-1-2 0 16,-2-3 0-16,0 0 8 0,0 0-8 0,-3 0 8 0,3 0-8 15,-3 0 8-15,-3-3 2 0,0 4 1 16,0-1 0-16,0 0 0 0,0 0-11 0,-2 0 10 0,-1 0-10 0,0 3 10 16,-3-1-10-16,3 1 0 0,-3 0 0 0,0 2 0 15,3 0 0-15,-3 3 0 0,3-2-12 0,-3 4 12 31,3-2-46-31,0 3-2 0,-3 0 0 0,3-1 0 16,3 4-133-16,-3-1-27 0,3 0-6 0,3-5-963 0</inkml:trace>
  <inkml:trace contextRef="#ctx0" brushRef="#br0" timeOffset="56045.102">16463 7462 1497 0,'0'0'32'0,"0"0"8"0,0 0 0 0,0 0 4 0,0 0-36 0,0 0-8 15,0 0 0-15,0 0 0 0,0 0 104 0,0 0 20 16,0 0 3-16,0 0 1 0,0 0-67 0,0 0-13 15,0 0-2-15,0 0-1 16,0 0-21-16,0 0-4 0,-3 5 0 0,0 0-1 0,0 3 41 0,3-2 8 16,0 1 1-16,-3-1 1 0,3 2-10 0,0 0-1 15,0 0-1-15,0 0 0 0,0 2-46 0,0-2-12 16,0 0 0-16,0 3 0 0,0-4 0 0,3 1 0 0,-3 0 0 0,0 0 0 16,0 0 0-16,0 0 0 15,0 0 0-15,0 0 0 0,0 0 21 0,0 0 3 0,0 0 0 0,0 0 0 16,0 2-15-16,0-2-9 0,0 3 12 0,-3-3-12 15,3 0 8-15,0 0-8 0,0 2 0 0,3-2 0 16,-3 3 30-16,0-3 2 0,0 2 1 16,0-2 0-1,0 3-50-15,0-1-11 0,0 1-1 0,3 0-1 0,-3-1 48 0,0 3 10 0,0-2 1 16,3 2 1-16,-3 0-40 0,3-2-8 0,-3 2-2 0,0 1 0 16,3-4 20-16,-3 1 0 0,0-1 0 0,0 4 9 15,0-7-9-15,0 4 0 0,3 0 0 0,-3-3 0 16,0 2 0-16,3 1 8 0,-3-3-8 0,0 0 0 15,3-3 8-15,-3 3-8 0,0 0 8 0,3 0-8 16,-3 0 9-16,0 0-9 0,3-3 10 0,-3 3-10 16,0 0 8-16,3 0-8 0,-3-3 0 0,0 3 9 15,0-3-9-15,0 1 0 0,3 1 0 0,-3-1 0 16,0-6 8-16,0 8-8 0,0-3 0 0,0 3 8 0,3-3-8 16,-3 0 0-16,0 3 0 0,0-2 0 0,0 2 0 0,0-3 0 15,0 0 0-15,0 3 0 0,0-3 10 0,0 1-10 16,0 2 12-16,-3 0-12 0,3-3 14 0,0 3-4 15,-3 0-1-15,3-3 0 0,0 3-9 0,0 0 12 16,-3 0-12-16,3-3 12 0,0 3-12 0,-3 0 8 16,3 0-8-16,0-3 8 0,0 3-8 0,0-2 0 15,0 1 0-15,0-1 0 0,-3 2 0 0,3-3 0 16,0 0 8-16,-3 3-8 16,3-2-23-16,0-1-6 0,0 0-2 0,0 0 0 0,0-5 31 0,0 6 0 15,0-1 0-15,0-5 0 0,0 5 0 0,0 1 0 0,0-6 0 16,0 5 0-16,0-5 45 0,0 5 15 15,0-5 4-15,-3 5 0 0,3-5-52 0,0 6-12 0,0-6 0 0,0 5 0 16,0-5 0-16,0 0 0 0,0 0 0 0,3 5 0 16,-3-5 0-16,0 6 0 0,0-6 0 0,0 0 0 15,0 0 0-15,3 2 0 0,-3-2 0 0,0 0 0 16,3 6 0-16,-3-6 0 0,3 2 0 0,-3-2 0 16,6 0 0-16,0 3 0 0,0-3 0 0,-3 0 0 15,3 2 0-15,-3-2 0 0,3-2 0 0,-3 2 0 16,3-3 0-16,0 3 0 0,-1 0 0 0,-2-2 0 15,3 2 0-15,0 0 0 0,0-3 0 0,0 3 0 16,3 0 0-16,-3 0 0 0,0-3 0 0,0 3 0 16,0 0 0-16,3 0 0 0,-3 0 0 0,0 0 0 15,3 0 0-15,0 0 0 0,0 0 0 0,0 0 0 16,-1 0 0-16,4 0 0 0,0 0 0 0,-3 0 0 16,0 0 0-16,0 0-13 0,3 0 2 0,-3 0 1 15,0 0 10-15,0 0 0 0,3 0 0 0,-3 3 0 16,0-3 0-16,-1 0 0 0,1 0 0 0,0 0 0 15,3 3 0-15,-3-3 14 0,0 2-3 0,0-2-1 0,0 3-10 0,-3-3 0 16,3 0 0-16,0 2 0 0,3-2 0 0,-3 0 0 16,0 0 0-16,-1 3 0 0,1-3 0 0,0 0 0 15,0 3 0-15,-3-3 0 0,3 2 0 0,-3-2 0 16,3 0 0-16,-3 0 0 0,0 0 0 0,3 0 0 16,-3 0 0-16,3 0 0 0,-3 0 0 0,0 0-12 15,3 0 2-15,0 0 1 0,-4 0 9 0,4 0 0 0,0 0 0 16,-3 0 0-16,3 0 0 0,0 0 12 0,-3 0-2 15,3 0-1-15,0 0-9 0,0 0-12 0,-3 0 2 0,3 0 1 16,0 0 9-16,0 0 12 0,-3-2-2 0,3 2-1 16,-1 0-9-16,1 0 0 0,0 0 0 0,0 0 0 15,0 0 0-15,0 0 0 0,0 0 0 0,0 0 0 16,0 0 0-16,0 2 0 0,-3-2 0 0,3 0 0 16,3 0 0-16,-3 0 0 0,-1 0 0 0,4 0 0 15,-3 0 0-15,-3 0 0 0,3 0 0 0,0 0 0 16,-3 0 0-16,0 0 0 0,3 0 0 0,-3 0 0 15,3 0 0-15,-3 0 0 0,0 0 0 0,0 3 0 16,0-3 0-16,3 0 0 0,-3 0 0 0,-1 3 0 16,1-3 0-16,0 2 0 0,0-2 0 0,0 0 0 15,3 0 0-15,-3 0 0 0,0 0 0 0,3 0-11 16,-3 0 11-16,3 3 0 0,0-3 0 0,-3 3 0 0,3-3 0 16,0 0 0-16,0 0 0 0,-3 0 0 0,2 0 0 15,1 0 0-15,-3 0 0 0,3 0 0 0,0 0 0 0,-3 0 0 16,3 0 0-16,-3 0 0 0,0 0 0 0,0 0 8 15,3-3-8-15,-3 3 0 0,3 0 0 0,-3 0 0 16,0 0 0-16,0 0 0 0,0 0 0 0,0 0 0 16,2 0 0-16,-2 0 0 0,-3 0 0 0,3 0 0 15,0 0 0-15,0 0 8 0,0 0-8 16,0 0 0-16,0 0 0 0,-3 0 0 0,6 0 0 0,-6 0 0 16,3 0 0-16,0 0 0 0,0 0 0 0,-3 0 0 15,3 0 0-15,-6 0 0 0,3 0 0 0,3 0 0 16,0 3 0-16,-3-3 0 0,3 0 0 0,-3 0 0 15,-3 0 0-15,6 0 0 0,-3 0 0 0,2 0 0 0,1 0 0 16,-6 0 0-16,6 0 0 0,-3 0 0 0,3-3 0 0,0 3 0 16,0 0 0-16,-3 0 0 0,3 0 0 0,0 0 0 15,-3 0 0-15,3 0 0 0,0 0 0 0,-6 0 0 16,3 0 0-16,3 0 0 0,0 0 0 0,-3 0 0 16,3 0 0-16,0 0 0 0,-6 0 0 0,3 0 0 15,-3 0 0-15,6 0 0 0,0 0 10 0,-3 0-10 16,-3 0 10-16,6 0-10 0,0 0 10 0,-3 0-10 15,-3 0 8-15,0 0-8 0,5 3 0 0,4-3 0 16,-9 0 0-16,6 0 8 0,0 2-8 0,-6-2 0 16,3 0 0-16,-3 0 0 0,0 0 0 0,6 0 0 15,0 0 0-15,-6 0 0 0,3 0 0 0,-3 0 0 16,0 0 0-16,6 0 0 0,-6 0 0 0,0 0 0 16,0 0 0-16,0 0 0 0,0 0 0 0,0 0 0 15,0 0-40-15,0 0-4 0,0 0 0 0,0 0-1 16,3-5-179-16,3 2-36 0</inkml:trace>
  <inkml:trace contextRef="#ctx0" brushRef="#br0" timeOffset="61685.399">19258 9383 2188 0,'0'0'48'0,"0"0"11"0,0 0 1 0,0 0 1 16,0 0-49-16,-3-6-12 0,0 4 0 0,3 2 0 0,0 0 105 0,0 0 19 16,0 0 3-16,0 0 1 0,0 0-52 0,0 0-9 0,0 0-3 15,0 0 0-15,0 0-51 0,0 0-13 0,-3 2 0 0,0 6 0 16,0-2 0-16,3 2 0 0,-3 0 0 0,3 5 0 15,0 0 40-15,0 0 6 0,0 3 1 0,3 3 0 16,-3-1-37-16,0 1-10 0,3-1 0 16,-3 1 0-16,0-1 17 0,3 1-1 0,-3-1 0 0,0-2 0 15,3 0-16-15,-3 0 0 0,3-3 0 16,-3 0 0-16,3 3 0 0,-3-3 0 16,0-2 0-16,0 0 0 0,0-1 0 0,0-2 0 0,0 0 0 0,0 3 0 31,0-6-48-31,0 0-12 0,0 3-4 0,0-8 0 15,0 5-51-15,0-5-10 0,3 6-3 0,0-1-648 0,0-2-131 0</inkml:trace>
  <inkml:trace contextRef="#ctx0" brushRef="#br0" timeOffset="62215.429">19684 9478 1695 0,'0'0'37'0,"0"0"8"0,0 0 2 0,0 0 1 0,-3-3-39 16,3 3-9-16,-6-2 0 0,0 2 0 0,6 0 112 0,-6 0 20 16,-3 2 4-16,3 4 0 0,-3-1-57 0,0 0-12 15,0 3-3-15,0 0 0 0,-3 3 0 0,3-1 0 16,1 3 0-16,-4 3 0 0,3-2-51 0,0-1-13 15,0 3 0-15,0-3 0 0,0 0 0 0,3 0 0 16,0 1 0-16,0-1 0 0,0 0 0 0,3 0 0 0,0 1 0 0,0-4 0 16,0 1 19-16,3-1 1 0,3 1 0 0,-3-1 0 15,6-2-32-15,-3 0-7 0,3-2-1 0,0 2 0 16,3-3 20-16,0 0 0 0,3 0 0 0,0 1 0 16,3-6 0-16,-3 2 0 0,2-2 0 0,4 0 0 15,-3-2 0-15,3-1 0 0,0 0 0 0,0-2 0 16,0 0 0-16,-1 0 0 0,1-3 0 0,-3 0 0 15,0 0 14-15,-3 0 6 0,0-3 2 0,0 1 0 16,0-1 10-16,0 0 3 0,-3 1 0 0,-3-1 0 16,2-2-23-16,-2 2-4 0,0-2 0 0,0 0-8 15,-3 0 51-15,-3-3 3 0,3 0 1 0,-6 0 0 16,3-2-26-16,-3 2-5 0,-3 0 0 0,0 0-1 16,-3 3-7-16,1 2 0 0,-1-2-1 0,-3 5 0 15,3 0-7-15,-3 0-8 0,-3 3 11 0,0 0-11 0,0-1 10 16,-6 1-10-16,4 0 8 0,-1 2-8 15,-3 0 0-15,0 1-14 0,0 2 2 0,-3 2 0 16,3 1-64-16,1 0-12 0,-1-1-2 0,3 4-806 16,0 2-160-16</inkml:trace>
  <inkml:trace contextRef="#ctx0" brushRef="#br0" timeOffset="65510.847">8780 11465 1497 0,'0'0'32'0,"0"0"8"0,0 0 0 0,0 0 4 0,0 0-36 0,0 0-8 0,0 0 0 16,0 0 0-16,6 0 53 0,-3 3 9 15,3-1 2-15,0 1 0 0,0 2 0 0,3-2 0 16,0 2 0-16,0-2 0 0,3 2-52 0,0 3-12 0,0-3 0 0,0 1 0 16,3-4 0-16,-1 4 0 0,4-4 0 0,0 1 0 15,3 0 34-15,0-1 4 0,0-2 1 0,5 3 0 16,1 0-31-16,3-3-8 15,-3 0 0-15,3 0 0 16,2-3-30-16,-5 3-7 0,0-3-2 0,-3 1 0 0,-1-1 39 0,1 0 0 0,0-2 0 0,-3 2 0 16,3-2 0-16,0 2 0 0,-7-2 0 0,4 0 0 31,0 2-110-31,-3-2-14 0,-3 0-4 0,3-1 0 0</inkml:trace>
  <inkml:trace contextRef="#ctx0" brushRef="#br0" timeOffset="65924.632">9352 11341 1659 0,'0'0'36'0,"0"0"8"0,0 0 2 0,0 0 1 0,0 0-38 0,-6-3-9 16,3-2 0-16,3 5 0 0,0 0 68 0,0 0 12 15,0 0 3-15,0 0 0 0,0 0-15 0,0 0-4 16,0 0 0-16,0 0 0 0,0 0-51 0,0 0-13 16,0 0 0-16,0 0 0 0,6 8 54 0,0-3 8 15,-3 0 2-15,6 3 0 0,0-2 0 0,0-1 0 16,0 0 0-16,0 0 0 0,-1 1-52 16,1-1-12-16,3 3 0 0,-3-3 0 0,3 1 0 0,-3-1-16 0,3 3 3 15,0-3 1-15,-3 3 12 0,0 0 0 0,0 0 0 0,-3 0 0 16,3 2 9-16,-3-2 2 0,-1 3 0 0,-2 0 0 15,0-1-11-15,0 3 0 0,-3-2 0 16,0-1 0-16,-3 1 0 0,0 0 0 0,0 2 0 16,-2-3 0-16,-4 1 0 0,3 0 0 0,-3-1 0 0,0 1 0 15,-3-3 0-15,0 2 0 0,0-2 0 16,3 0 0-16,-3-3 0 0,3 1 0 0,-3-1 0 0,3 0 0 31,1 1-19-31,-1-4-5 0,0 1-2 0,3 0 0 16,0-3-134-16,6 0-26 0,0 0-6 0</inkml:trace>
  <inkml:trace contextRef="#ctx0" brushRef="#br0" timeOffset="68823.497">16526 8472 1123 0,'0'0'24'0,"0"0"6"0,0 0 1 0,0 0 1 0,0 0-32 0,0 0 0 0,0 0 0 0,0 0 0 15,0 0 68-15,0 0 8 0,0 0 2 0,0 0 0 16,0 0-25-16,0 0-5 0,0 0 0 0,0 0-1 16,0 0-15-16,0 0-4 0,0 0 0 0,0 0 0 15,0 0 6-15,0 0 1 16,0 0 0-16,0 0 0 0,0 0 0 0,0 8 0 0,0-8 0 0,0 6 0 16,0-6 1-16,0 5 0 0,0 0 0 0,0 3 0 15,0-8-6-15,0 6-1 0,-3-1 0 0,3 0 0 16,0-5-5-16,0 5 0 0,0-5-1 0,0 8 0 15,-3-2-3-15,3 2-1 0,0-3 0 0,-3 0 0 16,3 0-1-16,0 3 0 0,-3-2 0 0,3 2 0 16,-3 0-2-16,3-1 0 0,0 1 0 0,-3 0 0 15,3 3-4-15,0-3 0 0,-3 2-1 0,3-2 0 16,0 0-11-16,0 3 10 0,0 0-10 0,0-4 10 16,-3 4-10-16,3 0 0 0,0-3 0 0,0 5 0 15,0-5 0-15,3 2 8 0,-3 1-8 0,0-1 0 0,0-2 0 16,3 3 0-16,-3 0 0 0,0-3 0 0,0 2 0 15,3-2 0-15,-3 0 8 0,0 0-8 0,0 0 0 16,0 0 0-16,0 0 0 0,0 2 8 0,0-2-8 16,3 0 0-16,-3 0 0 0,0 3 0 0,0-3 0 15,0-3 0-15,0 6 0 0,3-4 8 0,-3 1-8 0,0 0 0 16,0 0 0-16,0 0 0 16,0 0 0-16,3 0 0 0,-3 0 0 0,0 0 0 0,0 0 0 0,0 0 0 15,3 0 0-15,-3 0 0 0,0 0 8 0,0 0-8 16,0 0 12-16,-3 2-4 0,3-2 0 0,0 0 0 0,-3 0 0 15,3 0 0-15,-3 2-8 0,3-2 8 0,0-2-8 0,-3 2 8 16,3 0 1-16,0 0 0 0,0-1 0 16,0 1 0-16,0-2 0 0,-3 2 0 0,3-3 0 0,0 3 0 15,0-3-1-15,0 3 0 0,0-3 0 0,0 1 0 16,0-1-8-16,0 0 10 16,3 1-10-16,-3-6 10 0,0 5-10 0,0 0 12 0,3 0-12 0,-3 1 12 15,0-1-12-15,0-5 8 0,0 0-8 0,3 5 8 16,-3-5-8-16,0 8 10 0,0-2-10 0,3-1 10 15,-3-5-10-15,0 5 8 0,0 0-8 0,3 1 8 16,-3-6-8-16,0 5 8 0,0 3-8 0,3-5 8 16,-3-3-8-16,0 0 8 0,0 7-8 0,0-1 8 15,0-6-8-15,3 5 0 0,-3 0 0 0,3 1 8 16,-3-6-8-16,0 5 0 0,0-5 0 0,0 5 0 16,0-5 21-16,2 6-1 0,-2-6 0 0,0 7 0 15,0-7-20-15,0 6 0 0,3-1 0 0,-3-5 0 16,0 0 0-16,0 8 0 0,0-8 0 0,0 5 0 0,3 1 0 15,-3-6 0-15,0 0 0 0,0 5 0 0,0-5 0 0,0 0 0 16,3 8 0-16,-3-8 0 0,3 5 0 0,-3-2 0 16,0-3 0-16,0 0 0 0,3 5 0 0,-3-5 0 15,6 5 0-15,-6-5 0 0,3 3 0 0,0 0 0 16,-3-3 0-16,6 5 0 16,-6-5 0-16,6 0 0 0,0 3 0 0,-3-1 0 0,3-2 0 0,0 0 0 15,-3 3 0-15,3-3 0 0,0 0 0 0,0 0 0 16,-6 0 0-16,6 0 0 0,3 0 0 0,-3 0 0 0,3 0 0 15,0 0 0-15,-1 0 0 0,-2 0 0 16,6 0 0-16,0 0 0 0,-3 0 0 0,3 0 0 16,0 0 0-16,3 3 0 0,0-1 0 0,0-2 0 0,0 0 0 15,-1 3 0-15,1-1 0 0,0 1 0 16,0 0 0-16,-3 2 0 0,3-2 0 0,0-1 0 0,-3 1 0 0,0 0 0 16,-1-1 0-16,1 1 0 0,-3-3 0 0,3 3 0 15,-3-1 0-15,0-2 0 0,0 3 0 0,3-3 0 16,-3 2 0-16,3 1 0 0,-3-3 0 0,0 3 0 15,2-3 0-15,1 0 0 0,-3 2 0 0,3 1 0 16,0-3 14-16,3 0-2 0,0 3 0 0,-3-3 0 16,0 0-12-16,3 2 0 0,-3 1 0 0,2-3 0 15,-2 0 8-15,3 3-8 0,0-3 0 0,-3 2 9 16,0-2-9-16,0 3 0 0,-3-3 0 0,3 3 0 16,0-1-8-16,-4-2-8 0,4 3 0 0,-6-3-1 15,3 3 29-15,0-3 7 0,-3 2 1 0,3-2 0 0,-3 0-32 0,3 3-7 16,-3-3-1-16,0 0 0 0,3 2 39 0,-3-2 7 15,0 3 2-15,3-3 0 0,0 0-28 16,-1 3 0-16,1-3 8 0,-3 0-8 0,3 2 0 0,0-2 0 16,0 3 0-16,-3-3 0 0,3 3 8 15,0-3-8-15,0 2 0 0,-3 1 8 16,3-3-8-16,0 3 0 0,-3-1 0 0,3-2 0 0,0 3 0 0,-1 0 0 16,1-1 0-16,-3 1 0 0,3-3 0 0,0 3 0 15,0-1 0-15,-3-2 0 0,3 0 0 0,0 3 8 16,0-3-8-16,0 0 0 0,0 2 0 0,-3-2 8 15,3 3-8-15,0-3 0 0,-4 0 0 0,4 0 0 0,0 0 8 16,-3 3-8-16,3-3 0 0,-3 0 0 0,0 2 0 0,3 1 8 16,-3-3-8-16,0 0 10 0,-3 3-10 0,3-1 10 15,0-2-10-15,-3 0 0 0,3 3 9 0,-3-3-9 16,0 0 0-16,3 3 8 0,-3-3-8 16,-3 0 0-16,6 0 0 0,0 2 9 0,0-2-9 0,-3 0 0 15,2 3 8-15,1-3-8 0,-6 0 0 0,6 0 0 16,-3 0 8-16,3 0-8 0,0 3 0 0,0-3 0 15,-3 0 10-15,3 0-10 0,0 0 8 0,-6 0-8 16,6 0 8-16,0 0-8 0,-6 0 0 0,6 0 8 16,-3 0-8-16,3 0 0 0,-6 0 0 0,6 2 8 15,0-2-8-15,-6 0 0 0,6 0 9 0,0 0-9 16,0 0 8-16,0 0-8 0,-6 0 8 0,6 0-8 16,-3 0 8-16,2 0-8 0,1 0 8 0,-6 0-8 15,6 0 0-15,0 3 8 0,0-3-8 0,-6 0 0 16,6 0 0-16,0 0 8 0,-3 0-8 0,3 0 0 0,0 0 0 15,-3 0 0-15,3 0 0 0,0 0 8 0,-3 0-8 16,-3 0 0-16,6 0 0 0,0 0 0 0,-3 0 0 0,-3 0 0 16,6-3 0-16,-3 3 0 0,-3 0 0 0,6 0 0 15,-6 0 0-15,0 0 0 0,3 0 0 0,-3 0 0 16,6 0 0-16,-6 0 8 0,3 0-8 16,-3 0 0-16,0 0 0 0,0 0 0 0,6 0 0 0,-6 0 0 15,0 0 0-15,0 0 0 0,0 0-16 0,0 0 3 16,3-5 0-16,0 2 0 15,-1 1-26-15,-2 2-5 0,3-6 0 0,0 1-1 16,-3 0-160-16,3-1-32 0</inkml:trace>
  <inkml:trace contextRef="#ctx0" brushRef="#br0" timeOffset="71532.007">16573 9438 1306 0,'0'0'28'0,"0"0"7"0,0 0 1 0,0 0 1 0,0 0-29 0,0 0-8 0,0 0 0 0,0-5 0 16,0 5 91-16,0-5 17 0,0 5 3 0,0 0 1 15,-3-3-28-15,3 3-4 0,0 0-2 0,-3-5 0 16,0 2-15-16,3 3-3 0,0 0-1 0,-3-3 0 16,3 3-17-16,-6-2-3 0,0 2-1 0,0 0 0 15,0 0-11-15,1 0-3 0,-1 0 0 0,0 0 0 16,0 2-7-16,0-2-1 0,0 0-1 0,0 3 0 16,0 0-7-16,0-3 0 0,6 0-8 0,-3 5 12 15,3-5-12-15,-6 3 11 0,0-3-11 0,6 0 10 16,-3 5-10-16,3-5 0 0,0 0 0 0,-3 5 8 15,0 1-8-15,0-1 0 0,3-5 0 0,0 8 0 16,3-3 0-16,0 0 0 0,0 1 0 0,0 2 0 0,0-3 0 16,0 0 0-16,0-2 0 0,3 2 0 15,0-2 0-15,0 2 0 0,0-2 0 0,0-1 0 0,3 1-9 16,-3 0 9-16,0-3 0 0,-1 0 0 16,1 0-28-16,0 0 2 0,0 0 0 0,3 0 0 15,-3-3 72-15,3 0 14 0,-3 1 4 0,0-1 0 16,3 0-78-16,-3 1-15 0,0-4-3 0,-3 4-1 0,3-3 33 15,0 2 12-15,0-2 0 0,-3 2 0 0,0-2 10 0,0 2 2 16,-3-2 0-16,3 2 0 0,-3-2 2 0,0 0 1 16,0-1 0-16,0 1 0 0,0 0-4 0,0-1-1 0,-3 1 0 15,3 0 0-15,-3-1-6 0,3 4-2 0,0 2 0 16,-3-5 0-16,-3-1-14 0,3 1 0 16,3 2 0-16,0 3 0 0,-6-2 13 0,3-1 7 0,3 3 0 15,-6-5 1-15,3 5-13 0,3 0-8 0,0 0 10 16,-9-3-10-16,3 0 8 0,0 3-8 0,6 0 0 15,-6 0 9-15,6 0-9 0,-6 0 0 0,-3 0 0 0,3 0 0 16,0 0 0-16,-3 0 0 0,9 0 0 0,-6 6 0 16,-2-4 0-16,2 1 0 0,0-3 0 0,-3 3 0 15,3 2 0-15,3-2 0 0,-3 2 0 0,0-2 0 16,3 2 0-16,-3-3 0 0,3 4 0 0,0-1 0 16,3-5 0-16,-3 5 0 0,0 1-8 0,3 2 8 15,0-3 0-15,0 3 0 0,0-3-9 0,0 0 9 16,3 1 0-16,0-1-8 0,0 0 8 0,3 1 0 15,0-1-9-15,0-3 9 0,0 4 0 0,0-4-9 16,0 1 9-16,0 0-8 0,0-1 8 0,0 1-8 16,2-3 8-16,-2 0 0 0,0 0 0 0,0 0 0 0,0 0 0 15,3-3 0-15,-3 3 0 0,0-2-8 0,3-1 8 0,-3 0 0 16,0-2 0-16,0 2 0 0,0-2 0 0,0 0 0 16,0 0 0-16,0 2 0 0,0-5 0 15,-3 3 0-15,3-3 0 0,-3 3 0 0,0-3-8 0,0 2-4 16,0 1 0-16,-3 0 0 0,2-1 12 0,-2 1 0 15,0 0 0-15,-2 0 0 0,2-1 37 0,-3 1 10 16,3 5 1-16,-3-5 1 0,-3-1-27 0,3 1-6 16,0 0 0-16,-3 2-1 0,0 0-15 0,3 1 0 15,-3-3 0-15,0 5 0 0,0-3 0 0,0 0 0 16,0 1 0-16,0 2 0 0,0 0 0 0,0-3 0 16,6 3 0-16,-6 0 0 0,-3 0 0 0,3 0 8 0,0 0-8 0,0 0 0 15,6 0 0-15,-9 3 0 0,4-1 0 0,-1 1 0 16,0-3 0-16,0 3 0 0,0-1 0 0,0 1 0 15,0-1-11-15,0 4 11 0,6-6-10 0,-3 2 10 16,-3 4-13-16,3-1 3 0,3-5 1 0,-6 5 0 16,3 1 9-16,3-1-12 0,-3 3 12 0,0-3-12 15,3 0 12-15,0 1-8 0,0 2 8 0,3-3-8 16,-3 0 8-16,3 3 0 0,0-3-9 16,0 3 9-16,3-2 0 0,-3-1-9 0,3 0 9 0,0 3 0 15,3-5-9-15,-3 2 9 0,0-2 0 0,3 2-9 16,-3-2 9-16,-1-1 0 0,1 1 0 0,3 0 0 15,-3-3 0-15,3 0-10 0,-3 0 10 0,3 0 0 16,-3 0 0-16,0-3 0 0,3 3 0 0,-3-5 0 16,3 2 0-16,0 0-8 0,-3 1 8 0,3-4 0 15,-3 1-24-15,0 0 0 0,0 2-1 0,-1-2 0 16,1 0 25-16,0 2 0 0,-3-2 0 0,0-1 0 16,-3 1 0-16,3 0 0 0,-3 0 0 0,0-1 0 0,0 1 23 0,-3 0 9 15,3-1 3-15,-3 1 0 0,0 0-5 0,0 0-1 16,0 2 0-16,-3-2 0 0,3 2-29 0,-2-2-15 15,-1 2 2-15,0-2 0 0,3 2 21 0,-3 0 4 16,0 1 0-16,0-1 1 0,0 0-13 0,-3 3 0 16,3 0 0-16,0-2 0 0,0 2 0 0,6 0-8 15,-6 0 8-15,0 2-10 0,6-2 10 0,-9 0 0 0,3 3 0 16,-3 0 0-16,3-1 0 0,0 4 0 0,3-4 0 16,-3 4 0-16,6-6 0 0,-5 2 0 0,-1 4 12 0,0-1-4 15,0 0-17-15,3 0-3 0,0 1-1 16,0 2 0-16,0-3 13 0,3 0-12 0,-3 1 12 15,3 2-12-15,3-1 12 0,-3-1-12 0,0 2 12 16,3 0-12-16,0-3 12 0,0 0 0 0,0 0-10 0,3 1 10 16,-3 2 0-16,3-6-9 0,0 4 9 0,-4-4 0 15,4 1-9-15,0 0 9 0,0-1 0 0,0 1-9 16,0-3 9-16,3 3 0 0,0-3 0 0,-3 0 0 16,3-3 0-16,0 3 0 0,-3-3 0 0,3 1-8 15,0-1-16-15,0 0-4 16,0 1 0-16,-3-1 0 0,2-2 28 0,-2 2 0 0,3-2 0 0,-3-1 0 15,-3 1 0-15,0 0 0 0,0-3 0 0,0 3 0 16,0-1 46-16,-3-2 14 0,0 3 4 0,0 0 0 16,-3-3-52-16,0 3-12 0,0-3 0 0,0 2 0 0,0 1 0 15,-3 0 0-15,3 0 0 0,-3 2 0 0,0-2 0 16,1 2 0-16,-1-2 0 0,0 2 0 0,0 0 0 0,0 1 0 16,-3 2 0-16,3 0 0 0,0 0 0 0,0 0 0 15,0 0 0-15,6 0 0 0,-6 0 0 0,0 0 11 16,6 0-11-16,-9 2 10 0,3 1-10 15,6-3 0-15,-6 3 0 0,-3 2 0 0,9-5 0 16,-6 5 0-16,0 1-11 0,3-1 11 0,-3-3-13 0,6 4 2 16,-3-1 1-16,1 3 0 0,-1-3 0 0,3 1 0 15,0-1 0-15,0 0 0 0,0 0 2 0,0 1 0 16,0-1 0-16,3 3 0 0,-1-5 8 0,1 2-10 16,0 0 10-16,0-2-10 0,0-1 10 0,0 1 0 0,-3-3 0 0,6 3 0 15,-3-3 0-15,3 0-8 0,3-3 8 0,-6 3 0 16,3-3 0-16,0 1 0 0,-3-3 0 0,3 2 0 31,0-2-28-31,-3 2 0 0,0-2 0 0,0 2 0 0,0-2 28 0,-3 2 0 0,3-2 0 0,-3 2 0 16,0-2 46-16,-3 0 14 0,3 2 4 0,-3-2 0 15,-3 2-52-15,3-2-12 0,0 2 0 0,0-2 0 16,0 2 0-16,-3 0 0 0,6 3 0 0,-6-2 0 16,0-3 0-16,3 5 0 0,-3-3 0 0,0 3 0 15,6 0 9-15,-9 0-1 0,3 0 0 0,0 0 0 16,0 0-8-16,1 3 0 0,5-3 0 0,-6 0 0 15,0 2 0-15,6-2 0 0,-6 3 0 0,6-3 0 16,0 0 0-16,-3 5 0 0,3-5-9 0,-3 8 9 16,3-8-8-16,0 5 8 0,0 1-12 0,3-1 12 15,0-2-11-15,-3-3 11 0,3 5-10 0,3 0 10 0,-3-2 0 16,0-3-9-16,3 2 9 0,-6-2 0 16,5 0 0-16,-2 0 0 0,-3 0 0 0,3 0 0 0,3-2 0 0,-6 2 0 15,3-3 0-15,-3 3 0 0,3-2 0 0,-3 2 0 16,6-3 0-16,-6 3 0 0,3-5 0 0,-3 5 9 15,0 0 0-15,0 0 0 0,0 0-9 0,0 0 0 16,0-3 0-16,0 3 0 0,0 0 0 0,0 0 0 16,0-5 0-16,0 5 0 0,0 0 0 0,0-3 0 15,0 3 0-15,0 0 0 16,-3-5-49-16,3 5-12 0,0 0-3 0,-6-3 0 16,6 3-102-16,0 0-21 0,0 0-4 0,-6-5-897 0</inkml:trace>
  <inkml:trace contextRef="#ctx0" brushRef="#br0" timeOffset="73639.51">16567 8348 899 0,'0'0'25'0,"0"0"7"0,0 0-32 0,0 0 0 16,0 0 0-16,0 0 0 0,0 0 88 0,0 0 12 0,0 0 3 16,0 0 0-16,0 0-5 0,0 0-1 0,-6-3 0 0,6 3 0 15,0 0-16-15,0 0-3 0,-3-2-1 0,3 2 0 16,-6-3-10-16,0 3-3 0,0 0 0 0,0 0 0 15,1 0-12-15,-1 0-4 0,-3 0 0 0,3 3 0 16,-3-3-4-16,3 2-2 0,-3 1 0 0,0 0 0 16,3-1-26-16,-3 1-6 0,0 2-1 15,0-2 0-15,0 2-9 0,0-2-12 0,0 2 2 0,1 1 1 16,-1-1 25-16,0-3 6 0,0 4 1 0,3-1 0 16,-3 0-23-16,3 1 0 0,0-4 0 0,0 4 8 15,0-1 25-15,0 0 6 0,3 0 1 0,-3-2 0 31,3 2-65-31,3-2-13 0,0-3-2 0,-3 8-1 0,0-3 14 0,3 1 3 0,0-6 1 0,-3 7 0 16,3-1 23-16,3-1 0 0,-3-5 0 0,0 8 0 16,3-3 0-16,3 1 0 0,-3-1 0 0,0 0 0 15,3 0 10-15,3 1 6 0,-3-1 2 0,3 0 0 16,0 1-29-16,0-4-5 0,0 1-2 0,0 0 0 16,2-1 18-16,-2 1 0 0,3 0 0 0,0-1 0 15,0-2 0-15,0 3 0 0,3-3 0 0,-3 2 0 16,0-2 10-16,0 0 6 0,-3 0 0 0,2 0 1 0,-2 0-27 15,0-2-6-15,0-1 0 0,0 3-1 16,0-2 17-16,-3 2 0 0,3-3 0 0,-3 0 0 0,0 1 48 0,0-4 12 16,0 4 4-16,0-1 0 0,-3 0-52 0,0-2-12 15,3 2 0-15,-3-2 0 0,-3 5 0 0,0-3 0 16,3-2 0-16,-3 0 0 0,0 0 54 0,0-1 8 16,0 1 2-16,-3-3 0 0,3 3-52 0,-3-1-12 15,0 1 0-15,0 0 0 0,3 0 12 0,-3-1-1 0,0 1 0 16,-3 2 0-16,3-2-2 0,-3 2 0 0,3-2 0 15,-3 0 0-15,0 2-9 0,3 1 10 0,-3-1-10 0,6 3 10 16,-6-3-28-16,0-2-6 0,-3 5 0 0,3-3-1 16,0 3 43-16,0-2 9 0,-3 4 1 0,3-2 1 15,-2 0-29-15,-1 0 0 0,0 0 0 0,0 3 0 32,0-3-17-32,0 3-10 0,0-1-1 0,0 1-1 0,0 0 46 0,0-1 10 15,0 1 1-15,3 2 1 16,-3-2-46-16,3 2-10 0,0-2-1 0,1 2-1 0,-1 0 43 0,3-2 9 0,-3 2 1 0,6-5 1 15,-3 6-25-15,3-1 0 0,0-5 0 0,-3 5-11 16,6 3-7-16,-3-3-2 0,0-5 0 0,3 8 0 16,3-2 20-16,0-4 17 0,0 4-3 0,-1-4-1 15,4 3-13-15,0-2 0 0,0 0 0 0,0-1 0 16,3 1-12-16,0 0 0 0,0-1 1 0,0-2 0 16,0 3 11-16,0-3 11 0,-3 0-3 0,2 0 0 0,-2-3-8 15,0 3-11-15,3-2 3 0,-3-1 0 0,0 0 8 0,0 1 0 16,0-1 0-16,-3 0 0 0,3-2 0 0,-3 3 0 15,0-4 0-15,0 4 0 0,0-4 0 0,-3 1 0 16,0 2 0-16,0-2 0 0,-3 2 0 0,0-2 0 16,0 0 0-16,-3 0 0 0,0-1 31 0,0 1 8 15,0-3 1-15,0 3 1 0,0-1-21 0,-3-1-5 16,0 1-1-16,0-2 0 0,0 3-5 0,-3 0-1 16,3-1 0-16,0 1 0 0,0 0-8 15,-3 0 10-15,3 2-10 0,-3 0 10 0,3 1-10 0,-3-1 0 16,0 3 0-16,1-3-11 0,-1 3 11 0,0 3 8 15,0-3-8-15,0 3 11 0,-3-1-11 0,3 1 0 0,0 2 0 16,0 0 0-16,3 1 0 0,-3-1-9 0,3 0 9 0,0 1-10 16,3-1 10-16,-3 3-12 0,3-3 12 15,0 3-12-15,3 0-1 0,-3-3-1 0,3 3 0 0,3-2 0 16,-3-1 3-16,3 0 1 16,3 3 0-16,-3-3 0 0,3 1 2 0,0 2 0 0,3-3 0 0,0 0 0 31,0 0-15-31,0-2-2 0,3 2-1 0,-3-2 0 0,3 2 26 0,-3-5 0 0,0 3 0 0,0 0 0 15,2-3 0-15,-2 0 0 0,0 0 0 0,0 0 0 16,3-3 0-16,-3 0 19 0,0 1-3 0,0-1-1 16,3 0-15-16,-3 1 0 0,-3-1 0 0,3 0 0 15,0-2-9-15,-3 3-5 0,-1-4-1 0,1 4 0 16,-3-4 15-16,0 4 0 0,0-4 0 0,-3 4 0 16,0-4 36-16,0 4 9 0,0 2 3 0,-6-6 0 15,3 1-28-15,-3 0-4 0,1 0-2 0,-1-1 0 16,0 4-6-16,0-4-8 0,-3 4 11 0,3-4-11 15,-3 4 8-15,0-1-8 0,3 1 0 0,-3-1 0 16,0 3 8-16,3-3-8 0,-3 3 0 0,0 0 0 0,0 3 0 0,0-3 0 16,0 3 0-16,-2-1 0 0,2 1 0 0,0 2 0 15,0-2 0-15,0 2 0 0,0 0 0 0,3 1 0 16,0-1-13-16,0 0 5 0,0 0 8 16,3 3 0-16,0-2 0 0,3-1-8 0,0 0-4 0,0 3-1 15,0-2 0-15,3 1 0 0,0-1 22 0,0-1 5 0,3 0 1 16,3 1 0-16,-3-4-15 0,3 4 0 0,0-1 0 0,0-2 0 31,0-1-22-31,0 1-7 0,0-1-2 0,-1-2 0 0,1 0 23 0,0 0 8 0,0 0 0 0,3-2-9 31,-3-1-17-31,0 1-3 0,3-1-1 0,-3 0 0 0,3 1 30 0,-3-4 0 0,0 4 0 0,0-4 0 16,-4 1 45-16,1 2 15 0,3-2 4 0,-6 2 0 16,0-2-52-16,0 0-12 0,-6 0 0 0,3-1 0 15,-3 1 0-15,0 2 0 0,0-2 0 0,-3 0 0 16,0-1 0-16,-2 1 0 0,2 0 0 0,-3 0 0 15,0 2 0-15,-3 0 0 0,3-2 0 0,0 2 0 16,0 1 28-16,0-1 4 0,0 0 0 0,0 3 0 16,0-2-32-16,0 2 0 0,0 0 0 0,-2 2 0 15,2-2 0-15,0 0-10 0,0 3 0 0,3 0 0 32,-3-1-103-32,0-2-21 0,3 3-4 0,-3 0-1 0</inkml:trace>
  <inkml:trace contextRef="#ctx0" brushRef="#br0" timeOffset="82211.986">19210 10571 1728 0,'0'0'38'0,"0"0"8"0,0 0 2 0,0-6 0 0,0 6-39 0,0-5-9 0,0 5 0 0,0-5 0 15,0 5 156-15,0-5 28 0,0-1 7 0,0 6 1 16,-3-2-92-16,3 2-17 0,-2-6-4 0,2 6-1 16,0 0-18-16,-6-5-3 0,6 5-1 0,-3-3 0 15,3 3-17-15,0 0-4 0,0 0-1 0,-3-2 0 16,3 2-9-16,0 0-1 0,0 0-1 0,0 0 0 16,0 0-7-16,0 0-2 0,0 0 0 0,0 0 0 15,0 0-6-15,0 0-8 0,0 0 11 0,-6 2-11 16,3 4 8-16,3 2-8 0,-3-3 0 0,3 3 0 15,0 0 0-15,0 0 0 0,0 2 0 0,0 1 0 16,0 0 0-16,3 2 0 0,-3 0 0 0,0 3 0 16,0 0 0-16,0 0 0 0,0 2 0 0,0 1 0 0,0-1 0 0,0 1 0 15,0-3 0-15,0 2 0 0,0-5 0 16,0 3 0-16,0-5 0 0,0 2 0 16,0-2-17-16,0-1-1 0,0-2 0 0,0 0 0 15,0-3 18-15,-3 3 0 0,3-2 0 0,0-6 0 16,0 5-55-16,0-5-7 0,0 0-2 0,0 0 0 15,0 0-51-15,0 0-10 0,0 0-3 0,6 3 0 16,0-3-51-16,0-3-10 0,0 0-3 0,5 1 0 16</inkml:trace>
  <inkml:trace contextRef="#ctx0" brushRef="#br0" timeOffset="82539.694">19452 10587 1954 0,'0'0'43'0,"0"-3"9"0,3-5 1 0,-3 0 3 0,3 0-45 0,0 3-11 0,-3-3 0 0,2 0 0 15,-2 3 105-15,0 5 19 0,0-6 4 0,0 6 1 16,0 0-52-16,0 0-10 0,0 0-3 0,0 0 0 16,0 0 0-16,0 0 0 0,0 0 0 0,0 0 0 15,0 0-51-15,0 0-13 0,0 0 0 0,0 0 0 16,0 0 40-16,0 6 4 0,0 2 2 0,0-3 0 16,0 3-22-16,0 0-5 0,0 0-1 0,0 0 0 15,0 0-18-15,0 2 0 0,0 1 0 0,0 2 0 16,0-2 27-16,0 4 1 0,0-1 1 0,0 2 0 15,0 2-18-15,0-2-11 0,0 0 12 0,0 0-12 16,0 2 30-16,0-2-1 0,0 0 0 0,0-3 0 16,0 0-37-16,0 1-8 0,-2-4-2 0,2 4 0 15,0-4 18-15,0-2-12 0,0 0 12 0,0 0-10 16,0-3 10-16,0 1 0 0,2-1 0 0,-2-5 0 16,0 5-26-16,0-5 0 0,6 3 0 0,-3-1 0 15,3 1-144-15,0-3-29 0,0-3-5 16,3 3-995-16</inkml:trace>
  <inkml:trace contextRef="#ctx0" brushRef="#br0" timeOffset="84644.657">9010 12378 1494 0,'0'0'32'0,"0"0"8"0,0 0 0 0,0 0 3 0,6-3-35 0,-3 1-8 15,3 2 0-15,-1 0 0 16,-2 0 89-16,3 0 16 0,0 2 3 0,-3-2 1 16,3 6-39-16,0-4-8 0,3 4-2 0,-3-4 0 0,3 4-28 0,3-1-7 15,-3-3-1-15,3 4 0 0,3-1-24 0,0 0 0 0,2 1 0 0,1-4 0 16,3 4 36-16,-3-4 3 15,3 1 0-15,0-1 0 0,-1-2-31 0,1 0-8 16,3 0 0-16,3 0 0 16,3-2-30-16,-1-3-7 0,1 2-2 0,6-2 0 0,-3-1 39 0,2-2 0 0,-5 3 0 0,3 0 0 31,-3 0-59-31,-7 2-4 0,4-2-1 0,-3 2 0 16,0-2-102-16,-3-1-21 0,26-7-4 0,-14 8-1 0</inkml:trace>
  <inkml:trace contextRef="#ctx0" brushRef="#br0" timeOffset="85344.631">9298 12222 1276 0,'0'0'36'0,"0"0"8"0,0 0-35 0,0 0-9 0,0 0 0 0,0 0 0 16,0 0 94-16,0 0 17 0,0 0 3 0,0 0 1 15,-3 5-34-15,0 0-6 0,3-5-2 0,-6 8 0 16,3-2-47-16,1-1-10 0,-1 0-1 0,-3 3-1 16,0-3-14-16,0 3 0 0,-3 0 0 0,3-2 0 15,-3 2 36-15,0 0 4 0,-3-1 0 0,3 1 1 16,-3 0-29-16,3 0-12 0,-3 3 8 0,3-1-8 15,-2-2 14-15,2 0-2 0,-3 3-1 0,3-3 0 16,0 2 7-16,0-2 2 0,3-2 0 0,-3 2 0 0,3 0 1 0,0-1 1 16,3-1 0-16,0 2 0 0,0-3 1 15,3-2 0-15,0 2 0 0,0 3 0 0,3-3-2 16,0 0 0-16,0 1 0 0,3-4 0 16,-3 4 3-16,3-4 0 0,3 4 0 0,-3-4 0 15,3 4-10-15,-3-4-2 0,3 1 0 0,0-3 0 0,0 3-12 16,-1-1 0-16,1 1 8 0,0-3-8 0,0 0 0 0,3 0 0 15,-3 0-9-15,3 0 9 16,0 0-63-16,0 0-6 0,-3-3-2 0,3 3 0 16,0 0-180-16,-6 0-36 0,-6 0-7 0,14 0-2 0</inkml:trace>
  <inkml:trace contextRef="#ctx0" brushRef="#br0" timeOffset="88608.369">14740 10198 1497 0,'0'0'32'0,"0"0"8"0,0 0 0 0,0 0 4 0,0 0-36 0,0 0-8 16,0 0 0-16,0 0 0 0,0 0 81 0,0 0 15 15,0 0 2-15,0 0 1 0,0 0-20 0,0 0-4 16,0 0-1-16,0 0 0 0,0 0-14 0,0 0-4 16,0 0 0-16,0 0 0 0,0 0-9 0,0 0-3 15,0 0 0-15,0 0 0 0,-3 5-11 0,0 0-2 0,3 3-1 16,-3-3 0-16,3 3-8 0,0 0-2 0,-3 0 0 16,3 6 0-16,-3-4-4 0,3 3-2 0,-3 1 0 0,0 1 0 15,3 1-6-15,-3 0 0 16,0 0-8-16,0 3 12 0,3-1-12 0,-3-2 8 0,0-3-8 15,0 6 0-15,3-6 0 0,-3 0 0 0,0 0 0 16,3 3 0-16,-3-2 8 0,0 1-8 0,3-1 0 0,-3-1 0 16,3 3 0-16,-3-3 0 0,3 3 0 15,-3 0 0 1,3 0-17-16,-3-1-10 0,3 4-1 0,-3 2-1 0,3-2 29 0,-3-1 0 16,3 1 0-16,-3 2 0 0,3-5 0 0,0 0 0 0,0 0 0 0,0-3 0 15,0 0 0-15,0-2 0 0,0-1 0 0,0 1 0 16,0-3 0-16,0-3 0 0,0 3 0 0,3-3 0 15,-3 1 0-15,0-6 0 0,0 0 0 0,0 5 0 32,0-5-30-32,3 2 0 0,-3-2 0 0,0 0 0 0,6 3-152 15,0-3-30-15,0 0-7 0</inkml:trace>
  <inkml:trace contextRef="#ctx0" brushRef="#br0" timeOffset="90641.499">15037 10640 1465 0,'0'0'32'0,"0"0"6"0,0 0 2 0,0 0 2 0,0 0-34 0,0 0-8 0,0 0 0 0,0 0 0 16,0 0 60-16,0 0 11 0,0 0 1 0,0 0 1 15,0 0-58-15,0 0-15 0,0 0 0 0,0 0 0 16,0 0 20-16,0 0 2 16,6 0 0-16,-6 0 0 0,6 2-35 0,0 1-7 0,0-1-2 0,0-2 0 15,0 0 49-15,0 3 9 0,0-3 3 0,3 3 0 16,-3-3-19-16,3 0-3 0,0 0-1 0,3 0 0 15,-4 0-5-15,1 0-2 0,3 0 0 0,0 0 0 16,-3 0-9-16,6 0 0 0,-3 0 0 0,0 0 0 16,0-3 0-16,0 3 0 0,0 0 0 0,-1 0 0 15,1 0 0-15,0-3 0 0,0 3 0 0,-3 0 0 16,0-2 0-16,0 2 0 0,0 0 0 0,0-3 0 16,0 3 0-16,-3-2 0 0,3 2 0 0,0 0 0 15,0-3 0-15,-1 3 0 0,4-3 0 0,-3 3 0 16,3-2 0-16,-3 2 0 0,3-3 0 0,-3 3 0 15,3 0 32-15,-3-3 5 0,3 3 1 0,0-2 0 0,-1 2-25 16,1 0-5-16,0-3 0 0,0 3-8 0,0 0 16 16,3 0-3-16,-3 0-1 0,0 0 0 0,0 0 2 0,0 0 0 15,0 0 0-15,2 0 0 0,-2 0-2 0,0 0 0 16,3 0 0-16,-3 0 0 0,-3-3-12 0,3 3 11 16,-3-2-11-16,3 2 10 0,-3 0-10 0,0-3 0 15,2 3 0-15,-2-3 8 0,0 3-8 0,0 0 0 0,3 0 0 16,-3 0 0-16,3 0 0 0,0 0 0 0,-3 0 0 0,3 0 0 15,-3 0 0-15,3 0 0 0,-1 0 0 0,-2 0 0 16,3 0 0-16,0 3 8 0,-3-3-8 0,3 0 0 16,0 3 0-16,-3-3 0 0,3 0 0 0,-3 2 0 15,3-2 9-15,-3 3-9 0,2-3 10 0,1 0-10 16,0 3 11-16,-3-3-11 0,3 0 12 0,0 2-12 16,-3-2 11-16,0 3-11 15,0-3 10-15,0 0-10 0,3 0 8 0,-3 0-8 0,0 0 0 16,-1 0 0-16,1 0 8 0,0 0-8 0,0 0 0 0,0 0 9 15,0 0-9-15,0 0 10 0,0 0-10 0,3 0 10 16,-3 0-2-16,3 0-8 0,-3 0 12 0,0 0-4 16,2 0-8-16,-2 0 0 0,3 0 9 0,0 0-9 15,0 3 8-15,0-3-8 0,0-3 10 0,0 6-10 16,0-3 0-16,0 0 8 0,0 2-8 0,-1-2 0 16,1 0 0-16,0 3 8 0,0-3-8 0,3 3 0 15,-3-3 10-15,0 0-10 0,-3 2 10 0,3-2-10 16,-3 0 11-16,0 0-11 0,-1 0 12 0,-2 0-12 0,3 0 9 0,-3 0-9 15,3 0 0-15,0 0 9 0,0 0-9 0,-3-2 8 16,3 2-8-16,0 0 8 0,-3 0-8 0,3 0 0 16,0 0 0-16,3 0 0 0,-3 0 0 0,0-3 8 15,-1 3-8-15,4 0 0 0,-3 0 0 0,0 0 0 16,3 0 8-16,-3 3-8 0,0-3 0 0,0 0 0 16,3 2 0-16,0-2 8 0,-3 3-8 0,3-3 0 15,-1 0 0-15,1 2 0 0,-3-2 0 0,3 3 0 16,-3 0 0-16,0-3 0 0,3 2 0 0,-3 1 8 15,0-3-8-15,3 3 0 0,-3-3 8 0,0 2-8 16,0 1 0-16,-1-3 8 0,1 3 0 0,-3-3-8 16,3 0 12-16,0 0-4 0,-3 0-8 0,3 0 12 15,0 0-12-15,-3 0 12 0,3 0-12 0,0 0 12 0,0 0-12 16,-3 0 12-16,3 0-12 0,0 0 10 0,-1 0-10 0,1 2 10 16,0-2-10-16,0 3 8 0,0-3-8 0,0 0 8 15,0 0-8-15,0 0 12 0,0 0-12 0,3 0 12 16,-3 3-12-16,0-3 8 0,3 0-8 0,-3 0 8 15,2 2-8-15,-2-2 0 0,3 0 0 0,-3 3 8 16,3-3-8-16,-3 0 0 0,3 3 9 0,-3-3-9 16,3 0 8-16,-3 2-8 0,0-2 10 0,3 0-10 15,-4 0 10-15,1 3-10 0,3-3 10 0,-6 0-10 16,3 0 9-16,0 0-9 0,-3 0 8 0,0 0-8 16,3 0 9-16,-3-3-9 0,3 3 10 0,-3-2-10 0,3 2 8 0,-3 0-8 15,0 0 0-15,3-3 9 0,0 3-9 0,-4 0 8 16,4 0-8-16,0 0 8 0,0-3-8 0,0 3 0 15,0 0 9-15,0 0-9 0,0 0 0 16,0 0 9-16,0 0-9 0,0 0 0 16,3 0 9-16,-3 0-9 0,0 0 0 0,2 0 9 15,-2 0-9-15,0 0 8 0,0 0-8 0,3 0 8 0,-3 0-8 0,0 0 10 16,0 0-10-16,0 0 10 0,0 0-10 0,0 0 10 16,0 0-10-16,-3 0 10 0,3 0-10 15,-1 0 8-15,1 0-8 0,-3 0 8 0,3 0-8 0,-3 0 8 16,3 0-8-16,-3 0 8 0,0 0-8 0,0 0 0 0,0 0 9 15,0 0-9-15,0 0 0 0,0 0 8 0,0 0-8 16,-3 0 0-16,3-2 0 0,0 2 9 0,0 0-9 0,0-3 0 16,0 3 8-16,-1 0-8 0,-2-3 0 0,3 1 0 15,0 2 0-15,0 0 8 0,0-3-8 0,0 3 0 16,0 0 10-16,-3 0-10 16,3-3 8-16,0 3-8 0,-3 0 9 0,-3 0-9 0,6 0 10 0,0-2-10 15,0 2 10-15,-6 0-10 0,6 0 10 16,0 0-10-16,-6 0 12 0,6-3-4 0,0 3-8 15,0 0 12-15,0 0-12 0,-6 0 11 0,6 0-11 0,0-3 10 16,-1 3-10-16,4-2 10 0,-3 2-10 0,0 0 10 16,0 0-10-16,0-3 10 0,0 3-10 0,-3 0 10 15,3-3-10-15,0 3 8 0,0 0-8 0,0 0 8 16,0 0-8-16,0 0 10 0,-3 0-10 0,3 0 10 16,0 0-10-16,-3 0 10 0,3 0-10 0,-3 0 10 15,-3 0-10-15,6 0 0 0,-6 0 9 0,6 0-9 16,-3 0 0-16,-3 0 9 0,0 0-9 0,5 0 0 0,-2 0 0 15,3 0 0-15,-6 0 0 0,3 3 0 0,-3-3 8 0,6 0-8 16,-3 3 0-16,-3-3 0 0,0 0 8 0,3 0-8 16,-3 0 0-16,6 0 0 0,-6 0 0 0,0 0 0 15,3 0 0-15,-3 0 0 0,0 0-25 0,0 0 1 16,3 0 0-16,-3 0 0 16,0 0-92-16,0 0-17 0,6 0-4 0,-6 0-1095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35:15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17529 4294 1728 0,'0'0'38'0,"0"0"8"0,0 0 2 0,0 0 0 0,0 0-39 0,0 0-9 0,-6 0 0 0,6 0 0 16,-6 0 104-16,-3 0 18 0,3 3 4 0,-3 5 1 16,3-5-50-16,-3 2-9 0,0 0-3 0,0 6 0 15,0-3-14-15,0 5-3 0,-3-2-1 0,1 2 0 16,2 0-24-16,-3 3-5 0,0 0-1 0,-3 0 0 16,3 2-17-16,-6-5 0 0,3 6 0 0,-6-3 0 15,4 5 0-15,-4-2 0 0,0 2 0 0,0 0 0 16,0 3 0-16,0-1 8 0,4-4-8 0,-1 2 0 15,0-2-47 1,3-3-16-16,0-1-3 0,0-1-682 0,3-4-136 0</inkml:trace>
  <inkml:trace contextRef="#ctx0" brushRef="#br0" timeOffset="292.646">17097 4382 1792 0,'0'0'51'0,"-3"-8"10"0,3 3-49 0,-3-1-12 16,3 1 0-16,0 5 0 0,0-5 108 0,0 5 20 16,6-3 3-16,-3 3 1 0,3 0-47 0,-3 0-9 15,3 0-1-15,0 0-1 0,3 3-19 0,-3-1-4 16,3 4-1-16,0 2 0 0,0-3 11 0,-1 3 3 16,4 2 0-16,0-2 0 0,0 3-49 0,0-1-15 15,-3 1 8-15,3 2-8 0,0-2 13 0,0 2-1 0,0 3 0 0,-3 0 0 16,3 2-21-16,-1-4-5 15,-2 4-1-15,3 1 0 0,-3-1 15 0,0 3 0 0,3 0 0 0,-3-2 0 16,0-3 0-16,0 0 0 0,3 2 0 0,-3-4 0 16,3-1 0-16,-1-3 0 0,-2 1 0 0,0-3-856 15,3 0-169-15</inkml:trace>
  <inkml:trace contextRef="#ctx0" brushRef="#br0" timeOffset="587.426">17669 4630 2300 0,'0'0'51'0,"0"0"10"0,0 0 3 0,0 0 0 0,0 0-52 0,0 0-12 0,0 0 0 0,0 0 0 0,0 0 81 0,0 0 14 16,0 6 2-16,3 2 1 15,-3-3-30-15,0 6-5 0,0-6-2 0,3 5 0 0,-3-2-11 0,0 6-2 16,0-6-1-16,0 2 0 15,0 1-15-15,0 2-2 0,0-2-1 0,0 2 0 0,0-3-12 0,0 4-2 16,0-1-1-16,0-3 0 0,0 1-30 0,-3 5-7 16,3-8-1-16,-3 2 0 0,3 4 45 0,0-4 9 15,-3 3 2-15,3-2 0 0,-3 2-32 0,0-2 0 16,0 2 0-16,3 0 0 16,-3-2-20-16,3 2-9 0,0-2-3 15,0-3 0-15,0 2-25 0,0-2-6 0,3 3-1 0,0-6-819 16,0 0-164-16</inkml:trace>
  <inkml:trace contextRef="#ctx0" brushRef="#br0" timeOffset="1304.45">17413 2985 2113 0,'0'0'46'0,"0"0"10"0,0 0 1 0,-6 0 3 0,6 0-48 0,-6-6-12 0,0 12 0 0,6-6 0 16,-6 0 71-16,0 2 11 0,-3 1 2 0,3 2 1 15,-3 6-17-15,0-3-3 0,0 2-1 0,-3 4 0 16,0-1-51-16,-3 0-13 0,1 6 0 0,-4-1 0 16,0-2 0-16,-3 3 0 0,0-1 0 0,0-5 0 15,-2 6 0-15,2-1 0 0,0-2 0 0,0 3 0 0,-3 2 0 16,6-3 0-16,0 6 0 0,1-3 0 15,2-5 0-15,0 5 0 0,0-5 0 0,0 5 0 0,0-7 0 16,0 2 0-16,0-1 0 0,1-7 0 16,2 6-100-16,-3-6-22 0,3-3-5 0,3 0-922 15</inkml:trace>
  <inkml:trace contextRef="#ctx0" brushRef="#br0" timeOffset="1566.354">16975 2971 2134 0,'0'0'47'0,"0"-2"9"0,0-6 3 0,0 3 1 0,0-1-48 0,0 6-12 0,0 0 0 0,0 0 0 15,0 0 66-15,0 0 10 16,0 0 3-16,6 3 0 0,-3 2-12 0,3 1-3 0,0 1 0 0,0 1 0 16,-3 3 0-16,3 5 0 0,0-6 0 0,0 9 0 15,0-3-24-15,0-3-6 0,2 6-1 0,-2-1 0 16,0-2-17-16,3 0-4 0,0 0-1 0,0 2 0 15,-3-2-11-15,6 0 8 0,-3 5-8 0,3-8 8 16,-3 6-8-16,0-1 0 0,3 6 0 0,-3 0 0 16,0 0 0-16,2 2 0 0,-2 3 0 0,0-7 0 15,0 1-18-15,0-1-9 16,-3-7-1-16,3 7-1 0,-3-9-155 16,0 3-30-16,3-8-6 0,0 2-2 0</inkml:trace>
  <inkml:trace contextRef="#ctx0" brushRef="#br0" timeOffset="1967.295">17404 3400 1792 0,'0'0'51'0,"-3"-3"10"0,0-2-49 16,3 3-12-16,0-9 0 0,-3 6 0 16,3-1 134-16,3 1 24 0,-3 2 5 0,3-2 1 0,-3 2-58 0,3-4-11 15,0 1-3-15,3 4 0 0,0-1-29 0,-3 0-7 16,2-2 0-16,1 5-1 0,0-3-13 0,0 3-2 15,3 0-1-15,-3 0 0 0,0 3-4 0,3 2-1 16,-3-5 0-16,0 6 0 0,3-1-34 0,-3 5 0 0,-3-2-15 0,3 0 5 16,-3 3 10-16,0 2 0 0,-3 3 0 0,0 3 8 15,0-4-8-15,-3 1 0 0,0 0-8 16,0 3 8-16,-3-3 0 0,0-3 11 0,0 3-1 16,-3 0 0-1,3-1-29-15,0-1-5 0,0-1-2 0,-3 3 0 0,3-8 42 0,0 2 8 0,0 1 1 0,3-1 1 16,-3-2-41-16,4 3-8 0,2-3-1 0,-3 0-1 15,3-5 40-15,3 4 8 0,-1-4 1 0,4 5 1 16,0-5-25-16,0 2-9 0,3-5 0 0,0 3 0 16,3-3 9-16,3 0 11 0,0 0-3 0,3 0 0 15,0 0-8-15,-1 0 0 0,1 0 0 0,3 0 0 16,-3 0 0-16,0 0 0 0,-3 0 0 0,3 0 0 16,-1 0 0-16,-2 0 0 0,0-3 0 0,-3 3 0 15,3-5-125-15,-3 5-27 16,0-3-6-16</inkml:trace>
  <inkml:trace contextRef="#ctx0" brushRef="#br0" timeOffset="6690.969">19383 6070 1314 0,'0'0'37'0,"0"0"8"0,0 0-36 0,0 0-9 0,0 0 0 16,0 0 0-16,0-5 104 0,0 5 20 0,0 0 3 0,0 0 1 15,0 0 0-15,0 0 0 0,-3-3 0 0,3 3 0 16,-6-3-52-16,0 3-9 0,0 0-3 0,0 0 0 15,0 3 0-15,-3 0 0 0,3-1 0 0,-2 4 0 16,-4-1-51-16,3 0-13 0,0 3 0 0,-3 0 0 16,3 3 0-16,-3-3 0 0,0 2 0 0,0 3 0 15,0 3 16-15,0-3 0 16,3 3 0-16,1 3 0 0,2-1-16 0,0 1 0 0,0-3 0 16,3 2 0-16,0 1 0 0,3-3 0 0,3-3 0 15,0 0 0-15,0-2-10 0,6-1 10 0,-3-2-8 0,2 0 8 16,4-2-12-16,0 1 4 0,3-4 0 0,0 0 0 15,0-3 8-15,3-3 0 0,0 0 0 0,0-2 0 16,-1 0 0-16,1 0 0 0,0-3 0 0,0-3 0 16,0 3 0-16,0-2 0 0,-3-4 0 0,2 1 0 15,-2 0 46-15,0 0 14 0,-3-1 4 0,0 1 0 16,-3-3-15-16,0 0-2 0,0 3-1 0,-3-3 0 16,-3 3-10-16,0 0-3 0,0 0 0 0,-6-1 0 15,3 4-10-15,-6-1-3 0,3 1 0 0,-6-4 0 0,3 4-8 16,-3 2-1-16,-3-3-1 0,3 3 0 0,-3 0 7 0,-3 0 2 15,3 3 0-15,-2-3 0 0,2 3-19 0,-3 2 0 16,0-2 0-16,3 2 0 0,-3 3 0 0,0 0 0 16,0 0 0-16,0 3 0 15,1-3-48-15,-1 3-12 0,3 2-4 0,0 0 0 16,0 3-157-16,0-3-32 0,3 3-7 16</inkml:trace>
  <inkml:trace contextRef="#ctx0" brushRef="#br0" timeOffset="7343.498">19862 6149 1564 0,'0'0'44'0,"0"0"10"16,0 0-43-16,0 0-11 0,0 0 0 0,0 0 0 0,0 0 145 0,0 0 27 15,0 0 6-15,0 0 1 0,0 0-55 0,0 0-10 16,0 0-2-16,0 0-1 0,0 0-44 0,0 0-9 16,0 0-2-16,-6 0 0 0,0 3-20 0,-2 0-4 15,2-1 0-15,0 6-1 0,0-3-13 0,0 3-2 16,0 3-1-16,-3 0 0 16,3-1-15-16,0 3 11 0,0-2-11 0,0 5 10 0,0-3-10 0,3 0 0 15,-3 3 0-15,3-3 0 0,0 3 0 0,0 0 0 16,3-3 0-16,0 1 0 0,3-1 0 0,-3 0 0 0,3-2-8 15,3-1 8-15,-3 1 0 0,3-3-11 0,3 0 11 16,-3 0-8-16,3-3-1 0,3 0 0 0,-3-2 0 0,3-3 0 16,2 3 9-16,1-3 0 0,0 0-9 15,3-3 9-15,0 0 0 0,-3 1 0 0,6-4 0 16,-3 4 0-16,-1-4 0 0,1 1 0 0,0 0 0 16,0-1 0-16,-3-1 16 0,0 1-3 0,-3-2 0 0,0 3 0 15,-4-3 11-15,4-2 1 0,-3 2 1 0,-3-3 0 16,0 0 6-16,-3 1 2 0,0-3 0 0,-3 2 0 15,0-2-6-15,0 0-2 0,-3 2 0 0,0-2 0 16,0-1-9-16,-3 4-1 0,0-1-1 0,0 1 0 16,-3-1-7-16,-2 1 0 0,-1-1-8 0,0 3 12 15,-6 3-12-15,3-3 8 0,-3 3-8 0,-3 2 0 16,0-2 10-16,1 5-10 0,-1-3 10 0,0 3-10 16,0 3-32-16,0-1-13 15,3 1-3-15,-2 2 0 0,-1 0-129 0,3 1-27 16,-3-1-4-16</inkml:trace>
  <inkml:trace contextRef="#ctx0" brushRef="#br0" timeOffset="10841.505">9266 9912 1051 0,'0'0'23'0,"0"0"5"0,-9 3 0 0,9-3 2 0,-6 0-30 0,6 0 0 0,-6 2 0 0,6-2 0 16,-6 0 81-16,6 0 11 0,0 0 1 0,0 0 1 15,0 0-7-15,0 0-2 0,0 0 0 0,0 0 0 16,0 0-20-16,0 0-4 0,0 0-1 0,0 0 0 15,6 5-16-15,0 1-3 0,0-4-1 0,0 1 0 16,3 0-2-16,0-1-1 0,2-2 0 0,1 3 0 16,0 0-37-16,3-3 0 0,0 2 0 0,6-2 0 15,0 0 0-15,2 0 0 0,1 0 0 0,0-2 8 16,3 2-8-16,3 0 0 0,-4-3 0 0,1 0 0 16,3 1 0-16,-6-1 0 0,0 0-11 0,-1 1 11 15,-2-4-53-15,-3 4-5 0,0-3-1 0,-3 2-847 16</inkml:trace>
  <inkml:trace contextRef="#ctx0" brushRef="#br0" timeOffset="11323.852">9539 9721 1368 0,'0'0'30'0,"0"0"6"0,0 0 2 0,-3-2 0 0,3-4-30 0,0 6-8 0,0 0 0 0,-2-5 0 16,2 5 72-16,0 0 14 0,-3-5 2 0,3 5 1 15,-6-3-41-15,6 3-8 0,-6 0-1 0,0 0-1 16,0 3-12-16,0 0-2 0,-3-1-1 0,3 3 0 16,-3 1-7-16,0 2-2 0,-3-3 0 0,3 6 0 15,-3-3-14-15,0 2 0 0,0 1 0 0,1-1 0 16,-4 1 0-16,3 2 0 0,-3 0 0 0,3 3 0 16,0-3 0-16,-3 3 0 0,3 0 0 0,0 0 0 15,0-3 0-15,4 3 0 0,-1-3 0 0,0 1 0 16,3-1 16-16,0-3 1 0,3 4 0 0,0-4 0 0,6 1-8 15,0-1-1-15,0-2-8 0,3 0 12 16,0 0 23-16,3-2 4 0,0 1 1 0,-1-1 0 0,4-1-40 16,-3-2-12-16,3 2 0 0,3-2 0 0,0-3 12 15,3 2 11-15,0 1-3 0,-3-3 0 0,2 0-8 0,4 0 0 16,-3 0-10-16,6 0 10 16,-3-3-50-16,0 1-4 0,2-1-1 0,-2-2 0 0</inkml:trace>
  <inkml:trace contextRef="#ctx0" brushRef="#br0" timeOffset="12748.577">14409 5988 2070 0,'0'0'45'0,"-6"0"10"0,0 3 1 0,0-1 3 0,0-2-47 0,0 0-12 0,0 3 0 0,1-3 0 16,-1 2 80-16,0-2 13 0,0 0 3 0,0 3 1 0,0 0-26 0,0-1-6 16,0-2-1-16,0 3 0 0,6-3 0 0,-6 5 0 15,6-5 0-15,-6 6 0 0,0-1-51 0,3 3-13 16,-3-3 0-16,3 6 0 0,0-3 0 0,-3 2 0 16,3-2 0-16,0 5 0 0,0-2 0 0,0 2 0 15,0 0 0-15,0 1 0 0,3 2 0 0,-3-1 0 16,3 1 0-16,0 0 0 0,0 0 21 0,3 0 2 15,0 0 0-15,0 0 0 0,3-3-23 0,-3-2 9 16,3 2-9-16,3-5 0 16,0 2-14-16,0-4-10 0,6 2-1 0,-3-3-1 15,3-3 26-15,-3-2 0 0,2 0 0 0,1 0 0 0,0-5 0 0,3 0 0 16,0-3 0-16,0 0 0 0,0 0 17 0,-1-3 9 0,1 1 2 0,-3-3 0 16,0-1-17-16,0 4-3 0,0-6-8 0,-3 3 12 15,0 0 15-15,0-3 2 0,0 2 1 0,-4-1 0 16,1 1 7-16,-3 1 2 0,0 2 0 0,-3-2 0 15,0 0-7-15,-3 0 0 0,0 0-1 0,-3-1 0 16,0 1-10-16,0 3-1 0,-3-4-1 0,0 4 0 16,0-1 15-16,-2 1 3 0,-1-1 1 0,0 0 0 15,-3-2-30-15,3 3-8 0,-3 2 0 0,0 0 0 32,0 0-20-32,0 2-6 0,-3 1-1 0,0 3 0 0,4-1 27 0,-4 3-8 0,0 0 8 0,0 0 0 15,0 3-21-15,0-1 1 0,3 3 0 0,-3 1 0 16,0 2-99-1,4-3-19-15,-1 3-4 0,0 0-1 0,3 2-90 0,0-2-19 16,0 11-3-16,3-6-1 0</inkml:trace>
  <inkml:trace contextRef="#ctx0" brushRef="#br0" timeOffset="14511.49">15016 6112 1036 0,'0'0'23'0,"0"0"5"0,0 0 0 0,0 0 1 16,0 0-29-16,0 0 0 0,0 0 0 0,0 0 0 0,0 0 108 0,-6 0 16 15,6 0 4-15,0 0 0 0,-3 0-20 0,3 0-4 16,0 0-1-16,0 0 0 0,-5 0-63 0,5 0-12 0,-6 0-2 0,6 0-1 15,0 0 31-15,-6 0 7 0,6 0 1 0,0 0 0 16,0 0 0-16,0 0 0 0,0 0 0 0,0 0 0 16,0 0-52-16,0 0-12 15,0 0 0-15,0 0 0 0,0 0 0 0,0 0 0 16,0 0 0-16,0 0 0 0,0 0 54 0,0 0 8 0,0 0 2 0,6 0 0 16,0 0-52-16,-1 3-12 0,1-3 0 0,3 3 0 15,0-3 0-15,0 0 0 0,3 0 0 0,-3 0 0 16,3 0 0-16,3 0 0 0,0 0 0 0,-3 0 0 15,3 0 0-15,2 0 0 0,-2 0-9 0,3 2 9 16,0-2 0-16,0 0 0 0,0 3 0 0,0-3 0 16,2 0 0-16,-2 0 0 0,3 0 0 0,-3-3 0 15,-3 3 0-15,3-2 0 0,0-1 0 0,-1 0 0 16,1 3 0-16,3-2 0 0,-3 2 0 0,0-3 10 16,0 3-10-16,3-3 0 0,-4 3-10 0,1 0 10 15,0 0 0-15,0 0 0 0,-3 0 0 0,3 0 0 16,0 0 0-16,-4 0 0 0,1 0 0 0,3 0 0 0,-3 0 0 15,0 0 0-15,0 0 8 0,-3 0-8 16,3 0 0-16,-3 0 0 0,-1 0 0 0,1-2 0 16,0 2 8-16,3-3-8 0,0 3 0 0,0 0 0 0,-3 0 8 15,3-3-8-15,0 3 0 0,2 0 0 0,-2 0 8 16,0 0-8-16,0 0 9 0,0 0-9 16,0 0 10-16,0 0-10 0,0 0 10 0,0 0-10 0,2 0 12 0,-2 0-4 15,0 0-8-15,0 3 12 0,-3-3-12 0,3 0 0 16,-3 3 0-16,0-3 0 0,3 0 0 0,-4 0 0 15,-2 0 0-15,3 2 0 0,0-2 0 0,-3 0 0 0,3 0 0 16,0 0 0-16,0 0 0 0,0 0 0 0,0 0 0 16,0 0 0-16,-1 0 0 0,1 0 8 0,0 0-8 15,0 0 0-15,0 0 0 0,0 0 0 0,3 3 0 0,-3-3 0 16,0 0 0-16,0 0 9 16,-1 3-9-16,1-3 8 0,0 2-8 0,0-2 0 0,0 0 9 0,0 3-9 15,0-3 8-15,3 3-8 0,-3-3 8 0,0 2-8 16,0-2 9-16,-4 0-9 0,4 0 12 15,-3 0-12-15,3 0 13 0,-3 0-4 0,0 0-1 0,3 0 0 16,-3 0 0-16,0 0 0 0,3 0 0 0,-3 0 0 16,3 0-8-16,-1 0 12 0,1 0-12 0,-3 0 12 15,3 0-12-15,0 0 10 0,0 0-10 0,0 0 10 16,0-2-10-16,0 2 10 0,0 0-10 0,0 2 10 16,-1-2-2-16,1 0 0 0,0 3 0 0,0-3 0 15,0 2 0-15,0-2-8 0,0 0 12 0,0 3-4 16,3-3-8-16,-3 0 10 0,0 0-10 0,-4 0 10 15,4 0-10-15,-3 0 12 0,3 0-12 0,-3 0 12 0,0 0-12 16,0 0 10-16,3 0-10 0,-3 0 10 0,0 0-10 16,0 0 8-16,0 0-8 0,0 0 8 0,-1 0-8 0,4-3 0 15,-3 3 0-15,0 0 8 0,0 0-8 0,3 0 0 16,-3 0 9-16,0 0-9 16,0 0 0-16,3 3 0 0,-3-3 0 0,0 0 8 0,0 0-8 0,-1 0 0 15,1 3 0-15,0-3 8 0,3 2-8 16,-3-2 0-16,0 0 0 0,0 3 0 0,0-3 0 0,0 3 0 15,0-3 0-15,0 2 0 0,0-2 0 0,3 0 8 16,-3 0-8-16,2 0 0 0,-2 0 8 0,0 0-8 16,0 0 8-16,0 0-8 0,0 0 8 0,0 0-8 15,0 0 10-15,-3 0-10 0,3 0 9 0,0 0-9 16,0 0 8-16,-3 0-8 0,6 0 0 0,-4 0 0 0,1 0 8 16,0 0-8-16,3 0 0 0,-3 0 0 0,0 0 0 0,0 0 0 15,0 0 0-15,0 0 8 0,0-2-8 0,0 2 0 16,0 0 8-16,0 2-8 0,0-2 8 0,-1 0-8 15,1 0 8-15,0 0-8 0,0 3 8 0,-3-3-8 16,3 3 9-16,0-3-9 0,-3 0 10 0,3 2-10 16,0-2 8-16,-3 3-8 0,3-3 0 0,0 3 0 15,-3-1 11-15,3-2-11 0,-3 0 12 0,-1 3-12 16,1-3 10-16,3 3-10 0,-3-3 8 0,0 0-8 16,3 0 8-16,-3 2-8 0,3-2 8 0,-3 0-8 15,0 3 8-15,0-3-8 0,0 2 8 0,0-2-8 16,0 0 0-16,0 0 8 0,0 0-8 0,-3 3 0 15,3-3 0-15,0 3 0 0,0-3 8 0,-1 0-8 16,1 0 0-16,0 0 0 0,0 0 0 0,-3 2 8 0,3-2-8 16,0 0 0-16,0 0 0 0,0 0 8 0,0 0-8 15,0 0 0-15,0 0 0 0,0 0 8 0,0 0-8 16,0 0 0-16,0 0 9 0,0 0-9 0,0 0 0 0,0 0 9 16,-3 0-9-16,3 0 0 0,0 0 9 0,-3 0-9 15,2 0 0-15,1 0 9 0,0 0-9 0,-3 0 8 16,3 0-8-16,0 0 8 0,0 0-8 0,-3 0 8 15,3 0-8-15,0 0 8 0,-3 0-8 0,3 0 0 16,0 0 9-16,-3 0-9 0,3 0 0 0,0 0 8 16,0 0-8-16,-3 0 0 0,3 0 0 0,0 0 0 0,-3 0 0 15,3 3 8-15,0-3-8 0,0 3 0 0,-3-3 0 16,-3 0 0-16,5 0 0 0,-5 0 0 16,6 0 0-16,-6 0 0 0,6 0 0 0,-3 0 0 0,-3 0 0 0,6 2 8 15,-6-2-8-15,6 0 0 0,-6 0 0 0,6 0 0 16,-6 0 0-16,0 0 0 0,6 0 0 0,-6 0 0 15,0 0-25-15,0 0 0 0,3-2 0 0,-3 2 0 32,0 0-115-32,0 0-24 0,3-3-4 0</inkml:trace>
  <inkml:trace contextRef="#ctx0" brushRef="#br0" timeOffset="19055.469">19365 7287 1695 0,'0'0'37'0,"0"0"8"0,0 0 2 0,0 0 1 0,0 0-39 0,0 0-9 0,0 0 0 0,0 0 0 15,3-3 112-15,-3 3 20 0,0 0 4 0,0 0 0 16,0 0-57-16,0 0-12 0,0 0-3 0,0 0 0 16,0 0 0-16,-6 3 0 0,0 2 0 0,0 1 0 15,-3-1-51-15,3 0-13 0,1 1 0 0,-4 1 0 16,3-1 0-16,0 2 0 0,0 0 0 0,3 2 0 16,0 1 0-16,0 2 0 0,3 0 0 0,3 1 0 15,0-1 0-15,0 3 0 0,6-3 0 0,0 3 0 16,0 0 0-16,-1-3 0 0,4-3 0 0,0 1 0 0,0 0 0 15,3-6 0-15,0 0 0 0,3-2 0 16,3-3 0-16,-1 0 0 0,1-5 0 0,6 2 0 16,0-5 0-16,-3-3 0 0,2 3 0 0,-2-2 0 0,0-1 0 15,-3 1 0-15,0-1 0 0,-6 0 0 0,0 1 54 16,-4-1 8-16,1 3 2 0,-3-2 0 16,-3-1-52-16,-3 3-12 0,0-2 0 0,-3 2 0 0,-3 0 54 0,0 0 8 15,-6-3 2-15,0 3 0 0,-3 0-52 0,1 0-12 16,-4 1 0-16,0 1 0 0,-6-2 0 0,0 3 0 15,0 0 0-15,0 2 0 0,1-2 20 0,-1 2 2 16,3 3 0-16,-3 0 0 0,3 0-22 0,3 3-8 0,0-3 0 16,4 2 0-16,2 1-5 0,0-3-1 0,0 5 0 0,9-5 0 31,-6 3-142-31,6-3-29 0,0 0-6 0,3 5-615 16,3 3-123-16</inkml:trace>
  <inkml:trace contextRef="#ctx0" brushRef="#br0" timeOffset="19368.269">20065 7200 2030 0,'0'0'57'0,"0"0"14"0,-6-3-57 0,0 0-14 0,3 1 0 0,-3-1 0 16,6 3 156-16,-6-2 29 0,0-1 6 0,0 3 1 16,6 0-103-16,-6-3-20 0,6 3-4 0,0 0-1 15,-6 3 12-15,0-3 1 0,6 0 1 0,-3 5 0 16,0 0-41-16,0 3-8 0,3 0-1 0,-3 0-1 15,3 0-11-15,0 0-3 0,0 5 0 0,0-2 0 0,0 0-4 16,0-1-1-16,0 3 0 0,0 1 0 0,0-1 0 0,0 5-8 16,0 1 12-16,0 2-4 0,0 3 0 15,0 2-8-15,0 1 12 0,0 2-4 0,0-3-8 0,-3 1-17 16,3-3 4-16,0-1 1 0,0-1 12 16,0-4 0-16,0 1 0 0,0-1 0 0,0-5 0 0,0 1 15 15,-3-4-3-15,3 1-1 16,-3-1-69-16,3-2-14 0,-3 0-2 0,3 0-1 15,0 0-121-15,0 0-25 0,0 0-5 0</inkml:trace>
  <inkml:trace contextRef="#ctx0" brushRef="#br0" timeOffset="20135.234">19371 8205 2419 0,'0'0'53'0,"0"0"11"0,0 0 3 0,0 0 1 0,0 0-55 0,0 0-13 0,0-5 0 0,0 5 0 16,0 0 54-16,0 0 8 0,0 0 2 0,0 0 0 15,0 0 0-15,0 0 0 0,0 0 0 0,0 0 0 0,-3 8-6 0,0 0-1 16,3 5 0-16,-3 0 0 0,0 3-40 0,3 3-8 16,-3 2-1-16,0 0-8 0,0 3 0 0,3-3 0 15,-3 3 0-15,3-3 0 0,-3 0 0 16,3-2 0-16,0 2 0 0,0-3 0 16,0 1 0-16,0-1 0 0,0-2 0 0,0 3 0 0,0-3 0 0,0 0 0 15,3-1 0-15,0 4 0 0,-3-6 24 16,3 6-3-16,0-9 0 0,-3 4 0 15,3-4-49-15,3-2-9 0,-3 0-3 0,3-3 0 16,0-2-157-16,3-3-32 0,0-3-7 16</inkml:trace>
  <inkml:trace contextRef="#ctx0" brushRef="#br0" timeOffset="20563.674">19880 8277 2188 0,'0'0'48'0,"-6"0"11"0,3 0 1 0,-3 0 1 0,6 0-49 0,0 0-12 0,-6 0 0 0,6 0 0 16,-6 2 105-16,-3 1 19 0,7 0 3 0,-4 2 1 15,3 3-52-15,0 0-9 0,0 0-3 0,0 2 0 16,0 1 0-16,0 2 0 0,3-2 0 0,-3 2 0 16,3 0-51-16,-3 0-13 0,3 1 0 0,0-1 0 15,0-3 0-15,0 4 0 0,0-1 0 0,3 0 0 16,-3 0 0-16,3 1 0 0,0-4 0 0,0 3 0 15,3-2 0-15,-3 0 0 0,6-1 0 0,-1-2 0 16,1 0 0-16,0 0 0 0,0-3 0 0,0-2 0 16,3 0 0-16,3-1 0 0,-3-2 0 0,3 0 0 15,3-5 0-15,-4 2 0 0,1 1 0 0,0-4 0 16,-3 1 0-16,3-3 0 0,-3 0 0 0,0 3-10 16,0-3 10-16,0-3 12 0,-3 3-2 0,-3-5-1 0,2 3 8 15,-2-4 2-15,0 1 0 0,-3 0 0 0,0-3 1 0,0 0 1 16,0 0 0-16,-3 3 0 0,0-3-1 0,-3 0-1 15,0 0 0-15,0 3 0 0,-3-3-19 0,0 3 0 16,0 2-8-16,-2 1 8 0,-1 2 0 0,-3 0 0 16,-3 0 0-16,0 3 0 15,-3 2-28-15,0 1-4 0,0 2 0 0,-2 0 0 16,-1 5-150-16,-3 0-30 0,3 3-7 16,-3 5-1-16</inkml:trace>
  <inkml:trace contextRef="#ctx0" brushRef="#br0" timeOffset="21166.074">19371 9272 1713 0,'0'0'48'0,"0"0"12"0,0 0-48 0,0 0-12 0,0 0 0 0,0 0 0 15,0 0 121-15,0 0 23 0,0 0 4 0,0 0 0 16,0 0-16-16,0 0-3 0,0 0-1 0,0 0 0 16,0 0-53-16,3 2-11 0,-3 6-3 0,0-3 0 15,0 3-18-15,0 0-4 0,0 3-1 0,0-3 0 16,0 2-18-16,0 4-3 0,0-4-1 0,-3 3 0 16,3 1-16-16,-3 2 8 0,3-1-8 0,-3 7 0 15,3-4 8-15,0 6-8 0,-3 0 0 0,3 0 0 16,0-3 0-16,0 3 0 0,0-3 0 0,0 0 0 15,0 0 0-15,3-5 0 0,-3 2 0 0,0 1 0 16,3-3-13-16,0-3-7 0,-3 0 0 0,3-2-1 16,0 0-71-1,0-4-13-15,-3-1-3 0,6-1-1 0,-3-2-110 0,-3-3-21 16</inkml:trace>
  <inkml:trace contextRef="#ctx0" brushRef="#br0" timeOffset="21485.008">19791 9285 1792 0,'0'0'51'0,"0"-5"10"0,0-1-49 15,-3 1-12-15,3 0 0 0,0 5 0 0,0-6 156 0,0 6 29 16,0 0 6-16,0 0 1 0,0 0-103 0,0 0-20 16,0 0-4-16,0 0-1 0,0 0 0 0,-3 8 0 0,3 0 0 0,0 0 0 15,0 3-16-15,0-1-3 0,0 1-1 0,-3-1 0 16,3 4-12-16,0-1-4 0,0-2 0 0,-3 4 0 15,3-1-9-15,0 2-3 0,-3 2 0 0,3-2 0 16,-3 5-6-16,3-2-2 16,-3 2 0-16,3-3 0 0,0 1-8 0,-3-1 0 0,3 1 0 15,0-3 0-15,-3 2 0 0,3-2 0 0,0-3 8 0,-3 1-8 16,3-4 0-16,-3 1 0 0,3-1 0 0,-3 1 0 31,3 0-37-31,-3-4 0 0,3 1 0 0,-3 0 0 16,3-2-95-16,0-6-18 0,0 5-4 0,0-5-1 0,0 0-97 15,0 0-19-15,0 0-4 0,0 0-1 0</inkml:trace>
  <inkml:trace contextRef="#ctx0" brushRef="#br0" timeOffset="23383.666">15332 7149 1191 0,'0'0'26'0,"0"0"6"0,0 0 0 0,0 0 2 0,0 0-34 0,0 0 0 0,0 0 0 0,0 0 0 16,0 0 100-16,-3-2 12 15,3 2 4-15,0 0 0 0,0 0-28 0,0 0-6 0,-6-3-1 0,6 3 0 16,0 0-16-16,0 0-3 0,0 0-1 0,0 0 0 16,0 0-18-16,0 0-4 0,0 0-1 0,0 0 0 15,0 0-14-15,0 0-2 0,0 0-1 0,0 0 0 16,0 0-3-16,0 0-1 0,0 0 0 0,0 0 0 16,0 0-7-16,6 3-2 0,-3-3 0 0,3 2 0 15,0-2-8-15,-3 3 10 0,3-3-10 0,0 3 10 16,0-3-10-16,3 2 0 0,-3 1 9 0,3-3-9 15,-1 3 0-15,4-3 9 0,-3 2-9 0,3-2 0 16,0 0 9-16,3 3-9 0,-3-3 0 0,3 0 9 16,3 0-9-16,-4 0 0 0,4 0 0 0,0 0 8 15,0 0-8-15,0 0 8 0,3 0-8 0,0 0 8 16,-1 0-8-16,1 0 0 0,3 0-12 0,0 0 12 16,0 0-8-16,3 0 8 0,2-3 0 0,4 3 0 15,0-2 0-15,0-1 0 0,2 3 0 0,4-3 0 16,-3 1 0-16,-1-1 0 0,-2 3 0 0,3-3 0 15,0 3 0-15,-4-2 0 0,4 2 0 0,3-3 0 0,-1 3 0 16,-2-2 0-16,3 2 0 0,-3-3 8 0,-4 3 3 0,1 0 0 16,-6 0 0-16,3 0 0 0,-4 0 2 0,4 0 1 15,0 0 0-15,0 3 0 0,-1-3-6 0,1 2 0 16,-3-2-8-16,3 0 12 0,-3 0-12 0,-4 3 11 16,1-3-11-16,0 2 10 0,-3 1-10 0,0 0 8 0,-1-3-8 15,-2 5 8-15,-3-5-8 0,3 5 0 16,0-5 9-16,0 3-9 0,0 0 0 0,0-1 8 0,-4 1-8 15,4 0 0-15,0-1 0 0,0-2 0 0,0 3 0 16,-3 0 8-16,3-1-8 0,-4-2 0 0,4 3 0 16,-3-1 8-16,0 1-8 0,-3 0 8 0,3-1-8 15,-3-2 8-15,0 3-8 0,0 0 0 0,0-1 0 0,-1-2 0 16,1 3 0-16,-3 0 0 0,0-3 0 16,0 2 8-16,0 1-8 0,0-3 12 0,-3 3-4 15,3-1 0-15,0-2-8 0,-3 3 12 0,3-3-4 0,-3 3 0 16,3-3-8-16,-1 2 0 0,-2-2 8 0,3 0-8 15,0 3 0-15,-3-3 0 0,3 0 0 0,0 0 8 16,0-3-8-16,0 6 0 0,0-3 0 0,-3 2 8 16,3-2-8-16,0 0 0 0,0 0 0 0,0 3 0 15,-1-3 8-15,1 0-8 0,-3 0 8 0,3 0-8 16,0 0 0-16,0 3 8 0,0-3-8 0,0 2 0 16,0-2 8-16,0 0-8 0,0 0 8 0,-3 0-8 15,3 0 8-15,0 0-8 0,-3 0 8 0,0 3-8 0,2-3 10 16,-2 0-2-16,3 0-8 0,-3 0 12 0,3 0-3 0,-3 0-1 15,0 0 0-15,3 0 0 0,-3 0-8 0,0 0 8 16,0 0-8-16,0 0 8 0,0 0-8 16,-3 0 8-16,3 0-8 0,0 0 8 0,0 0-8 0,0 0 0 15,0 0 9-15,0 0-9 0,-1 0 0 0,1-3 8 16,0 3-8-16,0 0 0 0,0 0 8 0,0 0-8 16,0 0 8-16,0 0-8 0,0 0 0 15,0 0 9-15,0 0-9 0,3 0 0 0,-3 0 11 0,0 0-11 16,0-2 10-16,0 2-10 0,0 0 10 0,0-3-10 0,3 3 10 0,-3 0-10 15,0 0 10-15,-1 0-10 16,4 0 10-16,-3 0-10 0,0 0 12 0,3 0-3 0,-3 0-1 16,0 0 0-16,3 0-8 0,-3 0 0 0,0 0 0 0,3 0 0 15,-3 0 0-15,0-3 0 0,0 3 0 0,0 0 0 16,0 0 0-16,0 0 0 0,3 0 0 16,-4 0 0-16,1-2 0 0,0 2 0 0,0 0 0 0,0 0 0 15,0 0 0-15,0 0 0 0,-3-3 0 0,3 3 0 16,-3 0 0-16,-3 0-20 0,6-2 3 0,-6 2 1 15,0 0-36 1,0 0-8-16,3-3 0 0,-3 3-1 0,0 0-137 0,-3-5-27 16,3-1-6-16</inkml:trace>
  <inkml:trace contextRef="#ctx0" brushRef="#br0" timeOffset="24184.102">14457 7012 1947 0,'0'0'43'0,"0"0"9"16,0 0 1-16,3-5 2 0,-3-1-44 0,0 6-11 0,0-5 0 0,0 0 0 0,0 2 123 16,0 3 22-16,0 0 5 0,0-5 1 0,0 5-47 0,0 0-10 15,0 0-2-15,0 0 0 0,0 0-24 0,0 0-6 16,0 0-1-16,0 0 0 0,0 0-18 0,0 0-4 16,0 0-1-16,0 0 0 0,0 0-16 0,0 0-3 15,0 0-1-15,0 0 0 0,0 5-4 0,0 3-1 16,0 0 0-16,-3 3 0 0,3-1-5 0,0 1 0 15,0 5-8-15,-3 2 12 0,3 1-12 0,0-1 0 16,0 3 0-16,-3-2 0 0,3 2 0 0,0-2 8 0,-3-1-8 0,3 1 0 16,0-1 0-16,0-2 0 0,0 0 0 0,0 0 0 15,0 0 0-15,0-1 0 0,-3 1 0 0,3 3 0 16,0-3 0 0,-3 2 0-16,3 1 0 0,0-1 0 0,0 1 0 0,-3-1 0 0,3 1 0 15,0-3 0-15,0 0 8 0,-3-3-8 0,3-3 0 16,0 4 9-16,0-4-9 0,0 1 0 0,0-3 0 0,0 0 0 15,0-3 0-15,-3 0 0 0,3 1 0 0,0-6 0 16,0 0 0-16,0 0 0 0,0 0 0 0,0 0 0 31,0 0-29-31,0 0-8 0,6 0-2 0,0 0 0 16,0-3-87-16,0 0-18 0,0-2-3 0,3 0-711 0,-3-3-142 0</inkml:trace>
  <inkml:trace contextRef="#ctx0" brushRef="#br0" timeOffset="29512.696">16418 7136 997 0,'0'0'21'0,"0"0"5"0,0 0 1 0,0 0 2 0,-3 3-29 0,3-3 0 0,0 0 0 0,0 0 0 0,0 0 95 0,0 0 13 16,-6 5 2-16,6-5 1 0,0 0 5 0,0 0 0 16,-2 3 1-16,2-3 0 0,0 0-9 0,0 0-3 15,-6 0 0-15,6 0 0 0,0 0-15 0,-6 0-3 16,6 0-1-16,-6 0 0 0,6 0-16 0,0 0-3 16,-6 0-1-16,6 0 0 0,-6-3-22 0,6 3-5 15,-6 0-1-15,0 0 0 0,6 0-14 0,-9 0-4 16,3 3 0-16,0-3 0 0,0 2-12 0,0 1-8 15,3 0 10-15,-3 2-10 0,0-2 0 0,3 2 0 0,3-5 0 0,-6 5 0 16,6-5 0-16,-3 6 0 0,3-6 0 0,0 5 0 16,0-5 0-16,3 5-8 0,-3-5 8 0,3 5 0 15,3 1 0-15,0-4-8 0,3-2 8 0,0 3 0 16,0-3 0-16,3-3-8 0,-3 3 8 0,3-2 0 16,-3-1 0-16,3-2 0 0,-4 2 0 0,1 1 0 15,0-1-16-15,0-2 0 0,-3 2 0 0,0-2 0 16,0-1 16-16,0 4 0 0,-3-1 0 0,0-2 0 15,-3 5 28-15,0 0 8 0,0-6 3 0,0 6 0 16,-3-5-11-16,3 0-3 0,0 5 0 0,-6-5 0 16,0 2-25-16,6 3 0 0,-6-5 0 0,0 2 0 15,0 0 0-15,0 3 0 0,-3 0 0 0,3 0 0 16,0 0 0-16,1 0 0 0,-4 3 0 0,3 0 0 16,0-1 15-16,-3 1-3 0,3 2 0 0,0 1 0 15,0-4-12-15,0 3 0 0,3 1 0 0,0-1 0 16,0 3 0-16,0 0-16 0,0-3 3 0,0 3 1 0,3-5 12 15,3 5 8-15,-3-3 0 0,3 0-8 0,0 1 0 0,0-1 0 16,3 0 0-16,-3 1 0 0,6-4 0 0,-3-2 0 16,0 3 0-16,0-1 0 0,3 1-8 0,-3-3 8 15,0-3 0-15,0 3-9 0,-1-2 9 0,1-1 0 16,0 1 0-16,0-1 0 0,0 0 0 0,-3 1 0 16,0-4 0-16,0 4 0 0,0-4 0 0,-3 6 0 15,0-5 0-15,0 2 0 0,0 3 0 0,0-5 0 16,-3 0 0-16,3 5 0 0,-3-8 24 0,0 5 6 0,0-2 2 15,-3 2 0-15,3-2-24 0,0 2-8 0,3 3 0 16,-6-5 9-16,6 5-9 0,-3-3 0 0,0 1 0 16,3 2 0-16,0 0 0 0,-5-3 0 0,5 3 0 0,-3-3 0 15,3 3 0-15,0 0 0 0,0 0 0 0,0 0 0 16,0 0 0-16,-6 0-11 0,6 0 11 0,-6 3-8 16,6-3 0-16,-6 3 0 0,6-3 0 0,-6 2 0 15,6-2 8-15,-6 3-13 0,0-3 5 0,6 0 8 16,-6 3-21-16,6-3 3 0,-6 2 1 0,6-2 0 31,0 0-35-31,0 0-8 0,0 0 0 0,0 0-1 0,0 0-105 0,0 0-21 16,0 0-4-16</inkml:trace>
  <inkml:trace contextRef="#ctx0" brushRef="#br0" timeOffset="31324.35">16412 7197 1388 0,'0'0'39'0,"0"0"9"0,0 0-38 16,0 0-10-16,0 0 0 0,0 0 0 0,0 0 140 0,0 0 25 0,0 0 6 0,0 0 1 15,0 0-49-15,0 0-10 0,0 0-1 0,0 0-1 16,0 0-24-16,0 0-5 0,0 0-1 0,0 0 0 16,0 0-61-16,0 5-20 0,0-5 10 0,0 8-10 15,0-2 20-15,0-1-2 0,3 0 0 0,0 3 0 16,0-3-18-16,0 3 10 0,0 0-10 0,0 0 8 16,0 0-8-16,0 0 0 0,0 0 9 0,0 0-9 15,0 3 0-15,0-3 0 0,0-1 0 0,0 1 0 16,0 0-19-16,0 0-8 0,0 0-1 15,0 3-1-15,0-1 29 0,0-2 0 0,0 6 0 0,0-4 0 0,0 1 19 16,0 2 9-16,0 0 3 0,0 0 0 0,0 1 1 16,-3-1 1-16,3 3 0 0,0 0 0 0,0-3-33 0,-3 3 0 15,3-3 0-15,0 0 0 0,-3 0 0 0,3 1-14 16,-3-1 1-16,0 0 0 0,0-2 13 16,0 2 0-16,0-2 0 0,0 2 10 0,0-3-10 0,0 1 8 15,0-3-8-15,0 2 8 0,0-2-8 16,-3 0 0-16,3 0 9 0,0 0-9 0,0 0 0 0,-3 0 0 15,3 0 0-15,3-3 8 0,-3 3-8 0,0 0 0 16,0 0 0-16,0 0 0 0,0 0 0 0,0 0 0 16,0 0 0-16,0 0 0 0,0 0 0 0,-3 0 8 15,3-3-8-15,0 3 0 0,0 0 0 0,0 0 0 0,0-3 0 16,0 3 0-16,0 0 0 0,0 0 0 0,0-3 0 16,0 3 0-16,0 0 0 0,0-3 0 0,3 3 0 0,-3 0 8 15,0-2-8-15,0-1 0 0,0 0 0 0,0 0 0 16,3 3 0-16,-3-2 0 0,0-1 0 0,3 0 0 15,-3 0 0-15,0-2 0 0,0 2 0 0,0 3 0 16,3-2 0-16,-3-4 0 0,0 4 0 0,0 2 0 16,0-3 0-16,0 0 0 0,0-5 0 0,0 8 0 15,0-3 0-15,0 1 0 0,0 2 0 0,0-3 0 16,0 0 0-16,0 0 8 0,0-5-8 0,-3 6 0 16,3-6 0-16,0 8 0 0,-3-3 0 0,3 0 0 15,0-5 0-15,0 0 0 0,0 8 0 0,0-2 8 16,0-6-8-16,0 5 0 0,-3 0 0 0,3-5 0 15,0 5 0-15,0 3 0 0,0-8 0 0,-3 6 0 16,3-6 0-16,0 5 0 0,0 3 0 0,0-8 0 16,0 5 0-16,0 0 0 0,0-5 0 0,0 6 0 0,0-6 0 15,0 8 0-15,0-8 0 0,0 5 0 0,0-5 0 16,3 5 0-16,-3 1 0 0,0-6 0 0,0 7 0 0,3-1 0 16,-3-6 0-16,0 5 0 0,3 0 0 0,-3-5 0 15,0 6 0-15,3-1 0 0,-3-5 0 0,0 3 0 16,3 2 0-16,-3-5 0 0,3 5 0 0,-3-5 0 15,0 0 0-15,3 8 0 0,-3-8 0 0,3 3 0 16,-3 2 0-16,0-5 0 0,3 5 0 0,-3-5 0 0,2 6 0 16,-2-6 0-16,3 2 0 0,-3-2 0 0,3 6 0 15,0-4 0-15,3 1 0 0,-6-3 0 0,3 2 0 0,0 1 0 16,3 0 0-16,-3-3-12 0,3 0 12 16,0 0-12-16,-3 0 12 0,3 0 8 15,0 0-8-15,0 0 11 0,0 0-11 0,3 0 0 0,-3 0-12 16,0-3 12-16,3 3 0 0,0 0 0 0,0-3 0 0,0 1 0 15,-1-1 0-15,4 3 0 0,-3 0 0 0,0-2 0 16,3-1 0-16,-3 3 0 0,3-3 0 16,-3 3 0-16,3-2 0 0,0 2 0 0,0 0 0 0,0-3 0 15,-1 3 0-15,-2 0 8 0,3-3-8 0,0 3 0 16,-3 0 0-16,3 0 0 0,-3 0 0 0,3 0 0 16,0-2 0-16,0 2 0 0,-3 0 8 0,2-3-8 15,1 3 0-15,-3 0 0 0,0-3 9 0,3 3-9 16,-3-2 0-16,0-1 8 0,0 3-8 0,3-3 0 15,0 1 0-15,-3 2-15 0,3-3 3 0,-3 3 0 16,2 0 12-16,1-2 0 0,-3-1 0 0,3 3 0 0,0-3 0 16,0 3 0-16,0-2 0 0,0 2 0 0,0 0 0 15,-3 0 0-15,3 0 0 0,-4 0 0 0,4 0 13 0,-3 0 6 16,3 0 1-16,-3 0 0 0,3 0-20 0,-3 0 0 16,0 0 0-16,0 2 0 0,0-2 0 15,0 3 0-15,0-3 0 0,-3 0 0 0,3 3 0 16,-1-3 0-16,1 2 0 0,0-2 0 0,0 0 0 0,-3 3 0 15,0-3 0-15,3 0 0 0,-3 0 0 0,3 0 0 16,0 0 0-16,0 0 0 0,-3 0-12 0,3 0-7 16,0 0-1-16,0 0 0 0,-1 0 20 0,1 0 0 15,0 0 0-15,0 0 0 0,0 0 0 0,0 0 0 0,0 0 0 16,3 0 0-16,-3 0 0 0,0 0 0 16,3 0 0-16,-3 0 0 0,0 0 0 0,-3 2 0 0,2-2 0 0,4 3 0 15,-3-3 0-15,0 0 0 0,0 3 0 0,0-3 0 16,0 0 0-16,-3 2 0 0,3-2 0 0,0 3 0 15,-3-3 0-15,3 3 0 0,-3-3 0 0,3 2 0 16,-3-2 0-16,0 3 0 0,2-3 0 0,-2 3 0 16,0-3 0-16,3 0 0 0,-3 2 0 0,0 1 0 15,3-3 0-15,-3 0 0 0,0 3 0 0,0-3 0 16,0 0 0-16,0 0 0 0,0 0 0 0,0 0 0 16,0 0 0-16,0 0 0 0,0 0 0 0,0 0 0 15,0 0 17-15,0 0 7 0,-1 0 2 0,1 0 0 16,0 0-26-16,3 0 8 0,-3 0-8 0,0 0 0 15,0 0-17-15,3 0-9 16,-3 0-2-16,0 0 0 0,0 0 46 0,0 0 9 0,0 0 1 0,0 0 1 16,0 2-46-16,0-2-10 15,0 0-1-15,0 0-1 0,0 3 47 0,0-3 10 0,-1 0 1 0,1 0 1 16,0 0-48-16,0 2-10 16,0-2-1-16,0 0-1 0,-3 0 75 0,3 0 15 0,0 3 4 0,0-3 0 15,0 0-103-15,-3 3-20 0,3-3-4 0,0 0-1 0,-3 0 103 16,3 2 20-16,0-2 4 0,-6 0 1 0,3 0-52 0,3 3-12 15,0-3 0-15,-6 0 0 0,3 0 0 0,-3 0 0 16,6 3 0-16,0-3 0 0,-6 0 0 0,3 2 0 16,2 1 0-16,-5-3 0 0,6 0 0 0,-6 0 0 15,3 0 0-15,-3 0 0 0,6 3 0 0,-6-3 0 0,6 0 0 16,-6 0 0 0,3 0-100-16,-3 0-22 0,6-3-5 0,0 3-717 0,-3-3-144 0</inkml:trace>
  <inkml:trace contextRef="#ctx0" brushRef="#br0" timeOffset="35796.946">16558 8266 1314 0,'0'0'37'0,"0"0"8"0,0 0-36 0,0 0-9 0,0 0 0 0,0 0 0 16,0 0 104-16,0 0 20 0,0 0 3 0,0 0 1 16,0 0 0-16,0 0 0 0,0 0 0 0,0 0 0 15,0 0-52-15,0 0-9 0,0 0-3 0,0 0 0 0,0 0-28 0,0 5-7 16,0 1-1-16,-3 2 0 15,3-3-8-15,0 0-1 0,-3 3-1 0,3 0 0 0,0-3-4 0,0 6-1 16,0-3 0-16,-3 0 0 0,3 0-5 0,0 2-8 16,0-2 11-16,0 0-11 0,0 3 9 0,0-3-9 15,0 2 0-15,0 1 9 0,0-3-9 0,0 2 0 16,0-2 0-16,0 3 0 0,0-3 0 0,0 2 0 16,0 1 0-16,3 0 0 0,-3-1 0 15,0-2 0-15,3 0 0 0,-3 0 0 0,0 3 0 0,3-3 0 16,-3 2 0-16,0-2 0 0,0 3 0 0,0-3 0 15,0 2 0-15,0-2 0 0,3 3 0 0,-3-1 0 16,0 1 9-16,0-1-9 0,0 4 12 0,0-4-3 16,3 1 0-16,-3 2 0 0,0-2-20 0,0 2-4 0,0-2-1 15,0 2 0-15,0-3 16 0,0 1 0 0,3-1 0 16,-3 4 0-16,0-4 29 0,0 1 9 0,0-1 2 0,0 1 0 16,0 0-26-16,0-3-5 15,0 2-1-15,0 1 0 0,0 2-8 0,0-2 12 0,-3-1-12 0,3 1 12 16,0-1-12-16,-3 1 0 0,3-1 0 0,-3 1 8 15,3 0-8-15,0-1 0 0,-3 1 0 0,3-1 0 16,-3 1 0-16,0 0 0 0,3-1 0 0,-3 3 8 16,3-2-8-16,-3 2 0 0,3-2 0 0,-3 2 0 15,3-2 0-15,-3-1 0 0,3 1 8 0,-3-1-8 16,3 1 0-16,-2 0 0 0,2-1 0 0,-3 1 0 16,3-3 0-16,0 2 0 0,-3-2 0 0,3 0 0 15,0 0 0-15,0 0 0 0,0 0 0 0,0-3 0 16,0 3 0-16,0-3 0 0,0 1 0 0,0 2 8 15,0-8-8-15,0 5 0 0,0 0 0 0,0 1 0 0,0-6 0 16,3 7 0-16,-3-1 0 0,3-4 0 16,-1 4 0-16,-2-6 0 0,0 5 0 0,0-5 0 0,3 5 0 15,-3-5 0-15,3 6 0 0,0-1 8 0,-3-5-8 16,3 2 12-16,0 1-12 0,-3-3 12 16,3 5-12-16,-3-5 0 0,6 3 0 0,-6-3 0 0,0 0 0 0,3 3 0 15,3 2 8-15,-6-5-8 0,6 0 0 0,0 3 0 16,-3-3 0-16,3 2 0 0,0-2 0 0,0 0 0 15,0 0 0-15,0 0 8 0,3 0-8 0,-3 0-14 0,3-2 3 16,0 2 1-16,3 0 10 0,-4-3 0 0,4 0 0 16,0 3 0-16,3-2 0 0,-3 2 0 0,3-3 0 0,0 0 0 15,3 1 0-15,0 2 11 0,-4 0-3 0,4-3 0 16,0 0-8-16,-3 3 0 0,3-2 0 16,0 2 0-16,0 0 0 0,-3-3 0 0,-4 3 0 15,4-2 0-15,0 2 0 0,-3 0 0 0,0-3 0 0,3 3 0 16,0 0 0-16,-3 0-11 0,3 0 3 0,-1 0 0 15,-2 0 8-15,3 0 0 0,0 0 0 0,3 3 0 16,-3-3 0-16,0 0 0 0,0 2 0 0,-1-2 0 16,1 0 0-16,3 3 0 0,-3-3 0 0,0 2 0 15,0-2 0-15,-3 0 0 0,3 3 0 0,-3-3 0 16,-1 0 0-16,1 3 0 0,0-3 0 0,0 0 0 16,-3 2 0-16,0-2 0 0,3 0 0 0,-3 3 0 15,0 0 0-15,3-3 0 0,-3 2 0 0,0 1 0 16,0-3 0-16,2 3 0 0,-2-3 0 0,0 2 0 15,3 1 0-15,0-3 0 0,-3 3 0 0,3-3 0 0,0 2 0 16,-3 1 0-16,3 0 0 0,0-1 0 0,-3 1 0 16,2-3 0-16,-2 2 0 0,3-2 0 0,-3 3 0 0,0 0 0 15,0-1 0-15,3 1 0 0,-3 0 0 16,0-1 0-16,0 1 0 0,0 0 0 0,0-1 0 16,3 1 0-16,-4-3 0 0,1 3 0 0,0-3 0 0,0 2 0 15,0 1 0-15,0 0 0 0,0-3 0 0,-3 0 0 16,3 2 0-16,-3 1 0 0,0-3 0 0,0 2 0 15,0-2 0-15,3 3 0 0,-3-3 0 0,0 3 0 0,0-1 0 16,-1 1 0-16,4-3 49 0,-3 0 12 16,0 3 3-16,0-3 0 0,0 0-52 0,0 0-12 0,0 2 0 15,3-2 0-15,-3 3 0 0,0-3 0 0,3 0 0 16,-3 0 0-16,0 3-12 0,3-3-4 16,-3 0-2-16,0 0 0 0,0 0 18 0,3 0 0 0,-4 2 0 0,4-2 9 15,-3 0-9-15,3 3 0 0,-3-3 0 0,0 0 8 16,3 0-8-16,-3 0 8 0,0 0-8 0,0 0 8 15,0 0-8-15,0 0 8 0,0 0-8 0,0 0 8 16,0 0-8-16,0 0 0 0,0 3 0 0,0-3 8 16,0 2-8-16,-3-2 10 0,2 3-10 0,1-3 10 15,-3 0-10-15,3 3 0 0,-3-3 9 0,3 2-9 16,-3-2 0-16,0 0 8 0,3 3-8 0,-3-3 0 16,3 0 0-16,0 2 9 0,-3-2-9 0,3 0 0 15,-3 0 8-15,-3 0-8 0,0 0 0 0,3 0 0 16,-3 0 0-16,6 3 0 0,-3-3 0 0,-3 0 0 0,3 0 0 15,-3 0 0-15,0 0 0 0,6 0 0 0,-6 0 0 16,0 0 0-16,0 0 0 0,0 0 0 16,0 0-16-16,3 0-9 0,3-5-3 0,-3 2 0 15,0 1-119-15,0-1-24 0,0-2-5 16,-3-1-1005-16</inkml:trace>
  <inkml:trace contextRef="#ctx0" brushRef="#br0" timeOffset="37336.429">16472 7102 836 0,'0'0'24'0,"0"0"4"0,0 0-28 0,0 0 0 0,0 0 0 0,-3 0 0 15,3 0 108-15,-6-3 16 0,6 3 4 0,-6-2 0 16,6 2 0-16,0 0 0 0,-3-6 0 0,0 4 0 15,3 2-31-15,-6-3-5 0,3 0-2 0,3 3 0 16,-3-2-21-16,3 2-4 0,-6-3-1 0,0 0 0 0,0 1-15 0,3 2-3 16,-3-3-1-16,1 3 0 0,2 0-14 0,-3 0-3 15,0 0-1-15,-3 0 0 0,3 3-12 0,0-3-3 16,-3 2 0-16,3 1 0 0,-3-3-4 16,3 3 0-16,0-3-8 0,0 5 12 0,0-2-12 0,0-1 11 15,0 4-11-15,0-1 10 0,0-2-10 16,0 2 12-16,0 0-12 0,0 0 12 0,4 3-12 0,-1 0 0 15,-3 0 0-15,3 0 0 0,0 0 0 16,0 0 0-16,3-3 0 0,-3 3 0 0,3 0 0 0,0 0 0 16,3 0 0-16,-3-3 0 0,3 3-9 0,3-2 9 15,-3-1 0-15,3 0 0 0,-1-2 0 0,4 2 0 16,-3-2 0-16,3-1 0 0,0-2 0 0,3 3 0 16,-3-3 0-16,3 3 0 0,0-3 0 0,0 0 0 0,0-3 0 0,0 3 0 15,-1-3 0-15,1 3 11 0,0-5-3 0,0 2-8 16,0 1 16-16,0-1-3 0,0-2-1 0,-3 2 0 15,0-2 7-15,0 2 1 0,-3-2 0 0,0 2 0 16,0-2 6-16,0 0 2 0,-4-1 0 0,1 1 0 16,0 0-28-16,0-3 0 0,0 3 0 0,-3-3 0 15,0 0 56-15,0 2 7 0,0-1 1 0,0-1 0 16,0-3-55-16,-3 3-9 0,3 0 0 0,-3-2 0 16,0 2 0-16,0 0 0 0,1 0 0 0,-1 0 0 15,0 0 0-15,-3 3 0 0,3-3 0 0,-3 2 0 16,0 1 0-16,0 0 0 0,0 2 0 0,-3-2 0 15,0 2 23-15,3 1-1 0,-3-1 0 0,0 3 0 16,0 0-22-16,0 0 0 0,3 0 0 0,-3 0 8 16,0 3-8-16,1-1 0 0,-1 1 0 0,0 2 0 0,0-2 0 15,0 5 0-15,0-3 0 0,0 3 0 16,3 0 0-16,-3 0-8 0,3 0 8 0,0 2 0 0,0 1 0 0,0 0 0 16,3-1 0-16,-3 1-8 0,3-1-8 0,0-2-2 15,3 0 0-15,-3 3 0 0,3-3 18 0,0 0 0 16,0 0 0-16,0-3 0 0,3 3 0 0,0-3 0 15,0 0 0-15,0 1 0 0,3-1 0 0,-3-2 0 16,6-1 8-16,-3 4-8 0,3-4 0 0,-3-2 0 16,6 3 0-16,-3-3 0 0,3 0 0 0,-3-3 0 0,0 3 0 15,3-2-10-15,-1-1 10 0,-2 0 0 0,3-2 0 0,-3 2 0 16,0-2 0-16,0 2 0 0,-3 1 0 16,3-4 0-16,-6 1 0 0,3 0 8 15,-3 0-8-15,-3-1 8 0,3-2-8 0,-3 3 0 0,0-3-11 16,-3 3 11-16,0-3 0 0,0 0 0 0,-3 0 0 0,0 0 0 15,0 3 45-15,0-3 15 0,0 3 4 0,-3-1 0 16,0 1-64-16,0 0-13 0,0 2-3 0,0-2 0 16,-2 5 16-16,2-3 0 0,0 3 0 0,-3 3 0 15,3-3 0-15,-3 5 0 0,3-5 0 0,0 5 0 16,3 1 0-16,-3-1 0 0,3 3 0 0,0 0 0 16,0 0 12-16,3 0 3 0,0 2 0 0,3-2 0 15,0 0-27-15,0 0-6 0,3 0-1 0,0 0 0 16,3-3 19-16,0 0-12 0,0 3 12 0,3-5-10 15,-3 2 10-15,3-2-8 0,0 2 8 0,3-5-8 16,-3 3 8-16,3-3 0 0,-3 0 0 0,0 0 0 0,0 0 0 16,-1 0 0-16,-2-3 0 0,3 3-8 0,-3-2-4 0,0-1 0 15,0 0 0-15,-3 1 0 0,0-1-8 0,-3 3-1 16,3-3-1-16,-3 3 0 16,0 0-34-16,0 0-6 0,0-5-2 0,0 5 0 15,-3-5-154-15,0 2-31 0,-3 1-7 0,6 2 0 0</inkml:trace>
  <inkml:trace contextRef="#ctx0" brushRef="#br0" timeOffset="38751.453">16660 8189 597 0,'0'0'16'0,"0"0"5"0,0 0-21 0,0 0 0 15,0 0 0-15,-6 0 0 0,6 0 106 0,0 0 17 16,-6 0 3-16,0 0 1 0,6 0 1 0,-6 0 0 16,6 0 0-16,-6 0 0 0,6 0-20 0,-6 0-3 15,0 0-1-15,6 0 0 0,0 0-12 0,-9 0-2 0,3 3-1 0,0-3 0 16,6 0-25-16,-9 0-6 0,3 0-1 16,0 3 0-16,0-3-13 0,-3 0-2 0,6 0-1 15,-6 2 0-15,3 1-11 0,0-3-2 16,1 3-1-16,-1-3 0 0,0 2-19 0,-3 1-8 0,3 0 0 0,0 2 8 15,0-3-8-15,0 4 0 0,0-4 0 16,0 4 0-16,0-1 0 0,0 0 0 16,0 1 0-16,3-1 0 0,0 3 24 0,0 0 2 0,0 0 1 0,0 0 0 31,3-3-43-31,-3 3-9 0,3 0-2 0,0 0 0 0,3 0 27 0,-3 2 0 0,3-4 0 0,0 1 0 16,-3 1 0-16,6 0 0 0,-3 0 0 0,3-2 0 15,0-1 0-15,0 3 0 0,3-3 0 0,-3 0 0 16,3-2 0-16,-3 2 0 0,3-2 0 0,0 0 0 15,-3-1 0-15,2-2 0 0,1 3 0 0,-3-3 0 16,3 0 0-16,3 0 0 0,-3-3 0 0,-3 3 0 16,3 0 0-16,0-2 0 0,0-1 0 0,0 0 0 15,0 1 46-15,-3-4 14 0,3 1 4 0,0 0 0 0,-4 2-52 0,1-5-12 16,3 3 0-16,-3-3 0 16,0 0 0-16,-3 0 0 0,3-2 0 0,-3-1 0 15,-3 0 48-15,3 1 6 0,-3-1 2 0,0 1 0 16,0-1-30-16,0 0-6 0,0 1 0 0,-3 2-1 0,0 0-5 15,0 0-1-15,0 0 0 0,-3-2 0 0,0 4-3 16,0 1-1-16,0 0 0 0,-2-1 0 0,2 1-9 16,0 0 8-16,-3 2-8 0,3 0 8 0,-3 3 2 0,0-2 0 15,0 2 0-15,0 0 0 0,0 0-10 0,0 0 0 16,0 0-12-16,-3 2 12 0,3-2-8 0,0 3 8 16,1 0 0-16,-1-1 0 0,0 1 0 0,0 2 0 15,0-2 0-15,3 2 0 0,-3 1 0 0,3-1 0 0,3 0 0 0,-3 3 0 16,3 0-16-16,-3 0 5 0,6 0 1 0,-3 0 0 31,0 0-15-31,3 0-3 0,0 2-1 0,0 1 0 0,3-3 29 0,-3 0 0 16,3 0 0-16,0 0 0 0,0 0 0 0,3 0 0 0,-3-3 0 0,3 3 0 15,0 0 0-15,0-3 0 0,0 0 0 0,3-2 0 16,0 2 0-16,-3-5 0 0,3 3-10 0,-1-3 10 16,1 3 0-16,0-3 0 0,0-3 0 15,0 3 0-15,0-3 0 0,3 1 0 0,-3-1 0 0,0 0 0 16,0-2 0-16,0 0 0 0,-3-3 0 0,3 2 0 15,-3 1 0-15,0 0 0 0,-3-3 0 0,-1 3 0 16,1-3 0-16,-3 2 0 0,0-2 0 0,0 3 0 16,0-3 36-16,-3 0 6 0,1 3 1 0,-1-3 0 15,-3 3-28-15,0 0-6 0,0 2-1 0,0-2 0 16,0 2 4-16,0-2 1 0,0 5 0 0,0-3 0 0,-3 3-13 16,3-3 0-16,0 6 0 0,0-3 0 0,-3 3 0 15,3-1 0-15,0 1 0 0,-3 2 0 0,3 1 0 0,0-1 0 16,3 0 0-16,-2 0 0 0,-1 3 0 0,3-2 0 15,0 2 0-15,-3-1 0 0,3 1 0 0,3 0-13 16,0 0 2-16,0 0 1 0,0 0 10 0,3 0 14 16,0-3-3-16,0 3-1 0,0-2-10 0,3-1 0 15,-1 3 0-15,-2-3 0 0,3-2 0 0,0-1 0 16,0 1 0-16,0 0 0 0,3-1 0 0,-3-2 0 16,0 0 0-16,3 0 0 0,-3 0 0 15,0-2 0-15,3-1 0 0,-3 0 0 0,0 1 0 16,0-1 0-16,0-2 0 0,0 2 0 0,-3-2 0 0,3 0 0 0,-3-1 0 0,0 1 0 15,-3 0 0-15,3-1 0 0,-3 1-12 0,0 0 12 16,0-3 8-16,0 3 10 0,-3-1 2 16,0 1 0-16,0-3-20 0,-3 3-19 0,3 2 4 15,0-2 1-15,0 0 14 0,-3 2 0 0,3-2 0 0,0 2 0 16,-3 0 0-16,6 3 0 0,-3-2 0 0,3 2 0 16,-6-3 0-16,6 3 0 0,-6 0 0 0,6 0 0 15,0 0 0-15,-6 0 0 0,6 0 0 0,-9 3 0 16,6 2-54-1,3-5-8-15,-3 3-2 0,-3 5 0 0,3-3-102 0,3 0-21 16,0 3-4-16,-3-3-1 0</inkml:trace>
  <inkml:trace contextRef="#ctx0" brushRef="#br0" timeOffset="40104.711">16660 9295 1436 0,'0'0'32'15,"0"0"6"-15,0 0 2 0,0 0 0 0,0 0-32 0,0 0-8 0,0 0 0 0,0 0 0 16,0 0 110-16,-6-5 21 0,3 0 4 0,0 2 1 0,3 3-51 0,-6-2-9 15,3-4-3-15,-3 4 0 0,0-1 44 0,0 0 9 16,0 1 2-16,0-1 0 0,0 3-103 0,0-3-25 16,0 3 0-16,-3-2 0 0,3 2 0 0,0 0 0 15,-3 0 0-15,3 0 0 0,0 2 56 0,-3-2 7 16,3 3 1-16,1 0 0 0,-4-3-52 0,3 2-12 16,0 1 0-16,0 0 0 0,0-1 0 0,3 4 0 15,3-6 0-15,-6 2 0 0,6-2 0 0,-3 5 0 16,0 1 0-16,0 2 0 15,0-6-48-15,0 6-13 0,3-2-3 0,-3-1 0 0,3-5 52 0,0 8 12 16,0-3 0-16,3 3 0 0,-3-8 0 0,0 8 0 16,0-3 0-16,3 1 0 0,0 1 0 0,0-1 0 0,3-1 0 15,0 3 0-15,-3-5 0 0,3 2 0 0,0-2 0 0,3 2 0 16,-3 0 0-16,3-2 0 0,-4-1 0 0,1 4 0 16,0-4 0-16,3 1 0 0,-3 0 0 0,3-3 0 15,-3 0 0-15,3 0 0 0,0 0 0 0,0 0 0 16,0 0 0-16,0-3 0 0,0 3 0 0,-3-3 0 15,3 1 0-15,0-1 0 0,-1 0 0 0,4 1 0 16,-3-1 19-16,-3 1 6 0,3-1 2 0,-3-2 0 16,0 2 8-16,0 0 1 0,0-2 1 0,0 0 0 15,-3 2-29-15,3-2-8 0,-3 2 0 0,-3-2 0 16,3 2 0-16,-3-2 0 0,0 0 0 0,0-1 0 16,0-2 52-16,0 3 10 0,-3-3 2 0,0 3 0 15,0-3-52-15,0 0-12 0,0 3 0 0,-3-3 0 16,0 2 14-16,3 1 0 0,-3 0 0 0,-3 2 0 15,3-2-5-15,0 2-1 0,-3-2 0 0,0 2 0 16,0-2-8-16,1 2 0 0,-1 1 9 0,0-1-9 0,0 0 0 16,3 3 8-16,-3 0-8 0,0 0 0 0,0-2 0 15,3 2 0-15,-3 2 0 0,0-2 0 16,0 3-17-16,3 0-8 0,-3-1-2 0,3 4 0 16,-2-4 27-16,-1 4 0 0,3-4 0 0,-3 6 0 0,3-2 0 0,-3-1 0 15,3 3 0-15,0 0 0 0,0-3 0 0,0 3 0 0,0-3 0 16,0 3 0-16,3-3 0 0,0 3 0 0,0-2 0 0,0 2 0 15,3 0-12-15,0-3 4 0,0-5 0 0,0 8 0 16,3 0 8-16,-3 0 11 0,3-3-3 16,0 3 0-16,3-5-8 0,0 4 0 0,0-1 0 0,0-1 0 15,3-2 0-15,-3 2 0 0,3-2 0 0,0 2 0 16,-3-2 0-16,3-3 0 0,-1 2 0 16,-2-2 0-16,3 0 0 0,0-2 0 15,3 2 0-15,-3-3 0 16,3 0-49-16,-3 1-12 0,0-4-3 0,0 4 0 0,0-6 103 0,0 2 20 0,0 4 4 0,-3-3 1 15,3 2-64-15,-4-2-28 0,1-1 3 0,-3 1 0 16,0 0 25-16,0 2 11 0,-3 3-1 0,0-5 0 16,-3 2 9-16,3-2 1 0,-3 2 1 0,-3-2 0 15,0 2-5-15,4 1 0 0,-4-1-1 0,0-2 0 16,0 2-7-16,0 0-8 0,-3 3 11 0,3-2-11 16,0-1 8-16,0 3-8 0,-3-3 0 0,3 3 0 15,6 0 8-15,-6 3-8 0,0 0 0 0,6-3 0 0,-6 0 0 0,6 0 0 16,0 0 0-16,0 0 0 15,-6 5-23-15,6-5-5 0,0 0 0 0,0 0-1 16,0 5 29-16,0-5 0 0,0 6 0 0,3-1 0 0,3-2 0 0,-3-3 0 16,3 2 0-16,-3 1 0 0,3-3 0 0,0 0 0 15,0 0 0-15,0 0 0 0,0 0 0 0,0-3 0 16,0 3 0-16,-6 0 0 0,3-2 11 16,-3 2 8-16,0 0 1 0,0 0 1 0,0 0-21 15,0 0 0-15,0 0 0 0,0 0 0 16,0 0-87-16,0 0-18 0,0 0-4 0,-6 0-1195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36:29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18582 5033 1267 0,'0'0'28'0,"0"0"5"0,0 0 2 0,0-6 1 0,0 1-36 0,0 0 0 0,0 5 0 0,-3-3 0 16,3-5 140-16,0 8 22 0,-3-5 4 0,0 2 1 15,3 3-63-15,-3-2-12 0,3 2-2 0,-5-3-1 16,5 3-20-16,-6 0-4 0,0 0-1 0,-3 3 0 16,3 2-51-16,-3 0-13 0,-3 3 0 0,0 3 0 15,0-1 54-15,-3 6 8 0,-3-3 2 0,1 6 0 16,-4-1-52-16,3 4-12 0,-3-6 0 0,0 5 0 15,0-5 0-15,3 2 0 0,1-2 0 0,-1 2 0 0,3-4 0 16,-3 2 0-16,6-3 0 0,-3 0 0 16,3 0-37-16,3 1-11 0,-3-4-1 0,4-2-1 15,-1 3-22-15,0-3-5 0,3 0-1 0,-6-1-607 16,6 1-122-16</inkml:trace>
  <inkml:trace contextRef="#ctx0" brushRef="#br0" timeOffset="325.515">18169 5070 1728 0,'0'0'38'0,"0"0"8"0,-3-6 2 0,3 6 0 0,0-5-39 0,0 5-9 0,0 0 0 0,0 0 0 15,0 0 104-15,0 0 20 0,0 0 3 0,0 0 1 16,0 0-40-16,3 3-8 0,0 2-2 0,0 3 0 15,0 0-22-15,3 0-5 0,-3 0-1 0,2 2 0 16,1 1 11-16,0 0 3 0,0-1 0 0,0 3 0 16,3-5-52-16,0 3-12 0,0 2 0 0,3-2 0 15,0-1 0-15,-3 1 0 0,3-1 0 0,0 1 0 16,3 0 0-16,-4-1 0 0,1-2 0 0,3 3 0 16,0-1 39-16,-3 1 5 0,0 0 0 0,0 2 1 15,0-3-34-15,0 4-11 0,-3-1 0 0,-1 0 0 16,1 0 8-16,0 0-8 0,0-2 0 0,0 0 0 15,-3 2 19-15,0-8-3 0,3 3-1 0,0 0 0 16,-3 0-215-16,3-3-42 16,0 1-9-16,-3-1-1 0</inkml:trace>
  <inkml:trace contextRef="#ctx0" brushRef="#br0" timeOffset="20594.751">17898 3606 1638 0,'0'0'36'0,"0"0"7"0,-6-2 1 0,6-6 3 0,-3 0-38 0,3 5-9 0,0 1 0 15,3-6 0-15,-3 8 124 0,0-6 24 0,3 4 4 0,-3 2 0 16,3-8-70-16,-3 8-14 0,3-3-4 0,-3 3 0 15,0 0 0-15,6-2 0 0,0 2 0 0,0 0 0 16,0 0 0-16,3 2 0 0,-4 1 0 0,4 5 0 16,-3-8-51-16,3 8-13 0,0-6 0 0,0 6 0 15,0 0 0-15,3 3 0 0,-3-3 0 0,0 2 0 16,3-2 0-16,0 3 0 0,0-1 0 16,-4 4 0-16,4-1 54 0,0-2 8 0,0 2 2 0,-3 3 0 31,3-3-103-31,0 0-20 0,-3 0-4 0,3 1-1 0,-3-4 52 0,0 1 12 0,0-1 0 0,-1 1 0 15,1-3 0-15,3 0 0 0,-3-6 0 0,3 4 0 32,0-4-208-32,0-2-38 0,0 0-8 0,3-2-446 0,0-4-88 0</inkml:trace>
  <inkml:trace contextRef="#ctx0" brushRef="#br0" timeOffset="20822.558">18457 3699 1717 0,'3'-13'37'0,"0"8"8"0,-3 2 2 0,3-5 2 0,-3-5-39 0,3 5-10 0,-3-8 0 0,0 5 0 0,0 1 158 0,0-6 30 16,0 5 5-16,0 1 2 0,0 2-105 0,0-3-21 15,0 3-4-15,-3 6-1 0,3-6 0 0,0 2 0 16,-3 4 0-16,3 2 0 0,0 0 0 0,0 0 0 16,0 0 0-16,0 0 0 0,0 0-51 0,0 0-13 15,-6 0 0-15,0 2 0 0,-2 4 0 0,2 2 0 16,0-3 0-16,-3 3 0 0,0 2 17 0,0 4 1 16,0-4 0-16,-3 3 0 0,3-2-18 0,-6 2 0 15,3 1 0-15,-3 1 0 0,0 4-14 0,1-6-6 16,-1 6-2-16,0-1 0 15,0 1-91-15,0-1-19 0,0-2-3 0,3 3-701 16,0-1-140-16</inkml:trace>
  <inkml:trace contextRef="#ctx0" brushRef="#br0" timeOffset="21156.118">18219 3802 1933 0,'0'0'55'0,"0"0"12"0,0 0-54 0,-3-5-13 0,3 0 0 0,0 5 0 16,-3-3 177-16,3 3 33 0,0 0 6 0,0 0 2 16,0 0-111-16,0 0-23 0,0 0-4 0,0 0 0 15,0 0-28-15,0 0-6 0,0 0-1 0,3 5 0 16,-3 3-33-16,0 3-12 0,0 2 9 0,0-2-9 16,0 2 37-16,0 0 3 0,0 0 0 0,0 3 0 15,0-3-27-15,3 6-5 0,-3-3 0 0,0 2-8 16,0-4 13-16,3 4-4 0,-3-2-1 0,0 3 0 15,0-6-8-15,0 3 0 0,3 0 0 0,-3 2 0 0,0 1 0 16,0 2 0-16,0-8 0 0,0 11 0 0,0-11 0 0,3 6 10 16,-3-1-10-16,0-2 10 0,0 0-10 0,0 0 0 15,0-3 0-15,0 0 8 0,0-2-8 0,3 2 0 16,-3-8 0-16,0 3 0 16,3 0-37-16,-3 0-3 0,0-8-1 15,6 3 0-15,-3 2-136 0,-3-5-27 0,0 0-6 0,6-5-992 0</inkml:trace>
  <inkml:trace contextRef="#ctx0" brushRef="#br0" timeOffset="26002.122">18538 12637 1861 0,'0'0'40'0,"0"0"9"0,0 0 2 0,0 0 2 0,0 0-42 0,0 0-11 0,0 0 0 0,0 0 0 16,0 0 61-16,0 0 11 0,0 0 1 0,0 8 1 15,0 0-28-15,3-3-6 0,-3 3 0 0,0 0-1 16,3 0-10-16,-3 0-1 0,0 0-1 0,3 3 0 0,-3-3-7 0,0 2 0 16,3 1-1-16,-3 2 0 15,0-2-7-15,0 2-2 0,3-3 0 0,-3 4 0 16,0-1-10-16,0 0 12 0,3 0-12 0,-3 1 12 16,0-1-4-16,3 0 0 0,-3 0 0 0,0 1 0 15,3-1 0-15,-3 0-8 0,0 3 12 0,0-3-4 0,0 0 17 0,0 3 3 16,3 0 1-16,-3 0 0 0,0 0-29 15,0 0 0-15,0 2 0 0,0 3 0 0,0-2 9 0,0 2-9 16,0 0 8-16,0 3-8 0,0-3 15 0,0 0-3 16,0 1 0-16,0 1 0 0,0-4 0 0,0 2-1 15,0-2 0-15,0-1 0 0,0 3-11 0,0-2 12 16,0-1-12-16,0 1 12 0,0-1-12 0,0 1 10 16,0 2-10-16,0 0 10 0,0 0 13 0,0 1 2 0,0-1 1 15,-3 0 0-15,3 3-26 0,0-3 0 0,0 0 0 16,0 0 0-16,0-2 0 0,0 2-16 15,0-3 3-15,0 1 0 0,0-1 13 0,0 1 0 0,0-3 0 16,0 2 0-16,0 1 8 0,0-3 4 0,0 2 0 0,0 1 1 16,0 2-13-16,0-2 0 15,0 2 0-15,0 3 0 0,0-6 0 0,0 6 0 0,0-3 0 0,0 0 0 16,0 0 0-16,0 1 0 0,0-7 0 16,0 4 0-16,0-1 0 0,-3 1-10 0,3-3 2 0,0 2 0 15,-3 1 8-15,3-1 0 0,0 1 0 0,-3-1 8 16,3 1-8-16,-3-1 0 0,3 4 0 0,-3-1 0 15,3 0 8-15,0 3-8 0,-3-3 8 0,3 3-8 16,0-3 0-16,0 0 0 0,0-2 0 0,0-1 0 16,0 1 0-16,0-3 8 0,0 2-8 0,-3-2 0 15,3 2 8-15,0 1-8 0,0 0 10 0,0-4-10 16,0 4 9-16,0-1-9 0,0 6 8 0,0-3-8 16,0 1 13-16,0 1-2 0,0 1-1 0,0 0 0 15,0 0 3-15,0 0 1 0,0-3 0 0,0 0 0 16,0-2-2-16,0-1-1 0,0 1 0 0,0-1 0 0,0 3 1 15,0-2 0-15,0-1 0 0,-3 1 0 0,3 2-12 16,0 0 12-16,-3 3-12 0,3 2 12 0,0-2-12 16,0 0 12-16,0 3-12 0,0-4 12 15,0 1-12-15,0-3 10 0,0-2-10 0,-3 2 10 0,3-2-1 0,0-4 0 16,0 4 0-16,-3-1 0 0,3 1 0 0,0-3 0 16,0 2 0-16,0 1 0 0,0 2-9 0,0-2 8 0,0 4-8 15,0-1 8-15,-3 1-8 0,6-1 0 0,-3 1 0 0,0 1 8 16,3-3-8-16,-3-2 0 0,0 2 0 0,3 0 0 15,-3-5 0-15,0 0 0 0,3 2 8 0,-3-2-8 16,0 0 0-16,0 0 10 0,0 3-10 0,0-1 10 16,0 1-10-16,3-1 0 0,-3 3 0 0,0 3 8 15,3 0-8-15,-3 0 0 0,0 0 0 0,0-1 0 16,0-1 0-16,3-1 0 0,-3 0 8 0,0 0-8 16,0-2 0-16,0-3 0 0,0-1 0 0,0 4 0 15,0-3 8-15,0 0-8 0,0 0 0 0,-3 2 8 16,3-2-8-16,0 0 0 0,-3 0 0 0,3 0 8 15,-3-1-8-15,3-1 0 0,0-1 0 0,-3 0 0 16,3 0 0-16,0-5 0 0,-3 0 0 0,3 0 0 31,0-8-41-31,0 0-1 0,0 0 0 0,-6-5 0 0,3-6-126 16,0-2-24-16,0-3-6 0,0-5-611 0,-3-3-123 0</inkml:trace>
  <inkml:trace contextRef="#ctx0" brushRef="#br0" timeOffset="27473.523">16734 13704 862 0,'0'0'24'0,"0"0"6"0,0 0-30 0,-3 5 0 16,-3-2 0-16,0-1 0 0,6-2 102 0,-6 3 14 16,6-3 4-16,-6 5 0 0,0-2-44 0,6-3-9 15,-6 5-2-15,0-2 0 0,6-3-1 0,-6 5 0 16,6-5 0-16,-6 3 0 0,6-3-13 0,-3 2-3 16,3-2-1-16,0 0 0 0,0 0-24 0,0 0-5 15,0 0-1-15,0 0 0 0,0 0-17 0,0 0 0 16,-6 6 0-16,6-6 0 0,0 0 55 0,0 0 7 0,0 0 2 15,0 0 0-15,0 0-52 0,0 2-12 0,0-2 0 0,3 3 0 16,3 0 0-16,-3-1 0 0,3-2 0 0,0 0 0 16,-3 3 0-16,3-3-16 0,0 0 3 0,0 0 1 15,3 0 12-15,-3 0 0 0,3 0 9 0,-3 0-9 16,3-3 10-16,0 3-10 16,0 0 10-16,0-2-10 0,0 2 11 0,-1-3-11 0,1 3 12 15,3-3-12-15,-3 1 8 0,0 2-8 0,0-3 0 0,0 3 0 16,3-3 0-16,-3 1 0 0,3 2 0 0,0 0 0 15,-3-3 0-15,2 3 0 0,-2-3 8 0,0 3-8 16,0-2 0-16,0 2 0 0,0 0-13 0,0 0 5 16,0 0 8-16,0 0 0 0,3 0 0 0,-3 0 0 15,3 2 0-15,0-2 0 0,-1 0 0 0,1 0 0 16,3 3 0-16,-3-3 0 0,6 0 0 0,-3 0 0 16,0 0 0-16,3 0 0 0,-3 0 10 0,2 0-10 15,4 0 0-15,-3 0 0 0,0-3 0 0,0 3 0 0,0 0 0 16,0 0 0-16,-1 0 0 0,-2 0 0 0,0 0 9 0,0 0-9 15,0 3 8-15,-3-3-8 0,3 0 8 0,3 3-8 16,-4-3 0-16,1 0 8 0,0 2-8 0,3-2-17 16,3 3 4-16,-3-3 1 0,6 0 26 0,-4 0 6 15,1 0 0-15,0 0 1 0,3 0-21 0,-3 0 9 16,0-3-9-16,-1 3 0 0,4 0 11 0,-6 0-11 16,3 0 10-16,-3 0-10 0,3 0 10 15,-1 0-10-15,4 3 10 0,3-3-10 0,0 0 8 0,3 0-8 16,-1 0 0-16,4-3 9 0,0 3-9 0,0-2 0 15,-4 2 9-15,1 0-9 0,0-3 8 0,-3 3-8 16,2 0 8-16,4 0-8 0,-3 0 0 0,6 0 9 16,-4 0-9-16,7 0 0 0,0-3 13 0,-3 1-4 15,-1-1-1-15,-2 3 0 0,0 0 0 0,-1 0-8 0,1 0 12 0,3 0-4 16,0 0-8-16,2 0 12 0,1 0-12 0,3 0 12 16,-4-3-12-16,-2 1 12 0,0 2-12 0,-3 0 12 15,-4-3-2-15,4 3 0 0,3 0 0 0,0 0 0 16,2 0-1-16,-2 0 0 0,3-2 0 0,-1 2 0 15,1-3-9-15,-6 3 12 0,0-3-12 0,-1 3 12 16,1-2-12-16,0 2 10 0,3 0-10 0,2-3 10 16,4 3 11-16,-3-3 3 0,-1 1 0 0,1-1 0 15,-6-2-24-15,-1 2-15 0,1 3 3 0,-3-3 0 16,3 1 12-16,-1-1 0 0,4 0 0 0,0 1 10 16,0-1-10-16,-4 1 0 0,4-1 9 0,0-2-9 15,-3 2 0-15,-4-2 9 0,-2 2-9 0,3-2 0 0,-3 2 9 0,2 0-9 16,-2 1 0-16,6-1 9 15,0 0-9-15,-4 1 0 0,4-3 0 0,-3 5 8 0,0-3-8 0,-1 0 0 16,-2 1 9-16,0-1-9 0,-3 0 0 0,0 1 0 16,-1-1 0-16,1 0 8 0,0 1-8 15,0-1 0-15,0 0 8 0,3 3-8 0,-4-2 0 16,1-1 9-16,3 0-9 0,-3 3 0 0,0-2 10 0,-1 2-10 16,-2-3 8-16,0 3-8 0,0-2 12 0,-3 2-2 15,0-3-1-15,-1 3 0 0,-2-3 1 0,3 3 0 16,0-2 0-16,0 2 0 0,0-3 1 0,3 3 0 0,-1-3 0 15,1 3 0-15,-3 0-3 0,3 0 0 16,0 0 0-16,-3 0 0 0,3 0 0 0,-4 0-8 0,1 0 12 16,-3 3-4-16,3-3-8 0,-3 3 8 0,0-3-8 15,-3 0 8-15,0 2-8 0,-1-2 8 16,-2 3-8-16,0-3 8 0,0 0-8 0,0 0 0 0,-3 3 0 16,3-3 8-16,-3 0-8 0,3 0 0 0,-3 2 9 0,0 1-9 15,0-3 0-15,0 2 0 0,0-2 0 0,0 0 8 16,0 3-8-16,0-3 0 0,-6 0 0 0,3 0 0 15,-3 0 0-15,0 0 0 0,0 0 0 0,0 0 0 32,0 0-24-32,0 0-10 0,3-5-2 0,-3 0 0 15,-3-1-141-15,0-2-29 0,-3 3-6 0</inkml:trace>
  <inkml:trace contextRef="#ctx0" brushRef="#br0" timeOffset="28663.762">15796 13722 1267 0,'0'0'28'0,"0"0"5"0,0 0 2 0,0 0 1 0,0 0-36 0,0 0 0 0,0 0 0 0,0 0 0 15,0 0 58-15,3 3 5 0,-3-3 1 0,6 2 0 16,-3 1 0-16,3 0 0 0,-3-1 0 0,3 1 0 16,0 0 0-16,0-1 0 0,-6-2 0 0,6 3 0 15,-3-3-52-15,3 3-12 0,0-1 0 0,0 1 0 16,0-3 24-16,0 3 3 0,3-1 0 0,-3-2 0 16,0 3-13-16,-1-3-2 0,1 2-1 0,3 1 0 15,-3 0-2-15,3-3 0 0,0 0 0 0,0 2 0 16,0-2 7-16,0 3 0 0,0-3 1 15,0 0 0-15,0 0-17 0,3 0 0 0,-3 3 0 16,0-3 0-16,2 0 0 0,1 0-16 0,-3 0 4 0,3 0 0 16,-3 0 12-16,3 0 0 0,-3 0 0 0,3 0 0 15,-3 0 0-15,-3 0 0 0,3-3 8 0,0 3-8 16,0 0 0-16,-4 0 0 0,4 0 0 0,-3 0 0 16,3 0 10-16,-3 0-10 0,0-3 8 0,3 3-8 15,-3 0 8-15,0 0-8 0,3 0 0 0,0 0 8 16,-3 0-8-16,3 0 0 0,0 0 0 0,0 0 0 0,-3-2 0 15,3 2 0-15,-1 0 0 0,1 0 0 16,0 0 0-16,0 0 0 0,0 0 0 0,0 0 0 0,0 0 36 16,0 0 4-16,0 0 2 0,0 0 0 0,0 0-27 0,0 0-6 15,3 0-1-15,-3 0 0 0,-1 2 0 16,1-2 0-16,0 0 0 0,0 0 0 0,0 0 2 16,0 0 0-16,3 0 0 0,-3 0 0 15,0 0 0-15,0 0 0 0,-3 0 0 0,3 0 0 0,-3 0-1 0,3 0 0 16,-4-2 0-16,1 2 0 0,0 0 26 0,-3-3 5 15,3 3 0-15,3 0 1 0,-3 0-33 0,0 0-8 16,0-3 0-16,0 3 0 0,-3 0 0 0,3 0 0 16,0-2 0-16,0 2 0 0,0 0 0 0,3 0 0 15,-3-3 0-15,0 3 0 0,0 0 0 0,3 0 0 16,-3-2 9-16,-1 2-9 0,4-3 0 0,-3 3 0 0,0 0 0 0,3-3 0 16,-3 3 0-16,0 0 0 0,3 0 0 0,-3-2 0 15,0 2 0-15,0 0 0 0,3 0 0 0,-3 0 0 16,3 0 0-16,-3-3 0 0,0 3 0 0,0 0 0 15,3 0 0-15,-3-3 0 0,-1 3 0 0,1 0 0 16,0 0 0-16,-3-2 0 0,3 2 0 0,0 0 0 16,0-3 0-16,-3 3 0 0,3 0 0 0,0 0 0 15,-3-3 0-15,3 3 0 0,-3-2 0 0,-3 2 0 16,3 0 0-16,3 0 0 0,-3-3 0 0,-3 3 0 16,6-3 0-16,-6 3 0 0,3-2 0 0,0-3 0 15,0 2-159 1,-3-2-26-16,6-6-6 0,-3 0-1 0</inkml:trace>
  <inkml:trace contextRef="#ctx0" brushRef="#br0" timeOffset="29234.924">16737 12984 1765 0,'0'0'50'0,"0"0"11"16,0 0-49-16,0 0-12 0,0 0 0 0,0 0 0 0,0 0 111 0,-6 3 19 16,0-1 4-16,0 1 1 0,6-3-57 0,-6 2-11 15,0 4-3-15,-3-1 0 16,0-2 0-16,3 5 0 0,-3-3 0 0,0 3 0 0,1 0-51 0,-4 0-13 16,3 2 0-16,-3 1 0 0,3 2 0 0,-3 3 0 15,0 3 0-15,0-1 0 16,3 3 19-16,-6 0 1 0,6 1 0 0,-5-1 0 0,-1 0-20 0,0 0 0 15,3-2 0-15,-6-1 0 0,3-2-12 0,0 0-4 16,0 0 0-16,0-3 0 16,1-2-21-16,-1-1-5 0,3 1-1 0,-3-1 0 15,0-2-82-15,3-2-17 0,0-4-3 0</inkml:trace>
  <inkml:trace contextRef="#ctx0" brushRef="#br0" timeOffset="29516.397">16392 13016 1771 0,'0'0'39'0,"0"0"8"0,0 0 1 0,3-3 2 0,3 0-40 0,0 1-10 0,-4-1 0 0,-2 3 0 16,6 0 96-16,-3 0 18 0,3 0 3 0,-3 3 1 16,-3-3-30-16,6 2-7 0,0 1-1 0,-3 2 0 15,3 1-22-15,0-1-5 0,-3 3-1 0,6 0 0 16,-3 0-16-16,0 2-4 0,3 1-1 0,-3 2 0 15,3 0-13-15,0 3-2 0,-3 3-1 0,3-1 0 16,-1 1-7-16,1-1-8 0,0 1 11 0,0-1-11 16,3 1 11-16,0-1-11 0,0-2 10 0,3-3-10 0,0 3 0 15,0-5 8-15,3 0-8 0,-1-4 0 16,-2 1 0-16,3 0 0 0,-3 0 0 0,3-2 0 16,-3-4-30-16,0 4-9 0,2-6-1 15,-5 2-789-15,3-2-158 0</inkml:trace>
  <inkml:trace contextRef="#ctx0" brushRef="#br0" timeOffset="30167.612">17448 12926 2188 0,'0'0'48'0,"0"0"11"0,0 0 1 0,0 0 1 0,0 0-49 0,0 0-12 0,0 0 0 0,0 0 0 15,0 0 80-15,0 0 12 0,0 0 4 0,0 0 0 16,0 0-52-16,0 5-9 0,-3 0-3 0,3-5 0 15,0 6 26-15,3 2 5 0,-3-3 1 0,0 3 0 16,3-3-52-16,0 3-12 0,0 0 0 0,0 0 0 16,3 0 0-16,-3 0 0 0,3 0 0 0,0 2 0 15,3-2 0-15,-3 3 0 0,3-3 0 0,3 2 0 16,0 1 0-16,3-3 8 0,-1 0-8 0,1 0 0 31,3 0-104-31,0-3-28 0,3-2-4 0,0-1-2 16,0-2-50-16,-1-2-9 0,1-4-3 0,0 1 0 0,-3-3-68 0,0-3-13 15</inkml:trace>
  <inkml:trace contextRef="#ctx0" brushRef="#br0" timeOffset="30466.905">17919 12992 1306 0,'15'-5'28'0,"-13"-1"7"0,4 1 1 0,0 2 1 0,-3-2-29 0,-3 5-8 0,0-5 0 0,-3-1 0 15,0 1 160-15,-3 0 30 0,3 0 6 0,-2-1 2 16,-4 4-56-16,3-4-11 0,0 1-3 0,-3 2 0 0,3-2-64 0,0 2-14 16,-3-2-2-16,3 3-1 0,0-1 13 0,0 0 4 15,6 3 0-15,-6 0 0 0,6 0-2 0,0 0 0 16,0 0 0-16,-6 3 0 0,0 0-48 0,0 2-14 15,6-5 0-15,-6 8 8 0,3 0 25 0,-3 0 6 16,3 2 1-16,0 1 0 0,0-1-25 0,0 1-5 16,0 5-1-16,-2-3 0 0,2 3-9 0,-3 2 8 15,0 4-8-15,0-1 8 0,3 3-8 16,-3 2 0-16,0 3 0 0,0 0 0 0,3-2 0 0,-3-1 0 16,3 1 8-16,-3-4-8 0,3-1 0 0,-3-1 0 0,-3-3 0 15,3-2 0-15,0 3 0 0,0-6 0 16,0 3 0-16,0-3 0 0,0-2-15 0,0-1-1 15,3 1-1-15,-2-1 0 16,5-2-23-16,-3 0-5 0,0-2-1 0,0 2 0 16,3-6-93-16,0-2-18 0,0 0-4 0,0 0-1 15,3 5-85-15,-3-5-17 0</inkml:trace>
  <inkml:trace contextRef="#ctx0" brushRef="#br0" timeOffset="31448.243">19901 12645 1552 0,'0'0'44'0,"3"-5"10"0,0-3-43 0,-3 3-11 0,3-1 0 0,-3 1 0 16,0-3 144-16,0 3 26 0,0 5 6 0,0-3 0 16,-3-2-77-16,3 5-16 0,0 0-3 0,-3-5-1 15,-3 2-12-15,0 3-3 0,0 0 0 0,0 0 0 16,0 3-13-16,-3-1-3 0,3 1-1 0,-3 2 0 16,1 1-25-16,2 1-5 0,0 1-1 0,-3 0 0 15,0 3-8-15,3 2-8 0,-3 0 12 0,3 6-12 16,-3-1 8-16,0 6-8 0,3 0 0 0,0 3 0 15,-3 2 0-15,3-3 0 0,0 1 0 0,0 2 0 16,3-3 0-16,-3 1 0 0,0-1 0 0,3 0 0 16,-2 4 0-16,2-4 0 0,0 3 0 0,0 3 0 15,0 0 0-15,0-1 0 0,0 1 0 0,3-3 0 16,-3-2 0-16,3-1 0 0,0-5 0 0,-3 3 0 16,0-3 0-16,3-2 0 0,-3-1 0 0,3-2 0 15,-3 0-12-15,0-3-2 0,0 1-1 0,0-1 0 16,0 0-23-16,-3-2-5 0,3-1-1 0,-3 1 0 15,0-1-27-15,0-2-5 0,0 0-2 0,-3 0 0 16,0-2-111-16,3 1-23 0,-6-1-4 0</inkml:trace>
  <inkml:trace contextRef="#ctx0" brushRef="#br0" timeOffset="31684.229">19481 13188 1792 0,'0'0'51'0,"0"0"10"0,0 0-49 0,0 0-12 0,3-3 0 0,0 0 0 15,3 1 101-15,3-1 18 16,0 0 3-16,0 1 1 0,6 2-43 0,-3-3-9 16,6 3-2-16,0 0 0 0,-1 0-11 0,4 0-2 0,0 0-1 0,0-3 0 15,0 1-37-15,0 2-7 0,-4-3-2 0,4-2 0 16,-3 2-9-16,0-2 0 0,0 0 0 0,0-1-783 15,3-2-158-15</inkml:trace>
  <inkml:trace contextRef="#ctx0" brushRef="#br0" timeOffset="32696.363">16740 14071 1728 0,'0'0'38'0,"0"0"8"0,-6 3 2 0,0 0 0 0,0-1-39 0,-3 4-9 0,3-4 0 0,0 4 0 16,0-1 89-16,-3 0 16 0,3 0 3 0,0 3 1 16,-3-2-21-16,4 2-4 0,-4 0 0 0,3 2-1 15,0-2-67-15,-3 3-16 0,3-3 0 0,0 5 0 16,0-3 55-16,0 4 7 0,0-1 2 0,0 3 0 15,3-3-52-15,0 3-12 0,0 0 0 0,0 2 0 16,0 1-20 0,3 2-8-16,0-3 0 0,0 4-1 0,0-4 18 0,3-2 11 0,0 3-12 0,0-6 12 15,3 0-27-15,0 0 2 0,3-2 0 0,0-3 0 32,0 0-8-32,3-3-2 0,0 0 0 0,-1-5 0 0,7 0 13 0,-3 0 2 0,3-5 1 0,0 0 0 15,0-3 10-15,3 0 9 0,-3-3-13 0,2-2 5 16,-2 0 8-16,0 0 0 0,3-3 0 0,-3 0-8 0,-3 3 8 15,0-3 0-15,-4 0 8 0,1 3-8 0,-3-3 26 0,0 2 1 16,-3 4 0-16,0-3 0 0,0-1 1 0,-3 4 0 16,0-1 0-16,-3 1 0 0,0-4 28 0,0 4 7 15,-3 2 1-15,0-3 0 0,0 1-8 16,-3 2 0-16,0-3-1 0,0 3 0 0,0-2-37 0,-3 2-7 16,-3 0-2-16,1 3 0 0,-1-1-9 0,-3 1 0 15,0 0 0-15,-3 5 0 0,0-3 0 0,0 3 0 16,0 0 0-16,-2 0 0 0,-1 3 0 0,3-3 0 0,0 2 0 15,0 4 0 1,3-4-172-16,0 1-36 0,3 0-7 0,-2 5-1 0</inkml:trace>
  <inkml:trace contextRef="#ctx0" brushRef="#br0" timeOffset="33406.47">17654 14029 1314 0,'0'0'37'0,"0"0"8"0,0 0-36 0,0 0-9 0,-6 0 0 15,6 0 0-15,-6 0 131 0,0 3 24 0,0-1 5 0,0 1 0 16,0 2-57-16,0 1-12 16,0-1-3-16,-3 3 0 0,3 0-25 0,-3 2-6 0,0-2-1 0,3 6 0 15,-3-4-28-15,1 1-5 0,2-1-2 0,-3 4 0 16,3-1-21-16,-3 0 0 0,3 0-10 0,3 0 10 16,-3 1 0-16,3-1 12 0,0 0 0 0,0 0 0 15,3 1-12-15,0-1-16 0,0-3 3 0,3 4 1 16,3-4 12-16,-3 1 8 0,3-1 0 0,3 1-8 15,3-3 0-15,-3 0 0 0,5-3-15 0,-2 0 5 16,3-2 0-16,0 0 0 0,0-3 0 0,3-3 0 16,0 0 10-16,0 1-10 0,-1-6 10 0,1 3-10 15,-3-6 22-15,3 3 4 0,-3 0 0 0,0-3 1 16,0 1-25-16,-3-1-6 0,2 1-1 0,-2-1 0 16,-3 1 24-16,3 2 5 0,-3 0 1 0,0-3 0 15,0 3 15-15,-3-2 3 0,-3 2 1 0,0 0 0 16,0 0-3-16,-3 0-1 0,0-3 0 0,-3 3 0 15,0 0 27-15,0 0 6 0,0 1 1 0,-3-1 0 16,0 0 0-16,0 0 0 0,0 0 0 0,-3 0 0 0,0 0-64 16,0 3-28-16,3-3 3 0,-2 2 0 0,-1 4 25 15,0-4 8-15,0 4 0 0,0 2 0 16,0 0 7-16,0 0 1 0,-3 0 1 0,-3 2 0 16,0 1-65-16,0 2-12 0,0-2-4 0,1 2 0 15,-4 1-51-15,3-4-10 0,0 4-3 0,0 1-648 16,3-1-131-16</inkml:trace>
  <inkml:trace contextRef="#ctx0" brushRef="#br0" timeOffset="37642.315">16913 15016 1433 0,'0'0'40'0,"0"0"10"0,0 0-40 0,0 0-10 0,0 0 0 0,0 0 0 15,-3 5 133-15,-3 1 25 0,3-1 5 0,-3 0 1 16,3-2-46-16,-3 2-9 0,0 0-1 0,-3 1-1 16,3-1-23-16,0 3-5 0,-3-3-1 0,0 3 0 15,0 0-25-15,0 3-5 0,0-3 0 0,0 2-1 16,-3 3-25-16,1 3-5 0,-4 0-1 0,0 0 0 16,3 5-16-16,-3 0 10 0,3 1-10 0,0 1 8 15,0-1-8-15,3-1 0 0,-3 0 0 0,6-3 0 16,1 1 0-16,-1-1 0 0,3 1 0 0,3 0 0 15,0-4-22-15,0-1-3 16,3-1-1-16,0 0 0 0,3-2-9 16,2-3-1-16,4 0-1 0,0-3 0 15,0-3-14-15,3 1-2 0,3-3-1 0,0-3 0 0,0-2 32 0,2-3 6 0,1 0 2 0,0-2 0 16,0-3 14-16,0-1-11 0,-3-2 11 0,0 1-10 16,-4 1 10-16,1-2 12 0,0 1-2 0,-3 1-1 15,-3-2-9-15,0 1 0 0,0 1 0 0,-6-2 0 16,0 3 53-16,0 0 9 0,-3-3 2 0,-3 3 0 0,0 0-22 0,0-1-4 15,-6 1-1-15,3 0 0 0,-3 2-8 0,0-2-1 16,-3 3-1-16,0-1 0 0,-3 0-17 0,1 1-10 16,-1 2 12-16,-3 0-12 0,0 5 8 0,0-2-8 15,-3 2 0-15,3 1 0 16,4 2 0-16,-4-3 0 0,3 3 0 0,0 3-9 16,6-3-42-1,0 2-8-15,0-2-1 0,3 3-760 0,6-3-152 0</inkml:trace>
  <inkml:trace contextRef="#ctx0" brushRef="#br0" timeOffset="38122.628">17698 14926 1317 0,'0'0'37'0,"0"0"9"0,0 0-37 0,0 0-9 0,0 0 0 0,0 0 0 0,0 0 137 0,0 0 26 15,0 0 5-15,0 0 0 0,0 0-42 0,0 0-9 16,0 8-1-16,-3-3-1 0,3 1-22 0,-3 2-4 16,3-3-1-16,0 3 0 15,0 0-17-15,0 2-4 0,0-2-1 0,0 3 0 0,0 2-18 0,0 0-4 16,0 3-1-16,0 0 0 0,0 3-19 0,0 4-3 16,0-1-1-16,-3 4 0 0,3 0-11 0,0 1-9 15,0-1 12-15,0 3-12 0,0-5 8 0,3 3-8 16,-3-6 0-16,3-3 0 0,-3 1 0 0,0-1 0 0,0-2 0 15,3 3 0-15,-3-6 0 0,0 0 0 0,0 1-10 16,0-4 10 0,0 1-38-16,0-1 0 0,0 1 0 0,3-3 0 15,-3 0-26-15,3 0-4 0,-3-3-2 0,0 3 0 16,0-5-192-16,0-3-38 0</inkml:trace>
  <inkml:trace contextRef="#ctx0" brushRef="#br0" timeOffset="38635.251">16936 15918 2242 0,'0'0'49'0,"0"0"11"0,-3 6 1 0,-3 2 3 0,3-1-52 0,0 1-12 0,0 3 0 0,1 2 0 16,-1 0 81-16,-3 1 14 0,3 4 2 15,-3 1 1-15,0 2-36 0,0-3-7 0,-3 4-2 0,6-1 0 16,-3 3-25-16,3-3-4 0,0 0-2 0,0 3 0 16,0 2-14-16,3 1-8 0,0-1 8 0,0 3-8 15,0 3 0-15,3-3 0 0,0 3 0 0,0-3 0 16,0 0 0-16,0-2 0 0,3-4 0 0,-3-2 0 15,3 1 0-15,0-6 0 0,-3-1 0 0,0 1 0 16,0-5-8-16,0-1 0 0,0 1 0 0,0 0 0 16,0-3-16-16,0-3-4 0,-1 0 0 15,-2 0 0-15,3-2-30 0,-3-3-6 16,0 0-2-16,6 0 0 0,-3-3-122 0,0 1-25 16,0-4-5-16</inkml:trace>
  <inkml:trace contextRef="#ctx0" brushRef="#br0" timeOffset="39245.9">17541 16138 1489 0,'0'0'42'0,"0"0"10"0,0 0-42 0,0 0-10 0,-6 0 0 15,6 0 0-15,0 0 118 0,-6 0 22 0,6 0 4 0,-6 5 0 16,0-2-64-16,0 2-12 0,3 3-4 0,0-3 0 16,0 1 0-16,0 2 0 0,0 2 0 0,3 1 0 15,-3-1-51-15,3 1-13 0,3 5 0 0,0 0 0 16,0 0 0-16,0 2 0 0,3-2 0 0,0 5 0 16,0 0 14-16,3 1 0 0,0-1 0 0,0 0 0 15,2-3-38-15,1 1-7 0,3-6-1 16,-3 3-1-16,3-5-12 0,0-1-3 0,0-5 0 0,0 1 0 15,3-4-10-15,-4-2-2 0,1-2-1 0,-3-1 0 16,3-2 49-16,-3 0 12 0,0-6 0 0,-3 0 0 0,3-5 0 16,-3 3 0-16,0-3 0 0,2 0 0 0,-2-2 0 0,-3 2 0 15,3 0 0-15,-3 0 0 0,0 3 48 16,0-3 13-16,-3 3 3 0,-3 0 0 0,3 2 0 0,-3-2 0 16,-3 2 0-16,0 1 0 0,-3 2 0 15,0-3 0-15,0 1 0 0,0-1 0 0,-3 1-1 0,0-1 0 16,1 3 0-16,-1 0 0 0,0-3-41 0,-3 4-8 15,0-1-2-15,-3 5 0 0,0-2-12 0,-3 2 9 16,0 3-9-16,1 0 8 0,2 0-8 0,-3 0-17 16,-3 3 4-16,3 2 1 15,0-2-41-15,0 2-8 0,3 0-2 0,1 0 0 16,2 3-157-16,-3 0-32 0</inkml:trace>
  <inkml:trace contextRef="#ctx0" brushRef="#br0" timeOffset="39812.131">16993 17167 1792 0,'-6'8'51'0,"6"-8"10"0,-3 5-49 0,0 1-12 0,0 2 0 0,-3 0 0 15,3 0 156-15,0 2 29 0,0 1 6 0,-3 2 1 16,6 3-114-16,-3-3-22 0,0 3-5 0,-3 0-1 15,6 0 0-15,-3 2 0 0,0-2 0 0,0 3 0 16,0-3-16-16,0-1-3 0,3-1-1 0,-3 1 0 16,3 1-18-16,0 0-3 0,3 3-1 0,-3-1 0 15,3-2-8-15,-3 0 0 0,3 3 0 0,0-1 0 16,0-2 0-16,0-3 0 0,0 3 0 16,0-3 0-16,0 3 0 0,0-5-16 0,0-1 4 0,0-2 1 15,0 0-23-15,0-3-5 0,3 1-1 16,-3-1 0-16,0 0-37 0,0-2-8 15,-3-3-2-15,3 0 0 0,3-3-135 0,-6 3-27 0,0-13-6 16,0-3-564-16</inkml:trace>
  <inkml:trace contextRef="#ctx0" brushRef="#br0" timeOffset="40216.97">17654 17143 2160 0,'0'0'48'0,"-3"6"9"0,-3-4 3 0,3 4 0 0,0 2-48 0,0-6-12 0,3-2 0 0,-3 6 0 16,-3-1 55-16,3 0 9 0,-3 0 1 0,3 3 1 15,0 0-13-15,0 0-2 0,0 5-1 0,0 1 0 16,0-1-24-16,0 3-5 0,0 0-1 0,0 0 0 16,0 2 36-16,0 1 6 0,0 2 2 0,0-5 0 15,3 2-52-15,-3-2-12 0,3 0 0 0,0 0 0 16,-3 0 0-16,3 2 0 0,0-2 0 0,3 3 0 16,-3-1 0-16,3-2 0 0,0 5 0 0,0-2 0 15,0-1 0-15,3 3 0 0,-3-5 0 0,3 3 0 16,-3-1 0-16,3-5 0 0,-3 1 0 0,3-4 0 15,0 4-14-15,-3-7-6 0,0 1 0 0,3 0-1 16,-3-2-99 0,0-1-19-16,3-2-4 0,-3-3-601 0,3 0-121 0</inkml:trace>
  <inkml:trace contextRef="#ctx0" brushRef="#br0" timeOffset="41293.704">18550 16363 1184 0,'0'0'26'0,"0"0"6"0,0 0 0 0,0 0 1 0,0 0-33 0,0 0 0 0,0 0 0 0,0 0 0 15,0 0 76-15,0 0 9 0,0 8 2 0,0-8 0 16,0 5 12-16,0 0 2 0,0 1 1 0,0-1 0 15,0 0-22-15,0 3-4 0,0-3 0 0,0 6-1 16,3-3-17-16,-3 0-3 0,0 3-1 0,0-1 0 16,0-2-16-16,0 5-3 0,3-2-1 0,-3 2 0 15,0 0-34-15,0 1 0 0,3-1-15 0,-3 0 5 16,0 0 38-16,3 3 7 0,-3-3 1 16,3 1 1-16,0-1-25 0,-3 0-4 0,0 3-8 0,2 0 11 15,-2 0-11-15,0 0 0 0,3-1 0 0,-3 4 0 16,3-3 0-16,-3 2 8 0,3 1-8 0,-3 2 0 15,0 0 0-15,3-2 0 0,-3-1 0 0,0 3 0 16,3-2 0-16,-3-1 0 0,0-2 8 0,3 3-8 16,-3-3 0-16,3-3 0 0,-3 3 0 0,0-3 8 15,0 3-8-15,0 2 0 0,0-2 0 0,0 0 0 0,0 0 8 16,3 3-8-16,-3-4 0 0,0 4 8 0,3 0 1 16,-3-1 0-16,0 3 0 0,3-2 0 0,-3 2 2 0,0-5 0 15,3 2 0-15,-3 1 0 0,3-3-1 0,-3 0 0 16,3-1 0-16,0 1 0 0,0 0 0 0,-3-3 0 15,3 1 0-15,0-1 0 0,-3 0 3 0,3-2 1 16,0 2 0-16,-3 0 0 0,3-2-2 0,-3 2 0 16,3 3 0-16,-3-3 0 0,0 0-2 0,0-2-1 15,0 5 0-15,0-3 0 0,0 3-9 0,0 0 0 16,0 0 0-16,0 0 0 0,0-3 0 0,0 0 0 16,0 3 0-16,0-3 0 0,0 0 21 0,0-2 3 15,0 2 0-15,0-2 0 0,0-1-39 0,0-2-7 0,0 3-2 16,0-3 0-16,0 0 24 0,0-3 0 0,0 3 0 0,0-3 0 15,0 1 0-15,0-1 0 0,3 0 0 16,-3 0 0-16,0 1 0 0,0-4 0 0,0-2 0 0,0 0 0 16,3 8 0-16,-3-8 0 0,0 6 0 0,0-6 0 15,0 0 0-15,0 5 0 0,0-5 0 0,0 0 0 16,0 0 20-16,0 0 8 0,0 0 1 16,0 0 1-1,0 0-48-15,0 0-10 0,0 0-1 0,0 0-1 0,0 0-27 0,0 0-6 16,0-3-1-16,0-5-751 0,0-2-150 0</inkml:trace>
  <inkml:trace contextRef="#ctx0" brushRef="#br0" timeOffset="42983.447">16118 15715 1184 0,'-9'8'26'0,"3"-3"6"0,0-3 0 0,-3 4 1 0,0-4-33 0,0 4 0 0,0-1 0 0,-3 0 0 0,3-2 61 0,0 0 6 16,-2-1 1-16,2 1 0 0,0 0-7 0,0-1-1 15,-3-2 0-15,3 3 0 0,0-1 0 0,-3-2 0 16,3 0 0-16,0 0 0 0,0 0 25 0,0 0 5 15,0 0 1-15,1 0 0 16,-1-2-124-16,0 2-25 0,0-3-5 0,0 3-1 0,0 0 103 0,0-2 20 16,0 2 4-16,0 0 1 0,0 0-52 0,0 0-12 15,3 0 0-15,0 0 0 0,6 0 0 0,-9 0 0 16,3 0 0-16,6 0 0 0,0 0 0 0,0 0 0 16,-6 0 0-16,6 0 0 0,0 0 0 0,0 0 0 0,0 0 0 15,0 0 0-15,0 0 0 0,0 0 0 16,0 0 0-16,0 0 0 0,0 0 0 0,0 0 0 0,6 5 0 0,-3-3 0 15,3 1 0-15,0 0 0 0,3-1 0 16,-3 1 0-16,3-3 0 0,3 0 0 0,0 3 0 0,3-3 0 16,-3 0 0-16,3-3 0 0,2 3 0 15,-2 0 0-15,6-3 0 0,-3 3-10 0,3-2 2 16,0-1 0-16,0 0 8 0,2 3 0 0,-2-2 0 0,3-1-8 16,-3 1 8-16,3-1 0 0,-1 3 0 0,1-3-8 15,0 3 8-15,0-2 0 0,3-1 0 0,-1 0 8 16,1 3-8-16,3-2 0 0,0-1 0 0,0 0-8 15,-4 1 8-15,4-1 0 0,-3 0 0 0,0 3-8 16,-1 0 8-16,1 0 0 0,-3 3 0 0,3-3 0 16,0 3 12-16,2-1 0 0,-2-2 1 0,3 0 0 15,0 3-13-15,0-3-10 0,-1-3 2 0,-2 3 0 0,3 0 8 16,-3 3 0-16,-1-3 0 0,1 3 8 0,-3-3-8 16,6 2 0-16,-3 1 0 0,2-3 0 0,-2 3 0 0,3-1 0 15,0-2 0-15,-1 0 0 0,1 0 0 0,0 0 0 16,-3 0 8-16,3 0-8 0,-4 0 0 0,1 0 8 15,0 0-8-15,0 3 0 0,2-3 0 0,1 3 0 16,0-3 0-16,0 2 0 0,0-2 0 0,2 0 0 16,-2 0 0-16,3 0 0 0,-3-2 0 0,-1 2 0 15,1 2 0-15,-3-2 0 0,3 0 0 0,-1 3 0 16,4-3 0-16,0 0 0 0,0 0 28 0,-1-3 0 16,1 3 1-16,0-2 0 15,3-1-46-15,-7 0-10 0,1 1-1 0,3-1-1 0,-3 3 74 0,-1 0 15 16,1 0 4-16,3 0 0 0,0 0-64 0,-4-3-15 15,4 3-1-15,3-2-1 0,-3-1 25 0,-4 0 6 16,4 1 1-16,-3 2 0 0,0 0 1 0,-1 0 0 0,1 2 0 16,0-2 0-16,0 0-24 0,2 0-5 0,1 0-1 0,0-2 0 15,0-1 32-15,-1 3 6 0,-2-3 2 0,3 3 0 16,-3 0-14-16,-1 0-4 0,-2 0 0 16,6 0 0-16,-3 0 18 0,2 0 3 0,1 0 1 0,0 0 0 15,0 0-30-15,-1 0-16 0,1-2 1 0,0-1 1 16,-3 3 14-16,2 0 10 0,-2 0-2 0,0 0 0 15,0 0 2-15,0 0 0 0,2 0 0 0,-2 0 0 16,3-3-10-16,-3 3 0 0,2-2 0 0,-2 2-11 16,0-3 27-16,-3 3 4 0,-1 0 2 0,1 0 0 15,-3 0-5-15,0 0-1 0,3 3 0 0,-4-3 0 16,1 0-7-16,0 2-1 0,0-2-8 0,0 3 12 16,-1-3 6-16,1 0 1 0,-3 3 0 0,-3-3 0 15,0 0-19-15,3 2 0 0,-3-2 0 0,-4 0-9 16,1 3 9-16,0 0 0 0,-3-1 0 0,-3 1 8 0,3 0-8 0,-3-1 8 15,0 4-8-15,0-1 8 0,0-2-8 0,-3 2 0 16,0 0 0-16,0 0-8 0,-1 1 8 0,1-1 14 16,-3-2-3-16,0 2-1 0,0 0-28 0,-3-5-6 15,0 0 0-15,0 0-825 16,0 0-165-16</inkml:trace>
  <inkml:trace contextRef="#ctx0" brushRef="#br0" timeOffset="44361.527">16210 14270 716 0,'0'0'16'0,"0"0"3"0,0 0 1 0,0 0 0 0,0-5-20 0,-3-1 0 0,3 4 0 0,0-4 0 0,3 4 60 0,-3 2 8 16,0-6 1-16,3 1 1 0,0 2-5 0,0 1-1 16,0-3 0-16,0 2 0 0,0 0-24 0,-3 3-4 15,0 0-2-15,3-2 0 0,3-1 12 0,-6 3 2 16,3 0 1-16,-3 0 0 16,3-3-39-16,-3 3-10 0,6 0 0 0,-6 0 0 0,0 0 53 0,0 0 9 15,6-2 2-15,-6 2 0 0,0 0 28 0,0 0 5 16,0 0 2-16,0 0 0 0,0 0-27 0,0 0-4 15,0 0-2-15,0 0 0 0,0 0-31 0,0 0-7 16,0 0 0-16,-3 5-1 0,-3 0 29 0,3 1 7 0,-3-1 1 0,-3 3 0 16,3-3-52-16,-3 3-12 0,3 0 0 0,-3 3 0 15,0-4 33-15,0 7 4 0,0-1 1 0,-3 0 0 16,4 3-26-16,-1 0-12 0,0 0 10 0,0 2-10 16,3 1 0-16,0-3 0 0,0 2 0 15,0 1 0-15,0-3 0 0,3 2 0 0,3-2 0 0,0-3 0 16,0 0 0-16,0 1-10 0,3-1 10 0,0 0-8 15,0 0 8-15,0 1 0 0,3 1-9 0,-3-1 9 16,3-1 0-16,0 0 0 0,0 0-9 0,0 1 9 16,0-1 0-16,0 0 0 0,-3 3 0 0,2 0 0 15,-2 0 0-15,3 0 0 0,-3-1 0 0,-3 4 0 16,3 0-31-16,-3-4 1 16,0 4 0-16,0-1 0 0,-3-2 30 0,3 3 0 0,-3-3 0 0,-3 0 0 15,3-1-8-15,-2-1 8 0,-1 2 0 0,-3-1-9 16,3-1-12-16,-3-1-3 0,0 0 0 0,0 0 0 15,0-2-3-15,0-3-1 16,0 0 0-16,0 0 0 0,3-3 14 0,0 0 2 0,0-2 1 0,0 2 0 0,6-5 11 0,-6 3-8 16,6-3 8-16,0 0-8 0,0 0 8 0,0 0-8 15,0 0 8-15,0 0-8 0,0 0 8 0,0 0-13 16,0 0 5-16,0 0 8 0,0 0-9 16,6-3 9-16,-3 3 0 0,3-2 0 0,0-1 0 0,-3 3 0 15,3 0 0-15,0 3 0 0,0-1 0 0,-3 1 0 16,3 0 0-16,0 2 9 0,-3 0 3 0,3 0 0 15,-3 3 0-15,0 0 0 0,0 0-4 0,3 6 0 0,-3-4 0 0,0 3 0 16,3 3-8-16,-3 0 0 0,0 3 9 16,3-4-9-16,0 7 0 0,-3-4 0 0,2 3 0 15,-2 0 8-15,3-2-8 0,-3 2 8 16,0-2-8-16,0 2 8 0,0 0-8 0,-3-2 0 0,3-1 0 16,0 1 0-16,-3 2 12 0,0-5-3 0,3 0 0 0,-3-1 0 15,0-1 11-15,3 2 3 0,-3-3 0 0,3-3 0 16,-3 1-4-16,3-1-1 0,-3-2 0 0,3-2 0 15,0 2-8-15,-3-3-2 0,3 0 0 0,-3-5 0 16,3 3-8-16,-3-3-12 0,0 0 2 0,0 0 1 16,6 0 9-16,-6 0 0 0,0 0 0 0,3-3 0 31,3 1-118-31,-3-1-22 0,0-5-4 0,0 0 0 0</inkml:trace>
  <inkml:trace contextRef="#ctx0" brushRef="#br0" timeOffset="57787.445">19335 14026 1429 0,'0'0'31'0,"0"0"6"16,0 0 43-16,0 0-72 0,0 0-8 0,0 0 0 0,0 0 0 0,0 0 84 0,0 0 16 15,0 0 2-15,0 0 1 0,0 0-19 0,0 0-3 0,0 0-1 0,0 0 0 16,0 0-14-16,0 0-3 16,0 0-1-16,0 0 0 0,0 0-14 0,-2 6-4 15,-1-1 0-15,0 3 0 0,0 0-21 0,0 0-5 0,0 0-1 0,0 2 0 16,3-2-6-16,0 3-2 16,-3-1 0-16,3 4 0 0,0-4-9 0,-3 4 0 0,3-1 0 0,0-3 0 15,-3 4 0-15,3-1 0 0,0 3 0 0,0-3 0 16,0 3 24-16,0-3-1 0,0 0 0 0,0 0 0 15,0 1-35-15,-3-1-8 0,3 3 0 0,0-3-1 16,0-2 21-16,0 2 0 0,0-3 0 0,0 1 0 16,0 0 0-16,3-1 0 0,-3-2-9 0,0 3 9 15,0-3 15-15,3 0 6 0,-3-3 2 16,0 3 0-16,0-3-82 16,0 3-16-16,0-3-3 0,0 3-1 15,0-5 13-15,0 2 2 0,0 0 1 0,0 1 0 0,0-1-31 0,0-5-6 16,0 5-2-16,-3 3-746 0</inkml:trace>
  <inkml:trace contextRef="#ctx0" brushRef="#br0" timeOffset="58533.952">19362 14974 1926 0,'0'0'42'0,"0"0"9"0,0 0 1 0,0 0 3 0,0 0-44 0,0 0-11 15,0 0 0-15,-3 5 0 0,3 3 60 0,-3-3 11 16,3 1 1-16,-3-1 1 0,3-5-18 0,0 8-4 16,-3-3-1-16,3 3 0 0,0 0-29 0,0 0-5 15,-3 2-2-15,3-2 0 0,0 3 23 16,-3 0 5-16,3-1 1 0,0 1 0 0,0-1-24 16,0 1-5-16,0 2-1 0,0 3 0 0,0-3-13 0,0 3 11 15,0-3-11-15,0 3 10 0,0 0-10 0,0-3 0 16,0 1 0-16,0-1 0 0,0 0 0 0,3 0 0 0,-3-2 0 15,0-1 0-15,3 1 0 0,-3 0 0 16,0-4 0-16,3 1 0 0,-3 3 0 0,3-3 0 0,0 0 0 0,-3 0 0 16,3 0 0-16,-3-3 8 0,3 0-8 0,-3 3 0 15,0-2 0-15,3 2 0 0,-3-3 0 0,0-3 0 16,0-2 0-16,0 8 0 0,3-2 0 0,-3-1 0 16,0-5-18-16,0 8-9 15,0-8-1-15,0 0-1 0,3 3-31 0,-3-3-7 16,0 0-1-16,3 2-645 0,-3-2-130 0</inkml:trace>
  <inkml:trace contextRef="#ctx0" brushRef="#br0" timeOffset="61900.103">15775 6414 922 0,'0'0'26'0,"0"0"6"0,-3-5-32 0,1 2 0 0,-1-2 0 0,3 5 0 16,-3-3 117-16,0-2 18 0,3 5 3 0,-6-3 1 16,3-2-19-16,0 0-3 0,0 2-1 0,3 3 0 15,0 0-12-15,-3-5-2 0,3-1-1 0,0 6 0 16,0 0-9-16,0 0-1 0,0 0-1 0,0 0 0 15,-3-2-17-15,3 2-3 0,0 0-1 0,0 0 0 0,0 0-12 0,0 0-2 16,0 0-1-16,-3 5 0 16,0-2-25-16,3 5-5 0,-3-1 0 0,3 4-1 0,-3 2-7 0,3 0 0 15,0 1-1-15,-3 2 0 0,3-1-4 16,-3 1-1-16,0 0 0 0,0 3 0 0,3-3 2 0,-3 2 0 16,0 3 0-16,0 0 0 0,0 3-12 0,3 0 12 15,-3-3-12-15,0 3 12 0,0 0-24 0,3-3-5 16,-3 0-1-16,0-2 0 0,0-3 31 0,3 2 7 15,-3-2 0-15,0 0 1 0,3 0-33 0,0-6-8 16,-3 4 0-16,3-1-1 0,-3-5 35 0,3 2 7 0,-3-2 2 16,0 0 0-16,3 0-23 0,0 0 0 15,-3 0 0-15,3-3 0 0,0 1-16 16,0 2-4-16,0-3 0 0,0 0-1 16,0 3-32-16,0-8-7 0,0 3 0 0,0-3-1 15,3 5-120-15,0 0-24 0,3-2-5 0,-6-3-1 0</inkml:trace>
  <inkml:trace contextRef="#ctx0" brushRef="#br0" timeOffset="63763.291">16046 6790 1269 0,'0'0'36'0,"0"0"8"0,0 0-36 0,0 0-8 0,0 0 0 0,0 0 0 16,0 0 110-16,0 0 20 0,0 0 4 0,0 0 1 16,0 0-41-16,0 0-8 0,-6 2-2 0,6-2 0 15,0 0-25-15,0 0-6 0,0 0-1 0,-6 0 0 16,6 0-16-16,0 0-4 0,0 0-1 0,0 0 0 15,0 0-7-15,0 0 0 0,0 0-1 0,0 0 0 0,0 0-7 0,0 0-2 16,0 0 0-16,0 0 0 16,0 0-3-16,0 0-1 0,0 0 0 0,0 0 0 0,0 6 2 0,0-6 0 15,3 2 0-15,0 4 0 0,3-4-4 0,-3 1 0 16,3-1 0-16,0-2 0 0,3 3-8 0,-3-3 8 16,3 3-8-16,0-3 8 0,3 0-8 0,-3 0 10 15,0 2-10-15,3-2 10 0,0 3-10 0,-4-3 8 16,4 3-8-16,-3-3 8 0,3 0-8 0,0 0 0 15,0 0 9-15,0 0-9 0,3 0 9 0,-3 0-9 16,3 0 12-16,-3 0-12 0,2 0 13 0,-2-3-4 16,3 3-1-16,0-3 0 0,-3 3 0 0,3 0 0 15,0 0 0-15,0-2 0 0,0 2-8 0,-1-3 10 16,1 3-10-16,0-3 10 0,0 3-10 0,-3 0 0 16,3 0 9-16,-3-2-9 0,3 2 8 0,-3 0-8 15,-4 0 8-15,4 0-8 0,-3 0 0 0,3 0 9 0,0 0-9 0,-3 0 0 16,3 0 11-16,-3 0-11 0,3 0 10 0,0 2-10 15,0-2 8-15,-1 0-8 0,1 0 0 0,0 3 9 16,0-3-9-16,0 3 0 0,3-3 0 0,-3 0 8 16,0 0-8-16,0 2 0 0,0-2 0 0,3 0 0 15,-4 0 0-15,1 3 0 0,0-3 8 0,0 3-8 16,0-3 0-16,0 0 0 0,-3 0 0 0,3 0 0 16,0 0 0-16,0 2 0 0,0-2 0 0,-1 0 8 15,-2 0-8-15,0 0 0 0,3 0 9 0,-3 0-9 16,0 0 8-16,0 3-8 0,3-3 8 0,-3 3-8 15,0-3 0-15,0 0 8 0,3 0-8 0,-4 0 0 16,4 0 0-16,-3 0 8 0,3 0-8 0,0 0 0 0,3 0 0 16,-3 0 9-16,0 0-9 0,-3 0 0 15,3 0 10-15,0-3-10 0,-1 3 8 0,1-3-8 16,0 3 8-16,0 0-8 0,0 0 8 0,0 0-8 16,0 0 9-16,-3 0-9 0,3 0 10 0,0-2-10 0,-3 2 0 15,3 0 8-15,-4 0-8 0,4 0 0 0,-3 0 0 0,0 0 0 16,0 0 8-16,0 0-8 0,0 0 0 0,0 0 0 15,0 0 0-15,-3 0 0 0,3 0 0 16,0 0 0-16,3 0 0 0,-6 0 0 0,2 0 0 0,1 0 0 16,0 0 0-16,0 0 0 0,0 0 0 0,0 0 0 0,0 0 0 15,0 2 0-15,0-2 0 0,0 3 8 16,0-3-8-16,0 3 0 0,0-3 0 0,0 0 0 0,-1 2 0 16,1-2 0-16,0 3 0 0,0-3 0 0,0 3 0 15,0-3 0-15,0 0 0 0,0 2 0 0,0-4 0 0,-3 2 0 16,3 2 0-16,0-2 0 0,-3 0 0 15,3 3 0-15,0-3 0 0,-4 0 0 0,4 0 0 0,0 2 0 16,-3-2 0-16,3 0 0 0,0 0 0 0,-3 0 0 16,6 0 0-16,-6 0 8 0,3 3-8 0,-3-3 0 15,0 0 8-15,3 0-8 16,-3 0 0-16,3 0 0 0,-3 0 9 0,3 0-9 0,-1 0 8 0,-2 3-8 16,6-3 10-16,-3 0-10 0,0 0 12 0,0 0-12 15,0 0 12-15,0 0-12 0,3 0 12 0,-3 0-12 16,0 0 12-16,0 0-4 0,0 0 0 0,2 2-8 15,-2-2 10-15,3 0-10 0,-3 0 8 0,0 0-8 16,3 3 9-16,-3 0-9 0,0-3 10 0,3 0-10 16,-3 0 0-16,0 2 0 0,0-2 0 0,0 3 0 0,-1 0 0 15,1-3 8-15,0 0-8 0,0 2 0 16,0-2 0-16,0 3 0 0,0-3 0 0,-3 3 0 0,3-3 0 0,0 0 0 16,0 2 8-16,-3-2-8 0,3 0 0 0,-3 3 0 15,3-3 0-15,-3 0 0 0,-1 3 0 0,1-3 0 16,3 0 0-16,0 0 0 0,-3 0 8 0,3 0-8 15,-3 0 0-15,3 0 0 0,0 0 8 0,0 0-8 16,0 0 0-16,3 0 9 0,-3 0-9 0,0 0 0 16,3 0 0-16,-1 0 8 0,-2 0-8 0,3 0 0 15,-3 0 0-15,3 0 8 0,0 0-8 0,-3 0 0 16,3 0 9-16,-3 0-9 0,0 2 0 0,0-2 8 16,0 0-8-16,0 3 0 0,-1-3 8 0,1 0-8 15,0 0 10-15,0 0-10 0,-3 0 8 0,3 2-8 16,0-2 0-16,0 0 9 0,0 0-9 0,0 0 8 0,-3 0-8 0,0 0 8 15,3 0-8-15,-3 0 0 0,0 0 0 0,0 0 8 16,-1 0-8-16,1 0 0 0,0 0 9 0,0 0-9 16,0 0 8-16,0 0-8 0,0 0 8 0,0 0-8 15,0 0 0-15,0 0 8 0,0 0-8 0,0 0 0 16,0 0 0-16,0 0 8 0,0 0-8 0,0 0 0 16,0 0 0-16,0 0 9 0,0 0-9 0,0 0 0 15,-3 0 9-15,3 0-9 0,-1-2 0 0,1 2 9 16,0 0-9-16,0 0 0 0,-3 0 9 0,3 0-9 15,0 0 9-15,-3 0-9 0,3 0 12 0,0 0-12 16,0 0 11-16,0 0-11 0,0 0 10 0,0-3-10 0,0 3 9 16,-3 0-9-16,6 0 8 0,-6 0-8 15,3 0 8-15,0 0-8 0,-3 0 0 0,3 0 8 16,0 0-8-16,-3 0 0 0,-3 0 9 0,5 0-9 16,1 0 8-16,-3 0-8 0,3 0 8 0,-6 0-8 15,6 3 8-15,-3-3-8 0,-3 0 8 0,6 0-8 0,-6 0 0 16,6 0 9-16,-6 0-9 0,0 0 0 0,3 2 8 0,3-2-8 15,-6 0 0-15,6 0 0 0,-6 0 8 0,0 0-8 16,3 0 0-16,-3 0 0 0,0 0 0 0,0 0 0 16,6 3 0-16,-6-3 0 0,0 0 0 0,0 0 0 15,6 0 0-15,-6 0 0 0,0 0 0 0,0 0 0 16,6-3-10-16,0 3 10 16,0-2-88-16,0-1-11 0,0-2-1 0,0 0-828 0,3-1-164 15</inkml:trace>
  <inkml:trace contextRef="#ctx0" brushRef="#br0" timeOffset="65664.175">18160 6895 1368 0,'0'0'30'0,"0"0"6"0,0 0 2 0,0 0 0 0,0 0-30 0,0 0-8 0,0 0 0 0,0 0 0 15,0 0 125-15,0 0 24 0,-3-5 5 0,3 5 1 16,-6-2-37-16,3-1-7 0,-3 3-2 0,0-3 0 16,6 3-30-16,-6 0-7 15,3 0 0-15,-3 0-1 0,-3 0-22 0,6 0-4 0,-3 3-1 0,0 0 0 16,0-1-16-16,3 1-3 0,-3-1-1 0,0 4 0 16,3-1-16-16,0 0-8 0,3-5 8 0,-3 6-8 15,0 2 0-15,3-8 0 0,0 5 0 0,3 3 0 16,-3-3 0-16,3 0 0 0,3-2 0 0,0 2 0 15,0-2-9-15,0 0 9 0,3-1 0 0,-3 1 0 16,3-3 0-16,0-3 0 0,0 1 0 0,0 2 0 16,-3-3 0-16,3-2 0 0,0 2 0 0,-3-2 0 15,0-1 9-15,0 1-1 0,-4 0 0 0,1 0 0 16,0-1 17-16,0 1 3 0,-3 0 1 0,0-1 0 16,0 6 3-16,-3-5 1 0,3 0 0 0,-3-3 0 15,0 3-8-15,1-1-1 0,-4-2-1 0,3 3 0 16,-3 0-9-16,3-1-2 0,-3 1 0 0,0 3 0 0,0-4-4 15,0 4-8-15,-3-1 11 0,3 0-11 0,-3 3 8 16,0 0-8-16,0 0 0 0,0 0 0 0,0 3 0 16,0 0 0-16,0-1 0 0,1 1 0 0,-1 2 0 0,0 0 0 15,0 1 0-15,0-1 0 0,0 0 0 0,3 3 0 16,0 0 0-16,0-2-9 0,0 1 9 0,3 1-8 16,-3-2 8-16,3 2-8 0,3 0 8 0,0-3-10 15,0 3 10-15,3 0-10 0,0-3 10 0,0 3-10 0,0-3 10 16,3 1-10-16,0-1 10 0,3 0 0 0,-3 0 0 0,3 1-8 15,0-4 8-15,3 1 0 0,-3-3 0 16,2 3-8-16,-2-3 8 0,0-3 0 0,0 3 0 0,0-3 0 16,0 1 0-16,0-1 0 0,-3-2 0 0,0 2 8 15,0-2 0-15,0 2 1 16,-3-2 0-16,-3 2 0 0,3 1 27 0,-3-4 4 0,3 1 2 16,-3 0 0-16,0 5-34 0,-3-6-8 0,0 1 0 0,0 3 0 15,-3-4 0-15,3 4 10 0,-3-1-10 0,0-2 10 16,0 2-10-16,-3 3 8 0,3 0-8 0,0 0 8 15,-3 0-8-15,3 0 0 0,0 0 0 0,0 3 0 16,0-1 0-16,3 1 0 0,-2 0 0 0,5-3 0 16,-3 8 0-16,-3-3 0 0,6-5-8 0,0 8 8 15,0-3 0-15,3 0-9 0,0 1 9 0,0 2 0 16,2-3-8-16,-2 0 8 0,3-2 0 0,0 2 0 16,3-2-8-16,-3-1 8 0,3 1 0 0,0-3 0 0,-3 0 0 0,3 0 0 15,-3-3 0-15,3 1 0 16,-3-1 0-16,0-2 9 0,0 2-1 0,0 0 0 0,-3-2 0 0,0 3 0 15,0-4 0-15,0 1 0 0,-3 0 0 0,0 5 0 16,0-3 0-16,0-2 0 0,0-1-8 0,0 1 0 16,-3 0 0-16,0 0 0 0,3 5 0 0,-3-6 0 15,0 4 0-15,0-4 0 0,0 4 0 0,3 2-12 16,-6-6 2-16,6 6 1 16,-6 0-55-16,0-2-12 0,0 2-1 0,6 0-1 15,0 0-118-15,-6 2-23 0,3 4-5 0</inkml:trace>
  <inkml:trace contextRef="#ctx0" brushRef="#br0" timeOffset="66877.748">18181 6930 2188 0,'0'0'48'0,"0"0"11"0,0 0 1 0,0 0 1 0,0 0-49 0,-3-5-12 0,3 5 0 0,0 0 0 15,-6-3 105-15,6 3 19 0,0 0 3 0,0 0 1 16,0 0-52-16,-6 0-9 0,6 0-3 0,-6 3 0 16,0 2-51-16,0 0-13 0,3 0 0 0,-3 3 0 15,3 0 0-15,0 3 0 0,3-1 0 0,-3 1 0 0,3 2 0 0,0 1 0 16,0 1 0-16,0-1 0 15,0 2 0-15,0-1 0 0,0 1 0 0,0 0 0 16,3 0 0-16,0-3 0 0,-3 3 0 0,3-3 0 16,-3 3 0-16,3-3 0 0,0 1 0 0,-3-1 0 15,3 0 54-15,-3 0 8 0,3 1 2 0,-3 1 0 16,3-4-52-16,-3 2-12 0,3 1 0 0,-3-4 0 0,0 3 0 0,3 1 0 16,-3 1 0-16,0-1 0 0,3-1 0 0,-3 3 0 15,0-3 0-15,0 3 0 0,0 0 0 0,0-3 0 16,0 3 0-16,0 0 0 0,0 0 0 0,0-3 0 0,0 3 0 15,0-3 0-15,0 3 0 0,0-3 0 0,0-2 0 16,0 2 0-16,0-3 0 0,0 1 0 0,0 0 0 0,0 2 0 16,-3-3 0-16,3 1 0 0,0 0 0 15,0-1 0-15,0-2 0 0,0 3 0 0,0-3 0 16,0 0 0-16,0 0 0 0,0-1 0 0,0-1 0 0,0 2 0 16,0 0 8-16,0-3-8 0,0 3 0 15,0 0 0-15,0-3 8 0,0 3-8 0,0-3 0 0,0 3 0 16,0-2 0-16,0 2 0 0,0-1 0 0,0-1-10 15,0-1 10-15,0 3 11 0,0-3-3 0,0 3 0 16,3-3-8-16,-3 1 0 0,0-1 9 0,0 0-9 16,0 1 0-16,0-1 8 0,0 0-8 0,0 3 0 15,0-8 0-15,-3 5 0 0,3 1 0 0,0-1 8 16,0 0-8-16,0 1 0 0,0-6 0 0,0 5 8 16,0-5-8-16,0 5 0 0,0 1 0 0,0-1 8 15,0 0-8-15,0-5 0 0,0 0 0 0,0 5 0 16,0-5 0-16,0 6 0 0,0-6 0 0,0 8 0 15,0-8 0-15,3 2 0 0,-3-2 0 0,0 6 0 0,0-6 0 16,3 5 0-16,-3-5 0 0,3 2 0 0,0 1 0 0,-3-3 0 16,3 5 0-16,0-2 8 0,0 0-8 0,0-3 0 15,-3 0 0-15,5 2 0 0,1 4 0 16,-3-6 0-16,3 0 0 0,0 2 8 0,-3-2-24 16,3 0-5-16,0 0-1 0,0 0 0 0,0 0 36 0,0 0 7 15,0 3 2-15,0-3 0 0,3 0-37 16,-3 0-7-16,3 0-2 0,0 0 0 0,0-3 23 0,0 3 0 15,0 0 0-15,-1 0 0 0,1 0 0 0,0 0 0 16,0 0 0-16,0-2 0 0,0 2 0 0,0 0 0 16,0-3 0-16,0 3 0 0,0-3 0 0,0 3 0 0,0 0 0 0,0 0 0 15,0-2 20-15,-4 2 8 16,4 0 1-16,0-3 1 16,-3 3-48-16,3-3-10 0,0 3-1 0,-3 0-1 0,3 0 30 0,0-2 0 15,-3 2 0-15,3-3 0 0,-3 3 0 0,0 0 0 0,3 0 0 0,-3 0 0 16,0 0 0-16,3 0 0 0,-4-3 0 0,4 3 0 15,-3 0 0-15,0 0 0 0,3 0 0 0,-3 0 0 16,0 0 0-16,3 0 0 0,-3 0 0 0,3 0 0 16,-3 0 0-16,3-2 0 0,0 2 0 0,-3-3 0 15,3 3 20-15,0 0 9 0,0 0 3 0,-1-2 0 16,-2 2-52-16,3 0-9 16,0 0-3-16,-3 0 0 0,3 0 54 0,-3 0 10 0,3 0 3 0,-3 0 0 15,3 0-5-15,-3-3-1 0,3 3 0 0,-3 0 0 16,0 0-74-16,0 0-15 15,0-3-4-15,0 3 0 0,0 0 103 0,-1 0 20 0,-2 0 4 0,3 0 1 16,0 0-52-16,-3 0-12 0,-3 0 0 0,6 0 0 16,-3-2 0-16,3 2 0 0,0 0 0 0,-3 0 0 15,-3 0 0-15,6 0 0 0,-3 0 0 0,3 0 0 0,-6 0 0 0,0 0 0 16,3 0 0-16,3 0 0 0,0 0 0 0,-3 0 0 16,-3 0 0-16,6 0 0 0,-3 0 0 0,-3 0 0 15,0 0 0-15,6 0 0 0,0 0 0 0,-3 0 0 16,-3 0 0-16,0 0 0 0,6 0 0 0,-6 0 0 0,3 0 0 15,-3 0 0-15,0 0 0 0,6 2 0 0,-6-2 0 16,0 0 0-16,3 0 0 0,-3 0 0 0,0 0 0 0,0 0 0 16,0 0 0-16,0 0 0 0,6 0 0 0,-6 0 0 31,2-2-100-31,1-4-22 0,0 4-5 0,0-4-1 16,-3 1-102-16,0 2-21 0,-6-10-4 0,1 3-1 0</inkml:trace>
  <inkml:trace contextRef="#ctx0" brushRef="#br0" timeOffset="77334.469">16448 16180 1436 0,'0'0'32'15,"0"0"6"-15,-6 0 2 0,0-2 0 0,3 2-32 0,-3 0-8 0,0-3 0 0,0 0 0 0,3 1 66 0,-2 2 12 16,2-3 2-16,3 3 1 0,-6 0-13 0,6 0-4 16,-3-3 0-16,-3 3 0 0,6 0 14 0,-6 3 2 15,0-3 1-15,0 3 0 0,3-3-30 0,-3 5-7 16,0-2 0-16,0 2-1 0,0 0-11 0,0 3-1 16,0-3-1-16,-3 1 0 0,3 2-10 0,0 0-1 15,-3 0-1-15,3 2 0 0,0 1-10 0,0-1-8 16,1 4 12-16,-1-1-12 0,0 3 18 0,0 0-3 15,3 2-1-15,0 3 0 0,0 3-14 0,-3 0 0 16,6 0 0-16,0-1 0 0,0 4-11 0,3-6-5 0,3 0 0 0,-3 0-1 16,3-2 27-16,0-3 6 0,0 0 0 15,2-3 1-15,1 0-17 0,0 0 0 16,0 1 0-16,3-4 0 16,-3 1-17-16,0-1-7 0,0 4-2 0,0-4 0 0,0 1 14 0,0-1 2 0,-3 1 1 0,-3 0 0 15,3 2-3-15,-3-3 0 0,-3 1 0 0,0 2 0 16,0 0 1-16,0 1 0 0,-3-1 0 0,-3 0 0 15,0 3-7-15,-3-3-2 0,0 0 0 0,-3 3 0 16,0-5 6-16,0 2 1 0,0 0 0 0,0-2 0 16,0-1 13-16,1 1 0 0,-1-3-10 0,0-3 10 15,0 3 20-15,0-2 8 0,3-4 1 0,0 3 1 16,3-2-30-16,-3 2 0 0,3-5-11 0,6 0 11 16,0 0 0-16,-6 3 0 0,6-3 9 0,0 0-1 15,0 0 7-15,0 0 1 0,0 0 1 0,0 0 0 16,0 0-27-16,0 0-6 0,0 0 0 0,0 5-1 15,3 1 65-15,0-1 12 0,0-2 4 0,3 2 0 16,-3 0-64-16,3 0-24 0,0 3 0 0,0-2 1 16,0 2 36-16,0 2 7 0,0-2 2 0,3 5 0 0,-3 1-22 15,3 1 0-15,-3 1 0 0,0 6 8 0,2 1-8 16,-2 4 0-16,3-1 0 0,-3 3 0 0,0 3 0 16,0-5 0-16,0-1 0 0,-3 1 0 0,3-4 0 0,-3 1 0 15,3-5 0-15,-3 4 0 0,0-1 0 0,0 1 0 16,0 1 0-16,0 3 0 0,0 2 31 0,0 0 5 0,0 0 0 15,0 3 1-15,0-3-21 0,0-3-4 0,0 1 0 0,0-6-1 16,0-2 1-16,0-1 0 0,0-2 0 16,3 0 0-16,-3-3-12 0,0 0 8 0,0-2-8 0,2-1 8 15,-2 1 7-15,3 0 1 16,-3-3 0-16,0 2 0 0,3-2-16 0,-3 0 11 0,3 0-11 0,-3 0 10 16,0-3-10-16,0 3 0 0,3 0 0 15,-3-3 8-15,3 3-8 0,-3 0 0 0,0 0 0 0,0 0 0 16,0-3 0-16,0 3 0 0,3-2 0 0,-3-1 0 15,0 0 0-15,-3 0 0 0,3-2-14 0,-3-3 5 32,0 0-105-32,0 0-21 0,0 0-4 0,3-5-1026 0</inkml:trace>
  <inkml:trace contextRef="#ctx0" brushRef="#br0" timeOffset="85492.412">19225 16276 1854 0,'0'0'40'0,"0"0"9"0,-6 2 2 0,3 3 1 15,-3 1-41-15,1-1-11 0,-1 3 0 0,-3 0 0 0,3 0 57 0,-3 0 10 16,3 5 1-16,-3-2 1 0,0 2-36 0,0 0-7 15,3 3-2-15,-3 2 0 0,3-2-24 0,0 0 0 16,-3 3 0-16,3-3 0 0,0 0 0 0,0-1 0 16,3 1 0-16,-3 0 0 0,4 0 56 0,-1-3 7 0,3 0 1 0,-3 3 0 15,3-2-64-15,0-1-28 0,0-3 3 16,3 6 0 0,-3-3-11-16,3 1-3 0,-1-1 0 0,4 0 0 0,-3 0 39 15,3 1 0-15,3-4 0 0,0-2 0 16,0 0-59-16,0 0-4 0,3-5-1 0,-3 2 0 0,3-5 76 0,0 0 16 0,3 0 2 0,-3-3 1 15,2-2-31-15,1-3 0 0,-3-2 0 0,0 2-10 16,3-6 10-16,-3 1 0 0,3 0 0 0,-3-3 0 16,3 3 17-16,-6 0 3 0,-1-3 0 0,1 2 0 15,0 1-3-15,-3-3 0 0,0 0 0 16,0 1 0-16,-3-1 26 0,0 0 5 0,0-3 0 0,-3 1 1 16,0-1 24-16,0 3 5 0,-3 1 1 0,0-4 0 15,0 6-34-15,-3-3-6 0,-3 5-2 0,0 1 0 16,0-1-4-16,0 3-1 0,-5 0 0 0,2 3 0 15,0 2-17-15,0 1-4 0,-3-1-1 0,3 6 0 16,0-1-20-16,-3 1-4 0,3 2-1 0,0 3 0 16,1-2 15-16,2 1 0 0,-3 4 0 0,3-3 0 15,0 3-54-15,3 2-8 0,0 0-2 0,3 0 0 16,0 0-153-16,3-2-31 0</inkml:trace>
  <inkml:trace contextRef="#ctx0" brushRef="#br0" timeOffset="86379.765">19252 17458 1728 0,'0'0'38'0,"0"0"8"0,-3 6 2 0,0-1 0 15,-3 0-39-15,3-2-9 0,0 5 0 0,-3-3 0 0,3 3 99 0,0 0 17 16,-3-3 4-16,3 3 1 0,0 0-43 0,0 0-9 16,-2 0-1-16,2 0-1 0,0 0 1 0,-3 2 0 15,3 1 0-15,0-3 0 0,0 3-55 0,0 2-13 0,0-3 0 0,0 4 0 16,0-1 0-16,0 0 0 0,3 3 0 0,-3-3 0 16,3 3 0-16,-3-3 0 0,6 3 0 15,-3-3 0-15,0 1 0 0,0-1 0 0,3 0 0 16,-3 0 0-16,3-2 0 0,3-1 0 0,-3 4 0 0,0-6 0 31,3 2-48-31,-3-2-13 0,3 0-3 0,0 3 0 16,-1-3 0-16,1 2 0 0,0-2 0 0,3 0 0 15,-3 0 0-15,0-3 0 0,3 1 0 0,-3-1 0 16,0-5 19-16,3 3 3 0,-3-3 1 0,3-3 0 0,-3 0 14 16,3 1 3-16,0-6 1 0,-3 2 0 15,3-2-33-15,0 0-6 0,-1 1-2 0,1-1 0 0,-3-3 96 0,0 0 18 0,0 3 4 0,0-2 1 16,-3-1 0-16,3 1 0 0,0-1 0 0,-3-2 0 15,0 0 15-15,0 2 3 0,0-5 1 0,-3 3 0 16,3-3-10-16,-3 3-1 0,3-3-1 0,-3 0 0 16,0 0-10-16,-3 0-1 0,3 3-1 0,-3 0 0 15,3 0 30-15,-3-1 7 0,0 4 1 0,-3-1 0 16,3 1-71-16,0-1-17 0,-3 3 0 0,0 3 0 0,0-3 55 0,0 3 7 16,0-3 2-16,-3 5 0 0,0-2-52 15,4 2-12-15,-4 1 0 0,0-1 0 0,0 3 0 0,0-3 0 16,0 3 0-16,-3 0 0 0,3 0 0 0,0 0 0 15,-3 0 0-15,3 0 0 0,0 0 0 0,-3 0 0 16,4 0 0-16,-4 3 0 0,3-3 0 0,0 0 0 16,3 3 0-16,-3-1 0 0,3-2-16 0,0 0-7 15,0 0-1-15,6 0 0 16,-6-2-115-16,0-1-23 0,3 0-5 0,0-2-628 16,0 0-125-16</inkml:trace>
  <inkml:trace contextRef="#ctx0" brushRef="#br0" timeOffset="87718.759">15790 8793 1497 0,'0'0'32'0,"0"0"8"0,0-6 0 0,0 1 4 0,0 0-36 0,3-1-8 0,-3 1 0 0,0 0 0 16,0 0 104-16,-3 2 20 0,3 3 3 0,0-5 1 0,-3-1-16 0,3 6-4 16,0 0 0-16,-6-2 0 0,0-1-19 0,3 0-4 15,-2 3-1-15,-1 3 0 0,0 0-76 0,-3 2-16 16,0 0-4-16,-3 1 0 0,0 2 20 0,0-1 3 15,0 1 1-15,0 6 0 0,-3-4-12 0,3 1 0 16,-2 2 0-16,-1 0 0 0,0 3 0 0,3-3 0 16,0 3 0-16,0 3 0 0,3-3 0 15,0 0 0-15,3-1 0 0,0 1 0 0,0 0 0 16,3 0 0-16,3-3 0 0,0 3 0 16,3-3-49-16,3 1-12 0,0-1-3 0,0-3 0 0,3 1 52 0,3-3 12 15,0 0 0-15,3-3 0 0,0 0 0 0,3-2 0 16,-1 0 0-16,4-3 0 15,-3-3-54-15,0 3-8 0,0-5-2 0,0 0 0 0,0-1 52 0,-1-2 12 16,1-2 0-16,3-1 0 0,0-2 48 0,-3 2 13 0,0-2 3 0,3 0 0 16,-7 2 0-16,4 1 0 0,-3-1 0 0,-3-2 0 15,-3 2-52-15,0 1-12 0,0-1 0 0,-6-2 0 16,0 0 56-16,-3 2 9 0,-3-2 2 16,0 2 0-16,-3-2-29 0,0 2-6 0,-6-2 0 0,0 0-1 15,0 0-16-15,-6 0-3 0,3 2-1 0,-2-2 0 16,2 2-11-16,-3 3 0 0,3 0 9 0,-3 3-9 15,3-3 0-15,0 5 0 0,0 1 0 0,1 2-8 16,-4 2-20-16,3-2-4 0,-3 6-1 0,0-4 0 16,3 4-119-16,0-1-23 0,3-2-5 0</inkml:trace>
  <inkml:trace contextRef="#ctx0" brushRef="#br0" timeOffset="89309.119">16252 9031 1074 0,'0'0'30'0,"0"0"8"0,0 0-30 0,0 0-8 0,0 0 0 0,0 0 0 16,0 0 52-16,0 0 10 0,0 0 2 0,0 0 0 16,0 0 0-16,0 0 0 0,0 0 0 0,0 0 0 15,6 0-52-15,-6 0-12 0,6 0 0 0,-6 0 0 16,3 0 54-16,3 2 8 0,0-2 2 0,-4 3 0 16,4-3-1-16,0 3 0 0,0-3 0 0,0 2 0 15,0 1-35-15,3-3-6 0,0 3-2 0,0-1 0 16,3 1-1-16,0 0-1 0,0-1 0 0,0-2 0 15,0 3-6-15,-1 0-2 0,7-1 0 0,-3-2 0 16,0 3-1-16,0-1 0 0,3-2 0 0,-3 3 0 16,0-3 1-16,-1 3 0 0,-2-3 0 0,0 0 0 15,3 0-10-15,0 0 0 0,-3 0 0 0,3-3 0 16,0 3 0-16,0 0 0 0,0-3 0 0,-1 3 0 16,1 0 0-16,0-2 0 0,0-1 0 0,0 3 0 15,3-2 0-15,-3 2 0 0,3-3 0 0,-4 3 0 16,1 0 17-16,0-3 8 0,3 3 2 0,-3 0 0 15,0 0-15-15,0 0-2 0,-3-2-1 0,2 2 0 0,-2-3 0 16,0 3 0-16,0-3 0 0,-3 1 0 0,3-1 1 0,-3 3 0 16,3-3 0-16,0 1 0 0,0-1-1 0,0 0 0 15,-1 1 0-15,1-1 0 0,3 1-9 16,-3-1 0-16,6 3 0 0,-3 0 0 0,0-3 0 0,0 1 0 16,3 2 0-16,-4-3 0 0,4 3 0 0,-3 0 0 15,3 0 0-15,0 0 0 0,-3 0 53 0,0 0 9 16,3 0 2-16,-4 0 0 0,1 0-52 0,0 0-12 0,-3 0 0 15,0 0 0-15,0 0 0 0,0-3 0 16,0 3 0-16,0-2 0 0,0-1 0 0,-1 3 0 16,4 0 0-16,-3-3 0 0,3 3 0 0,-3 0 0 0,3-2 0 15,0 2 0-15,3-3 0 0,-3 3 9 0,2 0-9 16,1 0 8-16,-3 3-8 0,0-3 0 0,3 0 0 0,-3 0 8 16,0 2 0-16,0-2-8 0,-1 0 12 0,1 3-4 15,0-3 1-15,0 0 0 0,-3 0 0 0,0 0 0 16,0 0-1-16,0 0-8 0,0-3 12 0,-1 3-4 15,1 0-8-15,3-2 0 0,-3 2 0 0,3 0 8 16,-3-3-8-16,0 3 10 0,3 0-10 0,-3 0 10 16,0 0-10-16,2 0 8 0,1 0-8 0,0 0 8 15,-3 0-8-15,3 0 10 0,0 0-10 0,-3 0 10 16,0 0-10-16,0 3 8 0,2-1-8 0,-2-2 8 16,0 3-8-16,3-3 12 0,-3 3-12 0,0-1 12 15,-3-2-12-15,3 3 8 0,0-3-8 0,-3 0 8 0,0 3-8 16,0-1 8-16,-1-2-8 0,1 0 8 0,0-2-8 15,0 2 8-15,0 0-8 0,3 0 8 16,-3 0-8-16,0-3 0 0,3 3 9 0,0 0-9 0,0 0 0 16,-3 0 8-16,3 0-8 0,-1 0 0 15,-2 0 8-15,3 0-8 0,0 0 8 0,-3 0-8 16,3 0 0-16,-3 0 9 0,0 0-9 0,3 0 0 0,-3 0 9 0,3 0-9 16,-3 0 0-16,-1 0 9 0,1 0-9 0,0 0 0 15,3 0 0-15,-3 3 0 0,0-3 0 0,0 2 0 16,0-2 0-16,0 0 0 0,0 3 0 0,0-3 0 15,-3 0 8-15,0 0-8 0,3 0 0 0,-3 0 0 16,-1 0 0-16,4 0 0 0,-3 0 0 0,-3 0 8 0,3 0-8 0,0 0 0 16,0 0 0-16,0-3 0 0,0 3 8 0,-3 0-8 15,3 0 0-15,0 0 0 0,0 0 0 16,0 0 8-16,3 0-8 0,-3 0 0 0,0-2 0 16,0 2 8-16,0 0-8 0,0 0 0 0,0 0 0 0,-1-3 0 15,1 3 0-15,0 0 0 0,0 0 8 0,-3 0-8 16,3 0 0-16,0 0 0 0,-3 0 0 0,3 0 0 15,0 0 0-15,-3 0 8 0,-3 0-8 0,6 0 8 16,0 0-8-16,-3 0 0 0,-3 0 0 0,0 0 8 16,6-3-8-16,-6 3 0 0,6 0 0 0,-6 0 8 15,6 0-8-15,-6 0 0 0,0 0 0 0,0 0 8 16,0 0-8-16,0 0 0 0,0 0 9 0,0 0-9 16,0 0 0-16,0 0 0 0,0 0 0 0,0 0 8 15,0 0-8-15,0 0 0 0,0 0 0 0,0 0 0 16,0 0-19-16,0 0-5 0,0 0 0 0,0 0-1 15,0 0-92-15,0 0-19 0,0 0-3 0,3-2-650 16,3-1-131-16</inkml:trace>
  <inkml:trace contextRef="#ctx0" brushRef="#br0" timeOffset="94168.133">17948 9010 1267 0,'0'0'28'0,"0"0"5"0,0 0 2 0,0 0 1 0,0 0-36 0,0 0 0 0,0 0 0 0,0 0 0 0,0 0 94 0,0 0 12 16,0 0 2-16,0 0 1 0,0 0-35 0,0 0-7 15,0 0-2-15,3 5 0 0,-3 0-4 0,0 3-1 16,3-3 0-16,-3 1 0 0,0-1-11 0,3 0-2 16,-3 3-1-16,0-2 0 0,3 1-16 0,-3 4-3 0,0-3-1 0,3 5 0 15,-3-2-10-15,0 2-1 0,3 0-1 0,-3 1 0 16,3-1-14-16,-3 3 0 15,3-3 0-15,-3 0 0 0,0 0 54 0,3 1 8 0,-3-1 2 0,0 0 0 16,0 0-52-16,0 0-12 16,0 1 0-16,0-1 0 0,-3 0 0 0,3 0 0 0,-3-2 0 0,3 2 0 15,-3 0 0-15,0 1 0 16,3 2 0-16,0 2 0 0,-3-2 0 0,0 2 0 0,3 1 0 16,-3 2 0-16,0 0 0 0,3-2 0 0,0 2 0 0,-3 0 0 15,3-2 0-15,0-3 0 0,0-1 0 0,-3 1 0 16,3-2 0-16,0 1 0 0,0-1 0 0,0 2 0 15,0-6 0-15,-3 3 0 0,3 1 0 0,0-4 0 16,-3 3-16-16,3 1-5 0,0-4-2 0,0 3 0 16,0 1 23-16,0-4 0 0,0 3 0 0,0 3 0 15,-3-2 0-15,3-1 0 0,0 0 0 0,-2 0 0 16,2 3 0-16,0-3 0 0,0 1 0 0,0-1 0 16,0-3 0-16,0 4 0 0,0-1 0 0,0-5 0 0,0 2 0 15,0 1 8-15,0-3-8 0,0 0 0 0,0-3 0 16,2 3 0-16,-2 0 0 0,0-3 0 0,0 1 10 0,3-1-10 15,-3 0 12-15,3-2-12 16,-3 2 14-16,3 0-4 0,-3 1-1 0,0-1 0 0,3 0-1 16,-3-5-8-16,3 6 12 0,-3-6-4 0,3 5-8 15,-3-5 0-15,3 5 9 0,3-2-9 0,-3 2 0 0,0-2 9 16,3-1-9-16,-3 1 0 0,3 0 8 0,0-1-8 16,-3-2 0-16,3 3 0 0,0-3 0 0,0 3 8 15,0-1-8-15,3-2 0 0,-3 0 8 0,0 0-8 16,3 0 0-16,-3 0 0 0,2 0 10 0,-2 0-10 15,3 0 8-15,0 0-8 0,0 0-11 0,-3 0-7 16,3 0-2-16,0 0 0 0,0 0 20 0,-3 0 0 0,0-2 0 0,3 2 0 16,-3-3 26-16,3 3 9 0,-3 0 1 0,3 0 1 15,-3-3-23-15,-1 3-5 0,4-2-1 0,-3 2 0 16,3 0-8-16,-3-3 0 0,3 3 0 16,0-3 0-16,0 1 0 0,0 2 0 0,3 0 0 0,-3-3 0 15,0 3 0-15,0-3 0 0,0 3 0 0,0-2 0 16,-1 2 17-16,1-3 2 0,0 3 0 0,0 0 0 15,-3 0-19-15,3 0 0 0,0 0 0 0,0 0 0 16,0 0-13-16,0 0-7 0,0 0 0 0,-3 0-1 16,3 0 21-16,-3 0 0 0,3 0 0 0,-3 3 0 15,2-3 0-15,-2 0 0 0,0 0 0 0,3 0 0 16,-3 0 0-16,0 0 0 0,0 0 0 0,0 0 0 16,3 0 0-16,-3 0 0 0,0 0 0 0,0 2 0 15,0-2 0-15,3 0 0 0,-3 0 0 0,0 0 0 16,0 0 0-16,-3 0 0 0,3 0 0 0,-1 0 0 15,-2 0 0-15,3 0 0 0,0 0 0 0,0-2 0 0,0 2 17 0,-3 0 2 16,3 0 0-16,0 0 0 0,-3 0-19 0,3 0 0 16,0 0 0-16,0 0 0 0,0-3 0 0,0 3 0 15,0 0 0-15,-3 0 0 0,3 0 0 0,0 0 0 16,0 0 0-16,0 0 0 0,0 0 0 0,0 0 0 16,0 0 0-16,-1 0 0 0,1 0 0 0,-3 0 0 15,3 0 0-15,0 0 0 0,0 0 0 0,0 0 0 0,-3 0 0 16,-3 0 0-16,6 0 0 0,0 0 0 0,0 0 0 0,0 0 0 15,0 0 0-15,0 0 0 0,-3 0 0 0,-3 0 0 16,6 0 0-16,3 0 0 16,-6 0 0-16,3 0 0 0,0 0-10 0,-6 0-6 0,6 0 0 15,-3 0-1-15,3 0 17 0,-3 3 0 0,2-3 0 16,1 0 0-16,-3 0 10 0,-3 0 6 0,6 0 0 16,0 0 1-1,0 0-35-15,-3 0-7 0,3-3-2 0,-6 3 0 16,3 0-65-16,3-2-12 0,-3-1-4 0,0-2-652 0,3-1-130 0</inkml:trace>
  <inkml:trace contextRef="#ctx0" brushRef="#br0" timeOffset="98115.052">17984 8967 1314 0,'0'0'37'0,"0"0"8"0,0 0-36 0,-6 0-9 0,0 0 0 0,0-2 0 15,6 2 104-15,-6 0 20 0,0 0 3 0,-3 0 1 16,3 0-52-16,1 0-9 0,5 0-3 0,-9 0 0 15,3 0 0-15,0 0 0 0,0 2 0 0,-3-2 0 16,3 3-51-16,6-3-13 0,-6 0 0 0,0 5 0 16,6-5 0-16,-6 3 0 0,0 2 0 0,0-2 0 15,3 2 0-15,0 0 0 0,0 1 0 0,0-1 0 16,3 3 0-16,0-3 0 0,0 1 0 0,3-1 0 16,-3 0 0-16,3 0 0 0,3-2 0 0,0 2 0 15,0-2 0-15,0 0 0 0,0-1 0 0,3-2 0 16,0 3 0-16,-3-3 0 0,3-3 0 0,0 3 0 15,-1-5 0-15,4 2 0 0,-3 1 0 0,3-4 0 16,-3 1 0-16,0 0 0 0,0-3 0 0,0 3 0 16,0-1 54-16,0-2 8 0,-3 3 2 0,0-3 0 15,-3 3-32-15,0 0-7 0,0-1-1 0,-3-2 0 16,0 3 13-16,0 0 3 0,0-3 0 0,-3 2 0 16,-3 1-3-16,3 0 0 0,-3 2 0 0,0-2 0 0,0 0-21 0,-3 2-5 15,3 0-1-15,-3 1 0 0,3 2 6 0,-3-3 0 16,0 3 1-16,0 3 0 0,3-3-17 0,-3 2 0 15,1 1 0-15,-1 0 0 0,3 2 0 0,0 0 0 16,0 1 0-16,0 1 0 0,0-1 0 0,0 2 0 16,3 2 0-16,-3-2 0 15,6 0-48 1,-3 3-12-16,3-1-4 0,3 1 0 0,-3-3 64 0,3 2 0 0,3 1 0 0,-3 0 10 0,3-3-10 16,0-1-9-16,3-1 9 0,-3-1-13 0,3 0 13 0,-1-2 0 15,1 0 0-15,0-1 0 0,0-2 0 0,3-2 0 16,-3-1 0-16,0 0 0 0,0 1 0 0,0-4 0 0,-3 1 0 0,3-3 0 15,-3 3 0-15,0 0 0 0,0-3-10 16,-3 2 10-16,3-2 0 0,-3 1 18 0,0 1-3 0,-3-2-1 16,0 0 10-16,0 3 1 0,-3-3 1 0,0 3 0 15,-3-3-3-15,3 3-1 0,-3-3 0 0,-3 2 0 16,3 1-14-16,-3 0-8 0,3-1 10 0,-3 1-10 16,0 0 0-16,-3 2 0 0,3 1 0 0,-3-1 0 15,3 0 0-15,0 1 0 0,1 2 0 0,-1 2 0 16,0-2 0-16,0 3 0 0,0 2 0 0,0 1 0 15,0-1 0-15,0 0 0 0,-3 3 0 0,3 0 0 16,3 0 0-16,-3 0 0 0,3 2 0 0,0 1 0 16,3 0 0-16,0 2 0 0,3 0 0 0,0 3 0 15,0-3-45-15,0-2-15 16,3 2-4-16,0-2 0 0,0-1 52 0,3 1 12 0,-3-3 0 0,6 0 0 16,-3 0 0-16,3-3 0 0,0-2 0 0,0-1 0 15,0-2 0-15,3 0 0 0,0-2 0 0,0-1 0 0,3-2 0 16,-1-1 0-16,1-2 0 0,-3 0 0 15,3 0 0-15,-3 1 0 0,0-4 0 0,-3 0 0 0,3 1 0 0,-3-1 0 16,-3 3 0-16,0-2 0 0,-1 2 48 0,-2-3 13 16,0 1 3-16,0 2 0 0,-3 0-52 0,-3 0-12 15,3-3 0-15,-3 3 0 0,-2 0 0 0,2 3 0 16,-6-3 0-16,3 0 0 0,-3 3 54 0,0-3 8 0,0 5 2 16,0-2 0-16,-3 2-52 0,0 1-12 0,0-1 0 0,0 3 0 15,3 3 0-15,-5-3 0 0,2 5 0 0,0-2 0 16,3-1 0-16,-3 4 0 0,0-1 0 0,3 3 0 15,0 0 0-15,3 0 0 0,0 0 0 0,0 0 0 16,3 2 0-16,-3-2 0 0,6 0 0 0,0 3 0 31,0-1-48-31,3-2-13 0,0 0-3 0,0 0 0 0,3-3 52 0,3 3 12 0,-3-3 0 0,3 1 0 16,0-4 0-16,0 1 0 16,3 0 0-16,-3-1 0 0,3-4 0 0,0-1 0 0,2 0 0 0,-2 1 0 15,0-1 0-15,0 0 0 0,0-2 0 0,-3-3 0 16,0 3 0-16,0 0 0 0,-3-1 0 0,0-2 0 15,0 3 0-15,-3 0 0 0,0-3 0 0,-3 3 0 16,3-1 48-16,-3 1 13 0,-3 0 3 0,3 5 0 16,-3-6-103-16,0 4-20 0,0-3-4 15,-3 2-1-15,0 0-102 0,0 3-21 0,-3 0-4 16,0 0-897-16</inkml:trace>
  <inkml:trace contextRef="#ctx0" brushRef="#br0" timeOffset="100919.113">20166 6935 1846 0,'0'0'40'0,"0"0"9"0,0 0 2 0,0 0 1 0,0 0-41 0,-6 3-11 0,0-1 0 0,0 4 0 16,0-1 78-16,0-2 14 0,-3 2 2 0,3-2 1 15,-3 2-25-15,3 0-5 0,-3 0-1 0,4 3 0 16,-4 0-51-16,3 0-13 0,-3 3 0 0,3-3 0 15,0 5 25-15,3-2 3 0,-3 2 0 0,3 0 0 32,3 0-45-32,-3-2-9 0,6 2-2 0,-3-2 0 0,6-1 28 0,-3 1 0 0,6-3 0 0,-3 0 0 15,3-3 0-15,0 0 0 0,2-2 0 0,1-3 0 16,3 3 0-16,0-6 0 0,-3 0 0 0,3 1 0 16,0-4 46-16,0-2 14 0,-3 1 4 0,3-1 0 15,-1-3-52-15,-2-2-12 0,3 2 0 0,-3 1 0 16,0-4 53-16,-3 4 8 0,-3-3 2 0,0 2 0 15,0 0-15-15,-6 1-4 0,0-3 0 0,0 5 0 0,-3-3-9 16,-3 0-3-16,0 1 0 0,0 2 0 0,-3 0-15 16,-3 0-3-16,0 0-1 0,0 3 0 15,0-3-13-15,0 3 9 0,1-3-9 0,-1 2 8 0,0 1-8 16,0 2 0-16,-3 1-10 0,3-1 10 16,0 3-24-16,3-2 0 0,-3 2 1 0,3 0 0 15,0 0-33-15,4 2-6 0,-1 1-2 0,0-1 0 16,6-2-102-16,0 0-21 0,-3 6-4 0,3-6-1 0</inkml:trace>
  <inkml:trace contextRef="#ctx0" brushRef="#br0" timeOffset="101314.223">20624 6837 2419 0,'0'0'53'0,"0"0"11"0,0 0 3 0,0 0 1 0,0 0-55 0,0 0-13 0,-6 0 0 0,0 0 0 16,0 0 54-16,1 3 8 0,-1 0 2 0,-3 2 0 15,3 0 0-15,-3 0 0 0,3 3 0 0,-3 0 0 16,0 0-52-16,0 3-12 0,-3-3 0 0,3 0 0 16,3 2 0-16,-3 1 0 0,3-1 0 0,3 1 0 15,-3 0 0-15,3 2 0 0,3 0 0 0,0 0 0 16,0 1 0-16,0-1 0 0,6 0 0 0,-3-2 0 16,3 2 0-16,3-3 0 0,3 1 0 0,-3-3 0 15,3 0 0-15,0-3 0 0,0-2 0 0,0 2 0 16,0-5 0-16,0 0 0 0,2 0 0 0,-2-5 0 15,3 0 0-15,-3-1 0 0,3-2 0 0,0-2 0 16,-3-1 33-16,0 1 4 0,0-1 1 0,-3 0 0 0,2-2-10 16,-5 3-1-16,3-1-1 0,-6-2 0 0,3 2 30 15,-6 1 7-15,3-1 1 0,-6-2 0 16,0 2-54-16,0 1-10 0,-3-1 0 0,-3-2 0 0,0 5 0 16,1-3 0-16,-4 1 0 0,0-1 0 0,-3 3 0 0,0 0 0 15,0 0 0-15,0 3 0 16,0 0-47-16,0 2-13 0,-2 0-4 0,-4 3 0 15,0 0-153-15,0 6-31 0,-18-4-7 0,7 6-1 16</inkml:trace>
  <inkml:trace contextRef="#ctx0" brushRef="#br0" timeOffset="101987.108">20187 7819 2109 0,'0'0'46'0,"0"0"10"0,0 0 1 0,-6 0 3 0,0 3-48 0,-3-1-12 16,0 1 0-16,0 2 0 0,0 0 77 0,0 3 13 16,-3-2 2-16,0 4 1 0,1 3-53 0,-1-2-10 0,0 5-2 0,3 0-1 15,-3 0-27-15,3 0 0 0,0-1 0 0,0 1 0 16,3 0 0-16,3-3 0 0,0 3 0 0,0-2 0 16,3-1-11-16,0 0 3 0,3 0 0 0,3-2 0 15,0 2-13-15,3-2-3 0,3-3 0 0,0 0 0 16,3-1 5-16,0-1 1 0,-1-4 0 0,4 1 0 15,0 0 18-15,0-3-12 0,0-3 12 0,0 0-10 16,0-2 27-16,2 0 6 0,-2-3 1 0,0 0 0 16,0 3 32-16,0-3 6 0,-3-3 2 0,0 3 0 15,-3 0-25-15,-3 0-5 0,-1 0-1 0,-2 0 0 16,-3 0 30-16,-3-2 5 0,0-1 2 0,-3 1 0 16,-3-4-23-16,-2 1-5 0,-1-3-1 0,-6 1 0 15,0-1-20-15,0 0-4 0,-3 3-1 0,-3-1 0 16,3 1-16-16,1 5 10 0,-4-2-10 0,-3 2 8 15,3 0-8-15,-3 0 0 0,3 2-12 0,1 1 12 16,2 0-40-16,0 2 0 0,3-2 0 16,0 5 0-16,3-3-80 0,6 3-17 0,0 0-3 0,6 0-1 15,0 0-89-15,6 0-18 0,6 0-3 16</inkml:trace>
  <inkml:trace contextRef="#ctx0" brushRef="#br0" timeOffset="102236.855">20663 7750 2188 0,'0'0'48'0,"0"0"11"0,0 0 1 0,0 0 1 0,0 0-49 0,0 0-12 16,0 0 0-16,0 0 0 0,0 0 105 0,0 0 19 0,0 0 3 0,0 0 1 16,0 0-12-16,0 0-1 0,-3 8-1 0,0 0 0 15,0 0-80-15,0 3-16 0,0-1-3 0,0 3-1 16,0 3 27-16,0 0 6 0,0 3 1 0,0-1 0 16,0 6-27-16,0-3-5 0,0 0 0 0,0 0-1 15,3 1-15-15,-3-1 0 16,0 3 0-16,0-3 0 0,3 0 0 0,-3 0 0 0,3 0 0 0,-3 0 0 15,3-2 11-15,-2 2-11 0,2-2 12 0,-3 2-12 16,3-3 0-16,0 1 0 0,-3-1 0 0,3 1-12 31,0-6-54-31,0 3-10 0,0-3-3 0,3 3 0 16,-3-5-105-16,3-1-20 0,2 1-5 0</inkml:trace>
  <inkml:trace contextRef="#ctx0" brushRef="#br0" timeOffset="102692.049">20199 8875 2163 0,'0'0'48'0,"0"0"9"0,0 0 3 0,0 0 0 0,-6 2-48 0,0 1-12 0,6-3 0 0,-3 5 0 16,0 1 89-16,0-1 15 0,0 3 4 0,0 0 0 16,0 0-65-16,0 2-13 0,3 1-2 0,-3 2-1 15,3 3 22-15,-3 0 5 0,3 2 1 0,0 1 0 16,0 2-41-16,0 3-14 0,0 0 9 0,3-1-9 16,-3 1 9-16,0 0-9 0,3 0 10 0,0 0-10 15,0-3 0-15,0-3 0 0,0 4 0 0,-3-4 0 16,3 1 0-16,0-4 0 0,3 1 0 0,-3-2-10 15,3-1-90-15,-3-3-19 16,3-2-3-16,-3-2-1027 0</inkml:trace>
  <inkml:trace contextRef="#ctx0" brushRef="#br0" timeOffset="103078.614">20645 9036 2426 0,'0'0'53'0,"-3"-5"11"0,-3-3 3 0,3 3 1 0,0-1-54 0,-3 1-14 0,3 2 0 0,3 3 0 0,-6-5 100 0,-3 5 16 16,9 0 4-16,-5 3 1 0,-1-1-56 0,0 4-11 16,0-1-2-16,0 3-1 0,0 2-32 0,3 1-7 15,-3 0 0-15,3 2-1 0,3 0-11 0,-3 3 0 16,3 0 0-16,-3-3 0 0,3 3 0 0,3 0 0 16,0-3 0-16,0 0 0 0,0 0 0 0,3 1 0 0,0-1 0 15,0 0 0-15,3-2-15 0,0-3 5 16,-1 0 1-16,1 0 0 0,3-3-10 0,0-2-1 0,0 2-1 15,0-5 0-15,3 0 21 0,0-3 0 0,-3 1-9 0,3-1 9 16,-4 0-21-16,1-2-1 0,0 0 0 0,-3-3 0 16,0 0 50-16,0-3 11 0,0 3 1 0,0-2 1 15,-3-4-1-15,-3 1-1 0,3-3 0 0,-6 0 0 16,3 1 7-16,-3-4 2 0,0 1 0 16,-3-1 0-16,0 0-39 0,0 1-9 0,-3 2 0 0,-3 3 0 15,0 0 0-15,0 2 0 0,-3 0 0 0,0 4 0 16,0-1 0-16,-2 2 0 0,-1 1 0 0,-3 0 0 15,0 2-49-15,0 3-12 16,0-3-3-16,-3 6 0 0,1-3-102 0,-4 3-21 16,-3 2-4-16,-3 0-1 0</inkml:trace>
  <inkml:trace contextRef="#ctx0" brushRef="#br0" timeOffset="103609.381">20258 9833 1958 0,'0'0'43'0,"-6"2"9"0,6-2 1 0,-6 3 3 0,6-3-45 0,-6 2-11 0,6-2 0 0,-6 6 0 16,6-6 104-16,-3 5 20 0,0 0 3 0,0 1 1 15,1 2-52-15,2 0-9 0,-3-1-3 0,3 7 0 16,0-4-51-16,0 3-13 0,0 3 0 0,0 3 0 0,0-3 32 0,3 2 4 16,-3 1 1-16,0-1 0 0,0 1-23 0,2-1-5 15,-2 1-1-15,0 2 0 0,3 0 9 0,-3-2 2 16,3 2 0-16,-3 3 0 0,0-3-29 0,0 0-6 15,0 3 0-15,0 0-1 16,0-3-24-16,0 0-5 0,3 0-1 0,-3-2 0 16,0-3 37-16,0-1 10 0,0-1 0 0,0-1 0 15,0-2-55-15,0-4-6 0,3 1-2 0,-3-2-683 16,3-1-137-16</inkml:trace>
  <inkml:trace contextRef="#ctx0" brushRef="#br0" timeOffset="103888.25">20604 10015 2113 0,'0'0'46'0,"0"-5"10"0,0-3 1 0,0 3 3 0,0-1-48 0,0 1-12 0,0 0 0 0,0 5 0 16,0 0 108-16,0 0 20 0,0 0 3 0,0 0 1 16,0 0-41-16,0 0-8 0,0 0-2 0,0 0 0 15,0 0-65-15,-3 8-16 0,0 0 0 0,0 2 0 16,3 3 55-16,-3-2 7 0,3 2 2 0,0 3 0 15,-3-3-52-15,3 3-12 0,-3 0 0 0,3 0 0 16,0 0 0-16,-3 2 0 0,3-2 0 0,0 3 0 16,-3-3 0-16,3 2 0 0,0 1 0 0,0-1 0 15,-3-2 0-15,3 3 0 0,0-4 0 0,-3 4 0 16,3-3-10-16,0-3-8 0,-3 0-2 0,3 1 0 16,0-4-144-16,-3-2-30 0,3 0-6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39:43.1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7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3-02T22:40:57.627"/>
    </inkml:context>
  </inkml:definitions>
  <inkml:trace contextRef="#ctx0" brushRef="#br0">17931 4382 1638 0,'0'0'36'0,"0"0"7"0,0 0 1 0,0 0 3 0,-3-3-38 0,3 3-9 0,0 0 0 0,0 0 0 0,0-5 73 16,0 5 13-16,0 0 2 0,0 0 1 0,0 0 31 0,-3-5 7 15,3 5 1-15,0 0 0 16,0 0-103-16,0 0-25 0,0 0 0 0,-9 0 0 0,3 2 56 0,0 1 7 16,0 2 1-16,-3 3 0 0,3-3-52 0,-3 3-12 15,-3 8 0-15,3-8 0 0,-3 5 0 0,0 3 0 16,0-3 0-16,-2 6 0 0,2-1 0 0,-3 1 0 16,0 0 0-16,0 2 0 0,-3-3 54 0,0 1 8 15,0 5 2-15,1-3 0 16,2-3-103-16,-3 1-20 0,0-1-4 0,0-2-1 0,3 3 52 0,0-9 12 0,0 1 0 0,4 5 0 15,-1-11 0-15,0 3 0 0,3-3 0 0,-3 6 0 32,6-11-259-32,-6 2-49 0,-9-2-9 0,6-2-3 0</inkml:trace>
  <inkml:trace contextRef="#ctx0" brushRef="#br0" timeOffset="309.835">17496 4400 1875 0,'0'0'41'0,"0"-5"9"0,-3-3 2 0,3 0 0 0,0-2-41 0,0 2-11 0,3 0 0 0,0 5 0 16,-3-5 72-16,3 3 12 0,-3 5 2 0,0 0 1 15,3-3-19-15,-3 3-3 0,0 0-1 0,6 8 0 16,0-8 0-16,0 8 0 0,0-3 0 0,3 3 0 16,-3 3-51-16,2 2-13 0,-2-5 0 0,3 5 0 0,3 0 0 0,0 1 0 15,-3 4 0-15,3-2 0 0,3 0 35 0,-3 2 4 16,0 1 1-16,3 0 0 0,-1 2-28 15,-2 0-12-15,3 0 10 0,-3 0-10 0,3-2 8 0,-3 2-8 16,0-5 0-16,0 2 0 0,-3-2 11 16,0 3-11-16,0-9 12 0,2 9-12 0,-5-9 8 15,3 1-8-15,0 0 0 0,0-1 0 0,-3-2 0 16,0 0 0-16,3 0 0 0,-3 0-12 16,3-5-81-16,-3-1-16 0,3 3-3 0,0-2-658 15,3-3-131-15</inkml:trace>
  <inkml:trace contextRef="#ctx0" brushRef="#br0" timeOffset="685.948">18082 4668 1788 0,'0'0'51'0,"0"0"10"0,0 0-49 0,0 0-12 0,0 0 0 0,0 0 0 15,0 0 144-15,0 0 25 0,0 0 6 0,0 0 1 16,0 0-66-16,-3 5-13 0,3 3-2 0,-3 0-1 16,3 0-36-16,0 2-7 0,-3 1-2 0,3 5 0 0,0-8-13 15,0 2-2-15,0 3-1 0,0 1 0 16,0-1-6-16,0 3-2 0,0-3 0 0,0 3 0 15,0-3-7-15,0 3-2 0,0 0 0 0,0 0 0 16,0 0-4-16,0 2-2 0,0-2 0 0,0 3 0 16,0-1-10-16,0 1 0 0,0-1 9 0,0 1-9 0,0-3 0 0,0 2 0 15,0-2 0-15,0-3 8 0,-3 0-8 0,3-2 0 16,0 0 0-16,-3 4 0 16,3-9-57-16,0-1-13 0,0 3-2 0,0-3-1 15,3 1-136-15,0 1-27 0</inkml:trace>
  <inkml:trace contextRef="#ctx0" brushRef="#br0" timeOffset="9935.906">17469 1987 2188 0,'-3'-8'48'0,"-3"3"11"0,0-3 1 0,0 0 1 0,0 0-49 0,0 0-12 0,-3 3 0 0,1-3 0 16,-1 0 105-16,0 3 19 0,0 2 3 0,0-5 1 0,0 8-103 0,-3 0-25 15,3 0 0-15,-3 0 0 0,3 3 56 0,-3 2 7 16,3 3 1-16,-3 0 0 0,1 0-55 0,2 5-9 16,3 3 0-16,-3-3 0 0,3 6 0 0,-3-1 0 15,6 6 0-15,-3 0 0 0,3 10 0 0,-3-2 0 16,3 5 0-16,0 5 0 0,-3-5 0 0,3 0 0 15,0-5 0-15,-3 3 0 0,0-4 0 0,0 4 0 16,0 2 0-16,0 0 0 0,0 3 0 16,0-3 0-16,-2 0 0 0,2 0 0 0,-3-3 0 0,0-2 0 15,0-6 0-15,0 3 0 0,-3-7 0 0,3 1 0 16,-3-1 0-16,0-1 0 16,0 3-97-16,0-3-25 0,3-5-5 0,-2 5-649 15,-1-5-131-15</inkml:trace>
  <inkml:trace contextRef="#ctx0" brushRef="#br0" timeOffset="10161.185">16871 2477 1900 0,'0'0'54'0,"0"0"11"0,6-3-52 0,0 3-13 0,0 0 0 0,3-5 0 16,0 5 103-16,0 0 17 0,-1 5 4 0,1-5 1 15,3 0-42-15,0 0-9 0,0 0-2 0,3 0 0 16,3 0-33-16,0 0-7 0,3-5-2 0,-1 5 0 16,7 0-19-16,0 0-11 0,3-3 12 0,-1 3-12 0,7 0 0 15,-6-3 0-15,3 1 0 0,-1 2 0 16,1-8-210-16,0 0-39 16</inkml:trace>
  <inkml:trace contextRef="#ctx0" brushRef="#br0" timeOffset="10427.797">17871 2024 1933 0,'0'0'55'0,"-6"-5"12"0,3 2-54 0,-3-5-13 0,0 6 0 0,0-1 0 0,3-2 126 0,-6 2 22 16,3 3 5-16,0 0 1 0,0 0-42 0,0 0-9 0,1 3-2 0,-4 5 0 16,3-3-48-16,-3 8-9 0,3-5-3 0,-3 5 0 15,0 3-13-15,-3 5-4 0,3-2 0 0,-3 7 0 16,3 3-8-16,-3 1-3 0,6 7 0 0,-3-6 0 15,3 1-5 1,1-3-8-16,2 0 11 0,3 6-11 0,3-11 0 0,0 5 0 16,2 2 0-16,4 4 0 0,3-3 0 0,-3 2 0 0,3-2 0 0,0-3 0 15,3-3 0-15,0 1 0 0,3-6 0 16,0 0 0 0,5-5-44-16,4 2-8 0,3-10-3 0,3 0 0 0,2-5-153 15,1-3-32-15,36-3-5 0,-19-5-2 0</inkml:trace>
  <inkml:trace contextRef="#ctx0" brushRef="#br0" timeOffset="10688.08">18621 2061 2318 0,'0'0'51'0,"0"0"10"0,0 0 3 0,0 0 1 0,0 0-52 0,0 0-13 16,0 0 0-16,0 0 0 0,0 0 76 0,0 0 13 15,0 0 3-15,-6 0 0 0,6 0-38 0,-6 8-7 16,0 0-2-16,0 5 0 0,0-2-21 0,0 7-4 16,-3 1 0-16,-2 7-1 0,2 4 1 0,-6-1 0 15,0-3 0-15,-3 3 0 0,0 0-20 0,-6 0 10 16,3-5-10-16,-5 5 8 0,2-2-25 0,-3-3-6 16,0 5-1-16,1 5 0 15,-1-5-83-15,6 3-17 0,0-3-3 0,0-5-649 16,0-3-131-16</inkml:trace>
  <inkml:trace contextRef="#ctx0" brushRef="#br0" timeOffset="10911.659">18169 2278 2188 0,'0'-8'48'0,"0"-2"11"0,3-4 1 0,-3 1 1 0,0 3-49 0,0-4-12 0,3 6 0 0,-3 1 0 16,3 1 104-16,0 1 17 0,-3 5 4 0,0 0 1 15,0 0-69-15,3 0-13 0,2 0-4 0,1 5 0 16,0 3-12-16,3 0-4 0,-3 5 0 0,3 1 0 16,3 1-24-16,0-1 8 0,0 2-8 0,3-3 0 15,0 3 0-15,3 0 0 0,2-3 0 0,1 5 0 16,0-4-8-16,0 1-8 0,3 4 0 0,-3-8-1248 16</inkml:trace>
  <inkml:trace contextRef="#ctx0" brushRef="#br0" timeOffset="11168.99">18716 2440 2419 0,'0'0'53'0,"0"0"11"0,0 0 3 0,0 0 1 0,0 0-55 0,0 0-13 0,0 0 0 0,0 0 0 16,0 0 105-16,0 0 19 0,0 0 3 0,0 0 1 15,0 0-71-15,0 5-13 0,0 3-4 0,0 0 0 16,0-6 3-16,3 9 0 0,-3 0 0 0,0 2 0 15,0 0-19-15,0-2-3 0,0 7-1 0,0-2 0 16,0 0-10-16,0 5-2 16,0 0-8-16,0-2 12 0,0-1-12 0,-3 1 0 15,3-1 0-15,0-2 0 0,0 0 0 0,-3-3-20 0,3 1 4 16,-3 1 0 0,3-7-115-16,-3 3-22 0,3 0-5 0,0-1-701 0,0 1-140 0</inkml:trace>
  <inkml:trace contextRef="#ctx0" brushRef="#br0" timeOffset="11932.845">18341 2389 1872 0,'0'0'41'0,"0"0"9"0,0 0 2 0,0 0 0 0,0 0-42 0,0 0-10 16,0 0 0-16,0 0 0 0,3-2 96 0,3 2 16 0,0 2 4 0,-3-2 1 16,3 6-43-16,0-6-9 0,0 5-1 0,0-2-1 15,0 2-16-15,0-2-3 0,0 4-1 0,0-1 0 16,0 2-5-16,0 0-1 0,0 5 0 0,0-5 0 15,0 5-11-15,0-2-2 16,-1 2-1-16,1 3 0 0,0 0-13 0,-3 2-2 0,3 1-8 0,0-1 12 16,0-2-12-16,0 0 0 0,0 5 0 0,0-5 0 15,0-3 0-15,0 3 8 0,0-3-8 0,0-2 0 16,0 2 0-16,0-5-16 0,0 0 3 0,0 0 1 31,3 2-93-31,0-2-19 0,-1-5-3 0,1 2-1025 0</inkml:trace>
  <inkml:trace contextRef="#ctx0" brushRef="#br0" timeOffset="12427.188">19282 2569 1958 0,'0'0'43'0,"0"0"9"0,0 0 1 0,0 0 3 0,0 0-45 0,0 0-11 0,0 0 0 0,0 0 0 16,0 0 104-16,0 0 20 0,0 0 3 0,0 0 1 15,-6 8-52-15,3 0-9 0,-3 0-3 0,-3 3 0 16,0 7-51-16,0-2-13 0,0 0 0 0,-3 2 0 16,0 1 0-16,-2 0 0 0,2-1 0 0,-3 1 0 15,3-1 0-15,-3 1 0 0,3-4 0 0,0 1 0 16,-3 0-48-16,3 0-13 16,1-3-3-16,2 3 0 0,0-3-160 15,-3 1-33-15</inkml:trace>
  <inkml:trace contextRef="#ctx0" brushRef="#br0" timeOffset="12700.53">19812 2246 2188 0,'0'0'48'0,"0"0"11"0,0 0 1 0,0 0 1 0,0 0-49 0,0 0-12 0,0 0 0 0,-6 0 0 15,6 0 98-15,-6 0 17 0,0 0 3 0,0 8 1 16,0 0-88-16,-3 6-18 0,0-4-3 16,-3 9-1-16,3-3 23 0,-6-1 4 0,1 1 0 0,-4 3 1 15,0-3-17-15,-3 0-3 0,-3 5-1 0,0-5 0 16,1 5-16-16,-1 0 0 16,0 0 0-16,0 6 0 0,0-1 0 0,3-5 0 0,4 3 0 0,-1-3 0 31,3-2-90-31,0-1-22 0,3-5-4 0,-3 3-1029 0</inkml:trace>
  <inkml:trace contextRef="#ctx0" brushRef="#br0" timeOffset="12944.599">19461 2379 1989 0,'-3'-16'56'0,"3"11"13"15,-3-3-55-15,3-6-14 0,0 4 0 0,0 5 0 16,0-3 114-16,0 0 20 0,0 2 4 0,0 6 1 0,0 0-60 0,0 0-12 15,0 0-3-15,0 0 0 0,0 0-4 16,0 8 0-16,3 0-1 0,0 0 0 16,2 3-25-16,-2-1-5 0,3 4-1 0,0-1 0 15,0-5-40-15,0 2-9 0,0 4-2 0,3-1 0 0,3-3 46 0,0 4 9 16,0 1 1-16,3 4 1 0,0-3-34 0,-1 0 0 16,1 5-12-16,0-5 3 15,0 5-167-15,3 0-34 0,0-5-6 0,-3-3-2 0</inkml:trace>
  <inkml:trace contextRef="#ctx0" brushRef="#br0" timeOffset="13224.236">19815 2667 1947 0,'0'0'43'0,"0"0"9"0,0 0 1 0,-3-5 2 0,3 2-44 0,0-5-11 0,0 0 0 0,3 3 0 16,0-3 107-16,0 0 19 0,3 0 4 0,0-2 1 16,0 7-63-16,-1-5-13 0,4 0-3 0,0 3 0 15,0-3-32-15,-3 5-6 0,3 1-2 0,-3-1 0 16,3 3 42-16,-3 0 8 0,0 0 2 0,-6 0 0 15,6 0-52-15,-6 0-12 0,6 3 0 0,-3 2 0 16,0 3 0-16,0 0 0 0,-3 0 0 0,0 2 0 16,0 1 0-16,-3 2 0 0,3-2 0 0,-3-1 0 15,0 6 27-15,3-5 2 0,-3 2 1 0,0 0 0 32,3 0-48-32,0-5-10 0,0 3-1 0,3-3-1 0,-3 2 30 0,3-2 0 0,3 0 0 0,-3 0 0 15,3-5-16-15,3 2 2 0,0 1 1 0,0-4 0 16,-1 3-31-16,4-5-5 15,0 0-2-15,0 0 0 0,3-7-46 0,0 1-10 16,3-2-1-16,0 0-961 0</inkml:trace>
  <inkml:trace contextRef="#ctx0" brushRef="#br0" timeOffset="13524.495">20190 2204 1846 0,'-6'-3'40'0,"0"-4"9"0,3-4 2 0,-3 3 1 0,0 0-41 0,3 5-11 0,0-5 0 0,3 8 0 0,0 0 104 0,0 0 18 16,0 0 4-16,0 0 1 0,0 0-76 0,3 8-15 0,6 0-4 16,-3 3 0-16,0 0 26 0,0 4 5 15,6 7 1-15,0-4 0 0,0 3 0 0,-1 0 0 0,4 3 0 0,0-3 0 16,-3 1-52-16,3-1-12 16,-3-5 0-16,0 7 0 0,0-1 9 0,-3 1-1 0,0 7 0 0,-1 4 0 15,-2-2-8-15,3 2 10 0,0 3-10 0,-3-8 10 16,0 0-18-16,0 0-4 0,-6-5-1 0,0 0 0 15,0-3 13-15,-3 0 0 0,-3 1 0 0,0-4 0 16,-6 3 0-16,0-2 0 0,-2 5 0 0,-4-3 0 16,0-5-16-16,0 5-1 0,0-5 0 0,0 0 0 15,-3-3-127-15,4-5-24 16,-4 5-6-16</inkml:trace>
  <inkml:trace contextRef="#ctx0" brushRef="#br0" timeOffset="13793.711">20657 2548 2030 0,'0'0'57'0,"6"-8"14"0,0 8-57 15,0-8-14-15,6 3 0 0,3 0 0 0,0 2 105 0,0-5 19 16,5 3 3-16,4 2 1 0,0 0-41 0,0 1-8 15,3 2-2-15,-1-5 0 0,1 5-39 0,-3-3-8 16,0-2-2-16,0 2 0 0,-1-2-4 0,4 2 0 0,-3-2-1 16,3 2 0-16,-3 0-23 0,2 1-16 0,-2 2 2 0,0-6 1 15,-6 6 5-15,0 0 8 16,0 0-13-16,-4 6 5 16,-2-6-161-16,-3 0-32 0</inkml:trace>
  <inkml:trace contextRef="#ctx0" brushRef="#br0" timeOffset="14010.815">20797 2712 2368 0,'-15'5'52'0,"9"-5"12"0,0 0 1 0,6 0 1 0,0 0-53 0,0 0-13 0,0 0 0 0,0 0 0 16,3 8 92-16,6-8 16 0,3 3 4 0,0 2 0 15,3-5-33-15,3 0-7 0,-3 0 0 0,2 0-1 16,4-5-27-16,-3 5-6 0,3-3-1 0,-3 3 0 15,0-8-21-15,3 3-5 0,-1 0-1 0,7 2 0 16,-3-5-10-16,3-5 0 0,3 2-12 0,-1-2 12 16,1 0-148-16,0 0-23 0,3 2-4 15</inkml:trace>
  <inkml:trace contextRef="#ctx0" brushRef="#br0" timeOffset="14438.374">22541 2082 1911 0,'0'0'42'0,"0"0"9"0,0 0 1 0,0 0 2 0,0 0-43 0,-6 3-11 0,0 2 0 0,-3 3 0 15,1-5 64-15,-4 5 10 0,0 2 2 0,-3 6 1 16,0-2-10-16,-6 4-3 0,3 9 0 0,-6-4 0 16,1-1-51-16,-1 7-13 0,0-8 0 0,0 5 0 0,-3 1 32 0,4 2 4 15,-7-5 1-15,-3 5 0 16,0-5-8-16,-5 2-1 0,-1 3-1 0,-3 8 0 16,4-10-73-16,2 2-14 0,3 0-4 0,0 0 0 15,4-8-51-15,-1 0-10 0,-3 0-3 0,0-5 0 0</inkml:trace>
  <inkml:trace contextRef="#ctx0" brushRef="#br0" timeOffset="14694.135">21842 2411 1788 0,'6'-16'51'0,"-3"8"10"0,3 0-49 0,-3 0-12 15,0-5 0-15,3 5 0 0,-3 0 128 0,0 0 22 0,2 2 5 0,-2 1 1 16,3 3-44-16,-6 2-9 0,6 0-2 0,0 0 0 15,-3 0-29-15,3 0-7 0,0 5-1 0,0 3 0 16,0 0-51-16,0 0-13 0,0 0 0 16,3 0 0-16,0 5 0 0,0-5 0 0,0 5 0 0,3 3 0 15,0-6 0-15,2 9 0 0,-2-3 0 0,3 0 0 16,0 5 0-16,-3 0 0 0,6 0 0 0,-3 3 0 16,0-3 0-16,0-2-13 0,2-1 2 0,-2-2 1 15,3-3-240-15,-6 3-48 16</inkml:trace>
  <inkml:trace contextRef="#ctx0" brushRef="#br0" timeOffset="14947.908">22458 2662 1958 0,'0'0'43'0,"0"0"9"0,0-3 1 0,-3-5 3 0,3 0-45 15,0 3-11-15,-3-3 0 0,3 0 0 0,-3 0 104 0,0-2 20 16,3 2 3-16,-3 0 1 0,3 0 0 0,0 5 0 16,0-5 0-16,0 8 0 0,0 0-103 0,0 0-25 15,0 0 0-15,0 0 0 0,0 0 0 0,0 8 0 16,3 0 0-16,-3 3 0 0,0-1 56 0,3 6 7 15,-3-5 1-15,0 7 0 0,0-2-52 16,0-3-12-16,0 3 0 0,0 0 0 0,0 0 0 0,-3 0 0 16,3 2 0-16,0-7 0 0,-3 8 0 0,3-9 0 15,0 6 0-15,-3-3 0 0,3 0 0 0,0 3 0 16,-3 0 0-16,3 3 0 16,0-3-48-16,0-1-13 0,0 1-3 0,0 3 0 15,0-3-43-15,0-3-9 0,3 3-1 0,-3-6-666 0,6-2-133 0</inkml:trace>
  <inkml:trace contextRef="#ctx0" brushRef="#br0" timeOffset="15127.881">22851 2633 2419 0,'0'-3'53'0,"0"-5"11"0,0 0 3 0,0 0 1 0,0 3-55 0,-3 0-13 0,3 2 0 0,0-2 0 16,0 5 105-16,0-3 19 0,0 3 3 0,0 0 1 15,0 0-103-15,0 0-25 0,0-5 0 0,0 5 0 16,0 0 0-16,3-3 0 0,-3-2 0 0,0 5 0 16,3-5-148-16,0 2-36 15,15-10-6-15,-9 10-2 0</inkml:trace>
  <inkml:trace contextRef="#ctx0" brushRef="#br0" timeOffset="15557.401">23783 2143 1792 0,'0'0'51'0,"0"0"10"0,0 0-49 0,0 0-12 0,0 0 0 0,0 0 0 15,0 0 105-15,0 0 19 0,-6 0 3 0,0 6 1 16,-3 1 0-16,3-4 0 0,-3 2 0 0,0 3 0 15,-3 3-103-15,0 2-25 0,-3 0 0 0,-3 9 0 16,0-7 56-16,-2 7 7 0,-1-4 1 0,-3 3 0 16,3 0-52-16,-3 1-12 0,1-1 0 0,-1-3 0 15,3 4 0-15,0-4 0 0,0 6 0 0,0-3 0 0,4-2 0 16,-4 2 0-16,0-3 0 0,0 6 0 16,0-3-48-16,0 3-13 0,0-8-3 15,1 0-751-15,-1-3-150 0</inkml:trace>
  <inkml:trace contextRef="#ctx0" brushRef="#br0" timeOffset="15863.244">23297 2260 2030 0,'3'-19'57'0,"-3"9"14"0,3-4-57 0,-3 6-14 0,3-7 0 0,-3 4 0 15,3 3 105-15,0 0 19 16,-3 0 3-16,3 5 1 0,-3 3 0 0,0 0 0 0,0 0 0 0,0 0 0 15,0 0-103-15,3 3-25 0,0 2 0 0,0 6 0 16,0 2 56-16,0 3 7 0,0 3 1 0,0-1 0 16,3 3-52-16,0 0-12 0,0 1 0 0,0 1 0 15,3-1 0-15,-3-1 0 0,0-3 0 0,3 1 0 16,-3 2 0-16,0 3 0 0,2-3 0 0,-2 5 0 16,0 1 0-16,3-3 0 0,0 5 0 0,0-3 0 15,0 1-48 1,0-6-13-16,0 0-3 0,0 0 0 15,0-5 0-15,0 0 0 0,-3-3 0 0,3 0 0 16,-3-2-153-16,3-3-31 0,5 0-7 0,1 3-1 0</inkml:trace>
  <inkml:trace contextRef="#ctx0" brushRef="#br0" timeOffset="16220.255">23693 2604 2188 0,'0'0'48'0,"-3"-3"11"0,3-5 1 0,0 3 1 0,0 2-49 0,0-2-12 15,3 2 0-15,0-2 0 0,0 2 54 0,0 1 8 16,3-1 2-16,0 3 0 0,3 0 0 0,-3 0 0 16,3 3 0-16,0-3 0 0,-3 2 0 0,3 1 0 15,0 2 0-15,-3-2 0 0,0 2-52 0,-3 3-12 16,2 0 0-16,1-3 0 0,-3 3 0 0,0 3 0 0,0-3 0 0,0 5 0 16,-3 0 0-16,0-2 0 15,0 7 0-15,0-7 0 0,-3 7 0 0,0-2 0 16,0-2 0-16,-3 4 0 15,0-2-48-15,-2-3-13 0,2 3-3 0,-3-3 0 0,0 1 52 0,0-1 12 16,3-3 0-16,-3 4 0 0,3-4 0 0,3 1 0 16,0-1 0-16,0 4 0 0,6-9 0 0,-3 5 0 0,3-2 0 15,3 0 0-15,0-2 48 0,0 2 13 0,3-3 3 0,0 3 0 16,3-6-52-16,-3 4-12 0,2-4 0 0,-2 4 0 16,3-4 0-16,-3 1 0 0,3 0 0 0,0-3 0 15,0 5 0-15,3-5 0 0,0 3 0 0,-3-3 0 16,3 0-48-1,-1 5-13-15,1-5-3 0,3 0-751 0,0 0-150 0</inkml:trace>
  <inkml:trace contextRef="#ctx0" brushRef="#br0" timeOffset="29638.798">6700 11079 806 0,'-18'5'17'0,"9"-2"4"0,-3 2 1 0,0 0 2 0,0 1-24 0,0-4 0 0,-3 6 0 0,4-3 0 15,2 1 56-15,-3 2 6 0,3-3 2 0,0 0 0 16,3 1-52-16,-3-1-12 0,3 0 0 0,3 0 0 16,3-5 54-16,0 0 8 0,-6 6 2 0,6-6 0 15,0 5-33-15,0-5-7 0,0 0 0 0,0 5-1 16,3-2 13-16,0 0 4 0,0 2 0 0,3-2 0 15,0-3-8-15,0 2-2 0,0-2 0 0,0 3 0 16,0-3 3-16,0 0 1 0,3 0 0 0,-3 0 0 16,3-3-14-16,-1 3-4 0,4 0 0 0,0-2 0 15,-3 2-24-15,3 0-6 0,0-3-1 0,0 3 0 16,3 0 15-16,-3 0 0 0,3-3 0 0,-1 3 0 16,1-2 24-16,0 2 7 0,0 0 1 0,0-3 1 15,3 3-53-15,-6-3-10 0,3 3-2 0,-3 0-1 16,2 0 33-16,-2-2 0 0,3 2 0 0,-3 0 0 0,3-3 0 15,0 3 0-15,3-3 0 0,0 3 0 0,2-2 44 16,1 2 16-16,0 0 4 0,6-3 0 0,-3 0-52 16,0 3-12-16,2 0 0 0,1-2 0 15,-3 2-48-15,-3 0-13 0,3 0-3 0,-1 0 0 16,1 2 80-16,0-2 15 0,0 0 3 0,0 0 1 0,5 0-5 0,-2 0-1 16,3 0 0-16,3 0 0 15,-4 0-74-15,4 0-15 0,-3 0-4 0,0 0 0 0,-3 0 52 0,-4 0 12 16,1 0 0-16,0 0 0 0,3-2 25 0,-3 2 8 15,2-3 2-15,4 1 0 0,0 2-5 0,0-3-1 16,-4 0 0-16,7 3 0 0,-3-2-29 0,0 2 0 16,-3-3 0-16,-4 3 0 0,4-3 0 0,-6 3 0 0,3-2 0 15,3 2 0-15,-4-3 0 0,1 3-21 0,3-3 3 0,0 3 1 16,0 0 27-16,-1 0 6 0,4 0 0 0,-3 0 1 16,0 3-17-16,-1-3 0 0,-2 3 0 0,-3-3 0 15,0 2 0-15,0-2 0 0,0 3 0 0,-3 0 0 16,2-3 0-16,1 2 0 0,-3 1 0 0,6-3 0 15,-3 3-10-15,3-1-6 0,-1 1 0 16,4-3-1-16,-3 2 17 0,0 1 0 0,3 0 0 0,-4-3 0 16,1 2 8-16,0 1 8 0,-3 0 1 0,0-3 1 15,-1 2-18-15,-2-2 0 0,3 3 0 0,3 0 0 16,-3-1 0-16,3-2-17 0,2 3 3 0,1-3 1 16,-3 0 13-16,3 3 0 0,-3-3 0 0,5 2 0 0,-5-2 0 15,0 3 16-15,0-3-1 0,-3 3-1 16,2-3-14-16,-2 2 0 0,0 1 0 0,0-1 0 15,3 1 0-15,0 0 0 0,-1-1 0 0,4 1 0 16,0 0 0-16,0-3 0 0,3 2 0 0,-4 1 0 0,4-3 0 16,-3 3 0-16,-3-3 0 0,3 2 0 15,-4 1 0-15,1 0 0 0,0-1 0 0,3 1 0 0,0-1 0 0,2 1 0 16,4 0 0-16,0-3 0 0,0 2 13 0,-1 1 0 16,1-3 0-16,0 3 0 0,-6-3-13 0,2 2 0 15,-2 1 8-15,3 0-8 0,-3-1 0 0,2 1 0 16,1-3 8-16,6 3-8 0,0-3 0 0,-4 0 11 0,7 2-11 0,-3-2 10 15,-3 0-10-15,-1 3 10 16,-2-3-10-16,3 3 10 0,0-3-10 0,-1 2 0 0,4-2 0 0,3 3 8 16,-1-3-8-16,1 0 0 0,0 0 0 0,-1 0 8 15,-5 0-8-15,3 2 10 0,-3-2-10 0,2 3 10 16,1-3-10-16,0 0 12 0,3 0-12 0,2 0 12 16,-2 0-12-16,0 0 0 0,-4 0 9 0,1 0-9 15,-3 3 0-15,0-3 8 0,2 0-8 0,1 2 0 16,0-2 0-16,-1 0 8 0,4 0-8 0,3 0 0 15,-7-2 0-15,4 2 0 0,-6 0 0 0,0 0 8 16,-1 0-8-16,1 2 8 0,-3-2-8 0,6 0 8 16,-1 0-8-16,1 0 0 0,3-2 8 0,-4 2-8 15,1-3 8-15,0 3-8 0,-3 0 8 0,-4-3-8 16,1 3 0-16,0 0 9 0,0-2-9 0,2 2 0 16,-2 0 8-16,3 0-8 0,3-3 0 0,-1 1 0 15,-2-1 8-15,0 3-8 0,0-3 0 0,-7 1 0 16,1 2 0-16,0 0 0 0,3-3 0 0,0 3 0 0,-4-3 8 15,4 1-8-15,3 2 0 0,0-3 0 16,-4 0 0-16,1 1 0 0,3-1 0 0,-3 0 0 0,-4 1 0 16,1-1 0-16,-6 0-8 0,3 1 8 0,0 2 8 0,2-3 7 15,-2 1 1-15,0-1 1 0,0 0-5 0,3 1-2 16,-1-1 0-16,1 0 0 0,-3 1-10 0,3-1 10 16,0 0-10-16,-1 1 10 0,-2-1-10 0,-3 0 0 15,-3 1 0-15,3-1 8 0,-3 1-8 0,0-1 12 16,-1 3-12-16,1-3 12 0,0 1-2 0,0-4 0 15,0 4 0-15,0-1 0 0,2 0 2 0,1 1 0 16,-3-4 0-16,0 6 0 0,0-2-1 16,0-1 0-16,0 0 0 0,-1 1 0 0,1 2-2 0,-3-3 0 0,0 1 0 15,-3 2 0-15,0-3-1 0,3 3 0 0,-6-3 0 0,3 3 0 16,-3-2 0-16,-3 2 0 0,2 0 0 0,1 0 0 16,0 0 0-16,-3 0-8 0,0-3 12 0,0 3-4 15,0 0-8-15,-3 0 10 0,3 0-10 0,0 0 10 16,-3 0-10-16,-3 0 0 0,6 0 0 0,0-3 0 15,-6 3 0-15,6 0 8 0,-6 0-8 0,3 0 0 16,-3 0 0-16,6 0 0 0,-6 0 0 0,0 0-11 16,6 0-18-16,-6 0-4 15,0 0-1-15,0 0 0 0,0 0-111 0,3 0-23 0,-3 0-4 16</inkml:trace>
  <inkml:trace contextRef="#ctx0" brushRef="#br0" timeOffset="39723.452">19910 12566 1623 0,'0'0'36'0,"0"0"7"0,0 0 1 0,0 0 2 0,0 0-37 0,0 0-9 16,0 0 0-16,0 0 0 0,0 0 128 0,0 0 23 0,0 0 5 16,0 0 0-16,0 0-73 0,0 0-15 0,0 0-4 0,0 0 0 15,0 0 0-15,0 0 0 0,0 0 0 0,0 0 0 16,-3 8-51-16,3-3-13 15,-3 0 0-15,3 3 0 0,-3 0 36 0,3-2 4 0,0 1 0 0,-3 1 1 16,3 0-28-16,0 0-5 0,-3 3-8 0,3-1 11 16,0 1 5-16,0 2 0 0,0 3 1 0,0 0 0 15,3 0-17-15,-3 0 0 0,0 2 0 0,0 1 0 16,0-1 0-16,0 4 0 0,0-7 0 0,0 7 0 16,0-7-10-16,3 4-6 0,-3-3 0 0,0 2-1 15,0 1 17-15,0-3 0 0,0 2 0 0,0 1 0 16,0-3 10-16,0 5 6 0,0 0 0 0,0 0 1 15,0 3-27-15,0 0-6 0,0 0 0 0,0 2-1 16,0 3 27-16,0-5 6 0,3 0 0 0,-3 0 1 16,0-1-17-16,0-1-14 0,0 1 2 0,0-1 1 15,0 1 11-15,0-1 16 0,0 1-4 0,0 1-1 16,0 3-11-16,0-1 0 0,0 1 0 0,0 2 0 16,0 0 0-16,3-3 0 0,-3 1 0 0,3-3 0 15,0-1 0-15,-3-1 0 0,3-1 0 0,-3 0 0 16,3 3 0-16,0-3 0 0,-3 3 0 0,3 2 0 0,0-2 53 15,-3 5 9-15,3 0 2 0,-3 0 0 16,3 0-52-16,0-2-12 0,0-1 0 0,0 1 0 0,0-3 0 16,0-3 0-16,0 3 0 0,3-3 0 0,-3 2 0 0,0-1 0 15,0 1 0-15,0 4 0 0,-1-3 0 0,1 2 0 16,0 3 0-16,-3 3 0 0,3-3 0 0,0 0 0 16,-3 0 0-16,3-2 0 0,0-1 0 0,-3 1 0 15,3-3 0-15,-3 2 0 0,3 0 8 0,-3 1 0 0,3-1-8 16,-3 6 12-16,3 0-12 0,-3 0 8 0,0 2-8 0,3-2 0 15,-3 0 0-15,0-3-10 0,0-6 0 0,0 7 0 16,0-7 10-16,0 4 0 16,0-1 0-16,0 1 0 0,0 2 0 0,0 0 0 0,0 3 0 0,0 2 0 15,0-2 0-15,0 0 0 0,0-3 0 16,0 0 0-16,0-3 0 0,0-2 0 0,0-3 0 0,0 3 0 16,0-3 0-16,0 3 0 0,0-3 0 0,0 3 0 15,0 0 0-15,0 0 0 0,0 0 0 0,0 5 0 16,0-6 0-16,0 4 0 0,0-3 0 0,0 0 0 15,0-3 0-15,0 0 0 0,0-3 0 0,0 1 0 16,0-6 16-16,-3 3 4 0,3-3 2 16,0 0 0-16,0 1-35 0,-3-1-7 0,3 0-2 0,0 3 0 15,0-3 34-15,0-2 6 0,0 2 2 0,0 0 0 16,0 1-20-16,0-1-9 0,0 0 1 0,0 0 0 16,0 0-8-16,0 1-2 0,0-1 0 0,0 0 0 15,0-2-32-15,0-1-6 16,0 4-2-16,-3-6 0 0,3 2 46 0,0-2 12 0,-3 0 0 0,3-5 0 15,0 2-156-15,0-5-28 0,0 0-7 0,0 0-897 16</inkml:trace>
  <inkml:trace contextRef="#ctx0" brushRef="#br0" timeOffset="40762.521">17957 13503 597 0,'-21'0'16'0,"13"0"5"0,-1-3-21 0,-3 3 0 0,0-3 0 0,0 3 0 0,0-2 56 0,0 2 6 16,0 0 2-16,0-3 0 0,0 0 0 0,0 3 0 15,4 0 0-15,-4 0 0 0,6 0 0 0,-3 0 0 16,3 0 0-16,-3 0 0 0,3 0 0 0,0 0 0 16,6 0 0-16,-9 0 0 0,3 0-52 0,6 0-12 15,-6 0 0-15,6 0 0 0,0 0 54 0,-6 6 8 16,6-6 2-16,0 0 0 0,0 0-25 0,-3 5-5 15,3-5-1-15,0 5 0 0,3 3-10 0,0-3-3 0,3 1 0 0,0-4 0 16,0 4-7-16,0-1-1 16,3-2-1-16,0 2 0 0,0-2-11 0,3-1 0 0,0 1 0 0,2-1 0 15,1 4 0-15,3-6 0 16,0 2 0-16,3 4 0 0,0-4 36 0,0 1 6 0,2 2 1 0,4-2 0 16,-3 2-27-16,3-2-6 0,0 2-1 0,-4-2 0 15,4 2 1-15,-3-2 0 0,3 2 0 0,0 0 0 16,-1 1-10-16,1-1 0 0,6 0 0 0,-3 0 8 15,2-2 11-15,4 2 1 0,-3-2 1 0,3 0 0 16,-1-1-10-16,-2 1-3 0,0-3 0 0,2 3 0 16,1 2-29-1,0-5-7-15,6 3 0 0,-4-3-1 0,4 0 54 0,-3-3 11 0,2 3 3 0,-2 0 0 16,0-3-29-16,-4 1-10 0,4 2 0 0,6 0 9 16,-4-3-9-16,1 0 0 0,0 1 9 0,2-1-9 15,-2-2 8-15,-3 2-8 0,2 0 10 0,-2 1-10 0,0 2 17 16,3-3-2-16,2 1-1 0,1-1 0 0,-3 0-14 0,-4 1 0 15,4-1 0-15,0 0-10 0,-7 1 10 0,4-1 8 16,-3 0-8-16,5 1 11 16,-2-1-11-16,0 0 0 0,2 3 0 0,-2-2 0 0,0-1 8 0,0 0 5 15,-7 1 2-15,7-3 0 0,-3 2-15 0,-1 0 8 16,4 1-8-16,0-4 0 0,-1 4 8 0,1-1-8 16,0 0 0-16,0 1 9 0,-4-4-1 0,1 4 0 15,-3-3 0-15,5-1 0 0,-2 1 1 0,0 0 0 16,3-1 0-16,-1 4 0 0,-2-4 14 0,0 4 2 15,-1-4 1-15,1 4 0 0,0-1-26 0,-3-2 0 16,-1 0 0-16,4 2 0 0,0-2 0 0,-3 2-9 16,2 0 0-16,1 3 0 0,0-2 9 0,-1-1 12 15,-2 0-2-15,3 1-1 0,-6-1-9 0,2 0 0 0,-2 1 0 0,3-1 0 16,-3 1 0-16,-1 2 0 0,1-3 0 0,3 0 0 16,-3 3 0-16,-4 0 0 0,4 0 0 0,0 0 0 15,-6 0 0-15,0 0 0 0,-1 0 0 0,-2 0 0 16,0 0 31-16,-3 0 4 0,0 0 1 0,0 0 0 15,0 0-28-15,-4 0-8 0,1 3 0 0,-3-3 0 16,0 0 28-16,-3 0-2 0,0 0 0 0,-3 0 0 16,0 0-26-16,-6 0 0 0,0 0 0 0,0 0 0 15,0 0-140-15,-3-5-34 0,-3-1-6 0</inkml:trace>
  <inkml:trace contextRef="#ctx0" brushRef="#br0" timeOffset="41297.532">19005 12852 1497 0,'0'0'32'0,"0"0"8"0,0 0 0 0,0 0 4 0,0 0-36 0,0 0-8 0,0 0 0 0,0 0 0 15,0 0 104-15,0 0 20 0,-3 5 3 0,3-5 1 16,-3 5-10-16,0 0-2 0,0 1 0 0,0 2 0 16,3-8-40-16,-6 5-9 0,0 3-2 0,0-3 0 15,3 3-43-15,-3-3-9 0,-3 3-1 0,1 0-1 16,-1 0 27-16,0 3 6 0,-3-1 0 0,0 4 1 15,0-1-37-15,-3 3-8 0,3 0 0 0,-3 5 0 16,-3 0-12-16,4 0-1 0,-1 6-1 0,0-1 0 16,-3 1-32-1,3-4-6-15,0 1-2 0,0 0 0 0,0-3-40 0,3-5-8 16,1 3-2-16,-1-4 0 0,0-1-121 16,0-1-25-16,-21 8-5 0,12-10-1 0</inkml:trace>
  <inkml:trace contextRef="#ctx0" brushRef="#br0" timeOffset="41578.473">18597 13013 1885 0,'0'0'53'0,"0"0"12"0,-3-5-52 0,0-1-13 0,3 6 0 0,0 0 0 16,0 0 85-16,0 0 15 0,0 0 2 0,0 0 1 15,0 0-31-15,0 0-7 0,0 0-1 0,0 0 0 16,0 0-2-16,0 0-1 0,6 3 0 0,0 0 0 15,0 2-46-15,3 0-15 0,0 3 8 0,0 0-8 16,0 0 55-16,0 3 7 0,3 2 2 0,0-2 0 16,0 4-64-16,-1 1-24 0,4 3 0 0,0-1 1 15,0 1 23-15,0-1 0 0,3 1 0 0,-3-3 0 16,3 2 0-16,-4-4 0 0,4-1 0 0,0 0 0 16,0-2-24-16,0-4-1 0,0 1 0 0,0-2 0 15,-3-4-152 1,-1 1-31-16,4-3-5 0,-3-3-2 0</inkml:trace>
  <inkml:trace contextRef="#ctx0" brushRef="#br0" timeOffset="41839.338">19371 12992 2127 0,'0'0'47'0,"0"0"9"0,0 0 3 16,-3-5 1-16,3 5-48 0,-3-3-12 0,3 3 0 0,0 0 0 0,0 0 92 0,0 0 17 15,-6-3 3-15,6 3 1 0,-6 3-43 0,3 0-9 16,3-3-1-16,-6 5-1 0,3 5-22 0,0-2-4 15,0 3-1-15,3 2 0 0,-2 0-12 0,-1 1-4 16,3 2 0-16,-3 2 0 0,3 1-2 0,-3-1-1 0,3 3 0 16,-3 3 0-16,3-3-2 0,0 0-1 0,-3 3 0 15,0 0 0-15,3-3-2 0,-3 0-8 0,3-2 12 0,-3 2-4 16,3 0-8-16,-3-2 0 0,0-1 0 0,3 1 8 16,0-1-8-16,0-2 0 0,0 3 0 0,-3-3 0 31,6-3-25-31,-3 3-1 0,0-3 0 0,3 0 0 15,-3-2-145-15,3-1-29 0,0 1-5 0</inkml:trace>
  <inkml:trace contextRef="#ctx0" brushRef="#br0" timeOffset="42554.019">19056 13841 1792 0,'0'0'51'0,"-6"3"10"0,0 2-49 0,-3-2-12 0,3-1 0 0,0 4 0 15,0-1 93-15,-3 0 16 0,0 3 3 0,3 0 1 16,-3 3-51-16,3-1-10 0,-3 4-3 0,0 1 0 16,3 1-27-16,-2 3-6 0,-1-1 0 0,0 4-1 15,0-1-15-15,0 3 8 0,3-3-8 0,0 0 0 16,0-3 16-16,3 4-4 0,0-4 0 0,0 3 0 16,0-2-23-16,3 2-5 0,0-3 0 0,0 1-1 15,0-3 17-15,0 0 0 0,3-3 0 0,3 3 0 16,-3-3 0-16,3-2-8 0,0-1 8 0,0-2 0 15,3 0-11-15,0-3 11 0,0-2-10 0,0 0 10 16,-1-1-12-16,1-4 12 0,3-1-13 0,0-2 5 16,0-1-20-16,0-1-3 15,3-4-1-15,0 0 0 0,0 1 77 0,0-3 15 0,-1 2 4 0,1-2 0 0,3 0-52 16,-3-1-12-16,-3 1 0 0,0 2 0 0,0-2 48 0,0 3 6 16,0-4 2-16,-3 4 0 0,-4-3-4 0,4-1 0 15,-3 4 0-15,-3-3 0 0,0-3-7 0,0 2-1 16,-3-1-1-16,0-1 0 0,0 2-11 0,-3-1-3 15,0 1 0-15,-3 4 0 0,0-3-9 0,0 2-1 16,-2 0-1-16,-1 3 0 0,0 1-10 16,0-1-8-16,-3 2 12 0,0 1-12 0,0 0 8 15,-3 2-8-15,3 0 0 0,-3 3 0 0,3 0-16 16,-2 0-8-16,2 3 0 0,0-3-1 16,3 3-79-16,-3-1-16 0,3 1-4 0,0 0-710 0,0-1-142 0</inkml:trace>
  <inkml:trace contextRef="#ctx0" brushRef="#br0" timeOffset="47682.865">19062 14998 1728 0,'0'0'38'0,"0"0"8"0,0 0 50 0,0 0-87 0,0 0-9 16,0 0 0-16,0 0 0 0,0 0 104 0,0 0 20 16,0 0 3-16,0 0 1 0,0 0 0 0,0 0 0 15,0 0 0-15,0 5 0 0,0-5-103 0,-3 8-25 16,3 0 0-16,0-3 0 0,0 3 56 0,0 0 7 15,0 2 1-15,-3 1 0 0,3-3-13 0,0 5-3 16,0-2 0-16,-3 5 0 0,3 0-25 0,0 2-6 16,0 6-1-16,0 0 0 0,0-1-16 0,0 7 0 15,0-4 0-15,0 1 0 0,0-4 0 0,0 1 0 0,0-3 0 16,0 0 0-16,0 1 0 0,0-1 0 16,0 0 0-16,0 0 0 0,0-2 0 0,0 2 0 0,0 0 0 0,0 0 0 15,0 0 0-15,0 1 0 0,0-1 0 0,0 0 0 16,0-3 0-16,0 1 0 0,0-3 0 0,0 0 0 15,0-3 0-15,0 3 0 0,0-6 0 0,0 1 0 16,0 0 0-16,0-4 0 0,0 1 0 0,-3-2 0 16,3 2 0-16,0-8 0 0,0 5 0 0,0-5 0 15,0 0-48 1,0 0-12-16,0 0-4 0,0 0 0 0,0 0 0 0,0 0 0 16,0 0 0-16,0 0 0 0,0-8-204 0,0-3-42 0,0-10-8 15,3 0-2-15</inkml:trace>
  <inkml:trace contextRef="#ctx0" brushRef="#br0" timeOffset="48474.148">20714 12471 2156 0,'0'0'48'0,"0"0"9"0,0 0 3 0,-3-3 0 0,0-2-48 0,0 2-12 15,3-2 0-15,-3-1 0 0,3 4 60 0,-3-1 11 16,3 3 1-16,-3-5 1 0,3 5-7 0,-6-3-2 16,6 3 0-16,-6-2 0 0,0 2 0 0,6 0 0 15,0 0 0-15,-6 2 0 0,0 1-51 0,0-1-13 0,0 4 0 0,3 2 0 16,-3-3 0-16,3 3 0 0,-3 0 0 16,3 2 0-16,-3 1 54 0,3 0 8 15,0-1 2-15,-3 6 0 0,3-3-64 0,0 6-21 0,0-1 0 0,-2 4 0 16,2-4 21-16,0 3 0 0,0 6-9 0,0-1 9 15,0 3 0-15,3 0 0 0,-3 0 0 0,3 1 0 16,0-4 0-16,0 0 0 0,0-2 0 0,0 3 0 16,0-3 0-16,0-1 0 0,-3-1 0 0,0-1 0 15,3-3 0-15,-3 1 0 0,0 2 0 0,0-3 0 16,0 1-8-16,0 2 8 0,0-2-12 0,-3-1 12 16,0-2-24-16,3 0 1 0,-3 0 1 0,0 0 0 15,0-3-14-15,0 3-2 16,0-6-1-16,0 1 0 0,0 0-25 0,0-4-4 15,0 1-2-15,0 0 0 0,1-2-140 16,-4-1-28-16,3-2-6 0</inkml:trace>
  <inkml:trace contextRef="#ctx0" brushRef="#br0" timeOffset="48744.006">20383 12936 2127 0,'0'0'47'0,"0"0"9"0,-3-2 3 0,3 2 1 0,-9-3-48 0,6 0-12 16,3 3 0-16,0 0 0 0,0 0 72 0,0 0 12 16,0 0 2-16,0 0 1 0,0 0-31 0,0 0-5 0,0 0-2 0,0 0 0 15,0 0-11-15,0 0-2 0,3 6-1 0,6-4 0 16,-3 4-2-16,3-4 0 0,0 1 0 0,3 0 0 16,0-1-13-16,3 1-4 0,0-3 0 0,0 2 0 15,2-2-16-15,1 3 10 0,-3-3-10 16,3 3 8-16,0-3-8 0,0 0 0 0,-3 0 0 15,2 0 0 1,1 0-82-16,3 0-18 0,0-6-4 0,0 6-1096 0</inkml:trace>
  <inkml:trace contextRef="#ctx0" brushRef="#br0" timeOffset="64281.826">8947 6835 1036 0,'0'0'23'0,"0"0"5"0,0 0 0 0,0 0 1 0,0 0-29 0,0 0 0 0,0 0 0 0,0 0 0 16,0 0 100-16,0 0 13 0,0 0 3 0,0 0 1 0,0 0-47 0,0 0-10 16,0 0-1-16,0 8-1 15,0-3-33-15,0 0-6 0,0 0-2 0,0 1 0 16,0 2 38-16,-3-3 7 0,3 0 2 0,0 3 0 15,-3-3-20-15,3 3-4 0,0-2-1 0,-3 2 0 0,0 0-11 0,3 0-3 16,-3-1 0-16,0 4 0 0,3 0-25 0,-3-3 0 16,0 5 0-16,0-3 0 15,0 4 56-15,3-1 7 0,-3 0 1 0,0 0 0 0,3 3-52 16,0-3-12-16,-3 1 0 0,3 2 0 0,0-3 0 0,0 3 0 16,-3-3 0-16,3 3 0 0,0-3 0 0,-3 0 0 15,3 3 0-15,0-3 0 0,0 1 0 0,0-4 0 16,0 6 0-16,-3-3 0 0,3 0 0 0,0 1 0 15,0-1 0-15,0 0 0 0,-2 0 0 0,2 1 0 16,0 1 0-16,-3 1 0 0,3 0 0 0,-3 0 0 16,3 0 0-16,-3 2 0 0,3 1 0 0,0 0 0 15,0-1 0-15,0 1 0 0,-3 2 0 0,3-3 0 16,0-2 0-16,0 3 0 0,0-3 0 0,0 2 0 16,0 1 0-16,0-1 0 0,0-2 19 0,0 3 1 0,0-1 0 0,0 1 0 15,0-1-32-15,-3 3-7 0,3 0-1 0,0 1 0 16,0 1 20-16,0-1 0 0,0 1 0 0,3 1 0 15,-3 0 0-15,0-3 0 0,3 3 0 0,-3-3 0 16,0 0 0-16,3 0 0 0,0 1 0 0,-3-1 0 16,3 0 0-16,-3 0 0 0,0 0 0 0,2 3 0 15,-2 0 22-15,0 0 8 0,0 5 2 0,0-3 0 16,0 1-19-16,0 2-3 0,0-3-1 0,0 1 0 16,0-3 0-16,0 2 0 0,0-2 0 0,0 2 0 15,0-2 4-15,0 3 1 0,0-4 0 0,-2 7 0 16,2-1-14-16,0 2 0 0,0-1 0 0,2 1 0 0,-2-2 0 15,-2 0 0-15,2 1 0 0,0-1 0 0,0-3 0 0,0 3 0 16,-3-2 0-16,3 4 0 16,-3-1 54-16,3 1 8 0,0 4 2 0,-3 2 0 0,3-3-52 15,-3 1-12-15,3 2 0 0,0-3 0 16,-3-2 0-16,3 0 0 0,-3-1 0 0,0 4 0 0,3-4 0 0,-3 6 0 16,3-2 0-16,-3 5 0 0,3-3 0 15,0-3 0-15,0 0 0 0,0 3 0 0,0-5 22 0,-3 0 2 16,3 0 0-16,0 2 0 0,0 0-39 0,0 1-7 15,-3 2-2-15,3 3 0 0,0-3 24 0,0 0 0 0,3-6 0 16,-3 4 0-16,0-6 23 0,0 0 9 0,0 0 1 16,-3 3 1-1,3 0-54-15,0-1-12 0,0 4-1 0,0-1-1 0,0 1 78 0,0-1 16 16,0-2 4-16,0 0 0 0,0-6-64 0,0 3-13 16,0-2-3-16,0 2 0 0,-3-6 26 0,3 7 5 0,0-1 1 0,-3 5 0 15,3-2-16-15,-3 2 0 0,3-2 0 16,0 2 0-16,0-5 0 0,-3 1 0 0,3-4 0 0,-3 3 0 15,3-5 0-15,-3 2 0 0,3-2 0 0,-3 5-10 16,3 0 10-16,-3 1 0 0,3 1 0 0,-3 1 0 16,3 0 0-16,-3 0 0 0,3-3 8 0,-3 0-8 15,3-5 0-15,-3 2 0 0,0-2 0 0,3 2 0 16,-3 1 0-16,0-1 0 0,3-2 0 0,-3 5 0 16,0 3 0-16,0-3 0 0,3 5 0 0,-3-4 0 15,3-1 0-15,-3-3 0 0,0 1 0 0,3-1 0 16,-3-2 0-16,0 0 0 0,0-3 0 0,3 3 0 15,-3-1 0-15,3 1 0 0,-3 3 0 0,3 2 0 16,0-3 0-16,-3 3 0 0,3 0 0 0,0 1 0 0,-3-4 0 16,3-2 0-16,0 0 0 0,0-3 0 15,0 0 0-15,-3-2 0 0,3 2 0 0,0-3 0 0,0 1 0 0,0-1 0 16,-3-2 0-16,3 5 0 0,0-2 0 16,-2 2 0-16,2 0 0 0,0 0 0 0,0 3 0 0,0-3 0 15,0 3 0-15,0-3 0 0,0 0 0 0,0-2 0 16,-3 0 0-16,3-4 0 0,0 1 0 0,0 0 0 15,0 0 0-15,0-3 0 0,-3 3 0 0,3-3 0 0,0 3 0 16,0-3 0-16,-3 3 0 0,3-2 0 16,0 1 0-16,-3 4 0 0,0-3 0 15,0 2 0-15,3 1 0 0,-3 2 0 0,3 0 0 0,0-2 0 0,-3-1 0 16,3 3 0-16,0-2 0 0,-3-3 0 0,3 0 0 16,-3 0 0-16,3-3 0 0,0 0 0 0,0 0 0 15,0 1 0-15,0-4 0 0,0 1 0 0,0-1 0 0,0 1 0 16,0-1 0-16,0 4 0 0,0-4 0 0,-3 1 0 15,3-1 0-15,0 1 0 0,0 0 0 0,0 2 0 16,0-3 0-16,0 4 0 0,0-1 0 0,0 0 0 16,0 0 0-16,0 3 0 0,-3-5 0 0,3 5 0 15,0-3 0-15,0 0 0 0,0-2 0 0,0 5 0 16,0-6 0-16,0 3 0 0,0-2 0 0,0 0 0 16,0 2 0-16,0-3 0 0,3-2 0 0,-3 0 0 15,0 0 0-15,0 0 0 0,0 0 0 0,0 0 0 16,0 0 0-16,0 0 0 0,0 0 0 0,0 0 0 15,0 0 0-15,0 2 0 0,0-2 0 0,0 0 0 16,0-3 15-16,0 3-2 0,0 0 0 0,0 3 0 16,0-3-13-16,0 0 0 0,0 2 8 0,0-2-8 15,0 3 0-15,0-1 0 0,0 1 0 0,0 2 0 16,3-2 0-16,-3 2 0 0,0 0 0 0,0 1 0 0,0-1 8 16,0-3-8-16,0 4 0 0,0 1 0 0,0-1 8 0,0-1-8 15,-3 0 0-15,3-2 0 0,0 2-10 0,0-2-8 16,-3-1-2-16,3 1 0 0,0-3 20 0,-3 2 0 15,3-2 0-15,0 0 0 0,0 0 0 0,-3 0 0 16,3 0 0-16,0 0 0 0,0 0 0 0,0 0 0 0,0 0 0 0,0 0 0 16,0-3 25-16,0 3 9 0,0 0 2 0,0 0 0 15,0 0-36-15,0 0 0 0,0 2 0 0,0-2 0 16,0 3 12-16,0-1-12 0,0 4 12 0,0-1-12 16,0 0 11-16,-3 0-11 0,3 0 10 0,0 3-10 15,0 0 8-15,0-3-8 0,0 3 0 0,0-2 9 16,0-1-9-16,0 0 0 0,0 0 0 0,0 0 0 15,0-5 0-15,0 3 0 0,0 0 8 0,0-3-8 16,0-1 0-16,0 1 0 0,0 0 0 16,0-2 0-16,0 2 0 0,0-1 0 0,0-1 0 15,0 2 0-15,0 0 0 0,0 0 0 0,0 0 0 0,0-1 0 16,0 4 0-16,-3-3 0 0,3 3 0 0,0-1 0 16,0 1 0-16,-3-1 0 0,3 4 0 0,0-1 0 15,-3 3 0-15,3 0 0 0,0-1 8 0,-3 1-8 16,3 3 0-16,-3-3 0 0,3 0 0 0,-3-1 0 15,3 1 0-15,-3-2 0 0,3-1 0 0,-3 0 8 16,3 0-8-16,-3-5 0 0,3 3 0 0,-3-3 8 0,3-3-8 16,-3 3 0-16,3-3 0 0,0-5 0 15,0 0-22-15,0 0-3 0,0 0-1 16,0 0 0-16,0 0-159 0,0-5-32 0,-3-6-7 0</inkml:trace>
  <inkml:trace contextRef="#ctx0" brushRef="#br0" timeOffset="73659.659">9685 6808 1728 0,'0'0'38'0,"0"0"8"0,0 0 2 0,0 0 0 0,0 0-39 0,0 0-9 0,-3-2 0 0,3 2 0 16,0 0 81-16,0 0 15 0,0 0 2 0,0 0 1 15,0 0-51-15,0 0-9 0,0 0-3 0,0 0 0 16,0 5-36-16,0 3 0 0,3 2-9 0,0 4 9 0,0 1 0 0,3 1 0 15,0 0 0-15,-3 0 0 16,3 3 0-16,0-4 0 0,0 4 0 0,0-1 0 0,0-2-28 0,0 0 3 16,0-3 0-16,0-2 0 0,0 0 6 0,0-3 2 15,3-3 0-15,-3 0 0 0,3-2 17 0,-1-3-8 16,1 0 8-16,-3-3 0 0,3-5-22 0,3 0 2 16,-3-2 1-16,6-1 0 0,-3-5 30 0,3 3 5 15,3-6 2-15,-1 4 0 0,1-1-18 0,0 0 0 0,3-3 0 16,0 1 0-16,0-1 0 0,-3 1 0 15,-1-1 8-15,1 1-8 0,-3-1-12 0,-3-2-7 0,3 0-1 0,-3 0 0 16,-3 0 20-16,3-1 0 16,-3 1 0-16,-3 3 0 0,0-1-20 0,-1 3 0 15,-2 0 0-15,-3 6 0 16,0-1-121-16,-3 3-25 0,-8-13-5 0,-1 13-495 0</inkml:trace>
  <inkml:trace contextRef="#ctx0" brushRef="#br0" timeOffset="74036.2">9873 6856 1624 0,'0'0'46'0,"0"0"10"0,0 0-45 0,0-6-11 0,0-1 0 0,0 1 0 0,0 6 96 0,0-2 16 15,3-4 4-15,-3 6 1 0,0 0-28 0,0 0-5 16,0 0-2-16,0 0 0 0,0 0-28 0,0 0-6 15,0 0 0-15,0 0-1 0,0 0-24 0,0 0-5 16,3 3-1-16,0 2 0 0,3 3-17 0,-3 3 8 16,3-1-8-16,0 1 0 0,3 2 0 15,-4 0 0-15,4 1 0 0,-3-1 0 16,3 0 0-16,0 0 0 0,0 1 0 0,0-1-9 16,0-3 9-16,0 1 0 0,0-3-9 0,0 0 9 0,0 0-21 0,0-3 0 15,0 0 0-15,0-2 0 0,-4-3 39 0,4 0 8 16,0 0 2-16,0-5 0 0,0-1-3 0,0-2 0 15,0-2 0-15,3-1 0 0,0 1-11 0,-3-4-2 16,6 1-1-16,-3 0 0 0,2-3-11 0,1 3 0 0,0-3 0 0,3 0 0 16,-3 0 10-16,3 0 0 0,0-2 0 15,0-1 0 1,-4 1-48-16,4-3-10 0,0 0-1 0,0-1-1 16,0-1-162-16,-3-1-33 0</inkml:trace>
  <inkml:trace contextRef="#ctx1" brushRef="#br0">16046 10261 0,'0'0'15</inkml:trace>
  <inkml:trace contextRef="#ctx0" brushRef="#br0" timeOffset="74932.632">12201 6739 1497 0,'0'0'32'0,"0"-5"8"0,0 0 0 0,0-3 4 0,3 0-36 0,-3 0-8 15,3 3 0-15,-3-1 0 0,2 1 53 0,-2 5 9 16,3-3 2-16,-3 3 0 0,0 0 0 0,0 0 0 15,0 0 0-15,3 6 0 0,0-1-52 0,0 6-12 0,3-3 0 0,-3 2 0 16,3 3 29-16,-3-2 3 0,3 2 1 0,0-2 0 16,-3 2-33-16,3-2 0 15,0-1 0-15,0 1-12 0,3-1 1 0,-3-2 1 16,3 0 0-16,0-3 0 0,0 3 10 0,0-2 0 0,0-4 0 16,2 1-8-16,-2 0 8 0,0-1 0 0,0-2 10 15,3 0-10-15,0-2 32 0,0-1 0 0,0-2 0 0,3-1 0 16,0 1-12-16,-3 0-3 0,2-6 0 0,-2 3 0 15,3-2-17-15,-3-3 0 0,0 2-8 0,3-2 8 16,0-3 0-16,0-3 0 0,-3 3 0 0,2-5 0 16,1 0 0-16,0 3 0 0,0-4 0 0,0 1 0 15,-3 3 8-15,0-1 7 0,0 3 1 16,-3 3 1-16,0 0-29 0,-1 2-5 0,-5 3-2 0,3-2 0 16,-3 4-38-16,-3 1-8 0,0 0-2 15,0 0-836-15</inkml:trace>
  <inkml:trace contextRef="#ctx0" brushRef="#br0" timeOffset="75330.034">12510 6708 1504 0,'0'0'43'0,"0"0"9"0,0 0-42 0,0 0-10 15,0 0 0-15,0 0 0 0,0 0 99 0,0 0 17 16,0 0 4-16,0 0 1 0,0 0-26 0,0 0-6 15,0 0-1-15,0 0 0 0,0 0-38 0,0 0-8 16,0 0-2-16,0 0 0 0,0 5-21 0,0 0-5 0,3 3-1 0,-3 0 0 16,3 3-13-16,0-1 0 0,0-2 0 15,0 5 0-15,0 1 0 0,0-4 0 16,3 3 0-16,0 1 0 0,0-4-12 0,0 3 2 0,0 3 0 0,0-5 0 16,0 0-10-16,0-1-3 0,0-2 0 0,-1 0 0 15,1 0 1-15,0 0 0 0,3-3 0 0,-3 0 0 16,0-2 22-16,3 0 0 0,-3-1 0 0,3 1 0 15,0-3 0-15,0-3 15 0,0 1-3 0,0-1 0 16,3 0-12-16,0-2 8 0,-1 0-8 0,1-3 0 16,3 0 17-16,0 0-2 0,-3-3-1 0,3 4 0 15,0-7 3-15,0 4 1 0,0-1 0 0,-1 1 0 16,4-4-6-16,-3 1 0 0,-3 0-1 0,0 0 0 16,0-3-11-16,0 0 0 0,-3 0 0 0,3 0 8 15,-3 0-16-15,3 0-4 0,-4 0-1 0,1 1 0 16,0 1-130-16,0 1-25 15,-3 0-6-15</inkml:trace>
  <inkml:trace contextRef="#ctx0" brushRef="#br0" timeOffset="102725.364">20687 14021 1450 0,'0'0'32'0,"0"0"6"0,0-3 2 0,0-2 1 0,0 0-33 0,0 0-8 0,-3-1 0 0,3-2 0 16,0 3 63-16,-3 0 10 0,0 0 3 0,0-1 0 15,0 1-20-15,0 2-3 0,3 3-1 0,-6-5 0 16,0 2 13-16,3 1 3 0,-3-1 0 0,0 0 0 0,0 3-14 0,0-2-2 15,0 2-1-15,0 0 0 0,-3 0-23 0,4 0-5 16,-1 0-1-16,-6 0 0 0,3 2 5 0,-3-2 1 16,3 0 0-16,-3 3 0 0,0 0-13 0,0-1-3 15,0 1 0-15,0 2 0 16,0 1-4-16,1-1 0 0,2 0-8 0,-3 0 12 0,3 3-12 16,-3 0 0-16,3 0 8 0,0 5-8 0,0-2 0 0,3 0 0 15,0 2 0-15,-3 0 0 0,6-2-9 0,-3 2 9 16,3 0 0-16,0 0-9 0,0 1-8 0,3-4-2 15,3 3 0-15,-3 3 0 0,3-2-5 0,3 1 0 16,-3-1-1-16,3-1 0 16,0 0-1-16,0 0 0 0,3 1 0 0,0-1 0 15,0-3-9-15,0 4-1 0,3-4-1 0,-3 1 0 0,3-1 37 0,0 1 0 16,-1-3 0-16,1 2 0 0,3-2 0 0,-3-2 0 0,0 2 0 0,0-3 0 16,0-2 0-16,0-1 0 0,0 1 0 0,0-3 0 15,2 0 0-15,-2 0 0 0,0-3 0 0,0-2 0 16,3 0 0-16,0-1 0 0,0-2 0 0,3 0 0 15,0-2-10-15,-1-1 10 0,1 1 0 0,0 2-9 16,0-3 9-16,0 1 0 0,-3-1 0 0,3 0 0 16,-4 1 10-16,1-1 1 0,0 1 0 0,0-4 0 15,-3 4 13-15,0-3 2 0,-3-1 1 16,0 4 0-16,0-3 10 0,-3-1 3 0,0 4 0 0,0-3 0 16,-3-3-2-16,0 2 0 0,-1-1 0 0,1 1 0 15,-3-2 5-15,3 1 1 0,-3 1 0 0,0-2 0 16,0 3-12-16,0 0-3 0,-3 2 0 0,0-2 0 15,1 0-7-15,-1 5-2 0,-3-3 0 0,0 4 0 16,0-1-4-16,0 0-2 0,-3 2 0 0,0 1 0 16,-3 0-6-16,0 2-8 0,-3-2 11 0,-3 5-11 15,3-3 11-15,-5 3-11 0,2 0 10 0,0 3-10 0,-3-3 0 0,3 5 0 16,-3-2 0-16,0 2 0 16,4 0-26-16,-1 3-11 0,0-2-3 0,0 2 0 0,3-1 40 0,3-1 0 15,-3 2 0-15,3-3 0 16,4 0-110-16,-4 1-14 0,3-4-4 0,-3 4 0 15,3-6-64-15,3 0-14 0,-9-3-2 16,6 0-1-16</inkml:trace>
  <inkml:trace contextRef="#ctx0" brushRef="#br0" timeOffset="126141.658">13335 9393 1267 0,'0'0'28'0,"0"0"5"0,0 0 2 16,0 0 1-16,0 0-36 0,0 0 0 0,-3-2 0 0,3-6 0 15,0 2 112-15,3 1 16 0,-3 0 4 0,3-3 0 16,0 0-37-16,0 0-7 0,0 0-2 0,0 3 0 0,2-3-38 0,1 0-8 16,0 0-2-16,0 3 0 0,0-3 21 0,0 2 4 15,0 4 1-15,3-1 0 0,-3 1-52 0,3-1-12 16,-3 0 0-16,0 1 0 0,3-4 54 0,-3 6 8 15,0-2 2-15,-6 2 0 0,9 0-52 0,-9 0-12 16,0 0 0-16,6 2 0 0,-3 4 0 0,0-1 0 0,-3 0 0 0,0 3 0 16,0 3 0-16,-3-1 0 0,0 1 0 15,-3 5 0-15,3 0 26 0,-6-1 2 16,3 7 1-16,0 1 0 16,0 4-46-16,0 2-10 0,3 3-1 0,-3 2-1 0,6-2 29 15,0-3 0-15,0 0 0 0,0 0 0 0,6-5 0 0,-3 3 0 16,3-6 0-16,3 3 0 0,0-3 0 0,3 0 0 0,3 3 0 0,2-3 0 15,1 0 0-15,0 0 0 0,0-2 0 0,0-1 0 16,-3 1 0-16,3-6 0 0,-1 3 0 0,-2-6 0 16,0 4 0-16,-3-1 0 0,-3-3 0 0,0 1 0 15,-3-3 0-15,-3 3 0 0,0-1 0 0,0 1 0 16,-6-1 0-16,3 1 0 0,-3-1 0 0,-3 4 0 16,0-1 30-16,-3 0 12 0,0 0 2 0,0 1 1 15,-3 2-21-15,3-1-4 0,-3 4 0 0,1-1-1 16,-1 4-3-16,0-1-1 0,0 3 0 0,0 2 0 15,3 3-15-15,-3-2 9 0,3-1-9 0,0 1 8 16,3-4-21-16,0-1-5 0,0 1-1 0,0 1 0 16,0-3 19-16,1 0 0 0,-1 6 0 0,3-3 0 0,-3 5 0 15,3 0 0-15,0 3 0 0,0 2 0 16,3-2 10-16,-3-3 6 0,-3 0 0 0,3-2 1 0,0-4-27 16,-3 4-6-16,3-6 0 0,-3 3-1 0,0 0 17 0,0-3 0 15,0 0 0-15,0 3 0 0,3 0-11 0,-6-3 2 16,3 3 0-16,0-3 0 15,3 0-37-15,-3 0-7 0,0-2-2 0,1-1 0 16,2-2-14-16,-3-3-3 0,3 0-1 0,-3 1 0 16,0-4-23-16,3 1-4 0,-3-3 0 0,3 0-547 15,0 0-109-15</inkml:trace>
  <inkml:trace contextRef="#ctx0" brushRef="#br0" timeOffset="126693.463">14174 9721 2030 0,'0'0'57'0,"0"0"14"0,0 0-57 0,0 0-14 0,-3-2 0 0,3 2 0 0,-6-3 105 0,6 3 19 16,-6 0 3-16,0 0 1 16,6 0-19-16,-6 0-3 0,0 5-1 0,0-2 0 0,0 2-50 0,-3 1-11 15,4 2-1-15,-1 0-1 0,-3-1-25 0,3 4-5 16,0 0 0-16,-3 2-1 0,6 0-11 0,-3 3 0 15,0 0 0-15,3 2 0 16,-3 4-20-16,6-4-8 0,0 1-3 0,0 2 0 0,3-3 31 0,3 1 0 16,-3-3 0-16,6 0 0 0,0-3 0 0,0 0 0 0,0-5 0 15,3 3 0-15,-4-6 0 0,4 0 0 16,0 0 0-16,3-2 0 0,0 0 0 0,0-6 0 0,3 0 0 0,0 1 0 31,2-6-33-31,-2 0-1 0,3 0 0 0,-3-5 0 0,3 2 34 0,-3-2 0 0,-3 0 0 16,-1-3 0-16,-2 0 24 0,0 3 3 0,-3-3 0 0,-3-3 0 15,0 3 14-15,-3 1 3 0,0-1 1 0,-3 0 0 16,0 0-8-16,-3 3-1 0,0-1-1 0,-3 1 0 16,-3 3-15-16,0-1-4 0,-3 0 0 15,-2 1 0-15,-1 2-7 0,-6 0-1 0,3 3-8 16,-3 2 12-16,0 0-12 0,0 1 0 0,-2 2 0 0,5 0-10 31,-3 2-34-31,3 4-6 0,-3-1-2 0,0 0 0 0,1 3-138 16,-4 0-28-16,3 3-6 0</inkml:trace>
  <inkml:trace contextRef="#ctx0" brushRef="#br0" timeOffset="127782.802">13332 11719 1758 0,'0'0'50'0,"0"0"10"0,0 0-48 0,0 0-12 0,0-5 0 0,0 5 0 16,3-5 107-16,-3 5 18 0,0-6 4 0,0 6 1 15,0 0-47-15,0 0-10 0,0 0-1 0,0 0-1 16,0 0-6-16,0 0-1 0,6 3 0 0,-3 2 0 15,0 0-51-15,-3 3-13 0,3 3 0 0,-3 2 0 16,0 0 0-16,-3 3 0 0,3 0 0 0,-3 5 0 16,3 1 0-16,-3 4 0 0,0 0 0 0,0 6 0 15,3 0 0-15,0-3-15 16,-3 3 3-16,3-3 1 0,0-3 11 0,0 1 16 0,3-1-4 0,-3-2-1 31,3 0-60-31,0-3-12 0,0 0-3 0,0-2 0 0,0-3 52 0,0 2 12 0,2-5 0 0,1 1 0 16,-3-1 0-16,3-3 0 0,0 1 0 0,0-3 0 15,-3 0 0-15,3 0 0 0,-3 0 0 0,0-3 0 16,0 0 35-16,0 3 9 0,-3-2 3 0,3-1 0 16,-3 0-24-16,0 3-5 0,-3 0-1 0,0 0 0 15,3 0 37-15,-3 0 7 0,0 0 2 0,3 2 0 16,-3 1-50-16,0 0-13 0,0-1 0 0,0 1 0 16,3 2 0-16,-3-2 0 0,3 2 0 0,0 0 0 15,-3-2 23-15,3 4-1 0,0-1 0 0,0 2 0 0,0-1-22 16,0 1 0-16,-3 3 0 0,3-1 0 0,0 4 0 15,0 1 0-15,-3 1 0 0,3 3 0 0,0-4 0 16,-3 1 0-16,3 0 0 0,-3 3 8 0,3-6-8 0,0-3 0 16,-3 3 0-16,0-2 0 0,0-1 0 15,0 4 0-15,1-4 0 0,-4 3 0 0,3-2 0 0,-3 2 0 16,3 0 0-16,-3 0 0 0,3 1 0 0,0-1 0 16,-3-3 0-16,3 3 0 0,-3-2 0 0,6-3 0 15,-3 2 0-15,-3-4 0 0,3-4 0 0,0 3 0 0,3-2 0 16,-3-3 0-16,0 0 0 0,0 0 0 0,0-3 0 15,3 0 0-15,0-5 0 0,0 0-8 0,0 0 8 0,0 0 0 32,0 0-28-32,0 0-1 0,0 0 0 0,-3-8 0 15,3 0-117-15,0-5-23 0,3 0-5 0</inkml:trace>
  <inkml:trace contextRef="#ctx0" brushRef="#br0" timeOffset="128183.243">14442 12137 2030 0,'0'0'57'0,"0"0"14"0,0 0-57 0,0-5-14 15,3 0 0-15,-3 5 0 0,0-3 104 0,0 3 19 16,0 0 3-16,0 0 1 0,0 0-50 0,0 0-9 0,0 0-3 0,0 0 0 16,-6 0-1-16,3 0 0 0,3 0 0 0,-9 5 0 15,3-2-51-15,-3 2-13 0,0 0 0 0,0 3 0 16,-3 0 54-16,3 3 8 0,-5 2 2 0,-1 0 0 15,0 3-52-15,-3 0-12 16,0 5 0-16,-3 8 0 0,3 1 0 0,-2 4 0 16,2 0 0-16,-3 1 0 0,6-4 0 0,-3-1 0 0,0 1 0 15,-3 1 0 1,1-5-48-16,-1-1-13 0,-3 0-3 0,-3 1 0 16,3-3 0-16,1-3 0 0,-1 3 0 0,3-6 0 15,0-2-102-15,3-3-21 0,0-2-4 0</inkml:trace>
  <inkml:trace contextRef="#ctx0" brushRef="#br0" timeOffset="128438.652">13909 12262 2419 0,'0'0'53'0,"-3"-8"11"0,3-3 3 0,-3 0 1 0,3 4-55 0,0-4-13 0,-3 0 0 0,3 6 0 0,-3-3 54 0,3 8 8 16,0-3 2-16,0 3 0 0,0 0 12 0,0 0 4 15,0 0 0-15,0 0 0 0,0 0-48 0,3 3-10 16,3 5-2-16,0 0 0 0,3 3-5 0,0-1-2 15,0 3 0-15,3 9 0 0,0-1-5 0,0 3 0 16,0 2-8-16,2 3 12 0,1 0-12 16,3-2 0-16,-3-1 0 0,0 1 0 15,0-6 0-15,0 3 0 0,0-3 0 0,-1 0 0 0,1-3 0 16,0 1 0-16,0-3 0 0,3 2-10 16,-3-2-34-16,0 0-6 0,-3-3-2 0,5 1 0 15,-5-4-167-15,0-2-33 0,0 0-8 0,3-3-759 0</inkml:trace>
  <inkml:trace contextRef="#ctx0" brushRef="#br0" timeOffset="128787.751">14421 12648 1586 0,'0'0'44'0,"0"0"12"0,0-3-45 0,0-2-11 0,0 5 0 0,0-8 0 15,0 3 154-15,3-1 29 0,-3 4 5 0,3-4 2 16,0 4-59-16,0-1-12 0,0 1-3 0,3-1 0 16,-3 0-44-16,3 3-10 0,0-2-2 0,0 2 0 15,3-3-16-15,-3 3-3 0,0 0-1 0,0 3 0 16,0-3-7-16,-1 2-1 0,1 1-1 0,0 2 0 15,0-2-11-15,-3 2-3 0,3-2 0 0,0 2 0 16,-3 3-8-16,3 0-1 0,-3 3-8 0,0-1 12 16,0 3-12-16,0 1 8 0,-3 1-8 0,0 4 0 15,0 2-9-15,0 0-8 0,-3 0-2 0,0 1 0 16,0-1-17 0,0 0-3-16,-3 0-1 0,3-2 0 0,-3-1 24 0,3 1 5 0,0-1 1 0,0 1 0 15,0-3 10-15,0-3 0 0,3 3 0 0,-3-3 0 16,3-2 0-16,0-1 0 0,3-2 0 0,0 0 0 0,0 0 0 15,3-5 9-15,0 2-9 0,0-5 10 0,3 0-10 0,0 0 0 16,3-3 0-16,0 1 0 16,3-1-19-16,3-2-5 0,2-1-2 0,7-2 0 0,3 3 26 15,6 0 12-15,8 0 0 0,4-3-872 16,0-6-175-16</inkml:trace>
  <inkml:trace contextRef="#ctx0" brushRef="#br0" timeOffset="129699.405">20862 15154 1325 0,'0'0'37'0,"0"0"9"0,0 0-37 0,0 0-9 16,6 0 0-16,-3 0 0 15,3 0 120-15,-6 0 23 0,0 0 4 0,3 5 1 0,-3-5-33 0,3 5-7 16,-3 1 0-16,3 1-1 0,-3-1-38 0,3 2-7 16,-3 0-2-16,0 2 0 0,0 1-14 0,-3 2-3 15,3 0-1-15,-6 0 0 0,3 3-16 0,-3 0-3 0,3 0-1 16,-5 3 0-16,2-1-7 0,-6 1-2 15,3-3 0-15,-6 5 0 0,0-3 0 0,-3 1 0 16,3 2 0-16,-6 3 0 0,4 0-5 0,-1 5 0 16,-3 2-8-16,3 4 12 15,0-1-34-15,6-2-7 0,-3-3-2 0,3 0 0 0,0-2 48 0,4-4 10 16,-4-1 1-16,3-1 1 0,0-3-43 0,3 1-9 0,-3-3-1 16,0 0-1-1,3-3-31-15,-3-3-7 0,3 4-1 0,0-6 0 16,0-1-112-16,0-1-24 0,3-1-4 0</inkml:trace>
  <inkml:trace contextRef="#ctx0" brushRef="#br0" timeOffset="130015.102">20514 15405 1792 0,'0'0'51'0,"-9"0"10"0,0 0-49 16,-3 0-12-16,4 0 0 0,-1 0 0 0,0 0 112 0,0 3 20 15,3-3 4-15,0 0 1 0,0 2-45 0,6-2-8 16,0 0-3-16,0 0 0 0,0 0-32 0,-3 6-6 16,3-6-2-16,-3 5 0 15,3-5-13-15,3 5-4 0,-3 0 0 0,3 3 0 0,3 0-4 16,0 0-2-16,0 0 0 0,3 3 0 0,0 2 1 0,3 0 0 16,2 3 0-16,-2 3 0 0,0 2-19 0,3 0 0 15,-3 3 0-15,3 2 0 0,0 1 0 0,6-1 0 16,-1 1 0-16,1-4 0 0,3 1 0 0,0-5 0 0,3-3 0 15,-1 0 0 1,1-6-21-16,0 3-8 0,-3-2-2 0,0 2 0 16,-3-5-43-16,-4 3-9 0,1-3-1 0,0 0-1 15,-3 0-106-15,-3-1-21 0,-3-1-4 0,0 2-661 0</inkml:trace>
  <inkml:trace contextRef="#ctx0" brushRef="#br0" timeOffset="130543.727">21053 15820 1958 0,'0'0'43'0,"0"0"9"0,0 0 1 0,0 0 3 0,0 0-45 0,0 0-11 0,0 0 0 0,0 0 0 0,0 0 87 15,0 0 15-15,0 0 3 0,3-2 1 0,3-1-24 0,0 3-5 16,0-3-1-16,3 3 0 0,-3 0-25 0,3 3-6 16,3-3-1-16,-4 3 0 0,4-3-17 0,0 2-4 15,3-2-1-15,-3 3 0 0,0-3-6 0,0 3 0 16,0-1-1-16,0 1 0 0,0 0-7 0,-3-1-8 16,2 1 11-16,-2 2-11 0,0-2 9 0,-3 2-9 15,0 0 0-15,0 3 9 0,-3-2-9 0,0 2 8 16,0 2-8-16,0 1 8 0,-6-1-8 0,0 4-9 15,0 1 9-15,0 4-13 16,-3 0-13-16,0 2-2 0,0 0-1 0,-3 3 0 16,0 0-3-16,1-3 0 0,-1 2 0 0,-3-1 0 0,3-4 8 0,0 1 2 15,0-3 0-15,0-3 0 0,0 3 22 0,3-6 0 16,0 1 10-16,3 2-10 0,0-5 0 0,0 0 0 0,3 0 0 16,0-3 0-16,3 0 0 0,0 1 0 0,6-4 0 0,0 1 0 15,0 0 0-15,3-3 0 0,0 0 0 0,3 0 0 16,0 0 0-16,2 0 0 0,-2-3 0 0,0-2 0 15,3 2 0-15,-3 0 0 0,0-2 0 0,0 0 0 16,0 2 0-16,-4-2 0 0,4 0 0 0,-3 2 0 16,3-2 0-16,-3 2 0 0,3 0 0 0,0-2 0 15,3 2 0-15,-3 1 0 0,2-3 0 0,1-3 0 32,3 2-147-32,3-4-36 0,-3 2-7 0,6-5-2 0</inkml:trace>
  <inkml:trace contextRef="#ctx0" brushRef="#br0" timeOffset="132492.383">15936 6507 1450 0,'0'0'32'0,"0"0"6"0,-6 0 2 0,0 0 1 0,0 2-33 0,0-2-8 0,0 3 0 0,-2-3 0 15,2 5 104-15,-3-2 20 0,0-1 3 0,0 4 1 16,0-1-41-16,0 0-8 0,0 3-2 0,0 0 0 0,0 0-10 0,0 0-3 16,0 5 0-16,0-2 0 0,0-1-51 0,0 4-13 15,4-1 0-15,-4 0 0 16,0 3 54-16,0 2 8 0,3-2 2 0,-3 3 0 0,-3-3-52 0,3 2-12 16,3-2 0-16,-3 3 0 0,6-3 0 0,-3-1 9 15,3 1-9-15,-3 0 8 0,6-3-8 16,0 1 0-16,0-1 0 0,3 0 0 0,0 0 0 15,3-2 0-15,0 0 0 0,3-1 0 0,0 1 0 0,0 2 0 16,0-5 0-16,0 0 0 0,3 0-8 16,0 0 8-16,-1-3 0 0,4 0 0 0,0 1 0 0,0-4 0 15,3-2 0-15,0 3 0 0,0-3 0 0,0-3 0 16,2 1 0-16,1-1 0 0,0 0 0 16,0 1 0-16,-3-4 0 0,0 1 0 0,-1 0 0 0,1 2 0 0,0-5 0 0,-3 3 8 15,0-3-8-15,0 0 0 0,-3 0 0 0,-3 0-11 16,3-2 60-16,-3 2 12 0,-1-3 3 0,-2 0 0 15,0 1 0-15,0-3 0 0,-3-1 0 0,0 1 0 16,0-3-52-16,0 3-12 0,-3 0 0 0,0-3 0 16,0 0 0-16,-3 0 0 0,3 0 0 0,-6 0 0 15,3 1 40-15,-3-1 6 0,0 2 1 16,0 1 0-16,-2 0-24 0,-1 2-5 0,0-2-1 0,-3 5 0 16,0-2-17-16,0-1 0 0,0 3 0 15,0 0 0-15,-3 3 0 0,0-3 0 0,0 3 0 0,-2-1-9 16,2 4 9-16,0-1-10 0,-3-2 10 0,3 5-10 15,0 0-16 1,0 0-3-16,3 2-1 0,1 1 0 0,-1-3-80 0,3 5-16 16,0-2-3-16,0 2-741 0,3-2-148 0</inkml:trace>
  <inkml:trace contextRef="#ctx0" brushRef="#br0" timeOffset="133751.522">16561 6948 1267 0,'0'0'28'0,"0"0"5"0,0 0 2 16,0 0 1-16,0 0-36 0,0 0 0 0,0 0 0 0,0 0 0 0,-6 0 96 0,0 3 12 15,6-3 2-15,0 0 1 0,0 0-12 0,0 0-3 16,0 0 0-16,0 0 0 0,0 0-37 0,0 0-8 15,0 0-2-15,0 0 0 0,0 0-18 0,0 0-4 16,0 0-1-16,0 0 0 0,0 0 8 0,6 3 2 16,-3 2 0-16,3-2 0 0,3-3-28 0,-3 2-8 15,3-2 0-15,0 3 0 0,0-3 58 0,3 0 5 16,0-3 1-16,0 3 0 0,3 0-52 16,-4 0-12-16,7 0 0 0,0 0 0 0,0-2 0 0,0 2 0 15,0 0 0-15,3 0 0 0,-4 2 0 0,4 1 0 0,-3-3 8 16,3 3-8-16,-3-3 0 0,0 2 8 0,0-2-8 0,-1 0 0 15,-2 0 0-15,3 0 8 0,-3 0-8 0,-3 0 0 16,3 0 8-16,0-2-8 0,0 2 0 0,2 0 9 16,-2 0-9-16,0 0-14 0,0 0 3 0,0 0 1 15,0 0 19-15,0 0 4 0,0 0 1 0,0 2 0 16,-1-2-14-16,1 0 0 0,0 3 8 0,-3-3-8 16,3 2 0-16,-3-2 11 0,3 3-11 0,-3-3 10 15,3 3-10-15,-4-3 0 0,1 0 0 0,0 2-11 16,-3-2 11-16,0 0 0 0,3 0 0 0,-3 0 0 15,0 0 0-15,0 0 0 0,3 0 0 0,-3 0 0 16,3 0 0-16,-4 0 0 0,1 0 0 0,3 0 0 16,0 0 0-16,0 0 0 0,-3 0 0 0,3 0 8 15,0 0-8-15,0 0 0 0,0 0 0 0,0 0 0 16,-1 3 0-16,1-3 0 0,0 0 0 0,0 3 8 16,0-3-8-16,0 0 0 0,-3 2 0 0,3 1 0 0,0-3 0 15,-3 3 0-15,0-3 0 0,3 2 0 0,-4 1 8 0,1-3-8 16,0 3 10-16,0-3-10 0,3 0 0 0,-3 2 0 15,0-2 0-15,0 0 0 0,-3 0 0 0,3 0 0 16,0 0 0-16,-3 0 0 0,3 0 0 0,0 0 0 16,0 0 0-16,-4 0 9 0,4 0-9 0,0 0 0 15,0-2 0-15,0 2 0 0,0 0 0 0,0 2 0 16,0-2 8-16,0 0-8 0,0 0 0 16,0 0 0-16,0 0 0 0,0 0 0 15,3 0 0-15,-4 0 10 0,4 0-10 0,0 0 10 0,-3 0-2 0,3 3 0 16,-3-3 0-16,3 0 0 0,-3 0 1 0,0 0 0 15,3 3 0-15,-3-3 0 0,0 0 1 0,-1 0 0 16,1 2 0-16,0-2 0 0,0 0-10 0,0 3 0 0,0-3 0 16,-3 0 0-16,3 0 11 0,0 0-3 0,-3 0-8 0,3 0 12 15,0 0-12-15,0 0 8 0,-3 0-8 16,3 0 0-16,-3 0 8 0,-1-3-8 0,4 3 0 0,-3 0 0 16,3-2 10-16,-3 2-10 0,0 0 10 0,3-3-10 15,-3 3 11-15,0 0-11 0,0 0 12 0,3 0-12 16,-3 0 12-16,3 0-12 0,0 0 12 0,-3-3-12 15,3 3 11-15,-3 0-11 0,3 0 10 0,-4 0-10 16,1 0 10-16,3 0-10 0,-3 0 10 0,3 0-10 16,-3 0 10-16,0 0-10 0,3 0 10 0,-3 0-10 15,0 0 10-15,0 0-10 0,0 0 10 0,0 0-10 16,0 0 10-16,0 0-10 0,0 0 10 0,-6 0-10 0,3 0 11 0,3 0-11 16,-6 0 12-16,3 3-12 0,3-3 9 0,-6 0-9 15,0 0 0-15,0 0 9 0,6 0-9 0,-6 0 0 16,0 0 0-16,2 3 8 0,-2-3-8 0,0 0 0 15,0 0 0-15,0 0 8 0,0 0-8 0,0 0 0 16,0 0 0-16,0 0 0 16,0 0-60-16,0 0-8 0,0 0-2 0,0 0-810 15,0 0-163-15</inkml:trace>
  <inkml:trace contextRef="#ctx0" brushRef="#br0" timeOffset="135149.385">16210 8531 1958 0,'0'0'43'0,"3"-6"9"0,0-2 1 0,0 1 3 0,0-1-45 0,0 0-11 0,0 2 0 0,0-2 0 15,-3 3 96-15,3 0 16 0,-3 0 4 0,0 5 1 16,-3-6-33-16,3 6-8 0,0 0 0 0,0 0-1 16,-6 0-60-16,0-2-15 0,0 4 0 0,0 1 0 15,0 0 42-15,-3 4 6 0,0 1 0 0,0 0 1 16,-3 6-30-16,1-4-7 0,-4 6 0 0,-3 3-1 16,0 2-11-16,-3 3 0 0,0 7 9 0,-6 4-9 15,4 2 0-15,-1 0 0 0,0 0 0 0,0 0 8 16,0-5-8-16,4-1 0 0,-1 1 0 0,0-3 0 15,3-2-11-15,0 2 0 0,0 0 0 0,3 0 0 16,-2-3-17-16,2 1-3 0,0-3-1 16,-3 0 0-16,3-6-41 0,0 1-9 0,0-4-2 0,3-1 0 15,0-4-117 1,4-2-24-16</inkml:trace>
  <inkml:trace contextRef="#ctx0" brushRef="#br0" timeOffset="135455.47">15656 8592 2102 0,'0'0'46'0,"0"0"10"0,-3-6 1 0,3 1 3 0,-3 0-48 0,3 5-12 16,0-3 0-16,0 3 0 0,0 0 72 0,6-3 12 16,-3 3 2-16,3 0 1 0,0 0-18 0,3 0-3 15,0 6-1-15,0-4 0 0,0 6-30 0,0-2-7 16,3 1 0-16,-3 4-1 0,3 2 8 0,-3 1 1 0,3 1 1 0,-4 1 0 15,4 5-29-15,0 3-8 16,0-3 0-16,3 6 0 0,-3-6 20 0,3 3 2 0,-3-3 1 0,3 3 0 16,-3-3-37-16,2 0-7 0,-2-2-2 0,3 2 0 15,0 3 50-15,-3-3 9 0,0 5 3 16,-3 1 0-16,3-1-28 0,-3 3-11 0,0-2 8 0,0-1-8 16,-1-2 0-16,1-3 0 0,-3 0 8 0,3-2-8 31,-3-6-23-31,0 3-6 0,-3-5-2 0,3 2 0 0,0-5-143 15,-3 0-29-15,0-6-5 0</inkml:trace>
  <inkml:trace contextRef="#ctx0" brushRef="#br0" timeOffset="135820.315">16204 9010 1958 0,'0'0'43'0,"-3"-3"9"0,3-2 1 0,-3-1 3 0,3 4-45 16,0-4-11-16,0 4 0 0,0-3 0 0,3 2 104 0,0 0 20 15,0-2 3-15,0 2 1 0,3 3-52 0,0-2-9 16,0 2-3-16,0 0 0 0,-3 0 0 0,6 0 0 16,0 2 0-16,-3-2 0 0,3 3-23 0,-3 2-5 15,2-2 0-15,-2 2-1 16,3 0-19-16,-3 3-3 0,-3 0-1 0,3 3 0 0,-3-3-12 0,0 5 8 16,0 3-8-16,-3 2 0 0,0 1 0 0,-3 2 0 15,0 0-11-15,-3 3 11 16,0 0-42-16,0-3-1 0,-3 0 0 0,0 3 0 15,1-5 13-15,2 2 2 0,-3-3 1 0,0 3 0 16,0-5-8-16,3 3-1 0,0-3-1 0,0 2 0 0,3 1 37 0,0-3 0 0,3 0 0 16,0-1 0-16,3-1-12 0,0-1 12 15,3 0-10-15,0-5 10 0,3 0 0 0,3-3 0 0,0-2 0 16,0 0 10-16,2-3-10 0,1-3-11 0,3 0 3 0,0-2 0 16,3 0 8-16,-3-3 0 0,3 0 0 0,-1-3 0 31,1 1-146-31,3-4-27 0,-3 4-6 0</inkml:trace>
  <inkml:trace contextRef="#ctx0" brushRef="#br0" timeOffset="136904.181">16728 9023 1267 0,'0'0'28'0,"0"0"5"0,0 0 2 0,-6 0 1 0,0 0-36 0,-3 0 0 0,3 3 0 0,0-3 0 16,0 0 108-16,6 0 16 0,-6 0 2 0,0 0 1 15,6 0-50-15,-9 0-9 0,9 0-3 0,-6 0 0 16,6 0-1-16,-5 0 0 0,5 0 0 0,0 0 0 16,-6 2-3-16,6-2-1 0,0 0 0 0,0 0 0 15,0 0-44-15,0 0-16 0,0 0 9 0,0 0-9 16,0 0 48-16,0 0 4 0,0 0 0 0,0 0 1 16,0 0-33-16,0 0-8 0,0 0 0 0,6 0-1 15,-1 0-11-15,1 0 0 0,3 0 0 0,0 0 0 16,0 0 0-16,0 0 0 0,6 0 0 0,-3 0 0 0,3 0 53 15,3 0 9-15,-3 0 2 0,2 0 0 16,1 0-72-16,-3 3-15 0,3-3-2 0,0 2-1 0,3-2 26 16,-6 3 0-16,2-3 9 0,-2-3-9 0,3 3 10 15,-3 0-10-15,3-2 8 0,0-1-8 0,-3 3 18 16,3-2-2-16,-1-1 0 0,4 3 0 0,-3-3-16 16,3 3 0-16,-3-2 0 0,3 2 0 0,-3 0 0 15,-1 0 0-15,1 0 0 0,0 0 0 0,-3 0 0 16,0 0 0-16,3 2 0 0,-3-2 0 0,-3-2 0 15,2 2 0-15,-2 0 0 0,0-3 0 0,3 3 0 0,-6 0 0 16,3-3 0-16,0 1 0 0,0-1 0 0,0 3 0 16,0 0 0-16,2-3 0 0,1 3 0 0,-3-2 0 15,3-1 0-15,3 3 0 0,-3 0 24 0,3-3 2 16,0 3 0-16,-4 0 0 0,4 0-18 0,0 3-8 0,-3-3 0 0,3 3 8 16,0-3-8-16,-3 2 8 0,0 1-8 0,-1-3 8 15,1 3 19-15,0-3 3 0,0 2 1 0,-3-2 0 16,-3 0-31-16,3 0 0 0,0 0 0 0,0 0 0 15,0 0 0-15,-1-2 0 0,-2 2 0 0,6-3 0 16,-3 3 0-16,0 0 0 0,3-3 0 0,-3 3 0 16,0 0 0-16,3-2 0 0,-3-1 0 0,-1 3 0 15,4 0 0-15,-3 0 0 0,3 0 10 0,-3 0-2 16,0 0 0-16,0 0 0 0,0 0 0 0,0 0 0 16,0 0-8-16,-4 0 0 0,4 0 8 0,-3 0-8 15,0 0 0-15,3 0 8 0,-3-3-8 0,0 3 0 16,0 0 0-16,-3 0 9 0,3 0-9 0,-3-2 0 0,3 2 8 0,-3-3-8 15,0 3 0-15,0 0 0 16,3-3 0-16,-4 3 0 0,1-2 0 0,0 2 0 0,0-3 8 16,0 3-8-16,0-2 0 0,0 2 0 15,0-3 0-15,0 3 0 0,0-3 0 0,0 3 0 16,3 0 0-16,-3-2 0 0,0 2 0 0,0-3 0 0,0 3 10 0,0 0-10 16,0 0 8-16,0 0-8 0,0 0 0 0,0 0 8 15,-1 0-8-15,-2 0 0 0,3 0 8 0,-3 0-8 16,3-3 0-16,-6 3 8 0,6 0-8 0,0 0 0 15,-3 0 0-15,3 0 0 0,-6 0 0 0,6 0 0 16,-6 0 0-16,6 0 0 0,-6 0 0 0,6 0 0 0,0 0 8 0,-6 0-8 16,0 0 0-16,6 0-16 0,-6 0 4 0,3 0 1 31,-3 0-77-31,0 0-16 0,6-2-4 0,-6 2-773 0,0 0-155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42:35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17874 6067 2127 0,'0'0'47'0,"0"0"9"0,0 0 3 0,0 0 1 0,0 0-48 0,-6 6-12 0,3-1 0 0,-6 0 0 15,3 3 79-15,-3-3 13 0,0 3 4 0,0 3 0 16,3-1-43-16,-5 1-8 0,-1 5-1 0,0 2-1 16,-3-2-16-16,0 6-3 0,-3 1-1 0,-3 4 0 15,0-3-32-15,-2-1-7 0,-1 4 0 0,-3-1-1 16,0-4 17-16,3 1 0 0,-2 1 0 0,2-3 0 16,0-2 20-16,3 2 8 0,0 0 2 0,0 0 0 15,4-2-55-15,-1-1-11 0,0 1-3 16,0-1 0-16,3-2-181 0,0-5-37 0</inkml:trace>
  <inkml:trace contextRef="#ctx0" brushRef="#br0" timeOffset="277.33">17427 6099 2419 0,'0'0'53'0,"0"0"11"0,0 0 3 0,0 0 1 0,0 0-55 0,0 0-13 0,0 0 0 0,0 0 0 15,0 0 72-15,0 0 12 0,0 0 3 0,0 0 0 16,0 0-41-16,3 5-8 0,3 1-2 0,0 2 0 16,0-1-4-16,0 4 0 0,3 2-1 0,0 3 0 15,3 3-7-15,3 2 0 0,-3 3-1 0,6 2 0 16,-3 1-7-16,2-4 0 0,4 1-1 0,-3 0 0 16,3-3-15-16,-3-2 0 0,3 2 0 0,-3 0 0 15,-4-5 0-15,1 2 0 0,0 1 0 0,0-3 0 16,-3 0 0-16,0 0 0 0,0-3 0 0,0 3-10 15,0-6-91 1,-1 1-19-16,1-1-3 0,0 1-720 0,-3-6-144 0</inkml:trace>
  <inkml:trace contextRef="#ctx0" brushRef="#br0" timeOffset="555.029">18061 6430 2232 0,'0'0'49'0,"0"0"11"0,0 0 1 0,0 0 1 0,0 0-50 0,0 0-12 15,0 0 0-15,0 0 0 0,0 0 123 0,0 0 21 16,0 0 5-16,0 0 1 0,-2 5-65 0,2 3-13 16,0 0-2-16,0 0-1 0,0 0-12 0,0 0-2 15,0 2-1-15,0 1 0 0,0 0-13 0,0-1-2 16,0 3-1-16,0 3 0 0,0 3-10 0,-3-1-3 16,3 6 0-16,-3 0 0 0,0 2-13 0,0-2-2 0,3 3-1 15,-3-4 0-15,3-1-9 0,0-1 0 0,-3-5 0 0,3 2 8 16,0-5-8-16,-3 3 0 15,3-3 0-15,0 1 0 0,0-4-12 0,0 1-2 0,-3-1 0 16,3-2 0 0,0 3-60-16,0-3-12 0,3 0-2 0,0-3-1 15,0 0-115-15,0 1-24 0</inkml:trace>
  <inkml:trace contextRef="#ctx0" brushRef="#br0" timeOffset="3978.642">6688 11431 1267 0,'0'0'28'0,"0"0"5"0,0 0 2 0,0 0 1 0,0 0-36 0,0 0 0 0,0 0 0 0,0 0 0 15,0 0 58-15,0 0 5 0,0 0 1 0,0 0 0 16,0 0 1-16,0 0 1 0,0 0 0 0,0 0 0 15,0 0-54-15,0 0-12 0,0 0 0 0,0 0 0 16,0 0 22-16,0 0 7 0,0 0 2 0,0 0 0 16,0 0-20-16,0 0-11 0,0 0 12 0,0 0-12 15,0 0 0-15,6 2 0 0,-3 1 0 0,3 0 0 16,3-1 8-16,-3-2-8 0,6 3 0 0,-4 0 0 16,4-1 0-16,0-2 0 0,0 0 8 0,0 3-8 15,3-3 0-15,0 0 0 0,0 3 0 0,0-3 0 16,-3 0 0-16,2 0 0 0,1-3 0 0,0 3 0 0,0 0 0 15,3-3 0-15,3 3 0 0,0-2 0 16,-1-1 16-16,1 3 8 0,6 0 3 0,0 0 0 16,3 3-73-16,-4-3-14 15,7 0-4-15,-3 0 0 0,-6 0 103 0,3-3 20 0,-1 3 4 0,4-3 1 0,0 1-64 0,0-1-28 16,2 3 3-16,1-3 0 16,3 3 25-16,0 0 8 0,-4 0 0 0,4 0 0 0,-3 0-8 0,-3 0 0 15,-1 0 0-15,4-2 0 0,-3 2 15 0,3 0 1 16,-1 0 1-16,4 0 0 0,-3 0-31 0,2 2-6 15,1-2-2-15,0 3 0 0,0-3 35 0,-7 0 7 16,1 0 2-16,3 0 0 0,0-3-31 0,-1 3-7 16,1 0 0-16,3 0-1 0,0 0 17 0,-1 0-12 0,4 3 12 0,-3-3-10 15,-4 3 10-15,1-3 0 16,-3-3 10-16,3 3-10 0,2 0 0 0,-2 0 0 16,3 0 0-16,0 0 0 0,-1 0 0 0,1 0 0 0,3 0 0 0,-4 0 0 15,1 0 0-15,-3 0 0 0,3-3-8 0,-1 3 8 16,1-2 0-16,0-1 0 0,2 3 0 0,4 3 0 15,-3-3 0-15,-3 2 0 0,2-2 0 0,1 0 0 16,-6 0 0-16,2-2 0 0,-2 2 0 0,6 0 0 16,0 0 0-16,-4 0 0 0,4 0 8 0,3 2-8 15,-7-2 0-15,4 0 9 0,-3 0-9 0,-1 0 8 16,-2 0-8-16,3 0 0 0,0 0 0 0,2 0 0 16,-2 0 12-16,0 0-4 0,2 0 0 0,1 3 0 15,-3-3 1-15,0 3 0 0,-4-6 0 0,1 3 0 16,0-3-9-16,3 3 0 0,-1 0 0 0,4-2-11 15,-3 2 23-15,2 0 5 0,1 2 1 0,0-2 0 0,-3 0-7 16,-1-2-2-16,1-1 0 0,0 3 0 0,-1-5 2 16,1 5 0-16,3-3 0 0,2 3 0 0,-5 0-3 15,3 0-8-15,0 0 12 0,-4-3-4 0,1 1-8 0,-3-1 0 16,0-2 0-16,2 5 8 0,1-3-8 0,-3 1 0 16,2-1 0-16,-2 3 8 0,0 0-8 0,0-3 0 15,-1 3 0-15,1 0 0 0,-6-2 0 0,3 2 0 16,-1-3 0-16,1 3 0 0,-3-3 0 0,6 3 8 15,-3-2-8-15,-1 2 0 0,4 0 0 0,-3 0 0 16,0 0 0-16,2 2 0 0,1-2 0 0,-6 0 8 0,3 0-8 16,-4 0 0-16,4-2 13 0,-3 2-2 15,3 0-1-15,-1 0 0 0,1 0 0 0,0 0 0 0,0 0 0 16,3 2 0-16,-4-2 3 0,1 0 1 16,0 0 0-16,0 0 0 0,-4 0-3 0,4-2-1 15,-3 2 0-15,3 0 0 0,-1-3 1 0,4 3 0 0,-3 0 0 0,0 0 0 16,0 0 5-16,-1 0 0 0,4 0 1 0,-3 0 0 15,-3 0-4-15,-1 0-1 0,1-3 0 0,3 1 0 16,-3 2-4-16,2 0 0 0,-2-3-8 0,3 3 12 16,0-2-4-16,-3 2-8 0,-1 0 11 0,4 0-11 15,-3-3 13-15,0 3-4 0,0 0-1 0,-1 0 0 16,-2 0-8-16,0-3 8 0,0 3-8 0,0-2 8 16,2-1-8-16,-2 3 0 0,3 0 9 0,0-3-9 15,0 3 0-15,-1 0 8 0,1 0-8 0,0 0 0 16,0 0 0-16,-4-2 0 0,4 2 0 0,-3-3 0 0,0 3 0 15,-3 0 0-15,0-3 0 0,-1 1 8 0,4 2-8 16,0 0 0-16,0-3 8 0,0 3-8 0,-4 0 0 16,4-3 8-16,-3 1-8 0,3 2 0 15,-3 0 8-15,0-3-8 0,-1 3 8 0,1 0-8 0,0 0 8 16,-3 0-8-16,0 0 10 0,-3-3-10 16,3 3 12-16,-4-2-4 0,4 2-8 0,-3 0 12 15,0 0-4-15,3 0-8 0,-3 0 11 0,3 0-11 0,-3 0 9 0,-1 0-9 16,4 0 0-16,-3 0 9 0,0 0-9 0,3 0 0 15,-3 0 9-15,-3 0-9 0,3 0 0 0,0 0 0 16,-4 0 0-16,1 0 8 0,0 0-8 0,0 0 0 16,0 0 8-16,0 0-8 0,-3-3 0 0,0 3 8 0,0 0-8 15,0 0 0-15,0 0 0 0,-3 0 0 16,0 0 0-16,-1-2 0 0,1 2-13 0,-6 0-7 16,3 0-2-16,-3 0 0 15,0 0-91-15,6-3-19 0,-3 0-3 0</inkml:trace>
  <inkml:trace contextRef="#ctx0" brushRef="#br0">20297 13862 1690 0,'0'0'48'0,"0"0"11"0,-3-2-47 0,0-4-12 0,0 4 0 0,3 2 0 16,-3-5 122-16,3 5 22 0,-6-3 5 0,6 3 1 15,-6-3-65-15,6 3-13 0,-6-2-2 0,6 2-1 16,-6 2-4-16,6-2-1 0,0 0 0 0,-6 3 0 16,0 2-21-16,3 3-5 0,-3 0-1 0,3 3 0 15,0 2-15-15,0 3-3 0,0 2-1 0,0 6 0 16,1 0-8-16,-1 2-2 0,3 3 0 0,-3 3 0 16,3-3-8-16,-3 3 0 0,3 2 0 0,0 3 0 15,-3 6 0-15,3 2 0 0,0 8 0 0,0 0 0 16,3-3 0-16,0 3 0 0,0-3 0 0,-3 11 0 0,3 2 0 15,-1 1 0-15,1-1 0 0,3 6 0 0,-3-5 0 0,3 5 0 16,-3 10 0-16,3 3 0 0,-3-11 0 0,0 4 0 16,0 1 0-16,0 12 0 0,-3-9 18 0,0-2-2 15,0-6 0-15,0 6 0 0,-3 0-8 16,3-3-8-16,0-6 9 0,-3 4-9 0,3-11 8 0,0-3-8 16,-3 3 0-16,3 2 0 0,0-2-12 15,0-5-9-15,0-6-2 0,0-2 0 0,3-9 23 0,-6-2 0 16,3-2 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43:50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16981 3911 2066 0,'0'0'43'0,"-6"0"10"0,0 0-42 0,0 0-11 0,0 0 0 0,-3 2 0 15,3 1 104-15,-3 2 20 0,0-2 3 0,-2 2 1 16,-1 3-52-16,-3 3-9 0,0-1-3 0,-3 4 0 15,-3 2-51-15,0-3-13 0,-2 3 0 0,-4 2 0 16,0 1 0-16,3 2 0 0,-3 3 0 0,-2-3 0 16,2 5 0-16,3 1 0 0,-3 2 0 0,-3-3 0 15,4-2 0-15,-1 3 0 0,-3-1 0 0,0-2 0 16,1-3 0-16,2 0 0 0,0-2 0 0,0 2 0 16,6-5 0-16,0-3 0 0,4 0 0 0,-1 0 0 15,6-2-120-15,0-3-26 0,0 0-6 0</inkml:trace>
  <inkml:trace contextRef="#ctx0" brushRef="#br0" timeOffset="283.788">16418 3966 2184 0,'-9'-23'45'0,"7"17"11"0,-1 1-44 16,3 5-12-16,0 0 0 0,0 0 0 0,0 0 89 0,0 0 16 0,0 0 3 0,0 0 1 15,0 0-41-15,5 3-8 0,1 2-1 0,0 3-1 16,3 2-10-16,0-2-3 0,0 3 0 0,3 0 0 16,0 2-5-16,0 0 0 0,-3 6-1 0,3-6 0 15,0 5-7-15,0 1 0 0,-1 5-1 0,1-3 0 16,0 5-5-16,3 3-1 0,3 3 0 0,-3 0 0 16,0-3-9-16,3 0-3 0,-1-3 0 0,1 1 0 15,-3-3-5-15,3-3-8 0,-3 0 11 0,0 0-11 16,-3-2 11-16,0 2-11 0,0-3 10 0,-3 6-10 15,-1-5 8-15,-2 2-8 0,3 0 0 0,-3 0 9 16,0 0-28-16,-3-7-5 16,3 2-2-16</inkml:trace>
  <inkml:trace contextRef="#ctx0" brushRef="#br0" timeOffset="11013.559">14820 6462 2310 0,'0'0'48'0,"-3"-6"11"0,3 6-47 16,0-5-12-16,0 5 0 0,0 0 0 0,-3-8 97 0,3 8 18 0,0 0 3 0,0 0 1 15,0 0-37-15,0 0-7 0,0 0-2 0,0 0 0 16,0 0-22-16,0 0-5 0,0 0-1 0,0 0 0 16,0 0-17-16,0 0-4 15,-3 8-1-15,0-3 0 0,0 3-7 0,3 3 0 0,-3-1-1 0,3 6 0 16,-3 0-3-16,3 5 0 0,0 0 0 0,-3 6 0 16,0 2-1-16,3 3-1 0,-3 2 0 15,0 1 0-15,0-1-10 0,0-2 12 0,3-3-12 0,-3 5 12 16,0-2-12-16,3 5 12 0,-3 0-12 15,0 3 12-15,3-3-12 0,-3 2 12 0,0 1-12 0,0-3 12 16,0-2-12-16,0-4 10 0,1-2-10 0,-1 1 10 16,3-4-10-16,-3 3 8 0,0 3-8 0,0 0 8 15,3-3-8-15,-3 0 0 0,0 3 9 0,0-3-9 16,0-5 0-16,3-1 0 0,-3-2 0 0,3-2 8 16,0-6-8-16,0 3 0 0,0-5 0 0,0 2 0 15,0-5-35-15,3 0-1 0,-3 0-1 0,3-3 0 16,3-2-94-16,-3 2-18 0,3-5-4 0</inkml:trace>
  <inkml:trace contextRef="#ctx0" brushRef="#br0" timeOffset="12520.219">15085 7028 1337 0,'-12'0'28'0,"12"0"6"0,-6 0-34 16,6 0 0-16,-6 0 0 0,6 0 0 0,0 0 109 0,0 0 15 0,0 0 4 0,0 0 0 16,0 0-52-16,0 0-9 0,0 0-3 0,0 0 0 15,0 0 0-15,0 0 0 0,0 0 0 0,0 0 0 16,0 0 0-16,0 0 0 0,0 0 0 0,3 0 0 16,3 0-51-16,0-3-13 0,0 3 0 0,3 0 0 15,-3 0 0-15,3 0 0 0,3 0 0 0,0 3 0 16,-1-3 54-16,1 0 8 0,3 0 2 0,0 0 0 15,0 0-52-15,3 0-12 0,-3 0 0 0,3 2 0 16,-1-2 0-16,-2 0 0 0,0 0 0 0,0 0 0 16,0 0 0-16,-3 0 0 0,0 0 0 0,3 0 0 15,-3 0 0-15,2 0 0 0,1 0 0 0,0 3 0 16,-3-3 32-16,3 0 4 0,0 3 1 0,3-3 0 16,-3 2-8-16,0 1-1 0,2-3-1 0,-2 3 0 15,0-3-27-15,3 2 0 0,-3-2 0 0,0 3 0 16,3 0 0-16,-3-3 0 0,-1 2 0 0,-2 1 0 15,3-3 0-15,-3 3 0 0,0-3 0 0,3 2 0 16,-3-4 0-16,0 2 0 0,0 0 0 0,3 0 0 16,-4 0 0-16,4 0 0 0,0 0 0 0,0 0 0 15,3 2 0-15,-3-2 0 0,3 0 0 0,0 0 0 16,-4 0 0-16,4 0 0 0,3 0 0 0,-3-2 0 16,-3 2 8-16,3 0-8 0,0 0 8 0,-4 2-8 15,4-2 8-15,-3 0-8 0,0 0 8 0,3 3-8 16,-6-3 0-16,3 0 0 0,-3 0-14 0,0 0 5 15,-1 0 24-15,4 0 5 0,-3 0 0 0,0 0 1 16,3-3-13-16,-3 3-8 0,3-2 8 0,0-1-8 16,0 3 0-16,-1-3 9 0,1 1-9 0,3 2 0 0,-3 0 9 0,0-3-9 15,3 3 0-15,-3 0 9 0,3 0-9 0,-4 0 8 0,1 0-8 16,0 0 8-16,0 0-8 0,0 0 8 0,0 0-8 16,-3 0 8-16,0-3-8 0,0 3 0 0,-3-2 0 0,2 2 8 15,-2 0-8-15,0 0 8 0,3-3-8 0,-3 3 8 16,3 0-8-16,-3-3 8 0,3 1-8 0,-3 2 8 15,3 0-8-15,0-3 0 0,0 3 0 0,2-3 0 16,-2 1 0-16,0 2 8 0,0-3-8 0,3 0 0 16,-3 3 0-16,0-2 8 0,3 2-8 15,-3-3 0-15,0 3 0 0,-1-2 8 0,1 2-8 0,0 0 0 16,-3 0 0-16,3-3 8 0,-3 3-8 0,0 0 0 16,3 0 0-16,0-3 8 0,-3 3-8 0,0-2 0 15,0 2 8-15,-1 0-8 0,1-3 8 0,-3 3-8 16,3 0 8-16,0-3-8 0,0 1 0 0,-3 2 8 15,0-3-8-15,3 0 0 0,0 1 0 0,-3-1 8 16,0 3-8-16,3 0 0 0,0-3 0 0,-3 1 8 16,3 2-8-16,-4 0 0 0,4-3 9 0,-3 0-9 15,3 3 0-15,-3 0 9 0,0-2-9 0,3 2 0 16,0 0 8-16,0-3-8 0,-3 3 0 0,3-2 0 16,0 2 9-16,-3 0-9 0,3-3 0 0,0 3 9 15,-3 0-9-15,3 0 0 0,-1-3 0 0,1 3 0 16,0 0 0-16,3 0 0 0,-6 0 8 0,3 0-8 15,0 0 0-15,-3 0 0 0,0 0 0 0,3 0 0 0,-3 0 8 0,3 0-8 16,-3 0 0-16,0 0 8 0,3 0-8 0,-3 0 10 0,-1 0-10 0,1 3 10 31,3-3-10-31,-3 0 8 0,0 0-8 0,0 0 8 0,-3 0-8 16,3 0 12-16,0 0-12 0,-3 0 12 0,3 0-12 0,-3 0 10 0,3 0-10 0,-3 0 10 16,3 0-10-1,-3 0 10-15,0 0-10 0,3 0 10 0,-3 0-10 0,3 0 0 0,-3-3 9 0,3 3-9 31,-6 0 8-31,6 0-8 0,0-2 10 0,0 2-10 0,-1 0 8 0,-2-3-8 0,3 3 0 16,0 0 9-16,0-3-9 0,-3 3 0 0,3-2 0 0,0 2 0 16,-3-3 0-16,3 3 8 0,0 0-8 0,0-3 0 15,-3 3 0-15,-3 0 0 0,6-2 0 0,0 2 0 16,0 0 0-16,0-3 8 0,0 3-8 0,-6 0 0 16,6 0 0-16,-6 0 0 0,6 0 0 15,0 0 0-15,-6 0 0 0,6-3-11 0,0 3 3 0,-6 0 0 16,5 0-27-16,-5 0-5 0,0 0 0 0,6 0-1 15,-6 0-117-15,6-2-23 0,-6 2-5 16</inkml:trace>
  <inkml:trace contextRef="#ctx0" brushRef="#br0" timeOffset="16632.055">14746 8816 2055 0,'0'0'43'0,"0"0"9"0,-3-5-41 0,0 3-11 0,3 2 0 0,-6-3 0 16,0 3 115-16,0-3 21 0,0 3 4 0,-3 0 0 15,3 0-51-15,-3 3-10 0,0 0-3 0,0 2 0 16,-3 0-27-16,3-2-5 0,-3 5-2 0,3-3 0 15,-2 3-5-15,-1 3-1 0,3-4 0 0,-3 4 0 16,3 0-13-16,-3 2-3 0,3 0-1 0,0 3 0 16,3-3-11-16,-3 3-8 0,3 3 12 0,0-1-12 15,0 3 0-15,0 0 0 0,0 1 0 0,3 1 0 16,-2 4 0-16,2-3 0 0,3 0 0 0,-3-1 0 16,6-2 0-16,-3 1 0 0,3-6 0 0,-1 2 0 15,1-2 0-15,3 0 0 0,0 0 0 0,0-3-9 16,0-3 9-16,3 4 11 0,-3-6-3 0,3 2 0 15,3-4-8-15,0 1-12 0,0-1 2 0,0-1 1 16,3-2-1-16,-1 2 0 0,4-5 0 0,3 3 0 16,-3-3 10-16,3-3-12 0,0 0 12 0,0 1-12 15,-1-4 12-15,1 4 0 0,0-4 0 0,0 1 0 16,0-3 0-16,-6 0 0 0,2 0 0 0,-2-2 0 16,0 2 0-16,-3-5 0 0,-3 2 8 0,0 0-8 15,0-2 21-15,0-3 0 0,-3 3 0 0,3-3 0 16,-3-2-21-16,0-3 0 0,-3-3 0 0,3 0 0 15,-3 0 34-15,-3 0 2 0,3 3 1 0,-3-3 0 16,0 6-15-16,0-1-3 0,-3 3-1 0,-3 1 0 16,3 1-4-16,-3 4-1 0,-3-4 0 0,0 4 0 0,3 2-3 15,-3 0-1-15,0 0 0 0,-3 0 0 16,0 0-9-16,0 3 0 0,-3-3 0 0,1 3 8 0,-1 2-8 0,0-2 0 16,-3 2 0-16,0 3 0 0,3-3-18 0,-3 1-2 0,3 2-1 15,-2 0 0 1,2 0-72-16,3 0-15 0,0 0-2 0,0 2-1 15,3-2-126-15,0 3-26 0</inkml:trace>
  <inkml:trace contextRef="#ctx0" brushRef="#br0" timeOffset="17996.664">15412 9070 1668 0,'0'0'35'0,"0"0"7"0,0 0-34 0,0 0-8 0,0 0 0 0,0 0 0 16,0 0 86-16,0 0 15 0,0 0 3 0,0 0 1 15,0 0-33-15,0 0-6 0,0 0-2 0,0 0 0 16,0 0-20-16,0 0-4 0,0 0 0 0,0 0-1 16,0 0-11-16,0 0-3 0,0 0 0 0,6 3 0 15,0-3-25-15,0 3 0 0,0-3 0 0,3 2 0 16,0-2 43-16,0 3 3 0,0-3 1 0,0 3 0 16,3-3-25-16,0 2-5 0,2-2-1 0,1 3 0 15,0-3-16-15,0 3 0 0,3-1 0 0,0 1 0 16,0-3 0-16,-3 0 0 0,2 3 0 0,1-3 0 15,0 2 0-15,-3-2 0 0,0 0 0 0,0 0 0 0,-3 0 0 16,3 0 0-16,-1 0 0 0,-2 0 0 16,3 0 0-16,0 0 0 0,3 0 0 0,-3 0 0 15,3 0 58-15,0 0 5 0,-1 0 1 0,-2 0 0 16,6 0-64-16,-3 0-15 0,0 0-1 0,-3 0-1 0,3 0 17 0,-3 0 0 16,2 0 8-16,-2 0-8 0,0 0 9 0,-3 0-9 0,3 0 8 15,-3 0-8-15,-3 3 10 0,3-3-10 0,-3 0 12 16,3 0-12-16,-1 0 8 0,-2 0-8 0,0 0 0 15,3 0 0-15,-3 0 0 0,3 0 0 0,0 0 0 16,0 0 0-16,0 0 0 0,3 0 0 0,0 0 0 0,-1 0 0 16,4 0 0-16,-3 0 0 0,3 0 0 0,0 0 0 15,-3 0 0-15,3 3 0 0,-1-3 0 16,-2 0 0-16,3 2 0 16,-3-2 0-16,0 0 0 0,0 0 0 0,-3 0 58 0,0 0 5 15,0 0 1-15,-1 0 0 0,-2 0-52 0,3 0-12 0,-3 0 0 0,3 0 0 16,0 0 0-16,0 0 0 0,0 0 0 0,0 0 0 15,0 0 0-15,0 0 0 0,-3-2 0 0,5 2 0 16,-2 0 14-16,3 0 0 0,-3 0 0 0,3 0 0 16,0 0-6-16,-3 0 0 0,3 0-8 0,0 0 12 15,-4 0-12-15,1 0 8 0,3 0-8 0,-3 0 0 16,0 0 8-16,0 0-8 0,-3 0 0 0,3 0 9 16,0 0-9-16,-3-3 8 0,0 3-8 0,0-3 8 15,-1 3-8-15,1 0 0 0,-3-2 9 0,0-1-9 16,3 0 8-16,-3 3-8 0,3-2 10 0,-3-1-10 15,0 0 8-15,3 3-8 0,-3-2 0 0,3 2 9 16,0-3-9-16,-3 3 0 0,3-3 0 0,0 3 8 0,-1 0-8 16,1-2 0-16,0-1 9 0,0 3-9 0,0-3 0 15,0 3 0-15,3-2 0 0,-3-1 8 16,0 3-8-16,0 0 0 0,0 0 0 0,0 0 0 0,3 0 0 16,-3-2 9-16,-1-1-9 0,1 3 0 0,0 0 8 15,3 0-8-15,-3 0 0 0,0 0 0 0,0 0 9 16,-3-3-9-16,3 3 0 0,0 0 9 0,0-2-9 0,-3 2 8 15,3-3-8-15,-3 3 8 0,3 0-8 0,-4-3 0 16,1 3 9-16,0 0-9 0,0-2 8 0,0 2-8 0,0-3 8 0,-3 3-8 16,0-3 0-16,3 1 9 0,0-1-9 0,-3 3 0 15,0-3 9 1,3 1-9-16,-3-1 0 0,0 3 9 0,3 0-9 0,-6 0 0 0,3-2 9 0,3 2-9 16,-3-3 0-16,-3 3 8 0,6 0-8 0,-6 0 0 15,3 0 0-15,3-3 0 0,0 3 0 0,-6 0 8 16,3 0-8-16,-3 0 0 0,6-2 0 0,-6 2 8 15,6 0-8-15,-6 0 0 0,5 0 0 0,1 0 0 16,-6 0 0-16,0 0 0 0,6 2 0 0,-6-2 0 16,6 0 0-16,-6 0 0 0,0 0 0 0,6 3 8 15,-6-3-8-15,0 0 0 0,3 3 0 0,-3-3 0 16,6 2 0-16,-6-2 0 0,6 0 0 0,-6 0 0 16,0 0 0-16,6 3-8 0,-6-3 8 0,0 0-12 15,6 0-21-15,-6 0-5 0,6 2-1 0,-6-2 0 16,0 0-114-16,6-2-23 0,-6 2-5 0</inkml:trace>
  <inkml:trace contextRef="#ctx0" brushRef="#br0" timeOffset="19914.318">19315 12105 1531 0,'-6'-10'64'15,"0"2"-51"-15,3 0 75 0,-3-3 14 0,3 3 3 16,0-2 1 0,0 2-14-16,0 0-2 0,-3 0-1 0,3 0 0 0,0 3-15 15,0-3-3-15,3 3-1 0,-3-1 0 0,0 1-1 16,3 5 0-16,0-3 0 0,0 3 0 15,0 0-8-15,0 0-1 0,0 0-1 0,-6 3 0 0,0 2-18 0,0 3-3 0,3 0-1 16,-6 3 0-16,6 2-13 0,-3 0-2 0,0 3-1 0,0 3 0 16,1-1-9-16,2 1-1 15,-3 2-1-15,0 0 0 0,0 5-10 16,0 4 10-16,3 1-10 0,-3 6 10 0,3 0-10 0,-3 8 0 0,3 0 0 16,0 6 0-16,3-1 0 0,-3 0 0 0,0 3 0 0,3 3 0 15,-3-1 0-15,3 6 0 0,-3 0 0 0,3 10 0 16,-3-2 0-16,0 5 0 0,-3 6-9 15,3 7 9-15,-3-8 8 0,-3 3 9 0,0 3 2 0,0 5 0 16,0-8 21-16,1 0 4 0,-4-3 0 16,3 9 1-16,-3-11-45 0,3-1 0 0,0 1-12 0,0 8 2 15,3-11 10-15,0 0 11 0,-3 0-3 0,3 5 0 16,3-7-8-16,-3-3 0 0,3-1 0 0,0 4 0 16,-3-11 0-16,3-6 0 0,0-2 0 0,-3 3 0 15,1-9-8-15,-1-2 8 0,3 0 0 0,-6 0 0 16,3-8-20-16,-3-8 0 0,0 1 0 0,-3-7 0 15,3-4-36-15,-3-3-8 0,0-3 0 16,0-2-1-16,-3-9-100 0,3-2-20 0,-2-2-4 0</inkml:trace>
  <inkml:trace contextRef="#ctx0" brushRef="#br0" timeOffset="20480.007">15734 13029 1792 0,'3'3'51'0,"6"-1"10"16,0 1-49-16,6-3-12 0,-1 0 0 0,7 2 0 15,9-2 0-15,3 3 0 0,5 0 0 0,10-3 0 16,-3 2 54-16,5-2 8 0,4 0 2 0,5 0 0 15,4 0 17-15,5 0 4 0,7 0 1 0,5-2 0 16,1 2-35-16,5-3-7 0,0 0-2 0,15 1 0 16,-5-1 18-16,-1-2 3 0,3 2 1 0,18-2 0 15,-12 0-52-15,4-1-12 0,2 4 0 0,15-4 0 16,-12 1 41-16,3 0 6 0,6 0 1 0,18 2 0 16,-21-2-21-16,6-1-4 0,0 4-1 0,15-1 0 15,-18 0-6-15,-3 1-2 0,3-1 0 0,12 0 0 16,-21 3 1-16,0 0 0 0,-3-2 0 0,12 2 0 15,-17 0-3-15,-1-3 0 0,-3 3 0 0,6 0 0 0,-15-2-12 16,-2 2 8-16,-1-3-8 0,3 3 0 0,-20-3 8 0,-1 1-8 16,-8 2 0-16,-1-3 0 0,-8 0 10 15,-4-2-10-15,-5 0 10 0,0-1-10 16,-13 1 0-16,-2-3 0 0,-9 0 0 0,0 0 0 0,-9 0-38 16,-3-2-10-16,-3-1-3 0,-3-2 0 15,-9 0-140-15,-3-3-28 0</inkml:trace>
  <inkml:trace contextRef="#ctx0" brushRef="#br0" timeOffset="20946.489">18255 12071 2067 0,'0'0'87'0,"0"0"-70"15,0 0 89-15,0 0 18 0,-6 5 3 0,0 1 1 16,3-1 0-16,-3 0 0 0,0 3 0 0,0 0 0 16,-3 0-103-16,3 3-25 0,-3-1 0 0,0 3 0 15,-2 3 38-15,-1 0 2 0,-3 0 1 0,-3 5 0 16,0 3-29-16,0 2-12 0,-3 4 11 0,-2 1-11 15,-1 1 0-15,0 0 0 0,0 2 0 0,-3-2 0 16,4-3-31-16,-1-2-12 16,0-1-2-16,0-2-1 0,3-3 25 0,0 3 5 0,4-6 0 15,-1 1 1-15,0-3-129 16,-3-3-27-16,3-2-5 0</inkml:trace>
  <inkml:trace contextRef="#ctx0" brushRef="#br0" timeOffset="21189.678">17719 12293 2328 0,'3'-26'48'0,"0"18"12"0,-3-3-48 0,0 1-12 0,3-1 0 0,0 3 0 15,0 0 106-15,0 0 18 0,0 3 4 0,0 2 1 16,0-2-54-16,-3 5-11 0,0 0-3 0,6 0 0 0,0 3-15 0,0 2-3 16,0 0-1-16,0 1 0 15,3 4-12-15,3 1-2 0,-3 2-1 0,5 3 0 16,-2 2-12-16,3 6-3 0,0 3 0 0,3-1 0 15,0 1-25-15,0 2-6 0,0-3-1 0,2 1 0 0,1-1 36 16,-3-5 6-16,0 0 2 0,3 3 0 0,-3 0-36 0,2-3-6 16,-2 3-2-16,3 0 0 15,-3-3-108-15,0 3-21 0,3 2-5 0</inkml:trace>
  <inkml:trace contextRef="#ctx0" brushRef="#br0" timeOffset="21748.083">18243 13301 2480 0,'-9'6'52'0,"0"-1"12"16,0 0-52-16,3 1-12 0,-3-1 0 0,0 0 0 0,4 3 75 15,-4 0 12-15,0 0 2 0,0 0 1 0,-3 3-36 16,0-1-7-16,3 3-2 0,-3 1 0 0,0-1-21 0,3 3-4 0,-3-3 0 0,3 3-1 15,0 2-19-15,4 3 8 0,-4 1-8 0,3 1 0 16,3 4 0-16,0-3 0 0,0 0 0 16,3 2 0-1,0-7 0-15,3 2 0 0,3-3 0 0,0-2 0 16,0-3-9-16,2 1 9 0,4-4-8 0,-3-2 8 16,3 0-14-16,3-3 2 0,-3-2 1 0,0 0 0 0,3-3 0 15,0-3 0-15,0 0 0 0,-1-2 0 0,1-3 25 0,3-3 5 0,-3-2 1 16,6 0 0-16,-3-5-20 0,3-1 0 0,-4-5 0 0,1 0 0 15,0 1-48 1,0-4-12-16,0 3-4 0,-3-2 0 0,-3 2 98 0,0 0 19 0,-3 3 4 0,-4 0 1 16,1 0-30-16,-3 0-5 0,-3-1-2 0,0-1 0 15,-3 1-6-15,-3 1-2 0,4-3 0 0,-7 3 0 16,-3 0-4-16,0 0-1 0,-3 0 0 0,-3 5 0 16,-3 0-35-16,0 5-7 0,1 1-2 0,-4 4 0 15,3 4-22-15,-3 4-5 0,3 1-1 16,-3 2 0-16,4 3-173 0,-4 3-35 15</inkml:trace>
  <inkml:trace contextRef="#ctx0" brushRef="#br0" timeOffset="22351.07">19645 13309 2290 0,'0'0'48'0,"3"6"11"16,-3-1-47-16,3 3-12 0,-3-3 0 0,3 3 0 15,-3 3 104-15,3-1 18 0,-3 1 4 0,3 2 1 16,-3 0-47-16,3 3-8 0,-3 3-3 0,3-1 0 16,-3 3-17-16,0 3-4 0,0 0-1 0,0 3 0 15,0 2-11-15,0 0-3 0,0 0 0 0,0 0 0 16,0-3-10-16,-3 1-3 0,3-3 0 0,-3-1 0 15,0-1-8-15,3 1-1 0,-3-1-1 0,0-1 0 0,3-3-10 16,-3 3 8-16,3-2-8 0,-3 2 8 0,3-2-8 0,-3-3 0 16,3 2 0-16,-3-5 0 15,3 1 0-15,-3-7 8 0,0 4-8 0,3-6 8 16,-3 1-30-16,3-6-6 0,0 0-2 0,0 0 0 16,0 0-97-16,0 0-19 0,0-8-4 0,3-3-1 15,-3-7-38-15,6-4-8 0</inkml:trace>
  <inkml:trace contextRef="#ctx0" brushRef="#br0" timeOffset="22835.567">20255 11661 2310 0,'-15'-5'48'0,"9"2"11"0,0 0-47 15,1 3-12-15,-1-2 0 0,0 2 0 16,-3 0 86-16,3 0 15 0,0 0 3 0,-3 2 1 0,0 1-36 0,0 2-7 0,0 1-2 0,-3 1 0 31,0 1-16-31,0 0-4 0,-3 3-1 0,1 2 0 0,-1 0-16 0,0 1-3 0,0 2-1 0,0 5 0 16,0 0-10-16,0 3-1 0,0-1-8 0,1 9 12 31,2 3-40-31,3 2-8 0,0 0-1 0,0 5-1 0,3-8 58 16,0 1 12-16,3-6 3 0,-3 5 0 0,3-2-35 0,0 3 0 0,0-1 0 15,0 3 0-15,3-3 0 0,-3 1 0 0,0 2 0 16,0-5 0 0,0-1-21-16,0-4-11 0,0-3-3 0,0 2 0 0,0-5 35 0,0 0 0 0,-3-2 0 15,3 5 0 1,-3-6-58-16,0 3-5 0,-2-2-1 0,2 2 0 16,0-2-124-16,-3-4-24 0,0 1-6 0</inkml:trace>
  <inkml:trace contextRef="#ctx0" brushRef="#br0" timeOffset="23076.185">19711 12240 2685 0,'-3'-8'56'0,"0"3"13"15,3-3-55-15,0 0-14 0,3 3 0 0,0-3 0 16,0 3 56-16,2-1 9 0,1-1 2 0,0 1 0 0,3 4-33 0,0-4-6 15,0 1-2-15,0 2 0 0,3 1-26 16,-3-1 0-16,3 0 0 0,3 1 0 16,0-1 0-16,2 3 0 0,1 0 0 0,3 0 0 15,3 3 0-15,0-3 0 0,0 2 0 0,2 1 0 16,1 0-133-16,0 2-32 0,3 0-7 0</inkml:trace>
  <inkml:trace contextRef="#ctx0" brushRef="#br0" timeOffset="23732.357">18163 14521 2283 0,'-3'8'48'0,"0"-3"10"0,0 3-46 0,0-2-12 0,3-1 0 0,-3 3 0 16,3-3 98-16,0 3 18 0,0 0 3 0,0 0 1 15,0 0-37-15,0 3-7 0,0-4-2 0,0 7 0 16,0-1-22-16,0 0-5 0,3 3-1 0,-3 3 0 16,0 2-12-16,0 3-2 0,0 2-1 0,0 0 0 15,0 4-14-15,0 1-2 0,0-2-1 0,-3 3 0 16,3-3-6-16,0 0-8 0,-3-2 11 0,3 2-11 15,-3-3 8-15,0 1-8 0,3 2 0 0,-3 0 0 16,0-2 8-16,0-1-8 0,3 3 0 0,-3-2 0 16,0-6 0-16,0 0 0 0,3-3 0 0,-3 1 0 15,0-6 0-15,0 0 0 0,3-5 0 0,-3 3 0 16,0-3 0-16,3-3 0 0,-3 0-10 0,3-5 10 16,0 0-87-16,0 0-9 0,0 0-3 0,0 0 0 15,6-5-69-15,-3-3-13 0,3-2-3 0</inkml:trace>
  <inkml:trace contextRef="#ctx0" brushRef="#br0" timeOffset="24654.634">19696 14706 2187 0,'0'0'62'0,"-6"0"14"0,6 0-61 0,-3 3-15 0,3-3 0 16,-6 3 0-16,6-3 67 0,-6 5 10 0,3-2 3 0,0 5 0 15,0-3-8-15,0 0-2 0,0 6 0 0,0-3 0 16,0 5-56-16,0 0-14 0,3 3 0 0,-3 3 0 15,3 2 0-15,-3 0 0 0,3 3 0 0,-3-3 0 16,3 3 0-16,3-3 0 0,-3 0 0 0,3 0 0 16,0-2 12-16,3 2-1 0,-3 0 0 0,3-2 0 15,3-1-11-15,-3 3-16 0,3-2 4 0,0-1 1 16,3-2 11-16,-1 0 0 0,-2-3 0 0,3 1 0 16,0-4 0-16,0-5 0 0,-3 1 0 0,3-1 0 15,0-8 0-15,0 1 0 0,3-4 0 0,-3 1 0 16,2-5 0-16,1-4 0 0,0 1 0 0,3-3 0 15,-3 0 0-15,0 0 12 0,0 1-2 0,0-1-1 16,-6 0 7-16,2 0 0 0,-2 0 1 0,0-2 0 16,-3 2 4-16,0-3 1 0,-3 1 0 0,0-1 0 15,-3 1 6-15,0-4 0 0,-3-1 1 0,0-1 0 16,0 3-3-16,-3-3-1 0,-3 3 0 0,0-1 0 16,0 1-9-16,1 5-1 0,-4 1-1 0,-3 1 0 15,3 1-4-15,-3 3-1 0,0 2 0 0,0 0 0 0,0 2-9 16,0 1 0-16,-2-3 9 0,2 5-9 15,0 3-20-15,-3-2-9 0,3 2-2 0,0 0 0 16,-3 0-104-16,0 2-21 0,1 1-4 0</inkml:trace>
  <inkml:trace contextRef="#ctx0" brushRef="#br0" timeOffset="25315.603">18937 15159 2030 0,'-3'11'57'0,"0"-1"14"0,0 1-57 0,0-1-14 0,3 3 0 0,-3 3 0 16,0 0 105-16,3 0 19 0,-3 3 3 0,0 2 1 16,0-3-43-16,3 3-8 0,-3 1-1 0,3-1-1 15,-3 3-19-15,3-1-4 0,-3 4-1 0,0 2 0 16,3 3-19-16,0 0-3 0,0-1-1 0,0 4 0 16,0-6-14-16,0 0-3 0,3 0-1 0,-3 0 0 15,3-8-10-15,0 0 0 0,0 1 0 0,-3-4 8 16,3 1-8-16,0-3 0 0,0-1 0 0,0 1 0 15,-3-2 0-15,3-4 0 0,0 1 0 0,0-1 0 16,-3-2 0-16,3 0 0 0,-3-3 0 0,0 1 0 16,0-6-16-16,0 0-6 0,0 0-1 0,0 0 0 15,0 0-147-15,0 0-30 0,3-6-5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46:20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16168 3673 1094 0,'-9'5'46'0,"3"-2"-37"16,-2 2 95-16,2-5 20 0,0 0 3 0,0 3 1 15,0-1-52-15,6-2-9 0,-6 0-3 0,6 0 0 16,0 0 0-16,0 0 0 0,0 0 0 0,-6 5 0 16,6-5-51-16,0 0-13 0,0 0 0 0,0 0 0 15,0 0 54-15,0 0 8 0,0 0 2 0,-3 6 0 16,3-6-52-16,3 8-12 0,-3-8 0 0,3 5 0 15,0-2 0-15,3 2 0 0,-3-2 0 0,3 2 0 16,3-2 0-16,0-1 0 0,-4 1 0 0,4 2 0 16,3-5 21-16,0 0 2 0,0 3 0 0,3 2 0 15,0-5-37-15,0 0-7 0,3 3-2 0,0-3 0 16,-1 2 44-16,1 1 9 0,3-3 2 0,-3 3 0 16,3-1-20-16,0-2-4 0,-1 3-8 0,1 0 12 15,0-3-3-15,0 0-1 0,-3 0 0 0,3 0 0 16,-1 0 0-16,1-3 0 0,0 0 0 0,3 3 0 15,0-2-8-15,3-1 0 0,-1 0 9 0,1 3-9 0,0 0 8 0,0 0-8 16,2 3 8-16,-2-3-8 0,0 3 12 0,-3-3-3 16,3 0 0-16,-1 0 0 15,-2 0-9-15,0 0 0 0,3-3 0 0,0 3 0 0,-4-3 0 0,4 3 0 0,0 0 8 0,0 0-8 16,0 0 8-16,-1 3-8 16,-2-3 8-16,3 3-8 0,-3-3 8 0,-3 0-8 0,2 2 0 0,-2-2 8 15,3 0-8-15,-3-2 0 0,3 2 0 0,-3-3 0 16,2 0 0-16,-2 1 8 0,3 2-8 0,0-3 0 15,0 3 0-15,0-5 0 0,-4 5 8 0,4-3-8 16,-3 3 0-16,3 0 0 16,-6 0 9-16,3 0-9 0,-4 0 11 0,1-5-3 0,3 2 0 0,-3 1 0 15,0-4-8-15,0 4 12 0,0-1-12 16,-1-2 12-16,4 2-12 0,-3-2 10 0,3 2-10 0,0 3 10 16,0-8-10-16,-1 8 0 0,-2-3 9 0,3 3-9 15,-3 0 0-15,0-2 0 0,0 2 0 0,0-3 8 16,-1 3-8-16,-2 0 0 0,3-2 8 0,-3-1-8 15,-3 3 8-15,3 0-8 0,0-5 10 0,-3 2-10 16,0 3 8-16,-1 0-8 0,4-5 0 0,-3 5 9 16,0-3-9-16,3 3 8 0,0 0-8 0,-3 0 8 15,3-5-8-15,0 5 0 0,-1-3 9 0,-2 3-9 16,3 0 0-16,-3-3 0 0,3 3 0 0,-3 0 0 16,3 0 0-16,-3 3 8 0,0-3-8 0,3 0 0 15,-4 0 0-15,1 0 0 0,0 0 0 0,0 0 8 16,0 0-8-16,-3 0 9 0,3 0-9 0,0 0 10 0,-3 0-10 15,0 0 0-15,3-3 0 0,-4 3 8 0,4-2-8 0,-3-1 0 16,0 0 9-16,3 3-9 0,0 0 8 16,0-2-8-16,-3 2 10 0,3 0-10 15,0 0 10-15,3-5-10 0,-4 2 10 0,1 3-10 0,0 0 8 16,3 0-8-16,-3 0 0 0,3 0 9 0,-3 0-9 0,3 0 0 16,-3-5 9-16,0 5-9 0,-1 0 12 0,-2 0-3 15,3 0 0-15,-3 0 0 0,3 0-1 0,-3 0 0 0,0 0 0 0,3 0 0 16,-3 0 0-16,0 0 0 0,0 0 0 0,0 0 0 15,0 0-8-15,0 0 10 0,-4-3-10 0,4 3 10 16,-3 0-10-16,3 0 8 0,0 0-8 0,-3 0 8 16,3 0-8-16,-3 0 12 0,3-3-12 0,0 3 12 15,-3 0-12-15,3 0 0 0,0 0 0 0,0 0 8 16,0 0-8-16,-3 0 0 0,2 0 0 0,1 0 8 16,0 0-8-16,3 0 0 0,-3 0 0 0,0 0 0 15,0 0 0-15,0 0 0 0,0 0 0 0,0 0 0 16,0 0 0-16,0 0 0 0,0 0 0 0,0-2-11 15,-4 2-17-15,4 0-4 0,0 0-1 16,0 0 0-16,0 2-89 0,-3-2-18 0,3 0-3 0</inkml:trace>
  <inkml:trace contextRef="#ctx0" brushRef="#br0" timeOffset="853.1">15552 3625 1812 0,'-3'-8'76'0,"-3"3"-60"16,-3-1 92-16,3 4 18 0,-3-6 4 0,1 5 1 15,-4-2-17-15,0 2-3 0,-3 1-1 0,0 2 0 16,0 0-74-16,-3 0-14 0,0 2-3 0,1 1-1 16,-4 0-4-16,3 5-1 0,-3-3 0 0,0 3 0 15,0-3-13-15,0 3 8 0,1 3-8 0,-4-3 0 16,6 2 0-16,-3-2 0 0,3 8 0 15,0-5 0-15,6-1 0 0,1 6 0 0,2-3 0 16,3 6 0-16,3-3 0 0,3 2-13 0,3 1 4 0,3-1 1 16,0-2 8-16,6 5 0 0,-1-8 0 15,4 3-8-15,3 0 8 0,-3-3 0 0,3 3 0 16,0-8 0-16,-3 3 8 0,3-1-8 0,-4 1 10 0,1-3-10 16,0 3 12-16,-3-4-3 0,0-1-1 0,-3 2 0 15,0 0 3-15,-3 0 0 0,0-6 0 0,0 6 0 16,-3-3 18-16,-3 1 4 0,0-1 1 0,-3 6 0 15,0-9-34-15,-3 4 0 0,0-1 0 0,-6 3 0 16,0-3 0-16,0 0 0 0,-3 1 0 0,-6-4 0 16,4 4 58-16,-4-4 5 0,0 1 1 0,-6 2 0 15,3-2-52-15,-3 5-12 0,1-8 0 0,-4 8 0 16,6-6 54-16,0 4 8 0,0-1 2 0,1 0 0 16,2-2-52-16,3 0-12 0,0 2 0 0,3-5 0 15,0 0 0-15,0 2 0 0,4-2 0 0,-4 0 0 16,6 0-48-16,0-2-13 0,3 2-3 0,6 0 0 15,0 0-102-15,0 0-21 0,0 0-4 0</inkml:trace>
  <inkml:trace contextRef="#ctx0" brushRef="#br0" timeOffset="2100.857">19240 3622 938 0,'0'0'40'0,"0"0"-32"16,0 0 68-16,0 0 13 0,0 0 3 0,0 0 1 15,6 0-19-15,-6 0-4 0,6 3-1 0,0 0 0 16,0-1-9-16,0-2-1 0,3 0-1 0,-3 3 0 15,3 0-4-15,0-3-1 0,3 0 0 0,0 5 0 16,-4-5-7-16,4 0-2 0,0 0 0 0,3 0 0 16,-3 0-11-16,6 0-2 0,-3 0-1 0,6 0 0 15,0 0-18-15,-1 0-4 0,4 0-8 16,0 0 12-16,0 3-12 0,3-3 0 0,-1 5 0 16,4-5 0-16,0 0 0 0,-3 0 0 0,-1 0 0 0,7 0 0 15,-6 0 0-15,3 0 0 0,3 0 0 0,-1 0 0 16,1 0 0-16,0 0 0 0,-1 0 0 0,1 2 0 15,-3-2 0-15,3 0 0 0,-4 3 0 0,-2-3 0 16,0 0 0-16,0 0 0 0,-3 0 0 0,-1 0 0 16,1 0 0-16,0 0 0 0,-3 3 0 0,3-3 0 15,-3 2 0-15,-1-2 0 0,1 3 8 0,-3-3-8 16,0 3 0-16,0 2 0 0,-3-5 8 0,0 0-8 16,0 3 0-16,-4-3 0 0,4 5 0 0,-3-5 0 15,0 3 21-15,0-3-1 0,0 5-1 0,-3-5 0 16,3 0 3-16,0 3 1 0,0-3 0 0,-1 2 0 15,1-2-7-15,0 0 0 0,3-2-1 0,-3 2 0 16,3 0-3-16,0 0-1 0,3 0 0 0,-3 0 0 16,-1 0 3-16,1 0 1 0,0 0 0 0,0 2 0 15,0-2 0-15,0 0 0 0,-3 0 0 0,0 0 0 16,0 0-5-16,-3 0-1 0,-1 0 0 0,1 0 0 0,-3 0-9 16,3 0 12-16,-3 0-12 0,0 0 12 0,0 0-12 0,-6 0 10 15,3 0-10-15,-3 0 10 0,0 0-25 0,0 0-5 16,6 0 0-16,-6 0-1 15,0 0-118-15,0 0-23 0,0 0-5 0</inkml:trace>
  <inkml:trace contextRef="#ctx0" brushRef="#br0" timeOffset="4670.894">20943 3731 1782 0,'0'0'82'16,"0"0"-73"-16,0 0-9 0,0 0 0 0,0 8 0 15,0-3 61-15,-3 3 11 0,3-8 1 0,0 5 1 16,0 1-34-16,0 2-6 0,0 2-2 0,0-2 0 15,0-3-11-15,0 6-2 0,0 2-1 0,0-5 0 16,3 0 0-16,-3 5 0 0,0-2 0 0,0-1 0 16,3 1-18-16,-3 2 0 0,0-2 8 0,0 2-8 15,0 0 0-15,0 1 10 0,0 1-10 0,0-1 8 16,0 2 2-16,0-6 0 0,0 1 0 0,0 5 0 0,0-3-23 16,-3 0-5-16,3 6-1 0,-3-9 0 0,3 9 43 15,-3-6 8-15,0 3 1 0,3 2 1 0,-3 1-23 16,0 2-11-16,3 3 10 0,-3-6-10 0,0 3 10 15,3 6-10-15,-3-6 10 0,-3 3-10 0,6 0 14 16,-3 0-3-16,3-3-1 0,0 5 0 0,-3-5 3 0,3 1 1 16,0 1 0-16,0 4 0 0,3-3-14 0,-3 2 0 0,0 3 0 0,0 6-10 15,3-9 33-15,-3 3 6 0,0 0 2 0,3 3 0 16,-3-6-17-16,0 1-3 0,3-1-1 0,0 3 0 16,-3-2-2-16,3-1 0 0,0 3 0 0,-3 1 0 15,3-1 6-15,0 2 1 0,-3 1 0 0,3 3 0 16,0-4-15-16,0-2 0 0,0 1 0 0,-3-1 0 15,3-3 8-15,0 1-8 0,-3-1 0 0,3-2 9 16,0 5-9-16,-3-3 0 0,3 4 9 0,-3-1-9 16,3 0 0-16,-3 0 0 0,3 0-12 15,-3 0 4-15,3-2 8 0,-3-4 0 0,0 4 0 0,3-3 0 16,-3-1 12-16,0-1 4 0,3 1 0 0,-3-1 1 16,3 1-27-16,-3 1-6 0,0 3 0 0,3-1-1 15,-3-2 65-15,0 2 12 0,0 1 4 0,0 2 0 16,0-5-52-16,0 0-12 0,0-1 0 0,0 1 0 15,0 0 0-15,-3-3 0 0,3-2 0 0,-3 5 0 16,3-3 0-16,-3 3 0 0,0-1 0 0,3 4 0 16,-3-3 0-16,3 5 0 0,-3-3 0 0,0 3 0 15,3-2 0-15,-3-1 0 0,3 1 0 0,-3-1 0 16,3 1 0-16,0-4 0 0,-3 4 0 0,3-1 0 0,-3 1 0 16,0 2 0-16,3 0-12 0,-3 5 12 0,0-5 0 15,3 3 0-15,-3-3 8 0,0 3-8 16,0-3 0-16,3 0 0 0,-3-2 0 0,0 2 0 0,3 0 0 0,-3-3 0 15,0 4 0-15,0 1 0 0,0 1 0 0,0 0 0 0,-3 2 0 0,3 3 0 16,3-8 0-16,-3 3 0 0,0-3 0 0,0 0 0 16,0-2 0-16,3-1 0 15,-3 3 0-15,0 0 0 0,0 1 0 0,0 1 0 16,0 4 0-16,0-1 0 0,0-2 0 0,0-3 0 16,0 0 0-16,1 0 0 0,-1-2 57 0,0-1 6 0,0-2 1 0,0 0 0 15,-3 2-52-15,3-2-12 0,0 2 0 0,0 4 0 16,0-1 0-16,0 0 0 15,0 3 0-15,0-3 0 0,3-3 0 0,-3 1 0 16,0-1 0-16,0-2 0 0,3 0 0 0,-3-3 0 0,0-3 0 0,3 4 0 16,-3 1 0-16,0 1 0 0,3 0 0 0,-3 5 0 15,0-2 0-15,3 2 0 0,-3 0 0 0,3 0 0 16,-3-3 20-16,3-2 2 0,-3 0 0 0,3 0 0 16,-3-3-22-16,3-3 0 0,0 4 0 0,-3-4 8 15,3 3-8-15,0-2 0 0,-3 2 0 0,3 0 0 16,-3 0-15-16,3 6-7 0,0-3-2 0,-3 2 0 15,3-2 41-15,-3 0 8 0,0-3 2 0,3 3 0 16,-3-3-27-16,3-5 0 0,-3 2 0 0,3-2 0 16,-3 0 0-16,3 0 0 0,0-3 8 0,-3 3-8 15,3-3 0-15,0 0 0 0,-3 1 0 0,3-1 0 16,-3 0 0-16,3 3 0 0,-3-3 0 0,3 3 0 16,-3 3-18-16,3-4-9 0,-3 1-1 0,3 0-1 0,-3 3 46 15,3-3 10-15,-2 0 1 0,2-1 1 16,-3 1-29-16,3-3 0 0,0 1 0 0,-3-1 0 0,3 0 0 15,0-2 8-15,-3-1-8 0,3-2 0 0,-3 3 0 0,3-1 0 16,-3-2 0-16,3 3 0 16,-3-3 0-16,3 0 0 0,0 0 0 0,-3 0 0 0,3 0 0 0,0 0 0 15,-3-3 0-15,3 3 0 0,-3-3 0 0,3 3 0 0,0-3 0 0,-3 3 0 16,3-2 0-16,0 2 0 16,-3-1 0-16,3-1 0 0,-3 2 0 0,3 0 0 0,-3 0 0 0,0 0 0 15,3-1 0-15,-3-1 8 0,0-1-8 0,3 3 0 16,-3-3 0-16,0 1 0 0,3 1 0 0,-3-1 0 15,0-1 0-15,3-5 0 0,-3 3 8 0,3-3-8 16,-3 5 0-16,0 0 0 0,3-5 8 0,-3 3-8 16,3-3 0-16,-6 5 9 0,6-5-9 15,-6 3 8-15,6-3 0 0,-6 5-8 16,3-2 12-16,3-3-4 0,-6 0-8 0,6 0 0 0,-9 2 0 0,3 1 0 16,3-3 16-16,3 0 0 0,-9 3 1 0,4-1 0 15,5-2-17-15,-9 3 0 0,3-3 0 0,-3 3 0 16,3-3 0-16,0 2 0 0,0 1 0 0,-3 0 0 15,3-1 0-15,0-2 0 0,-3 3 0 0,3 0 0 16,0-3 0-16,0 2 0 0,0-2 0 0,-3 3 0 16,3-3 0-16,0 3-11 0,-2-3 2 0,2 2 0 15,-3-2 9-15,3 0 12 0,-3 3-2 0,0-3-1 16,0 0-9-16,0 2-12 0,0-2 2 0,-3 3 1 16,3-3 9-16,0 0 12 0,-3 3-2 0,0-3-1 15,4 2-9-15,-4 1 0 0,0 0 0 0,3-1 0 16,-3-2 0-16,3 3 0 0,-3 0 0 0,3-1 0 15,-3-2 0-15,3 0 0 0,0 3 0 0,0-3 0 0,0 3 0 16,1-1 0-16,-1 1 0 0,0-3 0 0,0 2 0 0,3 1 0 0,-3 0 0 16,0-1 0-16,0-2 0 15,0 3 0-15,3 0 0 0,-3-1 0 0,0 1 0 0,0 0 0 16,0-1 0-16,0 1 0 0,1 0 0 16,2-1 0-16,-3 1 0 0,0-3 0 0,0 3 0 0,0-1 0 0,0 1 0 15,0-1 0-15,0 1 0 0,0-3 0 0,-3 3 0 0,3-1 0 16,0 1 0-16,-2-3-11 0,2 3 3 0,-3-1 0 15,0 1 8-15,3-3 0 0,-3 3 0 16,3-1 0-16,-3 1 0 0,3-3 11 0,-3 3-3 16,3-1 0-16,0-2-8 0,0 3 0 0,1 0 0 0,-1-1 0 15,0 1 0-15,0-1 0 0,3 1 0 0,-3 0 0 16,0-1 0-16,3 1 0 0,-3-3 0 0,0 3 0 16,0-1 0-16,0-2 0 0,0 3 0 0,0 0 0 15,0-3 0-15,1 2 0 0,-1-2 0 0,-3 0 0 16,3 0 0-16,0 3 0 0,0-3 0 0,0 0 0 15,0 3 0-15,-3-3 0 0,3 0 0 0,-3 0 0 16,3 2 0-16,0-2 0 0,-2 0 0 0,2 0 0 16,-3 0 0-16,3 3 0 0,0-3 0 0,0 3 0 15,0-3 0-15,0 0-9 0,3 0 9 0,-3 2-13 16,3-2 13-16,-3 0 8 0,3 3 0 0,-3-1-8 0,3-2 0 0,1 0 0 16,-1 3 0-16,0-3 0 0,3 3 0 0,3-3 0 0,-6 0 0 0,0 2 0 31,6-2 0-31,-6 3 0 0,6-3 0 0,-9 3 0 0,9-3 0 15,-6 0 0-15,6 0 0 0,-6 2 0 16,6-2 0-16,-6 3 0 0,0 0 0 0,6-3 0 16,-6 0 0-16,6 0 0 0,-6 2 0 0,6-2 0 0,-6 6 0 0,6-6 0 15,-6 0 0-15,6 0 0 0,-6 2 0 0,6-2 0 0,0 0 0 16,-6 5 0-16,6-5 0 0,0 0 0 0,0 0 0 0,-6 3 0 16,6-3 0-16,0 0 0 0,0 0 0 0,0 0 0 15,-6 5 0-15,6-5 0 0,0 0 0 0,-6 6 0 16,6-6 0-16,-3 5 0 0,3-5 0 0,-3 5 0 15,3-5 0-15,0 6 0 0,-2 2 0 0,-1-3 0 16,3 0 0-16,0 0 0 0,-3 1 0 0,3-1 0 16,0 0 0-16,-3 1 0 0,3-1 0 0,0 3 0 15,-3-3 0-15,0 0 0 0,0 3 0 0,3 0 0 16,-3-2 0-16,0 1 0 0,3 1 0 0,-3 0 0 16,3 0 0-16,-3 0 0 0,0 3 0 0,3-3 0 15,-3-3 0-15,3 3 0 0,0 0 0 0,0 0 0 16,0 0 0-16,0-3 0 0,0 3 0 0,3-3 0 15,-3 1 0-15,0-1 0 0,3 0 0 0,-3 1 0 16,0-6 0-16,3 5 0 0,-3-5 0 0,0 5 0 16,3-2 0-16,-3-3 0 0,3 5 0 0,-3-5 0 15,3 3-44-15,-3-3-16 0,6 2-4 0,-6-2 0 16,0 0-153-16,0 0-31 0</inkml:trace>
  <inkml:trace contextRef="#ctx0" brushRef="#br0" timeOffset="8239.377">22413 6366 2172 0,'0'-5'61'0,"3"-3"15"15,-3 0-61-15,0 3-15 0,3-3 0 0,-3 0 0 16,0 3 80-16,3-3 14 0,-3 0 2 0,0 2 1 16,0 1-37-16,0 0-7 0,0 0-1 0,-3-1-1 15,3 6-19-15,0-5-3 0,0 5-1 0,-3-3 0 0,3 3-8 0,0 0-1 0,-6 0-1 0,0 3 0 16,3 0-18-16,-3 2 0 0,0 0 0 16,1 3 0-16,2 3 0 0,0-1 0 15,-3 1 0-15,3 2 0 0,3 0-22 0,-3 1-2 0,3-1 0 0,0 3 0 31,0-3-18-31,3-2-4 0,0 2-1 0,3 0 0 16,3 0-6-16,-1-2-2 0,1-1 0 0,3 1 0 16,0-3 22-16,3-3 4 0,0 3 1 0,0-5 0 0,0-1 12 0,3 1 4 0,-4-3 0 0,4-3 0 15,-6 1 12-15,3-1 0 0,-3-2 0 0,0 0 0 16,-3-1 48-16,0-4 13 0,0 2 3 0,-3 0 0 16,0 0 0-16,0 0 0 0,0-3 0 0,-4 3 0 15,4-2 0-15,-6 2 0 0,3 0 0 0,-3-3 0 16,3 3-52-16,-3-2-12 0,0 2 0 0,0-3 0 15,0 3 54-15,0 0 8 0,-3 1 2 0,3 1 0 16,0 1-40-16,0 5-8 0,-3-5-2 0,3 5 0 16,0 0-6-16,0 0 0 0,0 0-8 0,0 0 12 15,0 0-26-15,0 10-6 0,0 1 0 0,0-1-1 16,0 4 21-16,0-1 0 0,0 3 0 0,-3 0 0 16,3 2 0-16,0 1 0 0,-3 2 0 0,1 3 0 15,2 2 0-15,-3 1 0 0,0 2 0 0,-3 2 0 16,3-1 0-16,0 1 0 0,-3-2 0 0,3 3 0 15,-3-3 0-15,0-2 0 0,-3-3 0 0,0 2 0 16,0-2 0-16,-3-3 0 0,0 0 0 0,-3 0 0 16,0 0 0-16,-2 1 0 0,-4-1 0 0,3 0 0 0,-3 0 0 15,0-2 0-15,0 2 0 0,-2-3 0 16,5 1 0-16,-3-6 0 0,3 0 0 0,0 1 0 0,0-4 15 0,3-2-3 16,1 0 0-16,2-3 0 0,0-2-12 0,0 0 9 0,3-3-9 15,0 0 8-15,0-3-8 0,0 0 0 16,3-2 0-16,-3-3-11 15,6-3-22-15,0 1-5 0,3-6-1 0,3 3 0 16,3-3-142-16,3 0-29 0,0-2-6 0</inkml:trace>
  <inkml:trace contextRef="#ctx0" brushRef="#br0" timeOffset="8522.622">22791 6858 2538 0,'0'0'53'0,"0"0"11"0,0 0-51 0,0 0-13 0,0 0 0 0,0 0 0 15,0 0 120-15,0 0 22 0,0 0 4 0,0 0 1 16,0 0-63-16,0 0-12 0,0 0-2 0,-3 6-1 16,3 2-28-16,0-3-5 0,-3 3-2 0,3 0 0 15,0 0-19-15,0 0-4 0,0 2-1 0,0 4 0 16,-3 1 10-16,3 1 3 0,-3 3 0 0,0 5 0 16,0-1-12-16,-2 4-3 0,2 2 0 0,-3 0 0 15,0 0-8-15,0-5 0 0,-3 0 0 0,3 2 0 16,0-2 0-16,-3 3 0 0,0-4 0 0,0 6 0 15,3 1 0-15,0 1-11 0,0 4 3 0,0-1 0 16,3-2-71-16,0 0-13 0,0-1-4 0,3 1 0 16,-3-3-172-16,0 0-34 0</inkml:trace>
  <inkml:trace contextRef="#ctx0" brushRef="#br0" timeOffset="12089.556">22410 12672 2169 0,'0'0'45'0,"-6"-3"11"0,6 3-45 0,-3-5-11 16,3 5 0-16,0 0 0 0,0 0 95 0,-3-3 17 0,3 3 3 0,0 0 1 15,0 0-48-15,-3-5-10 16,3 5-2-16,0 0 0 16,0 0-28-16,0 0-7 0,0 0-1 0,0 0 0 0,0 0-7 15,0 0-1-15,0 0-1 0,0 0 0 0,-3 8-11 0,0 2 0 16,1-2 9-16,-1 6-9 0,3-1 0 0,0 0 8 0,0 5-8 0,3 1 0 16,-1 0 0-16,4-4 0 0,-3 4 0 0,3-1 0 31,3-4-37-31,-3 2-3 0,3-3 0 0,3-3 0 15,0 1 3-15,0 0 0 0,0-6 0 0,3 3 0 16,0-6-8-16,-1 4-2 0,1-6 0 0,-3 2 0 0,3-2 23 0,-3-2 5 0,0-1 1 16,3-2 0-16,-3-1 9 0,0 1 9 0,0-3-13 0,-1 0 5 15,-2-2 18-15,3-4 4 16,-3 1 1-16,0 3 0 0,0-6 20 0,-3 3 4 0,3-6 1 0,-6 3 0 16,3 3 23-16,-3-3 5 0,0 0 0 0,-3 3 1 15,0 0-13-15,0 0-4 0,-3 2 0 0,0 0 0 16,0 3-12-16,0 3-4 0,0-3 0 0,0 3 0 15,-3 2-8-15,3 1-3 0,-3-1 0 0,6 3 0 16,-3 0-3-16,3 0-1 0,-6 3 0 0,0-1 0 16,3 4-11-16,-3-1-2 0,3 3-8 0,-3 2 12 15,3 4-12-15,0 1 0 0,-3 4 8 0,3 2-8 16,0 3 0-16,1-3 0 0,-1 6 0 0,3-4 0 16,-3-1 0-16,0-1 0 0,3 0 0 0,0 3 0 15,-3-3 0-15,0-3 0 0,0 6 0 0,0-3 0 16,0 6-12-16,0-3 4 0,-3 2 8 0,3 1-13 15,-3-1 5-15,0 0 8 0,0 1-13 0,-3-3 5 0,0 0 8 16,3-3 0-16,-6 0-9 0,0-3 9 0,0-2 0 0,-2 0 0 16,-1-3 0-16,0 3 0 0,-3-5 0 15,3-1 0-15,0 1-8 0,-3 0 8 0,3-3-10 16,3 0 10-16,-2-1-13 0,2-1 5 0,0-1-12 16,3-2-1-16,0 2-1 0,0-2 0 15,0-1-29-15,6-2-5 0,3 0-2 0,0 0 0 16,-3-8-138-16,0 3-27 0,6-6-5 0</inkml:trace>
  <inkml:trace contextRef="#ctx0" brushRef="#br0" timeOffset="12557.026">22711 13275 2214 0,'0'0'46'0,"0"0"11"0,0 0-45 0,0 0-12 0,0 0 0 0,0 0 0 16,0 0 106-16,0 0 19 0,0 0 4 0,0-3 1 16,0-2-47-16,0 0-10 0,3-1-1 0,3 1-1 15,0 0-44-15,0-3-9 0,6 0-2 0,-3 3 0 16,3-3 39-16,2 0 7 0,1 3 2 0,0-1 0 16,0 1-52-16,0 0-12 0,0 2 0 0,0 0 0 15,0 1 0-15,-6 4 0 0,2 1 0 0,-2 0 0 16,0-1 0-16,0 6 0 0,0-2 0 0,-3 1 0 15,-3 4 0-15,0 0 0 0,0-1 0 0,-3 6 0 16,0-3 0-16,-3 3 0 0,-3 0 0 0,0 0 0 16,-6 2-100-16,0-2-22 0,-3 6-5 0,1-4-1 15,-4 3 0-15,0 0 0 0,3 1 0 0,-6 1 0 16,3 1 52-16,3 3 9 0,1-4 3 0,-1 4 0 0,3-3 102 0,0-3 21 16,3 0 4-16,0 0 1 0,0-5-8 0,6 0 0 0,0-3-1 15,3-2 0-15,3-1 7 0,0-2 2 0,6-2 0 0,-3 2 0 16,6-6-44-16,0 1-9 0,3-1-2 0,2 1 0 15,4-3 44-15,0 0 9 0,0 0 2 0,0-3 0 16,0 3-52-16,-1-2-12 0,-2-1 0 0,3 1 0 16,-6-1 0-16,3-2 0 0,-3 2 0 0,0 0 0 15,0 1 0-15,2-1 0 0,1-2 0 0,3 2 0 16,3 0-100 0,0-2-22-16,6 3-5 0</inkml:trace>
  <inkml:trace contextRef="#ctx0" brushRef="#br0" timeOffset="14882.152">18862 5813 2396 0,'-3'-5'68'0,"-3"0"15"15,3-1-67-15,-3 1-16 0,3 2 0 0,0 1 0 16,-3-3 89-16,6 5 15 0,-3 0 2 0,3 0 1 16,-5 0-43-16,-1 0-8 0,0 2-1 0,-3 1-1 15,3 2-27-15,0 3-6 0,-3 3-1 0,0 2 0 0,3 0-34 0,-3 3-7 0,0 0-2 16,3 5 0 0,0-5 23-16,0 2 0 0,3 1 0 0,0-1 0 15,0-2 17-15,3-2 8 0,3-1 2 0,0 0 0 16,0 0-43-16,3-5-9 0,3 3-2 0,0-3 0 15,0-3 37-15,3 0 7 0,0 1 2 0,0-4 0 0,3-2-19 0,-1 0 0 16,1 0 0-16,0-2 0 0,0-4 0 0,3-2 0 0,-3 0 0 16,0 0 0-16,0 1 13 0,-6-4-1 0,2 0 0 15,-2 1 0-15,-3-1 12 0,0-2 3 0,0 2 0 0,-3-2 0 16,-3 0 5-16,0 2 2 0,0-2 0 0,0-3 0 16,-6 3 2-16,3 0 0 0,-3-3 0 0,-3 3 0 15,-2-1-36-15,-1 1-14 0,-3 3 1 0,0-1 0 16,-3 0 13-16,0 4-12 0,0 1 12 0,-3 4-12 15,1-1-32-15,-4 3-7 0,3 3-1 16,-3 2 0-16,6 0-106 0,0 3-22 16,1 3-4-16</inkml:trace>
  <inkml:trace contextRef="#ctx0" brushRef="#br0" timeOffset="16903.981">18803 12264 1576 0,'0'0'32'0,"-6"5"9"0,0-2-33 0,6-3-8 0,-6 3 0 0,3 2 0 16,-3-2 96-16,3 2 18 0,-3-2 3 0,3 2 1 16,-3 0-38-16,3 1-8 0,-3-1-2 0,3 3 0 15,0 0-23-15,-3 0-5 0,3 0-1 0,0 0 0 16,0 2-17-16,0 1-4 0,0 2-1 0,0-2 0 15,0 2-19-15,3 0 8 0,-3 0-8 0,3 0 0 0,-3 3 0 16,3-2 0-16,3-1 0 0,-3-3 0 0,3 1 0 16,0 2 0-16,0-2 0 0,0-3 0 0,3 2-20 0,0-2 3 15,0 0 0-15,3 0 0 16,0-3-4-16,0 1-1 0,0-1 0 0,0-2 0 0,3-1 7 16,-3-2 2-16,3 0 0 0,-1-2 0 0,4-1 13 0,-3-2-9 0,3-1 9 0,-3-2-8 15,3 3 8-15,-3-3 0 0,0-2 0 16,3 2 0-16,-6-3 0 0,2 3 0 15,-2-2 0-15,0-1 0 0,-3 3 56 0,3-5 6 0,-3 2 2 16,0 1 0-16,-3-4-10 0,0 1-2 0,0 0 0 16,-3 0 0-16,0 0-2 0,0-1-1 0,0 1 0 0,-3 0 0 15,0 0-9-15,0 2-1 16,-3-2-1-16,0 5 0 0,0-3-10 0,0 3-3 0,0 0 0 0,-3 3 0 16,0 0-9-16,1-1-1 0,-4 4-1 0,0-1 0 15,0 3-14-15,-3-2 9 0,0 2-9 0,0 2 8 16,0-2 2-16,0 5 0 0,1-2 0 0,-1 2 0 15,3 1-30-15,-3 2-7 0,0 0-1 0,0 0 0 16,3 2-20-16,0 1-4 0,0-3 0 0,0 5-1 16,4-3-121-16,-1 1-24 0,0 0-5 0</inkml:trace>
  <inkml:trace contextRef="#ctx0" brushRef="#br0" timeOffset="18032.867">16904 3183 1398 0,'-9'8'59'0,"3"-3"-47"16,-3 1 115-16,3 4 23 0,0-7 5 0,0 5 1 15,3 0-60-15,-3 0-11 16,3 2-2-16,0-2-1 16,-3 0-28-16,3 0-6 0,0 0 0 0,3 5-1 15,-3-2-23-15,3 2-4 0,0 0 0 0,0 1-1 16,0 1-19-16,3-1 0 0,-3 2 0 0,3-1 0 0,0-4 0 0,3 2 0 0,-3 0 0 16,3-2 0-16,0 0 0 0,0-3 0 0,3-1 0 0,0 1 0 15,0-2 8-15,-3-4-8 0,3 4 12 0,-1-6-12 16,1 0 14-16,0 0-4 0,0 0-1 0,0-6 0 15,-3 4 32-15,3-6 7 0,0 0 0 0,-3 3 1 16,3-3-39-16,0-6-10 0,0 6 0 0,-3-5 0 16,3 0 53-16,-3 2 9 0,-3-2 2 0,3 3 0 15,-6-1-52-15,0 0-12 0,0-2 0 16,0 3 0-16,-3-1 54 0,0 0 8 0,0 1 2 0,-3-1 0 16,3 3-47-16,-3-2-9 0,-3 2-8 0,3 0 12 15,0 0-12-15,0 0 12 0,0 0-12 0,-3 3 12 16,3 2-12-16,0-5-17 0,0 3 4 0,0 2 1 15,0 3 12-15,-3-5 15 0,3 5-3 0,0 5-1 16,-2-5-40-16,-1 3-8 16,0 2-2-16,0-2 0 0,-3 5-133 0,3 0-28 0,-3 2-4 15</inkml:trace>
  <inkml:trace contextRef="#ctx0" brushRef="#br0" timeOffset="27956.663">13338 5604 2243 0,'0'0'64'0,"0"0"13"0,0 0-61 0,0 0-16 0,0 0 0 0,0 0 0 16,0 0 96-16,0 0 17 0,-6 6 3 0,0-4 1 15,0 3-49-15,-3 1-11 0,0 2-1 0,0 0-1 16,-3 0-17-16,-3-1-3 0,0 4-1 0,-3 0 0 15,1 5-13-15,-4-1-2 0,0 1-1 0,-3 5 0 16,0 3-34-16,0 5-8 0,-2 0 0 0,-1 6-1 16,3-6 25-16,0 0 0 0,3 0 0 0,-5 0 0 15,5-2 0-15,-6-1 0 16,3 1 0-16,-6-1 0 0,4 3 0 0,-1-2 0 0,-3-1 0 0,3 3 0 16,1-2-56-1,2-3-7-15,3-1-1 0,-3-1 0 0,3-1-153 16,3-5-31-16</inkml:trace>
  <inkml:trace contextRef="#ctx0" brushRef="#br0" timeOffset="28241.564">12790 5927 2066 0,'-6'-42'43'0,"3"26"10"15,-3 3-42-15,3-3-11 0,0 0 0 0,-3 3 0 0,0 2 104 0,3 0 20 16,-3 4 3-16,3-1 1 0,0 5 0 0,3-2 0 0,0 5 0 0,0 0 0 15,0 0-87-15,0 0-17 0,0 0-3 0,0 0-1 16,3 5 20-16,0 0 3 0,0 3 1 16,0 3 0-16,3 2-36 0,0 3-8 0,0 0 0 0,0 2 0 31,0 1 0-31,0-1 0 0,3 1 0 0,-3 2 0 0,3-5 0 16,0 2 0-16,3 1 0 0,-3-1 0 0,-1 1 0 0,1-1 0 15,0-2 0-15,0 3 0 0,0-1 0 16,0 1 0-16,0-1 0 0,0-2 0 15,3 3-49-15,-3-1-12 0,0-2-3 0,3 3 0 16,-3-3-51-16,2-3-10 0,1 0-3 0</inkml:trace>
  <inkml:trace contextRef="#ctx0" brushRef="#br0" timeOffset="28502.787">13278 6091 2067 0,'0'0'87'15,"0"0"-70"1,0 0 140-16,0 0 28 0,-3-3 6 0,3 3 1 16,0 0-84-16,0 0-17 0,0 0-3 0,0 0-1 15,-6 6-39-15,3-1-7 0,-3 0-1 0,3 3-1 16,0 0-14-16,0 3-2 0,3-1-1 0,-3 4 0 16,0 1-10-16,0 1-1 0,3 3-1 0,-3 2 0 15,0 0-10-15,0 0 0 0,3 1 0 0,-3-1 0 16,0-3 0-16,1 1 0 0,-1-3 0 0,3 2 0 15,-3-2-37-15,3 0-3 0,0 0-1 0,0-3 0 16,0 3-112-16,3-3-23 0,0 0-4 0</inkml:trace>
  <inkml:trace contextRef="#ctx0" brushRef="#br0" timeOffset="30082.897">13617 6112 1858 0,'0'0'52'0,"0"0"13"0,0 0-52 16,0 0-13-16,0 0 0 0,0 0 0 15,0 0 68-15,0 0 12 0,0 0 1 0,0 0 1 0,0 0-34 0,0 0-6 0,0 0-2 0,0 0 0 16,0 0-16-16,0 0-3 0,0 0-1 0,0 0 0 16,0 0-10-16,0 0-2 0,0 0-8 0,0 0 12 15,0 0-12-15,3 6 8 0,3-6-8 0,3 2 0 16,-3 1 10-16,3-1-10 15,0-2 10-15,3 3-10 0,-3-3 8 0,0 0-8 0,3 0 0 0,0 0 9 16,-3 0-9 0,3 0 0-16,-1-3 0 0,1 3 8 0,3-2-8 0,-3-1 0 0,6 1 0 0,0 2 8 15,-3-3-8-15,6 0 0 16,-1 1 0-16,1 2 0 0,0-3 0 0,3 3 0 0,-3-3 0 0,3 3 0 16,-4-2 0-16,4 2 0 0,-3 0 0 0,-3 0 0 15,3-3 0-15,-3 3 0 0,-1 0 0 0,1-3 0 16,0 3 0-16,0 0 0 0,0-2 0 0,3 2 0 15,3 0 0-15,-4 0 0 0,1 0 0 0,3 2 0 16,0-2 0-16,0 0 8 0,-1 3-8 0,1-3 0 16,-3 3 0-16,0-1 0 0,3 1 0 0,-6 0 0 15,2-3 0-15,-2 0 0 0,-3 2 8 0,6-2-8 16,-3 0 0-16,0 3 8 0,0-6-8 0,2 6 8 16,-2-3-8-16,6 3 0 0,-3-3 0 0,3 2 0 15,-3 1 0-15,-1-1 8 0,4-2-8 0,-3 3 0 16,0 0 0-16,0-1 0 0,-3 1 0 0,2 0 0 15,-5-3 8-15,3 2-8 0,-3-2 0 0,3 0 8 16,0 3-8-16,0-3 12 0,-1 0-12 0,1 0 12 16,0 0-12-16,3 0 8 0,0 0-8 0,0 0 8 15,0 3-8-15,-1-3 0 0,1 0 0 0,0 0 0 16,0 0 0-16,0 2 8 0,-3-2-8 0,2 0 0 0,-2 3 0 0,0-3 0 16,-3 0 8-16,3-3-8 0,0 3 0 0,-3 0 0 0,3-2 0 15,2 2 8-15,-2 0-8 0,0-3 0 0,0 0 0 0,3 3 0 16,-3 0 0-16,5 0 8 0,-2 0-8 0,0 3 0 15,0-3 0-15,-3 0 0 0,3 0 0 0,-1 3 0 16,-2-3 0-16,0 0 0 0,0 0 8 0,-3 0-8 16,0 0 0-16,0 0 0 0,0 0 0 0,-1 0 0 15,4-3 0-15,-3 3 0 16,0-3 0-16,3 3 0 0,0 0 0 0,0-2 0 0,-3 2 0 16,2 0 0-16,1 0 0 0,0 0 0 0,-3 0 0 0,3 0 8 15,0 0-8-15,-3 0 0 0,2 0 0 0,-2 0 0 16,0 0 0-16,0 0 0 0,0 0 0 0,0 0 0 15,0 0 0-15,-3 0 0 0,0-3 0 0,-1 0 8 16,1 3-8-16,3-2 0 0,-3-1 0 0,0 0 0 16,3 3 0-16,-3-2 0 0,3-1 0 0,0 3 0 15,0-2 0-15,-1 2 0 0,4-3 0 0,0 0 0 16,-3 3 0-16,3-2 0 0,-3 2 0 0,0-3 0 16,0 3 0-16,-1-3 0 0,1 3 0 0,-3-2 0 15,3 2 0-15,-3-3 0 0,3 3 0 0,-3-3 0 16,0 3 0-16,-3-2 0 0,3-1 0 0,-4 0 0 15,1 3 0-15,0 0 0 0,0-2 0 0,0-1 0 16,0 3 0-16,0-2 0 0,0-1 0 0,0 0 0 16,0 3 0-16,0-2 0 0,-3-1 0 0,3 3 0 0,3-3 0 0,-4 3 8 15,1-2-8-15,3 2 0 16,-3-3 0-16,0 3 0 0,0 0 0 0,3-3 0 0,-3 3 0 16,0 0 0-16,0-2 0 0,0 2 0 0,0 0 0 0,0 0 0 15,0 0 0-15,-1 0 0 0,-2 0 0 16,3 0 0-16,0 0 0 0,0 0 0 0,-3 0 0 15,0 0 0-15,3 0 0 0,-3 0 0 0,3 0 0 0,-3 0 0 0,3 0 0 16,0 0 0-16,-3-3 0 0,3 3 0 0,-3 0 0 0,2 0 0 16,-2 0 0-16,0 0 0 0,0 0 0 0,0 0 0 15,3-3 0-15,-3 3 0 0,0 0 0 0,0-2 0 16,0 2 0-16,0-3 0 0,0 3 0 0,0 0 0 16,0-3 0-16,0 3 0 0,-3 0 0 0,3 0 0 15,0-2 0-15,0 2 0 0,3 0 0 0,-3 0 0 16,-1-3 0-16,1 3 0 0,0 0 0 0,-3 0 0 15,3-2 0-15,0 2 0 0,0 0 8 0,3 0-8 16,-3 0 0-16,0 0 0 0,3-3 0 0,-3 3 0 16,0 0 0-16,3 0 10 0,-3-3-10 0,0 3 10 15,0 0-10-15,0 0 0 0,3 0 9 0,-3 0-9 16,-1 0 8-16,1 0-8 0,3 0 8 0,-3 0-8 16,0 0 8-16,0 0-8 0,0 0 10 0,0 0-10 15,0 0 14-15,0 0-3 0,0 0-1 0,0 0 0 16,0 0-1-16,-3 0 0 0,3 0 0 0,0 3 0 15,0-3-9-15,0 3 12 0,-3-3-12 0,3 0 12 16,-3 2-12-16,3-2 8 0,-3 0-8 0,2 0 8 16,-2 0-8-16,3 0 0 0,-3 0 9 0,3 0-9 15,-6 0 0-15,3 3 9 0,-3-3-9 0,3 0 0 16,-3 0 8-16,6 2-8 0,-3-2 0 0,0 0 0 0,-3 0 0 0,6 0 0 0,-6 0 0 16,3 0 0-1,0 0-17-15,-3 0-11 0,6 0-1 0,-6 0-1 16,0 0-156-16,0 0-31 0</inkml:trace>
  <inkml:trace contextRef="#ctx0" brushRef="#br0" timeOffset="38493.362">12835 12005 1682 0,'0'0'35'0,"0"-3"9"0,3-5-36 0,0 3-8 0,-3 0 0 0,3-3 0 16,-1 5 99-16,-2-2 17 0,3 0 4 0,-3-1 1 16,3 1-21-16,-3 5-5 0,0-5-1 0,0 5 0 15,0 0-10-15,0 0-1 0,3-3-1 0,-3 3 0 16,0 0-16-16,0 0-3 0,0 0-1 0,0 0 0 15,0 0-22-15,-6 5-5 0,3 1-1 0,-5 2 0 16,2 2-18-16,-3 1-3 0,-3 5-1 0,0-1 0 16,-3 4-12-16,0-3 9 0,-3 5-9 0,0 0 8 15,1 0-8-15,-4 1 0 0,0-1 0 0,0 5 8 16,0-2-8-16,3 2 0 0,0 4 0 0,-2-1 0 16,2 0 0-16,-3 0 0 0,6-3 0 0,-6 3-11 15,3 1-4-15,0-7-1 0,-2-1 0 0,2 1 0 16,0-1-15-16,0-4-3 0,0 1-1 0,0-1 0 15,3-5-29-15,-2-2-5 0,5-1-2 0,-3 1 0 16,6-6-141-16,0 1-29 0,0-4-6 0</inkml:trace>
  <inkml:trace contextRef="#ctx0" brushRef="#br0" timeOffset="38765.381">12346 12124 1846 0,'3'-8'78'0,"0"0"-62"15,0 0 103-15,3 3 21 0,-3-3 4 0,0 5 0 16,3-2-61-16,-3 2-13 0,3 1-2 0,0-1-1 16,0 3-21-16,0 3-4 0,0-1-1 0,0 1 0 15,3 2-10-15,0 1-3 0,0 2 0 0,0-1 0 16,3 4-4-16,-4 0 0 0,1 2-1 0,3 0 0 16,-3 3-4-16,3 0-1 0,-3 0 0 0,0 5 0 15,3 0-18-15,-3 0-9 0,3 3 1 0,0 0 0 16,-3 2 24-16,2-2 6 0,1 3 1 0,0-4 0 15,0 1-37-15,-3-5-7 0,3-1-2 0,0 1 0 16,-3-3 14-16,0-3 9 0,0-3-12 0,-3 4 12 16,3-6-156-16,-3 0-24 0,0-3-4 0</inkml:trace>
  <inkml:trace contextRef="#ctx0" brushRef="#br0" timeOffset="39143.854">12841 12436 2066 0,'-3'-5'43'0,"3"0"10"0,0 2-42 16,0-2-11-16,0-1 0 0,3 1 0 0,-3 2 104 15,3 1 18-15,-1-3 4 0,-2 5 1 16,3 0-46-16,0-3-9 0,3 3-1 0,0-3-1 0,-3 3-24 0,3 0-5 16,0 3-1-16,0 0 0 0,0-1-16 0,0 1-4 0,0 2-1 0,0 0 0 15,0 1-19-15,-3 2 0 0,0 0 0 0,3-1 0 16,-3 1 32-16,0 3 2 0,-3-3 1 0,3 3 0 15,-3 2-35-15,0-3 0 0,0 4 0 0,-3-1 0 32,0 0-16-32,0 3-9 0,-3 0-3 0,0 2 0 0,3-2-16 15,-6 3-3-15,3-1-1 0,-3 1 0 16,0-1 9-16,3-2 2 0,0 3 0 0,-3-1 0 0,3-2 24 0,3 0 5 0,-2 0 8 16,5 0-13-16,0-3 13 0,0-2 0 0,2-1-10 15,4 1 10-15,0-1 0 0,3-4 10 0,0-1-1 0,-3 0 0 16,3-2-1-16,3-1-8 0,-3-2 12 0,3 0-4 15,0 0-8-15,0-2 0 0,3-1 9 0,-1-2-9 16,4 0 8-16,0-6-8 0,0 0 10 0,3-2-10 16,0-3-199-16,0 0-45 0</inkml:trace>
  <inkml:trace contextRef="#ctx0" brushRef="#br0" timeOffset="40691.452">13284 12428 1178 0,'-15'0'24'0,"9"0"6"0,6 0-30 0,-6 0 0 0,6 0 0 0,0 0 0 16,0 0 80-16,0 0 11 0,0 0 1 0,0 0 1 16,0 0-25-16,0 0-4 0,0 0-2 0,0 0 0 15,0 0-18-15,0 0-3 0,0 0-1 0,6 0 0 16,0-2 0-16,3 2-1 0,0 0 0 0,0-3 0 15,0 3-10-15,0 0-1 0,0-3-1 0,0 3 0 0,3-2-10 16,-3 2-1-16,2 0-1 0,-2-3 0 16,3 3-5-16,3-3-1 0,-3 3 0 0,0 0 0 15,3-2 3-15,0 2 1 0,0-3 0 0,-1 3 0 16,4-3-13-16,0 3-16 0,-3-2 3 0,3 2 1 16,-3 0 12-16,3-3 0 0,-3 1 0 0,2 2 10 0,-2 0-10 0,-3 0 10 0,3 0-10 15,-3 0 10-15,3 0 0 0,-3 0 0 16,0 0 0-16,0 0 0 0,-3 0-10 0,2 0 10 15,1 0-10-15,0 0 10 0,0 0-10 0,0 0 0 16,0 0 9-16,3 0-9 0,-3 0 0 0,0 0-20 0,3 0 4 16,-1 0 1-16,-2 2 26 0,3-2 5 0,0 0 0 0,0 3 1 15,-3-3-17-15,3 0 0 0,0 2 0 16,0-2 0-16,2 0 0 16,-2 3 0-16,3-3 0 0,0 3 0 0,-3-3 0 0,0 0 0 15,3 2 0-15,-3-2 0 0,2 0 0 0,-2 3 0 0,0 0 0 16,3-1 0-16,-3-2-10 0,3 3-6 0,3-3 0 0,-1 3-1 15,-2-3 35-15,3 0 7 0,0 2 2 0,3 1 0 16,-3-3-11-16,2 3-3 0,-2-3 0 0,0 2 0 16,3 1-1-16,-3-3 0 0,3 2 0 0,-4 1 0 15,4 0-4-15,0-3-8 0,0 2 11 0,3 1-11 16,-4-3 12-16,4 3-12 0,3-3 12 0,-3 0-12 16,3 0 0-16,-1 0 0 0,-2 0 0 0,3 0 0 15,-3 0 0-15,2 0 0 0,-5 0 0 0,3 0 0 16,0 0 58-16,3 0 5 0,-4-3 1 0,4 3 0 15,0-3-73-15,0 3-15 0,-1-2-2 0,1-1-1 16,0 0 43-16,-3 1 9 0,0-1 2 0,2 1 0 16,-2-1-27-16,-3 3 0 0,0-3 0 0,3 1 0 15,-4-1 0-15,4 3 0 0,0-5 0 0,0 5 0 0,-1-3-9 16,-2 0-7-16,3 1-2 0,0 2 0 0,-3-3 29 0,-1 0 5 0,1 1 2 0,0-1 0 16,-3 1-18-16,0 2 0 0,0-3 0 15,-4 3 0-15,1-3 0 0,3 3 0 0,0-2 0 0,0 2 0 16,-3-3 0-16,3 0 0 0,-4 1 0 0,4 2 0 15,0-3 0-15,0 0 0 0,-3 1 0 16,3 2 0-16,-4-3 8 0,4 0-8 0,-3 1 0 0,0-1 0 16,0 0 0-1,-3 3 0-15,0-2 0 0,3-3 0 0,-4 2 0 0,1 0 0 16,0 1 0-16,3-4 0 0,-3 4 0 0,0-1 0 0,3 0 0 0,-3-2 0 16,2 2 0-16,-2 1 0 0,0-1 12 0,0 0-12 15,0 3 8-15,0 0-8 0,0-2 0 0,0 2 0 16,-4 0 0-16,4 0 0 0,0 0 0 0,-3 0 0 15,3 0 0-15,0 0 0 0,-3 0 8 0,3 0-8 16,-3 0 0-16,-3 0-11 0,2 0 2 0,-2 0 0 16,3 0 9-16,-3 0 0 0,3 0 0 0,-3 0 0 15,0 0 0-15,3 0 0 0,-3 0 0 0,0 2 0 16,3-2 0-16,-3 0 0 0,2 0 0 0,-2 3 0 16,3-3 0-16,-3 3 0 0,3-3 0 0,-3 0 0 15,0 0 0-15,3 2 16 0,-3-2-4 0,3 0-1 16,-3 3-11-16,0-3 0 0,3 3 0 0,-4-3 0 15,1 0 0-15,3 0 0 0,-3 0 0 0,0 2 0 0,0-2 0 16,0 0 0-16,0 0 9 0,0 0-9 16,0 0 9-16,0 0-9 0,0 0 12 0,0 0-12 15,-3 0 14-15,2 0-4 0,1 0-1 0,0 0 0 16,-3 0-9-16,0 0 10 0,3 0-10 0,-3-2 10 0,0 2-2 16,3 0-8-16,-3-3 12 0,0 3-4 0,0-3-8 0,3 1 8 0,-3 2-8 15,0-3 8-15,3 0 9 16,0 3 2-16,-3-2 0 0,2 2 0 0,1-3-19 0,-3 1 0 15,3 2 0-15,0-3 0 0,-3 3 0 0,3-3 0 16,0 3 0-16,-3-2 0 0,3 2 0 0,-3 0 0 0,3-3 0 0,-3 0 0 16,0 3 0-16,3 0 0 0,-3 0 8 0,2 0-8 15,-2 0 0-15,0 0 0 0,0 0 8 16,3 0-8-16,-3 0 0 0,3 0 0 0,-3 0 8 16,0 0-8-16,3 0 0 0,-3 3 0 0,0-3 8 15,3 0-8-15,-3 3 0 0,3-3 10 0,-3 0-10 0,0 0 8 16,3 0 0-16,-3 2-8 0,-1-2 12 0,1 0-4 15,0 0-8-15,0 0 10 0,-3 0-10 0,3 0 10 16,-3 0-10-16,0 0 0 0,3 0 0 0,-6 0 0 16,3 0 0-16,-3 0 0 0,3 0 8 0,-3 0-8 15,0 0 0-15,0 0 0 0,6 0 0 0,-6 0 8 16,0 0-8-16,0 0-11 0,0 0 3 0,0 0 0 16,0 0-104-16,3-2-21 0,-3 2-4 0</inkml:trace>
  <inkml:trace contextRef="#ctx0" brushRef="#br0" timeOffset="45915.885">16960 3921 1284 0,'0'0'54'16,"0"0"-43"0,0 0 142-16,0 0 29 0,0 0 6 0,0 0 0 15,0 0-60-15,0 0-12 0,0 0-2 0,0 0-1 16,0 0-27-16,-3 8-6 0,3-8 0 0,0 6-1 15,-3-1 1-15,3 3 1 0,0-3 0 0,0 3 0 16,0-3-65-16,0 3-16 0,0-2 0 0,0 4 0 16,0-2 35-16,0 0 3 0,0 3 1 0,0-1 0 0,-3 1-12 15,3-1-3-15,0 4 0 0,0-4 0 16,-3 6-24-16,3-3 0 0,0 3 8 0,-3 3-8 0,3-1 20 16,0 1 1-16,-3-1 1 0,3 3 0 0,0 1-14 0,-3-4-8 15,3 6 10-15,0-8-10 16,0 5-16-16,0-8-8 0,0 3-3 0,0-3 0 0,0 1 27 0,0-1 0 0,0 0 0 0,0-2 0 15,0 2 0-15,0-3 0 0,0-2 0 0,0 3 0 16,0 0 0-16,0-4 0 0,3 4 0 0,-3-3 0 16,3 3-108-1,0-4-16-15,0 1-3 0,0 0-1 16,0 0-102-16,0-2-21 0</inkml:trace>
  <inkml:trace contextRef="#ctx0" brushRef="#br0" timeOffset="47002.517">18889 7200 1552 0,'0'0'44'0,"0"0"10"0,0 0-43 0,0 0-11 0,0 0 0 0,0 0 0 16,0 0 104-16,0 0 20 0,0 0 3 0,0 0 1 16,0 0-20-16,0 0-3 0,0 0-1 0,0 0 0 15,0 0-24-15,0 0-6 0,0 0-1 0,0 0 0 16,0 0-25-16,0 0-4 0,0 0-2 0,0 8 0 16,-3 0-12-16,3 0-2 0,0 0-1 0,-3 2 0 15,3 1-11-15,0-1-1 0,-3 3-1 0,3 1 0 16,0-1-5-16,-3 0-1 0,3 3 0 0,0 0 0 15,0 0 0-15,0 2 0 0,0 1 0 0,0 2 0 16,0-2-22-16,0 2-5 0,0 0-1 0,0 3 0 16,3-3 20-16,-3-3 0 0,0 1 0 0,0-1 0 15,0-2 48-15,0 0 12 0,0-3 4 0,0 1 0 0,3-4-52 16,-3 1-12-16,0-1 0 0,3 1 0 0,-3-3 0 0,0 0 0 16,3-3 0-16,0 3 0 0,-3-3 0 0,3 1 0 0,0-1 0 15,-3-5 0-15,0 5 0 0,3-2 0 16,-3-3 0-16,6 5 0 15,-3-2-48-15,3 2-13 0,-3-5-3 0,3 3 0 16,0-3-102-16,-3 0-21 0,3 0-4 0</inkml:trace>
  <inkml:trace contextRef="#ctx0" brushRef="#br0" timeOffset="58885.41">14573 6165 1792 0,'0'-8'51'0,"-3"3"10"0,3 0-49 0,-3-1-12 0,3 1 0 0,0 5 0 15,-3-3 105-15,3 3 19 0,-3-5 3 0,-3 2 1 16,6 3-52-16,0 0-9 0,-6-5-3 0,6 5 0 31,-6 0 0-31,3 0 0 0,3 0 0 0,-9 0 0 0,3 3-51 0,0-1-13 16,0 4 0-16,0-1 0 16,0 0 0-16,3 1 0 0,-2-1 0 0,-1 3 0 0,3-3 11 15,0 3-1-15,0 0 0 0,0 0 0 0,0-3-10 0,3 3 0 16,0 0 0-16,0-3 0 0,3 1 0 0,0-1 0 0,0 0 0 0,0-2 0 15,3 0-13-15,-3-1 5 0,2 1 8 0,1-3-13 16,-3 0 13-16,3-3 0 0,0 3 0 0,-3-2 0 16,3-4 0-16,-3 1 0 0,3 0 0 0,-3-1 0 15,3 1 48-15,-3-3 13 0,0 3 3 0,-3 0 0 16,3-1-52-16,-3-2-12 0,0 3 0 0,0 0 0 16,-3 0 40-16,3-1 6 0,0 4 1 0,-3-4 0 15,0 4-27-15,3 2-4 0,-3-6-2 0,-3 4 0 16,6 2-14-16,0 0 8 0,-6 0-8 0,6 0 0 15,-6 0 9-15,6 0-9 0,0 0 8 0,-6 0-8 16,6 0 0-16,0 0 0 0,-6 5 0 0,6-5 0 16,-3 5 0-16,0 1 0 0,0-1 0 0,0 0 0 15,3 3-11-15,3-3 11 0,-3 1-8 0,3 2 8 16,0-6-10-16,0 4 10 0,0-1-12 0,0-2 12 16,3-1 0-16,-3 1 9 0,3-3 1 0,-3 2 0 15,3-2-10-15,0-2 0 0,-3 2 0 0,3-3 0 16,0 1-10-16,0-4-4 0,-3 4-1 0,3-4 0 15,-3 4 15-15,0-1 0 0,3-2 0 0,-3 2 0 16,-3-2 12-16,3-1 1 0,-3 1 1 0,0 3 0 16,0-4-14-16,-3 4 0 0,3-4 0 0,-3 4 0 15,3-4 18-15,-3 4 1 0,0-1 0 0,3 3 0 0,-3-3-19 16,-3 1 8-16,6 2-8 0,-3-3 0 0,3 3-11 0,-6 0-9 0,6 0-1 16,-6 3-1-16,0-1 22 0,0 1 0 0,6-3 0 0,-6 5 0 15,3 1 12-15,0-1 6 0,0 0 2 16,3 3 0-16,-3-3-20 0,3 3 0 0,3-2-13 0,-3 2 5 15,3-3-4-15,0 0-1 0,0 1 0 0,0-1 0 16,0-3 13-16,0 4 0 0,3-4 0 0,0-2 0 16,0 0-12-16,0 0 0 0,0-2 0 15,0-1 0-15,-3 0 12 0,3 1 0 0,-3-3 0 0,3 2 0 16,-3-2 0-16,3-1 0 0,-3 4 0 0,0-4 0 16,-3 1 14-16,3 0-4 15,-3-1-1-15,0 1 0 0,-3 3-9 0,3-4 0 0,-3 4 0 0,0-4 0 16,0 4 14-16,3 2 1 0,-3-6 0 0,0 4 0 15,3 2-24-15,-3-6-5 0,3 6-1 0,-3-5 0 16,3 5 15-16,0 0 0 0,0 0 0 0,0 0 0 16,0 0 0-16,0 0 0 0,0 0 0 0,0 0 0 15,0 0 10-15,0 0 5 0,0 0 1 0,0 0 0 16,0 0-26-16,0 0-5 0,0 8-1 0,-3 0 0 16,3 0 16-16,0 3 0 0,0-4 0 0,0 4 0 15,0 0 0-15,0-1 0 0,0 3 0 0,3-2 0 16,-3 2 8-16,0 0 5 0,3 1 1 0,-3-1 0 15,0 0-22-15,3 0-5 0,-3 1-1 0,0-1 0 16,3 0 14-16,-3-2 0 0,0 2 0 0,0-2 0 0,3-1 0 16,-3 1 0-16,0-3 0 0,0 2 0 15,0 1 0-15,0-1 0 0,0 1 0 0,0 2 0 16,0-2 0-16,0-3 0 0,0 2 0 0,0 1 0 0,0 2 0 0,0-2 0 16,0-1 0-16,0 1 0 0,0 2 0 15,0 0 0-15,0 1 0 0,0-1 0 0,0 0 0 16,0 0 0-16,0 0 0 0,0 3 0 15,3-2 0-15,-3 1 0 0,0-4 0 0,0 2 0 16,3 0 0-16,-3 1 0 0,0-1 0 0,0 0 0 0,3-2 0 0,-3-1 0 0,0 1 0 0,0 2 0 16,3-2 0-16,-3-1 0 0,0-2 9 0,0 5-9 15,2-2 0-15,-2 0 0 0,0-1 0 16,0 3 0-16,0-2 0 0,0 0 0 0,0 2 0 16,0 0 0-16,3 3 0 0,-3-3 0 0,0 3 0 0,0 3 0 15,3-1 0-15,-3 1 0 0,0 2 0 0,3 0 0 16,-3 0 0-16,0 0 0 0,3-2 0 0,-3 2 0 15,0-2 0-15,3-1 0 0,0-2 0 0,-3 2 0 16,3 1 0-16,-3-1 0 0,3-2 0 0,-3 6 0 16,3-1 0-16,-3 3 0 0,0-1 0 0,0 4-10 15,3-1 10-15,-3 3 0 0,3 3 8 0,-3 0-8 16,3-6 0-16,0 1 0 0,0-1 0 0,0 1-8 16,-3-1 8-16,3 1 0 0,0-1 0 0,0 3 0 15,0 3 0-15,0 5 0 0,0 0 0 0,0 3 0 16,0-3 0-16,3-3 0 0,-3 1 0 0,0-1 0 15,0 0 0-15,0 3 0 0,3 0 0 0,-3 6 0 16,0-4 0-16,3 6 0 0,-3 0 0 0,0 3 0 16,0-6 0-16,0-2 0 0,0 0 0 0,0 5 0 15,0 0 49-15,-1 2 12 0,1 4 3 0,-3 2 0 16,3-6-52-16,-3-4-12 0,0-1 0 0,0 3 0 0,0 0 0 0,0 5 0 16,0 0 0-16,-3 3 0 0,0-2 0 0,3-9 0 0,-2 0 0 15,-1 3 0-15,0-2 0 0,0 2 0 16,0 2 0-16,0 1 0 0,0-3 0 0,0-3 0 0,0 0 0 15,0 3 0-15,0-8 0 0,0 3 0 0,0-3 0 0,0 6 0 16,0-1 0-16,0 0 0 0,0 6 0 16,0-3 0-16,0-5 0 0,0-3 0 0,3-3 0 15,-3 0 0-15,0 1 0 16,3 2 0-16,-3 2 0 0,0 1 0 0,3-3 0 0,-3 3 0 0,3-3 0 0,0 0 0 16,-3-3 0-16,3-4 0 0,-3-1 0 0,3 0 0 15,0 0 0-15,-3 3 0 0,3 2 0 0,0 3 0 16,0-5 8-16,0 2-8 0,0 3 11 0,0-5-11 15,0 0 8-15,0-6-8 0,0-2 0 0,0 2 0 16,0-2 0-16,0 0 0 0,0 0 0 0,0 2 0 16,0 3 0-16,0 1 0 0,0 1 8 0,0 4-8 15,0-6 8-15,0 0-8 0,0-3 9 0,0 1-9 16,0-3 0-16,0-3 8 0,3 0-8 0,-3 0 0 16,0-2-9-16,0 2-5 0,0-3-1 0,0 4 0 15,0 1 24-15,0 1 5 0,3 0 1 0,-3 5 0 16,0-2-24-16,0-4-5 0,3 4-1 0,-3-3 0 15,0-1 31-15,0-4 5 0,3-1 2 0,-3 1 0 16,0-3-37-16,0 0-7 0,3 0-2 0,-3 0 0 16,0-1 23-16,0-1 0 0,0 2 0 0,0-1 0 15,0 4 0-15,0-3 0 0,0 5 0 0,0 0 0 16,0-2 0-16,0 4 0 0,0-1 0 0,0-1 0 16,0 0 0-16,0 0 0 0,0-2 0 0,0-1 0 15,0 1 47-15,0-6 13 0,0 3 4 0,-3-3 0 16,3 0-52-16,0-2-12 0,0-1 0 0,-3 4 0 0,3-1 0 15,0-3 0-15,-3 4 0 0,3-1 0 0,-3 0 0 0,3 0 0 16,0 3 0-16,-3 0 0 0,3 0 0 0,-3 0 0 0,3 2 0 0,0 1 0 16,-3-1 0-16,3-2 0 0,0 3 0 15,0-1 0-15,0-2 0 16,0 0 0-16,0 0 0 0,-3-3 0 0,3 0 0 0,0-2 0 0,0 0 0 16,0-1 0-16,0 1 0 0,0-1 0 0,0-2 0 0,0 3 0 15,0-3 0-15,0 2 0 0,0-2 0 0,0 3 0 16,0-3 0-16,0 2 0 0,0 1 0 0,0 0 0 15,0-1 0-15,0 3 0 0,0-2 0 0,0 5 0 16,3-3 0-16,-3 3 0 0,0 0 0 0,0 2 0 16,0-2 0-16,0 3 0 15,3-3 0-15,-3 2 0 0,0-5 0 0,0 3 0 0,3 0 0 16,-3-3 0-16,0 1 0 0,3-4 0 0,-3 3 0 0,0-2 0 16,0 0 0-16,3-1 0 0,-3 1 0 0,3-3 0 15,-3 2 0-15,0 1 0 0,3-1 0 0,-3 1 0 16,0 0 0-16,3 2 0 0,-3 0 0 0,3 3 0 15,-3 0-17-15,3 0-7 0,-3 5 0 0,3 0-1 16,0 0 25-16,-3 0 0 0,3 3 0 0,0 0 0 16,-3-3 0-16,3-2 0 0,-3-1 0 0,3-2 8 15,0 0-8-15,0-3 0 0,0 0 0 0,-3 3 0 16,3-5 0-16,0 2 0 0,-3-2 0 0,3 2 8 16,0-2-8-16,-3-1 0 0,3 1 0 0,-3 2 0 15,0-2 0-15,3 2 0 0,0 0 0 0,-3 0 0 16,3 0 0-16,-3 1 0 0,3-1 0 0,-3 0 0 15,3 0 0-15,-3-2 0 0,0 0-8 0,3-1 8 0,-3 1-22 16,0-3 1-16,0-3 0 0,0 0 0 16,0-5-75-16,0 0-16 0,0 0-2 0</inkml:trace>
  <inkml:trace contextRef="#ctx0" brushRef="#br0" timeOffset="60568.2">14629 13643 1094 0,'0'0'23'0,"0"0"5"0,0 0-28 0,0 0 0 0,0 0 0 0,0 0 0 31,0 0 56-31,0 0 7 0,0 0 1 0,0 0 0 0,0 0 0 0,0 0 0 16,0 0 0-16,0 0 0 16,0 0-52-16,0 0-12 0,0 0 0 0,0 0 0 0,6 2 54 0,0 4 8 0,-3-6 2 0,3 2 0 15,0 1-52-15,0 0-12 0,0-3 0 0,3 2 0 16,-3 1 12-16,3 0 0 0,-3-3 0 0,3 2 0 15,3 1-12-15,-3 0 0 0,3-3 0 0,-3 2 0 16,2 1 0-16,4-3 0 0,0 0 8 0,0 2-8 16,0-2 0-16,0 3 0 0,0 0 8 0,0-3-8 15,0 2-10-15,-4 1-5 16,4 0-1-16,-3-3 0 0,3 2 16 0,-3 1 0 0,0 0 0 0,3 2 0 16,0-2 0-16,3-1 0 0,-4 1 0 15,4 0 0-15,0-1 28 0,0 1 9 0,3-3 2 0,0 2 0 16,-1 1-63-16,1-3-12 0,0 0-2 0,0 3-1 15,0-3 61-15,0 0 12 0,0 0 2 0,-4 0 1 16,4 2-29-16,-6 1-8 0,3-3 0 0,0 3 0 16,-3-3 8-16,3 2-8 0,-1 1 8 0,4 0-8 15,0-3 8-15,3 0-8 0,-3 2 10 0,6-2-10 16,-4 3 12-16,1-3-3 0,3 0-1 0,0 0 0 16,-3 3-8-16,-1-3 12 0,-2 0-12 0,3 2 12 15,-3-2-12-15,0 0 0 0,0 0 0 0,-1 3 8 16,1-3-8-16,6 0 0 0,-3 2 0 0,0-2 0 15,2 0 0-15,4 0 0 0,0 0 0 0,0 0 0 16,-4 0 0-16,4 0 0 0,-3 0 0 0,0 0 0 16,-3 0 0-16,2 0 8 0,1 0-8 0,0 0 0 15,0 0 8-15,3 0-8 0,-1 0 8 0,1 0-8 16,0 0 0-16,0 0 0 0,-4 0-9 0,1 0 9 0,0 0 0 0,-6 0 0 16,0 0 12-16,-3 0-3 0,-1 0-9 0,4 0 0 0,-6 0 0 0,3 3 0 15,0-3 0-15,0 0 8 16,-3 0-8-16,2 3 0 0,1-3 11 0,0 0-3 15,0 0-8-15,-3 0 12 0,3 0-24 0,-3 0-4 0,2 0-2 16,-2 0 0-16,0 0 18 0,-3 0 0 0,3 0 0 16,0 0 0-16,-3 0 0 0,0 0 0 0,0 0 0 0,0 2 0 15,-4-4 25-15,1 4 9 0,0-2 2 0,0 0 0 16,-3 0-24-16,3 0-12 0,0 0 12 0,-3 0-12 16,3 0 11-16,-3 0-11 0,3 0 10 0,-3 0-10 15,0 3 14-15,0-3-3 0,0 0-1 0,0 0 0 16,0 0 6-16,0 3 0 0,-1-3 1 0,-5 0 0 15,6 0-2-15,0 0-1 0,0 0 0 0,0 0 0 16,-6 0-14-16,6 0 11 0,0 0-11 0,0 0 10 16,-6 0-10-16,6 0 10 0,0 0-10 0,-6 0 10 15,6 0-10-15,0 0 10 0,0 0-10 0,-6 0 10 16,6 2-10-16,-6-2 12 0,6 0-12 0,0 3 12 16,-6-3-2-16,6 0 0 0,0 0 0 0,0 0 0 15,0 0-2-15,-3 3 0 0,3-3 0 0,-1 0 0 16,-2 2 2-16,3-2 0 0,0 3 0 0,-3-3 0 15,3 0-1-15,0 3 0 0,0-3 0 0,0 2 0 16,-3-2 30-16,3 0 5 0,0 3 2 0,0-3 0 16,0 0-37-16,-3 3-9 0,3-3 0 0,-3 0 0 15,3 2 0-15,-3-2 0 0,3 3 0 0,-3-3 0 16,3 2 0-16,-3-2 0 0,0 3 0 0,0-3 0 0,-3 0 0 16,3 3 0-16,0-3 0 0,-3 0 0 0,0 0 23 0,3 2 2 15,-3-2 1-15,0 0 0 0,2 0-15 0,-2 0-3 0,0 0-8 16,0 0 12-16,3 3-12 0,-3-3 11 0,0 0-11 0,0 0 10 15,3 3-10-15,-3-3 0 0,0 0 9 0,0 0-9 16,6 2 9-16,-6-2-9 0,3 3 12 0,-3-3-12 16,0 0 8-16,3 3-8 0,-3-3 0 0,0 0 0 15,0 0 0-15,3 2 0 0,-3-2 0 16,0 0 0-16,0 0 0 0,0 0 0 0,0 0 0 0,3 0 0 16,0-2-14-16,0-4-10 0,0 1-1 15</inkml:trace>
  <inkml:trace contextRef="#ctx0" brushRef="#br0" timeOffset="62202.576">14621 6043 1197 0,'0'0'50'0,"0"0"-40"16,0 0 73-16,0 0 14 0,-3-2 3 0,3 2 1 16,-3-3-29-16,3 3-7 0,-6-2-1 0,6 2 0 15,0 0 0-15,-6 0 0 0,6 0 0 0,-6 0 0 16,0 2-16-16,6-2-4 0,-6 3-1 0,0 2 0 16,3-2-23-16,-3 2-5 0,0 0-1 0,0 1 0 15,0-1-6-15,3 3 0 0,-3-3-8 0,3 3 12 16,-3 0-12-16,3 3-8 0,-3-3 8 0,3-1-13 15,0 1 13-15,0 0 8 0,3 0 0 0,0 3-8 16,-3-3 0-16,3 0 0 0,0-3 0 0,3 0 0 16,-3 1 0-16,3-1-12 0,0 0 12 0,3-2-12 15,-3 0 12-15,0-3 0 0,3 0 0 0,-3 0-9 16,3 0 9-16,3-6 0 0,-3 1 0 0,3 0 0 16,-3-1 17-16,3-2-1 0,0 0 0 0,0 1 0 0,0-1 18 15,0 0 3-15,-1 0 1 0,-2-3 0 0,0 6 2 0,0-3 0 0,0 3 0 16,0-3 0-16,0 2-2 0,-3-2 0 15,-3 3 0-15,0 0 0 0,0 0-9 0,0-3-1 0,-3 2-1 16,0-2 0-16,0 3-9 0,0 0-2 0,-3 2 0 16,3-2 0-16,-3 0 8 15,3-1 2-15,-3 4 0 0,0-4 0 0,3 4-26 16,-2-1 0-16,-1 3 0 0,0-3 0 0,0 3 0 0,0 0 0 0,3 0 0 16,3 0 0-16,-6 0 0 0,0 3 0 0,6-3 0 15,-9 3 0-15,3 2 0 0,0-2 0 0,3 2 0 0,-6 0 0 16,6 3 0-16,-3-3-19 0,3 1 3 0,0 2 1 15,-3-3 15-15,3 3 0 0,0-3 0 0,3 3 0 16,0-3 0-16,-3 3 0 0,3-2-8 0,0-1 8 16,0 0 0-16,0 3 0 0,3-3 0 0,0-2-9 15,0 2 9-15,0 1 0 0,0-4 0 0,3 1 0 16,0 0 0-16,-3-1 0 0,6-2 0 0,-3 0 0 16,0 0-9-16,3-2 9 0,0-4-10 0,0 4 10 15,0-4 14-15,0 1 9 0,0 2 1 0,-1-2 1 16,1 0-39-16,0 0-8 0,0-1-2 0,0 1 0 15,-3 0 39-15,0-1 7 0,0 1 2 0,-3 0 0 16,-3 0-24-16,3-1 0 0,-6 1 0 0,3-3 0 0,-3 5 15 16,-3-2 5-16,3-3 0 0,-3 6 1 15,0-4-32-15,0 1-6 0,-3 0-2 0,3 2 0 16,-3-2 44-16,3 2 9 0,-2 0 2 0,-1 3 0 0,0-2-27 16,3-1-9-16,-3 3 0 0,0 0 9 0,3 0-9 0,0 3 0 15,-3-1 0-15,3 1 0 0,0 0 0 0,0-1 0 16,0 4 0-16,0-1 0 0,3 3 0 0,-3-3 0 0,3 3-8 0,0-3 8 15,0 3 0-15,0-2 0 0,0 2-9 0,3 0 9 16,-3-1 0-16,3 1-8 0,0-2 8 0,3 2 0 16,-3 0-11-16,3-1 11 0,-3-1-10 0,3 2 10 15,0-3-9-15,3 0 9 0,-3 1-8 0,3-1 8 16,0-2-8-16,3-1 8 0,-3 1-8 0,3-1 8 16,-3-2 0-16,3 0 0 0,0 0 0 0,0-2 0 15,0-1-16-15,3 1-2 0,-3-1 0 0,-1-2 0 16,-2 2 26-16,3-2 6 0,-3 2 1 0,0 0 0 15,-3 1-15-15,-3 2 11 0,6-6-11 0,-6 6 10 16,3-5 7-16,-3 2 2 0,-3-2 0 0,3 0 0 16,-6 2 1-16,3-2 1 0,-3 0 0 0,0 2 0 15,0 0-9-15,0 3-3 0,-2-2 0 0,2 2 0 16,-3 0-9-16,3 0 0 0,0 0 9 0,-3 2-9 16,3-2 0-16,-3 3-12 0,3 0 2 0,-3 2 0 15,0 0-122-15,3 3-24 0,-3 3-4 0</inkml:trace>
  <inkml:trace contextRef="#ctx0" brushRef="#br0" timeOffset="69515.941">18931 13524 1227 0,'0'0'52'0,"0"0"-42"15,0 0 104-15,0 0 21 0,0 0 4 0,0 0 1 16,-6 0-33-16,6 0-7 0,-6 0 0 0,6 0-1 16,-6 2-22-16,0 4-4 0,3-4-1 0,-3 4 0 15,0-1-15-15,3 3-3 0,0 0-1 0,-3 0 0 16,3 2-8-16,-3 1-1 0,3-1-1 0,0 4 0 15,0-1-14-15,0 0-2 0,0 0-1 0,3 1 0 16,-3 1-14-16,3-1-2 0,0-1-1 0,0 3 0 16,3 0-9-16,-3 0 0 0,0-1 0 0,0 4 8 15,3-3-8-15,0 0 0 0,-3 2 0 0,3 1 8 16,0-1-8-16,-3 1 0 0,3-1 0 0,-3 3 0 16,0-5 0-16,3 3 0 0,-3-1 0 0,0 1 0 15,0-1 0-15,0-2 0 0,0-2 0 0,0 1 0 16,0-1 0-16,0-4 0 0,0 3 0 0,0-2 0 15,0-3-12-15,0 3-7 0,0-3-1 0,0-1-1 16,0-1-31-16,0-1-7 0,3 0-1 0,-3-5 0 16,0 6-164-16,0-6-34 0</inkml:trace>
  <inkml:trace contextRef="#ctx0" brushRef="#br0" timeOffset="80462.767">17261 7454 991 0,'0'0'42'0,"0"0"-34"15,0 0 69-15,-3 2 14 0,3-2 2 0,-6 6 1 16,6-6-16-16,0 0-3 0,0 0-1 15,-6 2 0-15,6-2-4 0,0 0-1 0,0 0 0 0,0 0 0 16,0 0-4-16,-6 0-1 0,6 0 0 0,0 0 0 16,-6 0-7-16,6 0-1 0,0 0-1 0,-6 0 0 15,6 0-10-15,-6 0-1 0,3-2-1 0,-3 2 0 16,0-3-8-16,3 3-2 0,-3-3 0 0,0 3 0 16,0-2-9-16,-3 2-1 0,3 0-1 0,-2 0 0 15,-1 2-1-15,0-2 0 0,-3 0 0 0,0 3 0 16,0 0-21-16,0-1 0 0,0 4 0 0,0-4 0 15,0 4 0-15,-3-1 0 0,4-2 0 0,-1 2 0 16,0 0 26-16,0 0 1 0,-3 1 0 0,6-1 0 16,-3 0-17-16,0 1-10 0,0-4 12 0,3 4-12 15,-3-1 32-15,4 0-1 0,-1-2 0 0,3 2 0 16,-3 0-40-16,3-2-8 0,0 0-2 0,0-1 0 16,6-2 19-16,-3 6 0 0,3-6 11 0,-3 5-11 15,3-5 12-15,0 0-4 0,-3 2 0 0,3-2-8 16,-3 6 10-16,3-6-10 0,0 0 8 0,-3 5-8 15,3-5 8-15,-3 8-8 0,3-8 8 0,0 5-8 16,0 1 12-16,0-1-4 0,0 0 0 0,0 0 0 16,0 1-8-16,0-1 10 0,0 0-10 0,0 1 10 0,0-1-10 15,0 3 8-15,0 0-8 0,0 0 8 16,0 0-21-16,0 0-5 0,0-3-1 0,0 3 0 0,0 2 19 0,0-2 0 0,0 3 0 16,0 0 0-16,0-1 0 0,0 3 0 0,0 1 0 15,3-1 0-15,-3 5 0 0,0-2 0 0,3 3 0 0,-3-1 0 16,0 3 0-16,0 1 0 0,0-1 0 15,0 0 0-15,0 0 12 0,0-2 7 0,3 2 1 0,-3-3 0 16,0 3-20-16,0-2 0 0,0 0 0 0,0-1 0 16,0 1 0-16,0-1 0 0,0 1 0 0,0 2 0 15,0 0 0-15,0 3 0 0,0 0 0 0,0 2 0 16,0-2-12-16,0 2-7 0,0 1-1 0,0-1 0 16,3-2 20-16,-3 0 0 0,0 0 0 0,0-1 0 15,0 1 0-15,0-3 0 0,0 1 0 0,0-1 0 16,0 3 0-16,0 2 0 0,0 1 0 0,0-1 0 15,0 0 48-15,0 4 12 0,0-4 4 0,0 0 0 16,0 1-52-16,0-3-12 0,0 0 0 0,0-1 0 16,0-1 0-16,0-1 0 0,0 0 0 0,0 0 0 15,0-2 0-15,0 2 0 0,0 0 0 0,0 5-10 16,0-2 10-16,0 0 0 0,0 2 8 0,0 1-8 16,0-1 0-16,0-2 0 0,0-3 0 0,0 3 0 15,0-3 0-15,0 1 0 0,0-1 0 0,0 0 0 16,0-3 0-16,0 4 0 0,0-4 0 0,-3 3 0 15,3 0 0-15,0 1 0 0,0 4 0 0,-3-2 0 0,3 0 0 16,0 2 0-16,0 1 0 0,0-1 0 16,0-2 0-16,0 0 0 0,0-1 0 0,-3-1 0 15,3-4 0-15,0 3 0 0,0-2 0 0,0 2 0 16,0 0 0-16,0 0 0 0,0 3 0 0,0 3 0 0,0-4 0 16,0 4 0-16,0-1 0 0,0 1 0 15,0-1 0-15,0-5 0 0,0 3 0 0,0-3 0 0,0 1 30 16,0-4 2-16,3 1 0 0,-3 2 0 0,0-5-20 0,0 2-4 15,3 1-8-15,-3-1 12 0,0 1-3 0,0 2-1 0,0 0 0 16,0 3 0-16,0-3-8 0,0 0 0 0,0 3 0 16,0-3 0-16,0 0 0 0,0 1 0 0,0-7 0 0,0 4 0 15,0 0 0-15,0-4 13 0,0 1-3 0,0 0-1 16,0-3-9-16,0 1 0 0,0-1 0 0,-3 3 0 16,3-3 9-16,0 0 0 0,0 3 0 0,0-3 0 15,0 3-9-15,0 0 0 0,0 0 0 0,-3 2 0 16,3 1 0-16,0-1 0 0,-3 1 0 0,3 0 0 15,0-1 0-15,-3-2 0 0,3 2 0 0,0-2 0 16,0 0 0-16,0 0 0 0,0-3 0 0,0 3 0 16,0-3 0-16,0 1 0 0,0-1 0 0,0 0 0 15,0 0 0-15,0-2 0 0,0-1 0 0,0 1 0 16,0 0 0-16,0 2 0 0,0-3 0 0,0 4 0 16,0-1 8-16,0 0-8 0,0 0 12 0,0 3-4 15,0 0-8-15,0-3 0 0,0 6 0 0,-3-3-11 16,3-3 11-16,0 3 0 0,0 0-9 0,0 0 9 15,0-3 0-15,0 0 0 0,0-2 0 0,0 2 0 16,0 0 0-16,0-2 0 0,0-1 0 0,0 1 0 16,0-3 0-16,0 2 0 0,0-2 0 0,0 3 0 0,0-3 0 15,0 0 0-15,0 2 12 0,0-2-4 0,0 3-8 0,0-3-9 16,0 0 9-16,0 0-13 0,0 2 13 0,0-2 0 16,0 0 9-16,0 3-9 0,0-1 0 0,0 1 0 0,0 0 0 15,0 2-10-15,0-3 10 0,0 4 0 0,0-1 0 0,0 0 0 16,0 0 0-16,0 0 0 0,0-2 10 0,0 2-10 15,0 1 0-15,0-4 0 0,0 1 0 0,0 2-10 16,0-3 10-16,0 1 0 0,0 0 0 0,0-3 0 16,0 2 0-16,0-2 0 15,3 0 0-15,-3 0 0 0,0-3 0 16,0 6 0-16,3-3 0 0,-3 0 0 0,0-3 0 0,0 3 8 0,3 0-8 0,-3 0 11 16,0 0-11-16,0-3 0 0,3 0 9 0,-3 3-9 15,0 0 0-15,0-2-10 0,0 1 1 0,0-1 0 16,0 2 9-16,0 0 0 0,3-3 0 0,-3 3 0 15,0 0 0-15,0 0 0 0,0 0 0 0,0 0 0 16,0 0 0-16,0 0 0 0,3-1 0 0,-3 1 0 16,0 0 0-16,0 0 0 0,3 0 0 0,-3 0 0 15,0 0 0-15,0 0 0 0,0 0 0 0,0 0 0 16,0 2 0-16,0-2 0 0,3 0 0 0,-3 0 0 16,0-2 8-16,0 2 4 0,0-3 1 0,0 0 0 15,0 3-13-15,0-3 0 0,0 1 0 0,0 2 0 16,0-3 0-16,3 0 0 0,-3 0 0 0,0 1 0 15,0-1 0-15,3 0 8 0,-3-5-8 0,0 3 0 16,0 2 0-16,3 1 0 0,-3-1 0 0,0 0 0 16,0-5 0-16,0 5 0 0,0-5 0 0,3 3 0 0,-3 2 0 15,0 1 0-15,0-1 0 0,0-5 0 0,0 5 0 16,0 1 8-16,0-1-8 0,0 0 0 16,0-5 0-16,0 5 0 0,0-5 0 0,0 0 0 0,0 3 0 15,0-3 8-15,3 5-8 0,-3-5 0 0,0 8 0 0,0-8 0 16,3 6 0-16,-3-6 0 0,0 5 0 0,0-5 0 0,0 0 0 15,0 5 0-15,0-5 0 0,3 8 8 0,-3-8-8 16,0 5 0-16,0-5 0 0,0 6 0 0,0-6 0 0,0 8 0 16,0-8 0-16,0 0 8 0,0 0-8 0,0 5 0 15,0-5 0-15,0 0 0 0,0 0 0 0,0 0 0 16,0 0 0-16,0 0 0 0,0 0 0 0,0 0 0 16,0 0-48-1,0 0-12-15,0 0-2 0,0 0-1 0,3-8-103 0,3 0-21 0,0 0-4 16</inkml:trace>
  <inkml:trace contextRef="#ctx0" brushRef="#br0" timeOffset="81701.132">16918 12243 1706 0,'0'0'36'0,"0"0"7"0,-5-5-35 0,2 2-8 0,3 3 0 0,-6-3 0 15,3 1 107-15,-3-1 19 0,6 3 4 0,-6-2 1 16,3-1-43-16,-3 3-8 0,6 0-1 0,-6-3-1 16,0 3-22-16,0 0-4 0,3 3 0 0,-3-3-1 15,0 3-17-15,3-3-3 0,-3 2-1 0,0 1 0 16,0-1-13-16,3 4-2 0,-3-1-1 0,0 0 0 15,3 3-14-15,0 0 0 0,0 0 8 0,0 0-8 16,3 3 0-16,-3-1 0 0,3 1 0 0,0-1 0 16,0 1 0-16,0 0 0 0,3-1 0 0,0 1 0 15,0-1-8-15,0-2 8 0,0 0 0 0,3 0 0 16,0 0-9-16,0-3 9 0,0 1 0 0,3-1-9 16,-3-2 9-16,3-3 0 0,-3 0 0 0,3 0 0 15,0 0 0-15,0-3 0 0,0-2 0 0,0-1-8 0,-1 4 8 16,1-6 0-16,0 3 8 0,-3-3-8 0,0 0 24 0,0 0 1 15,3-3 0-15,-6 1 0 0,3 2 16 0,-3-6 3 16,0 4 1-16,0 2 0 0,-3-5-6 0,3 5-2 0,-3-3 0 0,0 0 0 16,-3 4-9-16,3-1-1 0,-3 2-1 0,0-2 0 15,0 3-8-15,0 0-2 0,-3 0 0 16,0 2 0-16,0 0-3 0,0 1-1 0,0-1 0 0,0 0 0 16,-3 3-12-16,1 0 11 0,-1 0-11 0,-3 0 10 15,3 3-10-15,-6 0 0 0,3-1 9 0,0 1-9 16,3 2 0-16,-3-2 0 0,0 2 0 0,3 0 0 15,0 3 0-15,3-2 0 0,1 2 0 0,-1-1 0 16,3 4-10-16,0 0 10 0,0-3-12 0,3 2 12 16,0 1-15-16,3-1 4 0,-3-2 1 0,6 3 0 15,0-1-20 1,-1-2-4-16,1 0-1 0,3 0 0 0,0-2 35 0,0 2 0 0,3-3 0 0,0-3 0 16,0 1 0-16,0 0 0 0,3-3 0 0,-3-3 0 15,0 0 0-15,-4 1 0 0,4-1 0 0,-3-2 0 16,-3 0 0-16,3-1 0 0,-3-2 0 0,0 0 0 15,0 3 0-15,-3-3 0 0,3 0 0 0,-3 0 0 16,-3 3 0-16,3-3 0 0,-3 3 0 0,0-3 0 16,0 3 44-16,-3-1 16 0,3 1 4 0,-3 2 0 15,0-2-52-15,-3 2-12 0,3 1 0 0,-3-1 0 16,0 0 0-16,0 3 0 0,0-2 0 0,-3 2 0 0,0 2 0 16,3-2 0-16,-2 3 0 0,-1 0 0 0,0-1 0 0,0 1 0 15,0 0 0-15,0 2 0 0,0 0 0 0,3 3 0 0,-3-3 0 16,3 3 0-16,0 0 0 0,3 0 0 0,-3 3 0 15,3-3 0-15,3 0 0 16,-3 0 0-16,3 2 0 0,3-2 0 0,0-2 0 0,0 1 0 16,3-1-10-16,0 2 10 0,0-6-13 0,0 4 2 0,3-4 1 15,0 1 0-15,-3-3 10 0,6 0-8 0,-3-3 8 16,0 1-8-16,-3-1 8 0,2-2 0 0,-2 2 0 16,0-2 0-16,0-1 0 0,0 1 0 0,-3 0 0 15,3-3 0-15,-3 3 0 0,0-1 0 0,0-2 0 0,-3 3 8 16,0-3 4-16,0 0 2 0,0 0 0 0,0 3 0 15,-3 0-14-15,3-1 0 0,-3-2 8 0,0 6-8 16,0-3 0-16,0-1 0 0,-3 4 0 0,3-4 0 16,3 6 28-16,-6-2 4 0,3 2 0 0,3 0 0 15,-6-3-32-15,6 3 8 0,-5-3-8 0,5 3 0 16,-6 0 0-16,0 0 0 0,6 0 0 0,-6 0 0 16,6 0-26-16,0 0-2 0,0 0 0 0,0 0 0 15,-3-2-112-15,0-4-24 0,3 1-4 0</inkml:trace>
  <inkml:trace contextRef="#ctx0" brushRef="#br0" timeOffset="83298.247">17008 7467 1580 0,'0'0'67'0,"0"0"-54"15,0 0 92-15,-6-3 19 0,6 3 3 0,-3-2 1 16,3 2 0-16,-6-6 0 0,6 6 0 0,-6 0 0 15,6 0-52-15,-6-2-9 0,6 2-3 0,-9 0 0 16,9 0-51-16,-6 2-13 0,0 1 0 0,0 2 0 16,0 1 0-16,3-4 0 0,-3 6 0 0,0-2 0 15,3 1 0-15,0 1 0 0,0 0 0 0,3 3 0 16,-3 0 0-16,3-4 0 0,-3 4 0 0,3-3 0 16,0 0 0-16,3 0 0 0,-3 0 0 0,3-3 0 15,0 3 0-15,0-3 0 0,0 1 0 0,0-1 0 16,3-2 0-16,-3-1 0 0,0 1 0 0,3-3 0 15,-3 2 0-15,3-2 0 0,0-2 0 0,0 2 0 16,-3-3 0-16,3 1 0 0,0-1 0 0,0 0 0 16,-3 1 0-16,3-1 0 0,-3-2 0 0,-3 5 0 15,3-3 54-15,-3 3 8 0,3-8 2 0,-3 3 0 16,0-1-52-16,0 4-12 0,-3-3 0 0,0-1 0 16,0 1 54-16,-3 2 8 0,3 1 2 0,-6-1 0 15,3 0-52-15,0 1-12 0,0-1 0 0,0 3 0 16,0 0 0-16,0 0 0 0,0 3 0 0,0-3 0 15,0 2 0-15,0 1 0 0,0 0 0 0,1 2 0 0,-1-2 0 16,0 2 0-16,3-2 0 0,3-3 0 0,-3 7 0 0,0-1 0 16,0-1 0-16,3 3 0 0,0-3 0 0,0-5 0 0,0 6 0 0,3 2 0 15,0-3 0-15,0 0 0 0,0 0 0 16,0-2 0-16,3 0 0 0,-3 2 0 0,2-5 0 0,1 3 0 16,0-3 0-16,0 0 0 0,0 0 0 15,0 0 0-15,3 0 0 0,-3-3 0 0,0 0 0 0,0 1 0 16,0-1 0-16,3-2 0 0,-6 2 0 0,3-2 0 15,0 0 0-15,0-1 0 0,-3 1 0 0,0 0 0 16,0 2 0-16,0-5 0 0,0 3 0 0,-3-1 0 16,0-1 0-16,0 1 0 0,-3-2 0 0,0 3 0 15,0-3 28-15,0 0 4 16,0 3 0-16,-3-3 0 0,0 3 0 0,3-1 0 0,-3 1 0 16,-3 0 0-16,3 2-32 0,0 0 0 0,0 1 0 0,0 2 0 15,0 0 0-15,0 0 0 0,0 2 0 0,0-2 0 16,0 6 0-16,0-4 0 0,0 4 0 0,1-1 0 15,-1 0 0-15,0 1 0 0,3 2 0 0,0-1 0 16,0 4 0-16,0-3 0 0,3 3 0 0,0-4 0 16,0 1 0-16,0 0 0 0,3 3 0 0,0-3 0 15,0-3 0-15,3 3 0 0,0-3 0 0,0 1 0 16,-1-1-45-16,1-2-15 0,0 2-4 0,0-2 0 16,0-3 52-16,0 0 12 0,0 0 0 0,0 0 0 15,0 0 0-15,3-3 0 0,-3 0 0 0,0 1 0 0,0-1 20 16,0-2 8-16,-3-1 0 0,3 1 1 0,-3 0-21 15,0 0-8-15,0-3 0 0,0 2 9 0,-3 1 2 0,3-3 0 16,-3-3 0-16,0 4 0 0,-3-4 1 0,0 3 0 0,0-3 0 16,0 1 0-1,0 2-1-15,0-3 0 0,-3 1 0 0,3 2 0 0,-3 3-11 0,0-3 10 16,0 2-10-16,3 4 10 0,-3-4-10 0,0 4 8 0,3-1-8 0,3 3 8 16,-6 0-8-16,0 0 8 0,6 0-8 15,-9 3 8-15,3 2-8 0,3-2 0 0,-3 2 0 0,0 3 0 16,3-3 0-16,1 0 0 0,-1 3 0 0,3 0 0 15,0 3-10-15,0-3-4 0,0 0-1 0,3 2 0 16,-1-2 15-16,1 0 0 0,0 0 0 0,3 0 0 16,-3-3 0-16,3 1 0 0,0-1 0 0,0 0 0 15,0-2-10-15,0 0 1 0,0-3 0 0,0 2 0 16,3-2 9-16,-3-2 0 0,0 2 0 0,0-3 0 16,0-2 0-16,0 2 0 0,0 0 0 0,0-2 0 15,-3 0 0-15,0-1 0 0,0-1 0 0,-3 1 0 16,0-2 8-16,0 0 0 0,-3 0 0 0,0-2 0 15,0 2-8-15,0-3 0 0,-3 3 0 0,3 0 0 16,-3 1 0-16,0 1 0 0,0-2 0 0,0 6 0 16,0-4 0-16,0 4-16 0,0-1 2 0,0 3 1 15,-3 0-83-15,3 0-16 0,-3 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48:36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20690 4654 1824 0,'0'0'38'0,"0"0"8"0,0 0-37 0,0 0-9 0,0 0 0 0,0 0 0 16,0 0 104-16,0 0 20 0,0 0 3 0,-3 6 1 15,3-6-52-15,-3 8-11 0,3-3-1 0,0 3-1 16,0 0-31-16,0 2-5 15,3-2-2-15,-3 3 0 0,3-1-4 0,-3 1-1 0,3-3 0 0,-3 8 0 16,0-6 0-16,3 1 0 0,-3 5 0 0,0-3 0 16,0 0-8-1,-3 3-1-15,3-3-1 0,-3 6 0 0,0-3-2 0,3 5-8 0,-3-8 12 0,0 8-4 16,0 1-8-16,3-1 0 0,-3 5 9 0,0-5-9 16,3 1 0-16,-3 1 0 0,3-2 0 0,0 1 0 15,-3-1 0-15,3 0 8 0,0-2-8 0,-3 2 0 16,3-3-13-16,0 1-7 0,0-1-2 0,0 3 0 15,0-2 35-15,0 2 7 0,0 0 2 0,3 3 0 16,-3 0-22-16,0-3 0 0,3 6 0 0,-3-4 0 16,3-1 0-16,-3 1 0 0,3-2 0 0,0 3 8 15,0 0-25-15,-3-5-5 0,3-1-1 0,0 3 0 16,-3 0 70-16,3-2 13 0,0 0 4 0,0 4 0 16,0-4-52-16,-3 5-12 0,3 0 0 0,0 2 0 15,-3 0 0-15,3 1 0 0,0-3 0 0,-3 2 0 16,3-2 0-16,-3 0 0 0,0-3 0 0,0 3 0 15,0-3 0-15,0-3 0 0,0 4 0 0,0-1 0 16,0 0 0-16,-3 3 0 0,3 0 0 0,0-1 0 16,0 1 0-16,0 5 0 0,0-2 0 0,0 2 0 15,0-5 36-15,0 0 4 0,0-1 0 0,0 1 1 0,0 0-14 16,0-3-3-16,0 0-1 0,0 3 0 0,0 0-23 0,0 0-10 16,0 0 1-16,0 5 0 0,0-3 9 15,0 6 8-15,0-3-8 0,3 5 11 0,-3-5-11 16,0-2 0-16,3-1 9 0,-3 1-9 0,0-1 10 15,3 1-2-15,-3-3-8 0,0 5 12 0,0 0-4 0,0 0-8 0,0 3 11 0,0 2-11 16,0-2 14-16,0 2-4 0,0-2-1 0,0 0 0 16,0-3-1-16,0 0-8 0,0-3 12 15,0 3-4-15,0 1-8 0,0 1 12 16,0 1-12-16,-3 3 12 0,3-4-12 0,0 6 12 16,-3-2-12-16,3 2 12 0,0-6 8 15,0-1 3-15,0 1 0 0,0 1 0 0,0-3-23 0,-3 3 0 0,3-3 0 16,0 5 0-16,-3 1 0 0,3-1 0 0,0 3 0 0,-3 0 0 15,3-5 0-15,0 0 0 0,-3-3 0 0,3 3 0 16,0-3 0-16,-3 0 0 0,3-3 0 0,0 6 0 16,-3 0 0-16,3 0 0 0,0 2 0 0,-3-2 0 15,3 0 9-15,0-6-9 0,0 0 12 0,0 1-12 16,0-3 8-16,0 0-8 0,0-3 0 0,-3 3 0 16,3-3 0-16,0 0 0 0,-3 0-13 0,3 3 5 15,0 0 18-15,-3-3 4 0,3 3 1 0,0-1 0 16,0 1-15-16,0-3 0 0,0 1 0 0,0-1 0 15,0-3 0-15,0-2 0 0,0 0 0 0,0-3 0 16,0 1 0-16,0-1 0 0,3 3 0 0,-3-3 0 16,0-3 9-16,0 4-9 0,0-4 8 0,0 1-8 15,0 2 8-15,0-2-8 0,0 2 0 0,-3-3 8 16,3 4 0-16,0-1-8 0,0 0 12 0,-3 0-4 16,3-2-8-16,0 5 0 0,-3-3 0 0,3 0 0 0,0 3 0 0,-3-3 0 0,3 1 0 0,0-1 0 15,-3 0 0 1,3 0 0-16,0-2 0 0,-3 2-11 15,3-2-12-15,-3-1-2 0,3 1-1 0,0-1 0 16,-3-2 42-16,3 0 9 0,0 0 2 0,-3 0 0 0,3 0-27 0,-3 0 0 0,3-3 0 16,0 3 0-16,-3-2 8 15,3-6-8-15,0 5 8 0,0-5-8 0,0 5 0 0,0-5-11 0,0 0 1 0,0 0 0 16,0 0-60 0,0 0-12-16,0 0-2 0,0-2-1 0,3-6-86 0,3-6-17 15,0-1-3-15</inkml:trace>
  <inkml:trace contextRef="#ctx0" brushRef="#br0" timeOffset="1271.265">20714 4623 1630 0,'0'0'34'0,"0"0"7"0,0 0-33 0,-3-6-8 0,3 6 0 0,0 0 0 32,0 0 113-32,-6-2 21 0,6 2 4 0,0 0 1 0,0 0-47 0,0 0-10 0,0 0-2 0,0 0 0 15,0 0-24-15,0 0-4 0,0 0-2 0,0 0 0 16,0 0-16-16,0 0-3 0,0 0-1 0,-3 8 0 15,3-6-7-15,0 6-2 0,0-3 0 0,3 1 0 16,-3 2-9-16,3 0-1 0,0 0-1 0,3 2 0 16,-3-2-10-16,3 3 0 0,0-3 0 0,2 2 0 15,-2-2 0-15,3 3 0 0,0-3 0 0,0 0 0 16,0 5 0-16,3-5 8 0,0-3-8 0,0 6 0 16,0-3 0-16,3 2 0 0,-3-2 0 0,2 3 0 15,1 2 0-15,0-5 0 0,3 2 0 0,-3 4 0 16,0-4 9-16,-3-2-9 0,0 3 10 0,3 2-10 15,-4-5 14-15,4 2-3 0,-3 1-1 0,3 2 0 16,-3-2-2-16,0 2 0 0,3 0 0 0,0 3 0 16,-3-3 0-16,2 3-8 0,1 0 12 0,0-3-4 15,0 3 0-15,3-2 0 0,-3-1 0 0,0 3 0 16,3-3 0-16,-4-3 0 0,1 1 0 0,0 0 0 16,-3-1-8-16,3 3 10 0,0-7-10 0,0 4 10 15,0-2 0-15,-3 3 0 0,-1-1 0 0,1 1 0 16,-3 0-26-16,3-6-6 0,-3 3-1 0,3 0 0 15,-3-3 70-15,3 6 13 0,-3-9 4 0,0 4 0 16,0-1-52-16,3 3-12 0,-3-3 0 0,2 0 0 16,-2 3 0-16,3-2 0 0,-3-1 0 0,3 3 0 15,0-3 8-15,-3 3-8 0,3 0 11 0,0 0-11 16,-3 0 13-16,0 2-4 0,3-2-1 0,-4 3 0 0,1-3 1 16,0 3 0-16,0-1 0 0,0 1 0 0,0-3-1 0,0 2-8 15,0-2 12-15,0 3-4 0,0-1 0 0,0-2-8 16,0 0 12-16,0 0-4 0,0 0 0 0,-1 0 0 15,1 0 0-15,0 0 0 0,0-3 1 0,0 3 0 0,0 0 0 16,-3 0 0-16,3 0-9 0,-3 0 12 0,0 0-12 0,3 0 12 16,-3 0-12-16,0 0 8 15,3-3-8-15,0 3 8 0,0-3-8 0,-1 0 12 0,1 3-12 16,0-2 12-16,0-1-12 0,0 3 8 0,0-3-8 16,0 0 8-16,0 1-8 0,0 4 10 15,0-7-10-15,0 5 10 16,0-3-2-16,0 1-8 0,0 1 12 0,-1 1-4 0,1-2-8 15,0 2 0-15,0 0 0 0,-3 2 0 0,3-2 0 0,-3 0 0 0,3 0 0 16,-3 0 0-16,3 0 0 0,-3 0 0 0,0 0 0 16,0 0 0-16,0 2 8 0,-3-2-8 0,3 0 0 0,-3-3 8 15,3 3-8-15,-3-2 0 0,0-1 9 0,0 0-9 16,0 1 0-16,-1-4 0 0,1 3 0 0,-3-5 8 16,0 3-8-16,0-3 0 0,0 0 0 0,0 0 0 15,0 0-23-15,0 0-5 0,0 0-2 0,0 0 0 16,0 0-139-16,3-3-28 0,3-2-6 0</inkml:trace>
  <inkml:trace contextRef="#ctx0" brushRef="#br0" timeOffset="3527.876">22131 5959 1546 0,'0'0'65'0,"0"0"-52"16,0 0 99-16,0 0 19 0,0 0 4 0,0 0 1 15,0 0-59-15,0 0-11 0,0 0-2 0,0 0-1 32,0 0-31-32,0 0-7 0,0 0-1 0,0 0 0 15,0 0-8-15,3 5-1 0,-1-2-1 0,-2-3 0 0,3 5 4 0,0 0 1 0,-3-5 0 0,3 3 0 16,-3 2 6-16,3 1 2 0,0-1 0 0,-3-5 0 16,0 5-1-16,3 0 0 0,-3-5 0 0,0 3 0 15,0-3-6-15,3 5-2 0,-3-5 0 0,0 0 0 16,0 0-8-16,0 8-2 0,0-8 0 0,0 0 0 15,0 0-8-15,0 0 0 0,0 0 9 0,0 0-9 16,0 0 0-16,0 0 8 0,0 0-8 0,0 0 0 16,0 0 0-16,0 0 0 0,3 0 0 0,-3 0 0 15,6 0 0-15,-6 0 0 0,0 0 0 0,0 0 0 16,0 0 0-16,0 0 0 0,3 3 0 0,-3-3 0 16,0 0 0-16,3 5 9 0,-3-5-9 0,6 6 0 15,-6-6 15-15,0 5-4 0,0-5-1 0,3 5 0 16,-3 3 3-16,0 0 1 0,0-3 0 0,0 3 0 15,-3 0-1-15,3-3 0 0,0 3 0 0,0-2 0 16,0 2-3-16,0 0-1 0,0-1 0 0,0 4 0 16,-3 0-1-16,3-1-8 0,0 1 12 0,0-1-4 15,0 4-8-15,0-1 10 0,0 3-10 0,-3-3 10 16,3 3-10-16,0 0 10 0,0 0-10 0,-3-1 10 16,0 4 1-16,3-3 0 0,-3 0 0 0,0 0 0 15,3-3-2-15,-3 3 0 0,3 0 0 0,-3-3 0 0,3 3-9 16,0 0 10-16,-3-1-10 0,3 1 10 0,0 3 13 0,-3-3 2 15,3 5 1-15,0 0 0 0,-3 0-26 16,3 6 0-16,-3-1 0 0,0 1 0 0,0-1 33 0,3 1 2 16,-2-4 0-16,-1 4 0 0,0-3-17 0,3-1-3 15,-3 1-1-15,0 0 0 0,3 0-14 0,-3 0 9 0,3 0-9 16,0 2 8-16,-3 0-8 0,3 4 10 0,0 1-10 0,-3 1 10 16,3-3-10-16,0-2 0 0,0-1 9 0,0 3-9 15,0-5 0-15,0 2 9 16,0-2-9-16,0 0 0 0,0 3 8 0,0 2-8 0,0-3 0 15,0 3 0-15,0 0 0 0,0 3 0 16,0 0 0-16,0-3 0 0,3 0 0 0,-3-5 8 0,0 2-8 0,3-2 10 16,-3 0-10-16,0 0 0 0,3-3 0 0,-3 3 8 15,0-3-8-15,0 5 0 0,3-2 9 0,-3 0-9 16,0 2 8-16,3 1-8 0,-3-1 8 0,0-2-8 16,3 0 0-16,-3-3 8 0,3 0-8 0,-3 0 0 15,0-5 0-15,2 3 0 0,-2-3 0 0,3 2 8 16,-3-4-8-16,0 1 0 0,3 1 0 0,-3-2 0 15,0 1 0-15,0 1 0 0,3-3 0 0,-3 6 8 16,0-6-8-16,0 3 0 0,0 0 0 0,0 0 0 16,0 0 0-16,0 0 0 0,0-1 0 0,0 1 0 15,0 0 0-15,3-3 0 0,-3 1 0 0,0-1 8 16,3 0-8-16,-3 0 0 0,0-2 0 0,3 0 0 16,-3-1 0-16,0 1 0 0,0-1 0 0,0 1 0 15,0-1 0-15,3-2 0 0,-3 3 0 0,0 2 0 16,0-2 0-16,3-1 0 0,-3-2 0 0,0 6 8 0,0-6-25 15,0 2-5-15,0 1-1 0,0-1 0 0,0 3 23 16,0-2 0-16,0 0 0 0,0 2 0 16,0-3 0-16,0 4 0 0,0-4 0 0,0 4 0 15,0-1 13-15,0-3 7 0,0 1 2 0,0 0 0 0,0 2-22 0,3-3 0 16,-3 1 0-16,0-1 0 0,0 1 0 0,3 0 0 0,-3-3 0 16,0 0 8-16,0 2-8 0,0-2 0 0,0 0 0 15,0 0 0-15,0 0 0 0,0 0 0 0,0-3 0 0,0 6 0 16,0-6-17-16,0 3-5 0,0 0-1 0,0 0 0 15,0 0 23-15,3 0 0 0,-3 0 0 0,0 0 0 16,0-1 14-16,0 1 7 0,0 0 2 0,0 0 0 16,0 0-23-16,0 0 0 0,0 0 0 15,0 0 0-15,0 0 0 0,-3 0 0 0,3 0 0 0,0 2 0 16,0-2-14-16,0 3-7 0,0-3-2 16,0 2 0-16,0 1 37 0,-3 0 7 0,3-3 2 0,0 2 0 15,0-2-23-15,-3 3 0 0,3-3 0 0,0 2 0 16,0-2 0-16,0 0 0 0,0 0 0 0,0 0 8 15,0 3-8-15,-3-4 0 0,3-1 0 0,0 2 0 16,0 0 0-16,-3 0 0 0,3-3 0 0,0 0 0 16,0 3 0-16,0-3 0 0,0 1 0 0,0 2 0 15,0-3 0-15,-3 0 0 0,3-5 0 0,-3 6 0 16,3-1 0-16,-3 3 0 0,3-3 0 0,-3 0 0 16,3 3 0-16,0-2 0 0,-3-1 0 0,3-5 0 15,0 5 0-15,0 0 0 0,0-5 0 0,-3 6 8 16,3-6-8-16,0 5 0 0,0-5 0 0,0 5 0 0,0-5 0 0,0 0 0 15,0 0 0-15,-2 6 0 0,2-6 0 0,0 0 0 0,0 8 0 16,0-8 8-16,0 0-8 0,-3 5 0 16,3-5 0-16,0 0 8 0,0 0-8 0,-3 5 0 0,3-5 0 15,0 0 8-15,-3 5 19 0,3-5 4 16,0 0 1-16,-3 6 0 16,3-6-51-16,-3 5-9 0,3-5-3 0,-3 3 0 0,3-3 31 0,-6 5 0 0,0-2 0 0,0 2 0 15,3-2 0-15,-3 2 0 16,3-3 0-16,-3 4 0 0,0-4 0 0,0 4 10 0,-3-4-10 15,3 4 8-15,-3-1 13 0,0 0 3 0,0 3 0 0,0 0 0 16,-2 0-24-16,2 0 0 0,0 0 0 0,-3 0 0 16,0 0 0-16,0 2 0 0,3 1 0 0,-3-3 0 15,0 2 0-15,3 1 0 0,-3-3 0 0,0 3 0 16,4-1 0-16,-1-2 0 0,-3 3 0 0,3-3 0 16,0 2 0-16,0-2 0 0,0 0 0 0,0 0 0 15,0 0 0-15,0 0-13 0,-3 0 1 0,3 0 1 16,-3 0 11-16,1 0 0 0,-1 0 0 0,0 2 0 15,-3-2 9-15,3 3 1 0,0-1 0 0,-3-2 0 16,0 3-10-16,0-1 0 0,3 1 0 0,-2 0 0 16,-1-1 0-16,0 1 0 0,0 2 0 0,0 0 0 15,-3 0 0-15,3 1 0 0,0 2 0 0,1-3 0 16,2 3 0-16,-3-3 0 0,3 0 0 0,0 3 0 16,0-3 0-16,0 0 0 0,3 1 0 0,-3-1 0 15,0-3 0-15,0 4 0 0,1-4 0 0,-1 1 0 16,3-1 0-16,-3-2 0 0,0 3 0 0,0-3 0 0,3 0 0 15,0 0 0-15,-3 0 0 0,3 0 0 0,-3 0 0 16,3 0 0-16,1-1 0 0,-1 1 0 16,0-2 0-16,0 2 0 0,0-3 9 0,0 3-9 15,0-3 0-15,3 3 0 0,-3-3 0 0,0 1 0 0,3 2 0 16,-3-3 0-16,3 3 0 0,-3 0 0 0,3 2 0 0,-2-2 0 16,2 0 0-16,-3 3 0 0,3-3 0 0,-3 2 0 0,3-2 0 0,0 3 0 15,0-3 0-15,0 2 0 0,0-2 0 0,0 0 0 16,0 3 0-16,0-3 0 0,0 2 0 0,0-2 0 15,0 0 0-15,0 0 0 0,0-3 0 0,3 3 0 16,-3 0 0-16,3-2 0 0,0 2 0 0,0-3 0 16,1 0 0-16,-1 0 0 0,3-5 0 15,-6 6 0-15,6-6 0 0,-3 2 0 0,3-2 0 0,0 0 0 16,-3 6 0-16,3-6 0 0,0 0 0 0,0 0 0 16,0 0 0-16,0 0 0 0,0 0 0 0,0 0 0 15,0 0-56-15,0 0-7 0,-3-6-1 0,3-2 0 16,0 1-102-16,0-7-21 0,3-2-4 15</inkml:trace>
  <inkml:trace contextRef="#ctx0" brushRef="#br0" timeOffset="4921.602">20654 9174 1580 0,'0'0'67'0,"0"0"-54"31,0 0 135-31,0 0 26 0,0 0 6 0,0 0 0 15,0 0-32-15,0 0-8 0,0 0 0 0,0 0-1 0,0 0-93 0,0 0-18 16,-3 8-4-16,0-3-1 16,3 0-3-16,-3 3 0 0,3 0 0 0,-3 3 0 0,3-3-6 0,-3 0-2 0,3-1 0 15,-3 4 0-15,3-3 0 0,-3 3-1 0,3-1 0 0,0 1 0 16,-3-1 1-16,3 1 1 0,0-1 0 0,0 4 0 16,-3-6-2-16,3 5-1 0,0-3 0 0,0 1 0 15,0 0 0-15,0-1 0 0,0 1 0 16,0 2 0-16,0-2 0 0,3 2 0 0,-3 0 0 0,0-2 0 15,0 2 1-15,0 0 0 0,3 0 0 16,-3 1 0-16,0-1 1 0,0 0 0 16,3-2 0-16,-3 2 0 0,0 0 2 0,0-2 1 15,0-1 0-15,0 1 0 0,0-1-27 0,0 1-6 0,3-3-1 0,-3 3 0 16,0-1 67-16,0-2 12 0,0 0 4 0,0 0 0 16,0 3-64-16,0-4-10 0,0 4-3 0,0-3-1 15,0 3 14-15,0-3 0 0,3 2 9 0,-3 1-9 16,0-1 12-16,0 1-4 0,0-1-8 0,-3 1 12 15,3 0-3-15,0 2-1 0,0-3 0 0,0 4 0 16,0-1 0-16,0 0 0 0,0-2 0 0,0 2 0 16,0 3-8-16,0-6 0 0,0 4 9 0,0-1-9 15,0-3-9-15,0 4-7 0,0-4 0 0,0 1-1 16,0-1 17-16,0 1 0 0,3 0 0 0,-3-3 0 16,0 2 15-16,0-2 6 0,0-3 2 0,0 3 0 15,0 0-37-15,0 0-7 0,0-3-2 0,-3 3 0 16,3 0 70-16,0 0 13 0,0-2 4 0,0 1 0 15,0-1-103-15,0 2-20 0,0 0-4 0,0-3-1 16,0 3 103-16,0-3 20 0,0 0 4 0,0 3 1 16,0 0-83-16,0-2-16 0,0 2-3 0,0-3-1 0,-3 3 39 15,3-3 0-15,0 3 0 0,0 0 0 16,-3 0-28-16,3 2 3 0,0-2 0 0,0 0 0 0,0 0 71 16,-3 0 14-16,3 0 4 0,0 0 0 15,0 0-103-15,0 0-20 0,0 0-4 0,0 0-1 0,0 0 72 0,0 0 15 16,0-3 2-16,-3 6 1 15,3-6-42-15,0 3-8 0,0-3-1 0,-3 0-1 0,3 3 42 0,0-2 9 0,0-1 2 0,-3 0 0 16,3 1 8-16,0-1 1 0,0 0 1 0,-3 0 0 16,3 1-29-16,0-6-8 0,0 5 0 0,0 0 0 15,0-5-29-15,0 0-7 16,0 6-2-16,0-6 0 0,0 5 38 0,0 0 0 0,0-5 0 0,0 0 0 16,0 5-8-16,0-5 8 0,0 0 0 0,0 0 0 15,3 6-24-15,-3-6-1 0,0 2 0 0,0-2 0 16,3 6 25-16,-3-6 0 0,0 0 0 0,0 5 0 15,0-5 13-15,0 0 8 0,3 5 2 0,-3-5 0 16,0 0-23-16,3 3 0 0,-3-3 0 0,3 3 0 16,-3-3 0-16,6 5 0 0,-6-5-9 0,3 2 9 15,-3-2 0-15,3 3 0 0,-3-3-9 0,6 3 9 16,-6-3-16-16,3 0 0 0,3 2 0 0,-6-2 0 16,3 0 16-16,3 0 17 0,0 0-3 0,-3 0-1 15,0 0-13-15,3 0 0 0,0 3 0 0,-3-3 0 16,3 0 0-16,-3 0 0 0,3 0 0 0,0-3 0 15,-3 3 0-15,3 0 0 0,0-2 0 0,-1 2 0 16,1 0 0-16,0-3 0 0,3 0 0 0,-3 3 0 16,0-2 0-16,3-1-8 0,-3 1 8 0,3-4 0 15,0 4 0-15,0-1 0 0,0 0 0 0,0-2 0 0,0 2 0 0,0 1 0 16,0-4 0-16,-4 1 0 0,4 0-10 0,0 0 10 16,-3-1-8-16,3 1 8 0,0 0-16 0,0-3 1 0,-3 0 1 15,3 3 0 1,0-3-14-16,-3 0-4 0,3 0 0 0,0-3 0 15,-3 3-27-15,3-2-5 0,0-1-2 0,-4 0 0 16,-2-4-168-16,3 1-34 0</inkml:trace>
  <inkml:trace contextRef="#ctx0" brushRef="#br0" timeOffset="6113.601">21142 3503 1094 0,'-3'-8'46'0,"0"0"-37"16,3 0 95-16,0 1 20 0,-3-1 3 16,3 2 1-16,0 1-1 0,0 0 0 0,0 5 0 15,0 0 0-15,0 0-50 0,0-3-9 0,0 3-3 0,0 0 0 31,0 0-1-31,0 0 0 0,0 0 0 0,0 0 0 0,6 3-8 0,-3 2-3 0,3 6 0 0,-3-3 0 16,0-3-18-16,3 5-4 0,-3 4-1 0,0-4 0 16,-3 1-4-16,3 5-1 0,0-6 0 0,-3 4 0 15,3-1-5-15,-3 3-2 0,0-1 0 0,3 1 0 16,-3 3-4-16,0-6-1 0,3 3 0 0,-3 3 0 16,0 2-13-16,3 0-15 0,-3 3 3 15,3 2 1-15,0-5 11 0,-3 6 0 0,3-1 0 0,0-2 0 16,-3-3 31-16,3 0 8 0,-3 1 1 15,3-4 1-15,-3 3-25 0,0-2-4 0,0-1-2 0,0 3 0 16,0 1 2-16,0-4 1 0,0 3 0 0,0 6 0 16,0-9-13-16,0 9 0 0,0-3 0 0,0 2 0 15,3-2 0-15,-3 0 0 0,0-3 0 0,0 0 0 16,0 0 0-16,3-2 0 0,-3-3 0 0,0 2 0 16,0-5 28-16,0 6 2 0,-3-3 1 0,3 2 0 15,-3-5 1-15,0 3 1 0,3-2 0 0,-3 1 0 16,0 4-33-16,3-1 0 0,-3 1 0 0,0 2 0 15,3-5 0-15,-3 3 0 0,0-1 0 0,3 1 0 16,0-6 0-16,-3 3-22 0,6-3 3 0,-3 3 1 16,0 0 29-16,0-8 5 0,0 5 2 0,0-3 0 15,0 1-18-15,3-3 0 0,-3 3 0 0,0-4 0 16,3 1 0-16,-3 0-11 0,0 3 2 0,3-3 0 0,-3 0 9 16,0 0 12-16,3 0-2 0,-3 5-1 0,0-8-9 15,0 3 0-15,3 3 0 0,-3-3 0 0,0 2 0 0,3-2 0 16,-3 3 0-16,0-1 0 0,3-2 0 0,-3 0 0 0,0 3 0 0,0-1 0 15,0-2 0-15,0 0 0 0,3 3 0 16,-3-1 0-16,0-2 0 0,0 0 0 0,3 0 0 16,-3 0 0-16,0-2 0 15,0-1 0-15,3 3 0 0,-3-3 0 16,0 0-49-16,0-5-12 0,0 6-3 0,3-1 0 16,-3-5-128-16,0 5-27 0,0 0-5 0</inkml:trace>
  <inkml:trace contextRef="#ctx0" brushRef="#br0" timeOffset="7327.996">22086 3617 1773 0,'-3'-5'50'0,"0"-1"11"16,0 4-49-16,0-3-12 0,3-1 0 0,0 6 0 15,-6-5 96-15,6 5 16 0,0-5 3 0,0 5 1 16,0 0-28-16,-3 0-6 0,3 0-1 0,0 0 0 15,0 0-13-15,0 0-4 0,0 0 0 0,0 0 0 16,0 0-51-16,0 0-13 0,0 0 0 0,0 0 0 16,0 0 54-16,0 0 8 0,0 0 2 0,0 0 0 15,-6 0-52-15,3 5-12 0,0 0 0 0,0 1 0 16,0 1 0-16,3 1 0 0,-3 0 0 0,3 0 0 16,-3 3 0-16,3-1 0 0,-3 1 0 0,3 5 0 15,-3-5 31-15,3 7 3 0,-3-2 1 0,3 0 0 0,-3 2-5 0,3 6-1 16,0-5 0-16,-3 7 0 0,3-5-29 0,0 0-20 15,0 3 4-15,0-3 0 0,0 1 25 0,0-4 6 16,0 1 1-16,0 4 0 0,0-9-16 16,3 4-10-16,-3 1 2 0,0-1 0 15,0 1 8-15,3 5 0 0,-3-3 10 0,0 0-10 0,0 3 9 0,0 0-9 16,0-1 8-16,0 4-8 0,-3-9 10 0,3 4-10 0,0-1 12 16,-3-3-12-16,3 1 11 0,0-3-11 15,-3 2 10-15,3-5-10 0,0 1 8 0,-3-1-8 0,3 3 0 0,0-3 9 16,-3 0-9-16,3 0 0 0,0 3 9 0,0-3-9 15,-3 3 0-15,3 3 8 0,0-1-8 0,-3 1 0 16,3-1 0-16,-3 1 8 0,3 2-8 0,-2-2 0 16,2-1 8-16,0 1-8 0,-3-1 10 0,3-2-10 15,0 0-16-15,-3-3-8 0,3-2-3 0,-3 2 0 16,3-2 73-16,0 2 14 0,-3-3 4 0,3 1 0 16,0-3-64-16,0 3-8 0,-3-1-4 0,3 1-1 15,-3 2 21-15,3-5 4 0,0 0 0 0,-3 2 1 16,3 1-13-16,-3 0 0 0,3-1 0 0,-3 3 0 15,3 1 0-15,-3-4 0 0,3 3 0 0,0 3 0 16,-3 0 0-16,3-3 0 0,0 1 0 0,-3 2 0 16,3-3 0-16,-3 3 0 0,3-3 0 0,0 0 0 15,-3-2 0-15,3 2 0 0,-3-3 0 0,3 1 0 16,-3 0 0-16,3-3 0 0,0 2 0 0,-3-2 0 16,3 0 0-16,0 0 0 0,-3 0 0 0,3 0 0 15,0 0 0-15,-3 0 0 0,3 0 0 0,-3 2 0 16,3-2 0-16,0 0 0 0,-3-3 0 0,3 3 0 15,-3 0 0-15,3 3 0 0,-3-3 0 0,3 2 0 0,-3 1 0 16,3-3 0-16,0 5 0 0,-3-2 0 0,0-1 0 0,3 1 0 16,-3 2 0-16,0 0 0 0,3-2 0 0,-3 0 0 0,3-1 0 15,0 3 0-15,-3-5 0 0,3 3 0 0,0-3 0 16,-3 2 0-16,3-2 54 0,0 0 8 0,0 0 2 0,0-3 0 16,0 3-52-16,0-2-12 0,0-1 0 0,0 0 0 15,0 1 0-15,3-4 0 0,-3-2 0 0,0 6 0 16,0-6 0-16,0 5 0 0,0-5 0 0,0 0 0 15,0 0-30-15,0 0-9 0,3 5-1 0,-3-5-1 16,0 0 0-16,0 0 0 16,3 0 0-16,-3 0 0 0,6 0-158 15,0-8-31-15,0 6-6 0</inkml:trace>
  <inkml:trace contextRef="#ctx0" brushRef="#br0" timeOffset="13588.731">20205 2884 1824 0,'0'0'76'0,"0"0"-60"15,-3-3 140-15,3-2 29 0,0 3 6 0,0 2 1 16,0 0-103-16,0 0-20 0,0 0-4 0,0 0-1 16,0 0 0-16,0 0 0 0,0 0 0 0,0 0 0 15,0 0-51-15,0 0-13 0,-3 2 0 0,0 6 0 16,0 5 0-16,0 3 0 0,0 3 0 0,-3-1 0 15,3 3 0-15,0 3 0 0,-3 3 0 0,3-6 0 16,0 3 0-16,0 0 0 0,0 2 0 0,0-7 0 16,3 2 0-16,0-3 0 0,0 1 0 0,3-1 0 15,0-2 0-15,0-5 0 0,3 2 0 0,-3 0 0 16,3-8-41-16,-3 1-11 0,3-1-3 0,0 0 0 16,-3-5 35-16,3 0 6 0,0 0 2 0,3-5 0 15,-3 0 12-15,2-1 0 0,-2 1 0 0,3-3-9 16,0-8 9-16,0 6 0 0,0-1 10 0,0-5-10 15,0 3 0-15,-3 0 0 0,3 0 0 0,-3-3 0 0,0-3 57 16,0 6 6-16,-3-11 1 0,0 6 0 0,0 2-52 0,-3-8-12 16,3 5 0-16,-3 1 0 0,0 5 54 0,0-3 8 0,-3 3 2 15,0 5 0-15,0 0-52 0,0 2-12 16,0 4 0-16,3 2 0 0,0 0 0 0,-6 0 0 0,0 8 0 0,0 0 0 16,3 0 0-16,0 5 0 0,0 3 0 0,0 5 0 15,3-5 0-15,0 5 0 0,0-5 0 16,3 5 0-16,0-3 0 0,3 1 0 15,0-6 0-15,3 6 0 0,0-6-12 0,0 0-3 0,0-5 0 16,2 3 0-16,1-3 25 0,0 2 5 16,0-2 1-16,-3-5 0 0,3 2-34 15,0-5-6-15,0 0-2 0,-3 0 0 0,3 0 42 0,-3-8 8 0,3 3 1 0,-4 2 1 16,4-7-26-16,-3 2 0 0,0 0-12 0,-3-3 12 16,3 1 12-16,-3-1 11 0,0-2 1 0,0-3 1 15,0 3 2-15,-3-6 0 0,0 1 0 0,3 2 0 16,-3-5-11-16,0-1-3 0,0 1 0 0,0 3 0 15,-3-3-13-15,3 5 8 0,0-3-8 0,0 3 0 16,0 0 0-16,-3 8 0 0,0-7 0 0,3 7 0 16,-3 0-11-16,0 2-8 0,3 1-1 0,-3 5-1 15,0 0-118-15,0 0-23 0,0 0-5 0</inkml:trace>
  <inkml:trace contextRef="#ctx0" brushRef="#br0" timeOffset="13916.352">20696 3133 2021 0,'0'0'85'0,"0"0"-68"16,0 0 99-16,0 0 19 0,0 0 4 0,0 0 1 15,0 0-20-15,0 0-4 0,0 0-1 0,0 0 0 16,3 5-45-16,-3 3-9 0,0 0-1 0,3-5-1 15,-3 5-16-15,0 2-3 0,0-7-1 0,0 5 0 16,-3 0-9-16,3 2-2 0,0-2 0 0,-3 3 0 16,3-1-5-16,0 1-2 0,-3 2 0 0,0 0 0 15,3 3-21-15,-3 0 0 0,0 0 0 0,0 3 8 16,3 4-8-16,-3-7-10 0,3 5 10 0,-3 1-13 16,3-4 13-16,-3 3 0 0,3-2 0 0,-3-3 0 15,3 0 0-15,-3-6 0 0,3 1 0 0,-3-1 0 16,3-2 0-16,0 0 0 0,0-2 0 0,3-1 0 15,-3-5-156-15,3 8-29 0,0-8-6 0</inkml:trace>
  <inkml:trace contextRef="#ctx0" brushRef="#br0" timeOffset="17191.737">21875 2786 2066 0,'3'-21'43'0,"-1"18"10"0,-2-5-42 0,0 1-11 15,3 1 0-15,-3 6 0 16,0 0 156-16,3 0 28 0,-3 0 7 0,0 0 1 0,0 0-118 16,0 0-23-16,0 0-5 0,0 3-1 15,0 7-9-15,0 1-1 0,-3 2-1 0,0 3 0 0,1 3-21 0,-4-1-4 0,0 1-1 0,0 7 0 16,0 1-8-16,0-4 0 0,0 7 0 0,3-1 0 15,0 0-14-15,0 0-8 0,3-5-2 0,0 2 0 32,3-2-19-32,0-8-4 0,3 0-1 0,0 0 0 15,0-3 7-15,6 0 1 0,-3-8 0 0,2 3 0 16,1 0 0-16,0-8 0 0,0 0 0 0,3-5 0 0,0 2 32 0,0-5 8 0,0 3 0 16,0-3 0-16,-1 0 21 0,-2-2 7 0,0-1 0 15,0 3 1-15,-3-5 13 0,0 0 2 0,-3 2 1 16,0-2 0-16,-3 0 11 0,0 2 1 0,0-2 1 0,-3-3 0 15,0 3 2-15,0-1 0 0,0 4 0 0,0-3 0 16,0 5-48-16,0 0-12 0,0 2 0 0,0 6 0 16,0 0 0-16,0 0 0 0,0 0 0 0,-3 8 0 15,3 0 0-15,0 6 0 0,0-1 0 0,-3 3 0 16,6 0 0-16,-3 2 0 0,3 1 0 0,0-1 0 16,3 1 0-16,0-3 0 0,0 2 0 0,3-5 0 15,0 3-30-15,-1-5-8 0,1-1-2 0,0 1 0 16,3-3 24-16,0 0 4 0,-3-6 0 0,3 4 1 15,-3-6 11-15,0 0 0 0,3-3 0 0,-3 0 0 16,0-2 0-16,0-3-20 0,-1 0 4 0,1-2 1 16,3-1 63-16,-3-2 13 0,-3 2 3 0,3-2 0 15,0-3-9-15,-3 3-2 0,0-3 0 0,3-5 0 16,-3 5-33-16,0-5-8 0,-3-6 0 0,3 9-1 16,0-3-11-16,-3-6 0 0,3 9 0 0,0-3 0 0,-3-3 0 15,2 5 0-15,1 1 0 0,0-1 0 0,-3 1 0 16,3 4 0-16,-3-7 0 0,0 5 0 0,3 3 0 0,-3 0 0 15,0 2-10-15,0 3 10 16,0 0-104-16,3 1-16 0,-3 4-2 0,-3 3-1 16,9 3-106-16,-3 4-22 0</inkml:trace>
  <inkml:trace contextRef="#ctx0" brushRef="#br0" timeOffset="17669.753">22452 3183 1759 0,'0'0'74'15,"0"0"-59"1,0 0 104-16,3-5 21 0,3 2 4 0,0-2 0 16,-3 0-12-16,3 2-4 0,0-2 0 0,-3 2 0 15,3-5-51-15,3 3-10 0,-3 0-3 0,0-1 0 16,-1 4-51-16,1-1-13 0,0-5 0 0,0 3 0 15,3 2 54-15,-3-5 8 0,3 3 2 0,0 0 0 16,-3 2-52-16,0-2-12 0,3 2 0 0,-3 3 0 16,0 0 0-16,0-5 0 0,-3 10 0 0,3-5 0 15,-3 0 0-15,0 3 0 0,0 2 0 0,0-2 0 16,0 4 0-16,-3 4 0 0,0-3 0 0,0 3 0 16,-3-1 0-16,0 6 0 0,-3-5 0 0,0 7 0 15,0-5 0-15,-3 6 0 0,-3-1 0 0,3 1 0 16,-3-3-42-16,0 2-11 0,0-2-3 0,0 5 0 0,3-7 39 15,1 1 7-15,-1 1 2 0,3 0 0 0,0-3 8 0,3 1 0 0,0 2 0 16,3-8 0-16,0 2 0 0,3-2 0 16,3 3 0-16,0-3 0 0,0-6 20 0,3 3 7 15,-1 1 1-15,1-4 0 0,3 4-4 0,0-6-1 0,0 0 0 16,3 0 0-16,0 2-8 16,0-2-2-16,0 0 0 0,-1 6 0 0,4-6-5 0,0 0-8 0,0 2 11 15,6-2-11-15,-3 6 8 0,0-6-8 16,2-6 0-16,1 6 0 0,0 0 0 0,0-2 0 0,0 2-13 0,-1 0 5 15,1 0-148-15,-3 0-28 16,3-6-7-16</inkml:trace>
  <inkml:trace contextRef="#ctx0" brushRef="#br0" timeOffset="18691.632">22223 7769 1257 0,'-15'8'26'0,"9"-6"6"0,0 1-32 0,0 0 0 0,3-1 0 16,-3 1 0-16,0-1 75 0,6-2 8 0,-6 3 1 15,0-3 1-15,6 0 11 0,-6 3 3 0,0-1 0 0,6-2 0 16,0 0-33-1,-6 3-6-15,6-3-2 0,0 0 0 16,0 0-10-16,0 0-3 0,0 0 0 0,0 0 0 0,0 0-9 0,0 0-1 16,0 0-1-16,0 0 0 0,3 5-11 0,3-2-3 0,0 0 0 0,0-1 0 15,3 1 19-15,0 0 3 0,0-1 1 0,3-2 0 16,0 3-18-16,3-3-3 0,0 0-1 0,2 0 0 16,4 0-21-16,0 0 0 0,3 0 0 0,3 0 0 15,0 0 0-15,2 3 0 0,4-3 0 0,0 0 0 16,0 0 32-16,-1 0 1 0,1-3 1 0,6 0 0 15,-4 3-3-15,1-2-1 0,3-1 0 0,3 0 0 16,-4 3-46-16,4 0-8 0,-3 0-3 16,2 0 0-16,1 0 27 0,-3 0 0 15,2-2 9-15,1-1-9 0,3 3 24 0,-4 0-3 16,4 0 0-16,3 0 0 0,-7 0-21 0,4 0 0 0,-3 0 0 0,2-3 0 16,1 3 0-16,-3-2 0 0,5-1 0 0,-2 3 0 15,-4 0 0-15,-2-3 0 0,-3 3 0 0,3 0 0 16,-7-2 0-16,1 2 0 0,0-3 0 0,-3 0 0 15,-1 1 28-15,1 2 2 0,0 0 0 0,-3-3 0 16,-4 3-18-16,1 0-3 0,-3-2-1 0,0 2 0 16,0-3 0-16,-3 3 0 0,0 0 0 0,-1-3 0 15,1 3-8-15,-3-2 12 0,-3-1-12 0,3 0 12 16,-3 1-12-16,0-1 0 0,3 0 9 0,-3 1-9 16,-1-1 0-16,1 3 0 0,-3-3 0 0,3 1 8 0,-3 2-8 15,3-3 0-15,-3 3 0 0,0 0 0 16,0 0 0-16,-3 0 0 0,3 0 0 0,-3 0 0 0,0 0-17 15,-3 0 1-15,3 0 1 0,-6 0 0 16,2 0-21-16,-2 0-4 0,0 0 0 0,0 0-1 16,6 3-87-16,-6-3-18 0,0 0-3 0</inkml:trace>
  <inkml:trace contextRef="#ctx0" brushRef="#br0" timeOffset="19290.112">24411 8293 2616 0,'0'-11'74'0,"0"3"17"0,0 0-73 16,0 0-18-16,-3 3 0 0,3 0 0 15,-3-1 82-15,0 1 13 0,-3 0 2 0,0 2 1 0,0 0-26 0,-3 3-6 16,-3-2-1-16,3 2 0 16,-3 5-52-16,0-2-13 0,0 5 0 0,-3 0 0 15,4 2 0-15,-4 3 0 0,3 1 0 0,-3 4 0 0,3-2 11 0,0 5-1 0,-3 0 0 0,3 3 0 16,0 0-10-16,0 2 0 0,1 1 0 16,-1-1-11-16,6 3 11 0,-3 1-12 0,6-1 12 0,-3 2-12 15,3 1 12-15,3 3 0 0,0 2 0 0,0 0 0 16,0-6 0-16,0 4 0 0,3-3 0 0,0-1 0 15,-3 1 0-15,3-3 0 0,0 0 0 0,-3 0 0 16,3 1 0-16,-3-1 0 0,0 2 0 0,0-2 0 16,0 1 0-16,-3-4 0 15,0 0 0-15,0-2 0 0,-3 0 0 0,0-3-12 0,0 0 4 0,0 1 0 16,-3-4 8-16,-3-2-12 0,0 0 12 0,0 0-12 16,0 0 3-16,-2 0 0 0,2-3 0 0,-6 0 0 15,3 0-9-15,0 0-2 0,0 1 0 0,-3-4 0 16,6-2-22-16,-3 0-5 0,4-3-1 15,-1 1 0-15,0-1-111 0,0-5-22 0,0 0-5 0</inkml:trace>
  <inkml:trace contextRef="#ctx0" brushRef="#br0" timeOffset="19528.463">23896 8925 2418 0,'0'-5'68'0,"0"5"16"0,3-6-67 0,0 1-17 0,0 2 0 0,0 1 0 16,3-1 74-16,-1 3 11 0,1 0 3 0,3 0 0 31,0 0-1-31,3 3 0 0,0-1 0 0,3 1 0 0,0 0-40 0,3-1-8 0,0 1-2 0,-1 0 0 16,1 2-17-16,0-2-3 0,3-1-1 0,-3 1 0 16,3 0-16-16,-3-1 0 0,2-2 8 15,1 0-8-15,0 0 0 0,0 0-17 0,3 0 3 0,0-2 1 31,-1-4-195-31,1 1-40 0</inkml:trace>
  <inkml:trace contextRef="#ctx0" brushRef="#br0" timeOffset="31324.963">17448 5350 1337 0,'0'0'56'16,"0"0"-44"-1,0 0 41-15,0 0 9 0,0 0 2 0,0 0 0 16,0 0 0-16,0 0 0 0,0 0 0 0,6 3 0 16,0 0 0-16,0-1 0 0,0 1 0 0,0-1 0 15,3-2-52-15,0 3-12 0,0-3 0 0,3 3 0 16,0-1 9-16,-3 1 3 0,3-3 0 0,-1 5 0 15,1-2-4-15,3 0-8 0,-3-1 12 0,3 1-4 0,0 5-8 16,0-6 8-16,3 1-8 0,-3 2 8 16,-1 1 0-16,4-4-8 0,-3 4 12 0,3-4-4 15,-3 1 1-15,3 0 0 0,-3 2 0 0,2-5 0 0,4 0 14 16,0 0 2-16,0 3 1 0,0-3 0 0,0 2-26 0,0-2 0 16,2 0 0-16,1 3 0 0,0-3 11 0,0 2 3 15,0 1 1-15,-1-3 0 0,-2 0 1 0,0 3 0 16,0-3 0-16,3 0 0 0,-3 0-7 15,-1-3-1-15,4 3 0 0,0 0 0 0,0-3 2 16,3 3 0-16,-1-2 0 0,1-1 0 0,0 3 1 0,0 0 0 16,0 0 0-16,-4 0 0 0,4 0 1 0,-3 0 1 0,-3-2 0 0,3 2 0 15,-1-3-2-15,-2 3-1 16,3-5 0-16,0 2 0 0,3 0-2 0,-1 3-8 0,1-2 12 0,0-1-4 16,-3 3 2-16,3 0 0 0,-1 0 0 0,-2 0 0 15,-3 0 2-15,3 0 0 0,-3 0 0 0,0 0 0 16,-4 0-12-16,4-3 0 0,-3 1 0 0,0 2 0 15,3-3 0-15,-3 3 0 0,3-3 0 0,-1 3 0 16,1 0 0-16,0-2 0 0,3 2 0 0,-3-3 0 16,0 3 0-16,-1 0 8 0,-2 0-8 0,3 0 0 15,-3 3 8-15,0-3-8 0,3 0 8 0,-4 0-8 16,-2 0 8-16,3-3-8 0,-3 3 0 0,0 0 8 16,3-3-8-16,0 3 0 0,3-2 9 0,-4 2-9 15,1 0 9-15,3 0-9 0,0 0 12 0,0-5-12 16,-3 5 9-16,-1 0-9 0,4-3 0 0,-3 3 9 15,0 0-9-15,-3 3 0 0,0-3 9 0,3 5-9 16,-3-5 0-16,-4 0 9 0,4 0-9 0,0 0 0 16,-3 0 10-16,0 0-10 0,-3 0 8 0,3 0-8 15,0-5 8-15,0 5-8 0,0-3 0 0,-1 3 8 0,1 0-8 16,0-3 0-16,0 3 0 0,3 0 8 0,-3 0-8 0,0 0 0 16,3 0 0-16,-3 0 0 0,3 0 0 0,-4 0 0 0,1 0 0 15,0 3 0-15,0-3 0 0,0 0 8 0,0 0-8 0,0 3 0 16,-3 2 10-16,3-5-10 0,-3 0 12 0,0 0-12 15,0 2 0-15,-4-2 0 0,4 3 0 0,0-3 0 16,-3 3 0-16,3-3 0 0,0 2 0 0,-3-2 0 16,0 3 0-16,0-3 0 0,3 0 0 0,-3 0 0 15,0 0 0-15,0 0 0 0,0 0 0 0,0 0 0 16,0 0 0-16,0 0 0 0,0 0 0 0,0 0 0 16,2-3 0-16,-2 3 0 0,0 0 0 0,3-2 0 15,-3 2 0-15,3 0 0 0,0-3 0 0,0 3 0 16,-3 0 0-16,3 0 0 0,0 0 0 0,0 0 0 15,3 0 0-15,-3 0 0 0,3 0 8 0,-1 0-8 16,-2 0 0-16,6 0 10 0,-3 0-10 0,0 0 8 16,-3 3-8-16,3-3 10 0,0 0-10 0,-3 2 10 15,0-2-2-15,0 0-8 0,0 0 12 0,-1 0-4 16,1 3-8-16,-3-3 0 0,3 0 9 0,-3 3-9 16,0-3 8-16,0 0-8 0,0 0 8 0,0 0-8 15,0 0 8-15,-6 0-8 0,3 0 8 0,-3 0-8 16,6 0 0-16,-6 0 9 0,6 0-9 0,-6 0 0 15,0 0 8-15,3 0-8 0,-3 0 0 0,3 0 0 0,-3 0 0 16,6 0 0-16,-6 0 0 0,3-3 0 16,3 3-73-16,0-3-15 0,0 3-4 0</inkml:trace>
  <inkml:trace contextRef="#ctx0" brushRef="#br0" timeOffset="32055.242">21029 5419 1554 0,'0'0'65'16,"-6"0"-52"-16,0 0 115 0,-3 0 24 0,3 0 4 0,0 0 0 16,-2 3-51-16,-1-1-10 0,0-2-3 0,0 6 0 15,-3-1-37-15,3 0-8 0,0 0-2 0,-3 3 0 16,3 0-25-16,-3 3-6 0,3 0-1 0,0 2 0 15,0 0-13-15,0-2 0 0,1 2 0 0,2 0 0 16,0 0 0-16,3 3 0 0,0-5 0 0,3-1 0 16,0 4 0-16,0-4 0 0,3 1 0 0,3-3-10 15,0 2 10-15,3 1 0 0,-1-3 0 0,4-3-8 16,0 3 8-16,0-5 0 0,3 2-9 16,0 0 9-16,-3-2 0 0,3-3 0 0,0 0 0 0,-1 0 0 15,-2 0 0-15,3-3 0 0,0 1 0 0,0-1 0 16,0-2 0-16,-3 2 13 0,0-2-1 0,0-1-1 15,0 1 24-15,-4 0 5 0,1-3 0 0,-3 3 1 16,0-3 8-16,-3 0 2 0,0 0 0 0,0-3 0 16,-6 1-13-16,0-1-2 0,0-2-1 0,-3 0 0 15,0-1-13-15,-3 1-2 0,1 0-1 0,-4 0 0 16,3-3-11-16,-3 3-8 0,0-1 12 0,0 1-12 16,0 2 8-16,0 1-8 0,0-1 0 0,0 6 0 15,0-3 0-15,-2 3 0 0,2-1 0 0,-3 4 0 16,3-3-12-16,0 2-5 0,-3 3-2 0,3 0 0 15,-3 0-29-15,3 3-5 0,3 2-2 0,1-3 0 16,-1 1-149-16,3 5-31 0</inkml:trace>
  <inkml:trace contextRef="#ctx0" brushRef="#br0" timeOffset="32592.427">21422 5541 1910 0,'0'0'40'0,"0"0"9"0,0 0-39 0,0 0-10 0,0 0 0 0,-6 0 0 15,0 2 103-15,0 1 18 0,3 0 4 0,-3-1 1 16,0 4-59-16,3-4-12 0,-3 4-3 0,0-1 0 16,1 3-30-16,-1-3-6 0,0 3-2 0,0 3 0 15,0-3-14-15,3-1 0 0,-3 4 0 0,3 0 0 16,-3-3 0-16,3 2 0 0,0-2 0 0,0 0 0 16,3 0 0-16,0-3 0 0,0 3 0 0,3-3 0 15,-3 3 0-15,3 0 0 0,3-2 0 0,0-1 0 16,-3 0 0-16,3 1 0 0,3-4 0 0,-3 3 0 15,0-5 0-15,2 3 0 0,1-3 0 0,-3 0 0 16,3 0 0-16,0-3 0 0,-3 1 0 0,3 2 0 16,0-5 0-16,0 2 11 0,0 0 0 0,0-2 0 15,0 2 22-15,-3-2 5 0,3 2 1 0,-3-2 0 0,0 0 5 16,-1-1 0-16,-2 1 1 0,3 0 0 0,-3 0 1 16,3 2 0-16,-3-5 0 0,0 3 0 0,0-1-9 15,-3-2-1-15,0 3-1 0,0 0 0 0,0-6-15 0,-3 3-2 16,3 0-1-16,-3 1 0 0,0-1-6 0,-3 0-2 0,3 0 0 15,-3 0 0-15,1-3-9 0,-1 6 0 0,0-3 0 16,-3 3 8-16,0-3-8 0,3 2 0 0,-3-2 0 0,0 3 0 31,0 3-32-31,-3-4-1 0,3 4-1 0,-3-1 0 0,0 3-105 16,0 0-21-16,1 0-4 0</inkml:trace>
  <inkml:trace contextRef="#ctx0" brushRef="#br0" timeOffset="35023.256">15493 5173 1956 0,'0'0'40'0,"0"0"11"16,0 0-41-16,0 0-10 0,0 0 0 0,0 0 0 15,0 0 128-15,-3 3 23 0,-3-3 5 0,0 2 0 16,0 1-73-16,-3-3-15 0,3 3-4 0,-3-1 0 16,0 3-20-16,0 1-4 0,0-1 0 0,0 0-1 15,-3 3-15-15,3 0-4 0,1 3 0 0,-1-1 0 16,-3 4-9-16,3-4-3 0,0 3 0 0,0 1 0 16,0 2-8-16,0-1 0 0,0 4 9 0,0 2-9 15,0 0 0-15,0 0 0 0,3 6 0 0,0-6 0 16,3 6 0-16,0-4 0 0,-2 1 0 0,5 0 0 15,0-3 0-15,0 0 0 0,0-2 0 0,3-1 0 0,2 1 0 16,-2-3 0-16,3-3 0 0,0 0 0 0,3 0 0 0,0 1 0 16,3-4 0-16,-3-2 0 0,3 0 0 0,0 0 0 15,0-5 0-15,0-1 0 0,3-2 0 0,-1 0 0 16,7-2 0-16,-3-4 8 0,3-2-8 0,0 3-10 0,0-5 10 16,2 2-13-16,-2-3 13 0,-3 0 0 0,3 1 0 15,-3-3 0-15,0-1 24 0,-3-1 8 0,-1-1 2 0,-2 0 0 16,0-3 1-16,-3 1 0 15,0-3 0-15,-3-1 0 0,0-1 0 0,-3-1 0 0,3-3 0 0,-6 1 0 16,0 2-14-16,0-2-2 0,-3 2-1 0,0 0 0 16,0 0-7-16,-3 6-2 0,-3-6 0 15,3 3 0-15,-3 5-9 16,0-3 10-16,0 3-10 0,0 3 10 0,-2 0-10 0,-1 2 0 0,0 3 0 0,0-2 0 16,-3 2 0-16,3 3 0 0,0 2 0 0,-3-2-11 15,3 5-24-15,0 2-5 0,1 1 0 0,-1 2-1 16,0 1-91-16,3 1-19 0,-3 1-3 0</inkml:trace>
  <inkml:trace contextRef="#ctx0" brushRef="#br0" timeOffset="36616.691">16014 5456 1592 0,'0'0'33'0,"0"0"7"0,0 0-32 15,0 0-8-15,0 0 0 0,0 0 0 0,-6-3 96 0,6 3 18 0,0 0 3 0,-6-2 1 16,6 2-26-16,-3-3-6 0,-3 3-1 0,6 0 0 16,0 0-26-16,-6-3-6 0,6 3-1 0,0 0 0 15,-6 0-8-15,6 0-3 0,0 0 0 0,0 0 0 16,-6 0-9-16,6 0-1 0,0 0-1 0,-6 3 0 15,6-3-10-15,0 0-3 0,-3 3 0 0,3-3 0 16,-3 5-5-16,3-5-2 16,0 0 0-16,-3 5 0 0,3-5-10 0,0 6 8 0,3 2-8 0,-3-3 8 15,0-5-8-15,3 5 8 0,0 0-8 16,3-2 8-16,-3 2-8 0,3 1 0 0,0-4 9 0,0 4-9 16,0-4 0-16,3-2 8 0,-3 3-8 0,2 0 0 15,1-3 9-15,0 2-9 0,3-2 12 0,-3 0-12 16,0 3 14-16,3-3-4 0,-3 2-1 0,0-2 0 15,0 0-1-15,0 3 0 0,0-3 0 0,0 0 0 16,3 0 0-16,-4 0 0 0,1 0 0 0,0 3 0 16,3-3-19-16,-3 2-4 0,3-2-1 0,-3 0 0 15,3 0 16-15,0 3 0 0,0-3 0 0,0 0 0 16,0 3 18-16,-1-3 6 0,4 0 2 0,-3 0 0 16,0 0-18-16,3 0-8 0,-3 0 0 0,3 0 8 0,-3 0-8 15,0 2 0-15,0-2 0 0,-1 0 0 16,1 0 0-16,-3 0 0 0,3 0 0 0,0 0 0 0,0 0 0 0,0 0 0 15,-3 0 0-15,3 0 0 0,-3 0 8 16,0-2-8-16,-1 2 0 0,1 0 8 16,0 0-8-16,0 0 0 0,3 0 0 0,-3 0 0 15,0 0 0-15,0 0 8 0,0 0-8 0,0 0 0 16,0-3 8-16,0 3-8 0,0-3 0 0,0 3 8 0,2 0-8 0,-2-2 0 16,3 2 0-16,0-3 0 0,-3 3 0 0,3 0 0 15,0-3 0-15,-3 3 0 0,3-2 0 0,0 2 0 0,-3-3 8 0,3 3-8 16,-1-2 0-16,1 2 0 0,-3-3 0 15,3 0 0-15,0 3 0 0,-3-2 10 0,0-1-10 0,3 0 10 16,-3 3-10-16,0 0 12 0,0-2-12 0,0 2 12 16,0-3-12-16,-1 3 12 0,1-3-12 0,0 3 12 15,0-2-12-15,-3-1 8 0,3 3-8 0,-3-3 8 16,0 3-8-16,3 0 0 0,0-2 9 0,-3-1-9 16,3 3 0-16,-3 0 8 0,3-2-8 0,0 2 0 15,-3-3 0-15,2 0 0 0,1 3 0 0,-3-2 8 16,3 2-8-16,0 0 0 0,0-3 0 0,0 3 0 15,-3-3 0-15,3 3 0 0,0 0 0 0,0-2 0 16,-3 2 0-16,3-3 0 0,0 3 0 0,-3-3 0 16,2 3 0-16,-2 0 0 0,3-2 0 0,0-1 0 15,0 3 0-15,0 0 0 0,0-3 0 0,-3 3 8 16,3 0-8-16,-3-2 0 0,3 2 0 0,-3-3 0 16,0 3 0-16,3 0 9 0,-3-3-9 0,0 3 0 15,0 0 0-15,0 0-9 0,-1 0-1 0,4 0 0 16,-3 0 10-16,0 0 0 0,-3 0 0 0,3 0 0 15,0 0 8-15,-3 0 3 0,3 0 1 0,-3 0 0 0,3 0-12 16,-3 0-17-16,0 0 4 0,3 0 1 0,-3 0 12 0,3 0 0 16,-3 0 0-16,-3 0 0 0,6 0 0 0,0 0 0 15,-6 0 0-15,6 0 0 0,-3 0 0 0,3 0 0 16,-3 0 0-16,3 0 0 0,0 0 0 0,-1 0 0 0,-2 0 0 16,3-2 0-16,0 2 0 0,-3-3 0 0,3 3 0 0,0 0 0 15,0-2 0-15,0 2 0 0,0 0 0 16,0-3 0-16,-3 3 0 0,3 0 0 0,0 0 0 0,0 0 0 15,-3-5 12-15,3 5 6 0,0-3 1 16,0 3 0-16,0 0-19 0,-3-3 8 0,3 3-8 16,0 0 0-16,0 0 8 0,-1-2-8 0,1 2 0 15,0-3 0-15,0 3 8 0,-3 0-8 0,3-3 0 0,0 3 0 16,0-2 0-16,-6 2 0 0,3 0 8 0,3-3-8 16,0 3 0-16,-6 0 0 0,3 0 8 0,3-3-8 15,-6 3 0-15,6 0 0 0,-6 0 8 0,6 0-8 16,-3 0 0-16,-3 0 0 0,6 0 0 0,-6 0 0 15,0 0 0-15,6 0 0 0,-6 0 0 0,0 0 0 16,3 0 0-16,-3 0 0 0,6 0 0 0,-6 0 0 16,6 0 0-16,-6 0 0 0,3 0 0 0,-3 0 0 15,0 0-21-15,0 0-8 0,6 0-2 0,-6 0 0 16,6 0-26-16,-6 0-6 0,3 0-1 0,-3 0 0 16,0 0-153-16,2-5-31 0</inkml:trace>
  <inkml:trace contextRef="#ctx0" brushRef="#br0" timeOffset="41710.086">21005 6578 1892 0,'0'0'40'0,"0"0"8"0,0 0-39 0,0 0-9 0,0 0 0 0,0 0 0 15,0 0 101-15,-3 3 19 0,3-3 3 0,-9 2 1 16,4 1-55-16,-1 2-10 0,0 0-3 0,0 3 0 15,-3-2-24-15,3 4-6 0,-3-2-1 0,0 3 0 16,0 2-13-16,0 0-2 0,0 0-1 0,0 3 0 16,3 0-9-16,-3-3 0 0,3 3 0 0,3 0 0 15,-3-3 0-15,3 1 0 0,0-1 0 0,3 3 0 16,0-6 0-16,0 4 0 0,3-1 0 0,0-3 0 16,0 1 0-16,3 0 0 0,0-3 0 0,3-1 0 15,0 1 0-15,0-2 0 0,0-1 0 0,3 0 0 16,0-2 0-16,-3 0 0 0,3-3 0 0,3 0 0 15,-4 0 0-15,1-3 0 0,0-2 8 0,0 2-8 16,0-2 29-16,0-1 1 0,0-2 0 0,0 3 0 16,-3-3 5-16,3 0 1 0,-3-2 0 0,0 2 0 15,-1 0 2-15,1-3 1 0,-3 1 0 0,-3-1 0 16,-3-2-4-16,3 0-1 0,-6-3 0 0,3 0 0 16,-3 0-11-16,-3 0-3 0,0-2 0 0,0-1 0 15,-2 3-11-15,-1 0-9 0,0 0 12 0,0 1-12 16,0 1 9-16,-3 4-9 0,3-1 0 0,-3 3 9 0,3 0-9 15,0 3 0-15,0-3-12 0,-3 5 12 16,3-2-30-16,1 2 2 0,-1 1 0 0,0 2 0 16,0 0-80-16,0 0-16 0,3 0-4 0,6 0 0 15,-6 0-85-15,6 0-18 0</inkml:trace>
  <inkml:trace contextRef="#ctx0" brushRef="#br0" timeOffset="44470.021">21455 6549 2191 0,'0'0'45'0,"0"0"12"15,0 0-45-15,0 0-12 0,0 0 0 0,0 0 0 16,-3-3 96-16,3 3 18 0,0 0 3 0,0 0 1 15,0 0-49-15,0 0-9 0,0 0-3 0,0 0 0 16,0 0-22-16,0 0-5 0,0 0-1 0,0 0 0 16,-6 3-11-16,3 2-2 0,0 0-1 0,0 3 0 15,-3 0-6-15,6 3-1 0,-3 2 0 0,0 0 0 0,0 3 0 16,3 3-8-16,-3-1 12 0,0 1-4 0,3-1-8 16,-3 3 8-16,0 1-8 0,3-4 8 0,-3 1-8 0,3 2 0 15,0-3 0-15,-3 1 0 0,3-1 0 16,0-2 0-16,-3 0 8 0,3-3-8 0,-3 3 0 0,3-2 0 15,0 1 0-15,-3-1 0 0,3-1 0 0,0 0 0 16,0 0 0-16,-3 1 0 0,3-1 0 0,0 0 0 0,0-2 0 16,0-1 0-16,0-2-10 0,0 3 10 15,0-3-13-15,0-3 5 0,0 3-76 16,0-3-14-16,0 0-3 0</inkml:trace>
  <inkml:trace contextRef="#ctx0" brushRef="#br0" timeOffset="45343.245">11894 8068 1579 0,'0'0'32'0,"0"0"10"0,0 0-34 0,3-3-8 0,3 0 0 0,0 1 0 16,0-1 66-16,3 0 11 0,0 1 3 0,0-1 0 15,2 0-21-15,1 1-4 0,0-3-1 0,3 2 0 16,0 0-18-16,0 1-3 0,3-4-1 0,-3 4 0 15,0-1-16-15,-1 0-4 0,-2 1-1 0,3 2 0 16,-3-3-11-16,3 0 8 0,-3 3-8 0,0 0 8 16,0 0-8-16,-3 0 0 0,3 0 0 0,-6 0 8 15,2 3-50-15,-5-3-10 0,3 3-3 0</inkml:trace>
  <inkml:trace contextRef="#ctx0" brushRef="#br0" timeOffset="45576.592">11927 8136 1579 0,'0'0'32'0,"-6"0"10"0,6 0-34 16,0 0-8-16,0 0 0 0,0 0 0 0,0 0 112 0,0 0 20 0,0 0 4 0,0 0 0 16,0 0-66-16,0 0-14 0,0 0-2 0,6 0-1 15,0 0-13-15,3 0-4 16,0 0 0-16,-1 0 0 0,4 0-4 15,0 0-2-15,3 0 0 0,-3 0 0 16,6 0-30-16,-3 0 0 0,3 0 0 0,0-2 0 16,-1 2-45-16,1-3-15 0,3-2-4 0</inkml:trace>
  <inkml:trace contextRef="#ctx0" brushRef="#br0" timeOffset="47155.423">15484 6488 1580 0,'0'0'67'15,"0"0"-54"1,0 0 92-16,0 0 19 0,0 0 3 0,0 0 1 16,0 0-3-16,0 0 0 0,0 0 0 0,0 0 0 15,0 0-46-15,0 0-10 0,0 0-1 0,0 0-1 16,0 0-54-16,0 0-13 0,0 0 0 0,0 0 0 15,0 0 34-15,0 0 4 0,-3 5 1 0,3 3 0 16,-3 0-11-16,3 0-3 0,0 0 0 0,-3 5 0 16,3 0-25-16,-3 3 0 0,3 0 0 0,-3 5 0 15,3 1 0-15,0 1 0 0,-3 1 0 0,3 3 0 16,0-1 11-16,0-2-3 0,0 2-8 0,0-2 12 16,0-3-12-16,3 3-8 0,-3-3 8 0,0 1-13 15,0 1 13-15,0-1 13 0,0 4-2 0,0 0-1 0,0 1-10 16,0 2-14-16,0-3 3 0,0 4 1 0,0-4 10 15,0-5 0-15,0 3 0 0,0-5 0 0,3-1 0 16,-3-2 0-16,0 2 0 0,0-4 0 0,0-4 0 0,0 3 0 16,0-5 0-16,0 3 0 0,0-3 0 15,0 0 0-15,0 0 0 0,0-3 0 0,0 3 0 0,-3-3 0 16,3-5 0-16,0 6 0 0,0 2 0 16,0-8 0-16,0 5 0 0,0-5 0 0,0 5 0 0,0-5 0 15,0 0 0-15,0 0 0 0,0 5 0 0,0-5 0 0,0 0 0 0,0 0 0 31,0 0-53-31,0 0-9 0,0 0-2 0</inkml:trace>
  <inkml:trace contextRef="#ctx0" brushRef="#br0" timeOffset="49400.734">15775 6977 1552 0,'0'0'44'0,"0"0"10"0,0 0-43 16,0 0-11-16,0 0 0 0,0 0 0 0,0 0 53 0,0 0 9 0,0 0 2 0,0 0 0 15,0 0 0-15,0 0 0 0,0 0 0 0,0 0 0 32,0 0-52-32,0 0-12 0,0 0 0 0,0 0 0 0,0 0 54 0,0 0 8 15,-5 3 2-15,5-3 0 16,0 0-46-16,0 0-9 0,0 0-1 0,0 0-8 0,0 0 26 0,0 0-2 0,0 0 0 0,0 0 0 16,0 0-8-16,0 0-3 0,0 0 0 0,0 0 0 15,0 0-4-15,0 0-1 16,0 0 0-16,0 0 0 0,0 5 0 0,2 1 0 0,4-4 0 15,-3 1 0-15,3 0-8 0,0-3 0 0,0 0 9 0,0 2-9 16,3-2 8-16,0 0-8 0,3 0 10 0,-3 0-10 16,3 0 0-16,0-2 0 0,3 2 0 0,-3 0 0 15,-1 0 0-15,4 0 17 0,0 0-1 16,0 0-1-16,-3 0-15 0,3 0 8 0,0 0-8 0,-3 0 0 16,0 0 8-16,2 0-8 0,-2 0 0 0,3 0 9 15,-3 0-9-15,0 0 0 0,3 0 0 0,-3 0 8 16,0 0-8-16,0 0 0 0,0 0 0 0,-1 0 0 15,-2-3 0-15,3 3 0 0,0-3 0 0,0 1 0 16,0 2 0-16,0-3 0 0,0 0 0 0,3 1 0 16,-3 2 9-16,0-3-9 0,-1 0 10 0,4 1-10 15,-3 2 10-15,3 0-10 0,-3-3 10 0,3 1-10 16,0 2 8-16,0 0-8 0,0-3 0 0,-1 3 9 16,1 0-9-16,0 0 0 0,0 0 0 0,0-3 0 15,0 3 0-15,-3 0 8 0,6-2-8 0,-6 2 0 16,2 0 0-16,-2-3 0 0,0 3 0 0,0 0 0 15,0-3 0-15,0 3 0 0,0-2 0 0,3 2 0 16,-3 0 0-16,3-3 0 0,-1 3 8 0,1 0-8 16,0 0 0-16,3 0 0 0,0 0 0 0,0 0 0 15,0 0 0-15,2 3 0 0,-2-3 0 0,3 0 0 0,-3 2 0 0,3-2 0 16,0 0 0-16,-3 0 8 0,2 0-8 0,-2 0 0 0,0 0 0 16,0-2 0-16,0 2 0 0,3 0 0 0,-1-3 0 15,4 3 0-15,-3 0 0 0,6-3 0 0,-3 3 0 0,3 0 0 16,-4 3 9-16,4-3-9 0,0 0 10 0,-3 3-10 15,0-3 9-15,-1 0-9 0,1 0 8 0,-3 0-8 16,0 0 9-16,0-3-9 0,2 3 10 16,1 0-10-16,0-3 11 0,0 3-11 15,0 0 12-15,3 0-12 0,-4 3 9 0,1-3-9 0,0 0 0 0,0 3 9 16,-3-3-9-16,-1 2 0 0,4-2 9 0,-3 3-9 16,0-3 0-16,0 0 9 0,-3-3-9 0,-1 3 0 15,4-2 8-15,0 2-8 0,0 0 0 0,3 0 0 16,0 0 0-16,-4 0 0 0,7 0 0 0,-3 0 0 15,0 0 0-15,-3 2 0 0,3-2 0 0,-1 0 0 16,-2 0 8-16,-3 0-8 0,0 0 0 0,3 0 0 16,-3 0 8-16,-1 0-8 0,4-2 0 0,-3 2 0 15,3 0 0-15,0-3 0 0,0 3 8 0,-1-3-8 16,4 3 0-16,-3-2 8 0,3 2-8 0,0 0 0 16,-3 0 10-16,-1 0-10 0,1 0 8 0,0 0-8 15,0 0 12-15,-3 0-4 0,3 0 0 0,-4-3 0 16,4 3-8-16,-3-3 0 0,0 3-10 0,3-2 10 15,-3 2 0-15,6-3 0 0,-4 3 0 0,4-2 0 16,-3 2 0-16,3 0 0 0,0 2 0 0,-3-2 0 16,2 3 0-16,-2-3 0 0,0 0 0 0,3 2 10 0,-6-2-10 15,3 0 0-15,-4 0 0 0,1-2 0 16,0 2 0-16,0 0 0 0,0-3 0 0,0 3 0 16,2 0 0-16,-2 0 0 0,3 0 0 0,0 0 0 15,-3 0 0-15,3 0 10 0,-3 0-10 0,2 0 10 16,-2 3-2-16,0-3 0 0,0 0 0 0,0 2 0 0,-3 1-8 0,3-3 0 0,-4 3 0 15,4-3 0-15,-3 0 0 0,0 0 0 16,0-3 0-16,0 3 0 0,0-3 0 0,0 3 0 0,0-2 9 16,2 2-9-1,-2 0 8-15,3 0-8 0,-3 0 10 0,3 0-10 0,0 0 14 0,0 0-3 0,-4 0-1 0,4 0 0 16,-3 0-10-16,3 2 12 0,-3-2-12 0,-3 0 12 16,3 3-12-16,0-3 12 0,-3 0-12 0,2 0 12 15,-2 0-12-15,0 0 0 0,0 0 0 0,0 0 8 16,-3 0-8-16,3 0 0 0,-3 0 9 0,0 0-9 15,3 0 0-15,0-3 8 0,-4 3-8 0,4 0 0 16,0 0 0-16,0-2 8 0,0 2-8 0,0 0 0 16,-3 0 0-16,3 0 0 0,0 0 0 0,0 0 8 15,0 0-8-15,-3 0 0 0,2 0 0 0,1 0 0 16,0 0 0-16,-3 0 0 0,3 0 0 0,-3 0 0 16,3 0 0-16,-3 0 0 0,0 0 0 0,0 0 0 15,0 2 0-15,0-2 0 0,-1 0 0 0,1 0 0 16,-3 0 0-16,3 0 0 0,0 0 0 0,0 0 0 15,-3 0 0-15,3 0 0 0,-3 0 0 0,3 0 0 16,-3 0 0-16,0 0 0 0,3-2 0 0,-3 2 0 16,0 0 0-16,3 0 8 0,-3-3-8 0,-1 3 0 15,1 0 0-15,3-2 8 0,-3 2-8 0,0 0 0 0,3 0 11 0,-3 0-3 16,3-3 0-16,-3 3 0 0,0 0-8 0,3 0 12 16,-3-3-12-16,0 3 12 0,0 0-12 0,0-2 12 15,3 2-12-15,-3 0 12 0,0 0-12 0,0 0 8 16,2 0-8-16,-2 0 8 0,0 0-8 0,0 0 10 0,0 0-10 15,0 0 10-15,0 0-10 0,0 0 0 0,0 0 0 0,0 0 0 16,0 0 0-16,0 0 0 0,0 0 0 0,0 0 0 16,0 2 0-16,0-2 0 15,0 0 0-15,0 3 0 0,-3-3 0 0,3 0 0 0,0 0 8 0,0 0-8 16,-1 0 0-16,-2 0 0 0,3 0 0 0,-6 0 0 16,6 0 8-16,0 3-8 0,0-3 0 0,0 0 8 15,-3 0-8-15,3 0 0 0,0 0 0 0,-3 0 0 16,3 0 8-16,0 0-8 0,-3 0 0 0,3 0 8 15,0 0-8-15,-6 0 0 0,3 0 0 0,3 0 0 16,-6 0 8-16,6 0-8 0,-6 0 8 0,3 0-8 16,-3 0 8-16,6 0-8 0,-6 0 0 0,6 0 8 15,-6 0-8-15,6 0 10 0,-3 0-10 0,-3 0 10 16,5 0-10-16,-5 0 0 0,6 0 0 0,-6 0 8 16,3-3-8-16,-3 3 8 0,6 0-8 0,-6 0 8 15,6 0-8-15,-6 0 0 0,0 0 0 0,3 0 0 16,-3 0 0-16,0 0 0 0,6 0 8 0,-6 0-8 15,0 0 0-15,0 0 0 0,6 0 0 0,-6 0 0 16,3 0 8-16,-3 0-8 0,6 0 0 0,-6 0 8 16,6 0-8-16,-6 0 0 0,3 0 9 0,3 0-9 0,-6 0 0 15,6 0 0-15,-6 0 0 0,3 0 8 0,-3 0-8 16,6 0 0-16,-6 0 0 0,0 0 0 16,6 0 0-16,-6 0 0 0,0 0 0 0,3 0 0 15,-3 0-25-15,0 0-7 0,6 0 0 0,-6 0-1 16,0 0-163-16,3-3-33 0</inkml:trace>
  <inkml:trace contextRef="#ctx0" brushRef="#br0" timeOffset="53745.243">20919 7941 1094 0,'0'0'46'15,"-3"-6"-37"1,3 6 95-16,-3-5 20 0,3 0 3 0,0 5 1 15,-3-6 0-15,3 6 0 0,0-5 0 0,0 5 0 0,0 0-52 0,0 0-9 0,0 0-3 0,0 0 0 32,0 0 0-32,0 0 0 0,0 0 0 0,0 0 0 0,0 0 0 15,0 0 0-15,0 0 0 0,0 0 0 16,0 0-51-16,0 0-13 0,0 5 0 0,0 3 0 0,0 0 54 0,0 3 8 0,0 0 2 16,0 2 0-16,0 0-52 0,0 0-12 15,0 0 0-15,-3 3 0 16,3 0 0-16,3 3 0 0,-3-3 0 0,0 5 0 0,3-5 0 0,-3 2 0 15,3 1 0-15,0 2 0 0,-3-3 0 0,3 4 0 16,0-4 0-16,0 3 0 0,0-2 0 0,0 2 0 0,0-5 0 16,0 2 0-16,0-2 0 15,0 0 0-15,0-3 0 0,-3 3 0 0,3-5 0 0,0-1 0 0,-3 1 0 0,3-3 0 16,-3 2-48-16,3-4-13 0,-3-1-3 0,0 0 0 16,0-5-167-16,0 0-33 0</inkml:trace>
  <inkml:trace contextRef="#ctx0" brushRef="#br0" timeOffset="56466.697">21273 7994 1622 0,'0'0'68'15,"0"0"-54"1,-6 2 113-16,0 1 22 0,0-1 5 0,-3 1 1 16,4 2-53-16,-1-2-10 0,0 0-3 0,-3-1 0 15,3 4-31-15,0-1-6 0,0 0-2 0,-3 1 0 16,3 1-15-16,0 1-3 0,-3 0-1 0,3 0 0 16,0 6-16-16,-3-4-3 0,3 3-1 0,0 1 0 15,0-1-11-15,3 3 0 0,-3-3 0 0,3 3 8 0,-2 0-8 0,2 0 0 0,3 2 0 0,0-2 0 16,0 0 0-16,3 0 0 15,-1 0 0-15,1-3 0 0,0 0-11 0,3-2 11 16,0-1-8-16,0-2 8 0,3 0 0 0,0-3-10 0,0-2 10 16,3 0 0-1,0-3 0-15,3-3 0 0,0 0 0 0,0-2 0 0,-1-3 12 0,4-2 7 0,-3-1 1 16,3-2 0-16,-3 2 12 16,3-2 4-16,-3-3 0 0,-3 3 0 0,-1 0 4 0,1-3 2 15,-3 2 0-15,-3 1 0 0,0 0-8 16,0-3-2-16,-3 3 0 0,0 0 0 0,0-3-15 0,-3 3-3 0,0-3-1 0,-3 2 0 15,0-1-13-15,0 1 11 0,-3-2-11 0,0 3 10 16,-3 0-10-16,0 0-12 0,0 0 2 0,-2-1 1 16,-1 4-39-1,-3-1-7-15,0 1-1 0,0 2-1 0,-3 0-158 0,3 2-31 0</inkml:trace>
  <inkml:trace contextRef="#ctx0" brushRef="#br0" timeOffset="59736.669">17716 6938 1482 0,'0'0'42'0,"0"0"9"15,0 0-41-15,0 0-10 0,0 0 0 0,0 0 0 0,0 0 100 0,0 0 19 0,0 0 3 0,0 0 1 16,-6 2-31-16,0-2-5 0,3 6-2 0,-3-4 0 16,0 1-14-16,3 0-3 0,0 2-1 0,-2 0 0 15,2 1-42-15,0-1-8 0,0-3-1 0,3-2-1 16,-3 8-6-16,3-2-1 0,0-6 0 0,0 5 0 15,0 0-8-15,0-5 0 0,3 6 0 0,0-1 0 16,-3-5 8-16,3 5-8 0,2-2 8 0,1-3-8 16,0 2 12-16,3-2-2 0,-3-2-1 0,0 2 0 15,3-5 15-15,-3 5 2 0,0-6 1 0,0 4 0 16,0-4-11-16,-3 4-3 0,0-4 0 0,0 4 0 16,0-4 18-16,-3 4 3 0,0-4 1 0,0 6 0 15,0-5-15-15,0 5-4 0,-3-5 0 0,0 2 0 16,0-2 23-16,-3 2 4 0,0 1 1 0,0 2 0 15,0-3-20-15,0 3-3 0,-3 0-1 0,3 0 0 16,0 0-20-16,-3 0 0 0,3 3 0 0,1-1 0 16,-4 1 0-16,3 0 0 0,3-1 0 0,-3 4 0 15,6-6 0-15,-3 5 0 0,3 0 0 0,-3 3 0 16,6-3-12-16,-3 1-6 0,3-1-2 0,0 0 0 16,0 1 8-16,3-4 0 0,3 1 1 0,-4 2 0 15,4-2 11-15,0-3-10 0,0 0 10 0,0 0-10 16,0-3-14-16,3 3-4 0,-6-5 0 0,3 2 0 15,-3 1 44-15,0-1 8 0,-3-2 1 0,3 2 1 0,-3-2-18 0,-3 2-8 0,0 3 8 0,3-5-8 16,-3 5 32-16,-3-6 2 16,3 6 0-16,-3-5 0 0,0 2-18 15,-3 1-4-15,0-3-1 0,0 5 0 0,0-3-1 0,0 3 0 0,0 0 0 0,-3 0 0 16,0 0-25-16,0 0-5 0,3 0 0 0,-3 0-1 16,3 3 35-16,0-1 7 0,1 1 2 0,-1-1 0 15,3 4-37-15,0-1-7 0,3-5-2 0,-6 5 0 16,6 1 23-16,0-1 0 0,0 3 0 0,3-3 0 15,0 0 0-15,0 1 13 0,3-4-1 0,0 4-1 16,-1-4-11-16,4 1-9 0,0 0 9 0,0-3-13 16,0 0 13-16,0-3-9 0,0 0 9 0,0 1-8 15,0-1 8-15,0-2 0 0,0-3 0 0,-3 3 0 16,3-3 0-16,-3 2 0 0,0-2 0 0,0 3 0 16,-4 0 0-16,1-3 0 0,0 3 0 0,-3-1 0 15,0 1 0-15,0 0 0 0,0 2 0 0,-3-2 0 16,0-1 41-16,1 4 11 0,-1-3 1 0,-3 2 1 15,0 0-36-15,0 1-7 0,0-1-2 0,0 3 0 16,0 0-9-16,-3 0 0 0,0 0 9 0,0 0-9 16,0 0 0-16,0 0 0 0,-3 3 0 0,3-1 0 15,0 1 0-15,-3 2 0 0,4-2 0 0,-1 5 0 16,0-3 0-16,3 0 0 0,0 3 0 0,0 3 0 16,3-1-12-16,0 1-1 0,0 0 0 0,0-1 0 15,6 1-1-15,-3-1 0 0,3 4 0 0,3-4 0 0,-3-2 2 0,6 3 0 0,-3-3 0 16,3-3 0-16,0 0 12 0,-1 1-9 0,4-4 9 15,-3 1-8-15,0-3-11 0,0 0-1 0,0 0-1 0,3 0 0 16,-6-3 21-16,3-2 0 16,-3 2 0-16,0-2 0 0,0 0 0 0,0-1 0 0,-3 1 0 15,0-3 0-15,0 0 47 0,-3 0 13 0,3 0 4 0,-3-2 0 16,0 2-52-16,0 0-12 0,-3-3 0 0,3 3 0 16,-3 0 0-16,0 0 0 0,0 0 0 0,0 3 0 15,-3 0 0-15,0 0 0 0,3-1 0 0,-3 1 0 16,0 2 0-16,0 1 0 0,3-1 0 0,-3 0 0 15,0 3-48-15,6 0-13 0,-3-2-3 16,3 2 0-16,0 0 23 0,0 0 4 16,0 0 1-16,0 0 0 15,-6 5-102-15,6-5-20 0,0 0-4 0,-3 5-1 0,3-5 53 0,-3 8 10 0,6-2 3 0,-3-1 0 16,0-5 7-16,3 5 2 0,0 0 0 0,-3-5 0 16,3 3 70-16,0 2 18 0,3-2 0 0,-6-3 0 15,0 0 48-15,0 0 12 0,3 0 4 0,-3 0 0 16,0 0 51-16,0 0 10 0,0 0 3 0,0 0 0 15,0 0-52-15,0 0-9 0,0 0-3 0,0 0 0 16,0 0 0-16,0 0-1 0,0 0 0 0,0 0 0 16,0 0-50-16,3 5-13 0,0 1 0 0,-1447-1 0 15,2894 0 56-15,-1450 3 7 0,0 0 1 0,0 0 0 16,0 0-52-16,0 3-12 0,0-1 0 0,0 3 0 16,3 1 0-16,-3-1 0 0,0 0 0 0,0 3 0 0,3-3 0 15,-3 0 0-15,0 3 0 0,0-2 0 0,3-1 0 0,-3 0 0 0,0 0 0 16,3 3 0-16,-3-3 0 0,0 3 0 15,3-3 0-15,-3 3 0 0,0 0 0 0,3 0 0 16,-3 0 0-16,0 0 0 16,3 2 0-16,-3 1 0 0,0-1 0 0,3 4 0 0,-3-4 0 0,0 3 0 15,3-2 0-15,-3 2 0 0,0-5 0 0,3 2 0 16,-3-2 0-16,0 0 0 0,0 0 0 0,0-3 0 0,0 3 0 0,0-3 0 16,0 1 0-16,0-1 0 0,0 0 0 0,0 0 0 15,0-2 0-15,0 2 0 0,0-2 0 0,0 2 0 16,0-3 0-16,0 4 0 0,0-4 0 0,0 3 0 15,0 1 0-15,0-1 0 0,0 0 0 0,0 0 0 16,0 3 0-16,3-3 0 0,-3 1 0 0,0 2 0 16,0-3 0-16,3 0 0 0,-3 3 0 0,0-3 0 15,0 0 0-15,0 1 0 0,0-4 0 0,0 3 0 16,0 1 54-16,3-4 8 0,-3 3 2 0,0-2 0 16,0 0-52-16,3 2-12 0,-3-3 0 0,0 1 0 15,0 0 0-15,3 2 0 0,-3-3 0 0,0 1 0 16,3 2 0-16,-3-2 0 0,0 2 0 0,3 0 0 15,-3 1 0-15,0-1 0 0,3 0 0 0,-3 3 0 16,0-3 0-16,3 0 0 0,-3 1 0 0,0-1 0 16,2 0 0-16,-2 0 0 0,0-2 0 0,3-1 0 15,-3 1 0-15,0 0 0 0,3-3 0 0,0 2 0 16,-3-5 0-16,3 3 0 0,0-2 0 0,-3 2 0 16,3-3 0-16,0 0 0 0,-3-2 0 0,3 2 0 15,0-2 0-15,-3-3 0 0,3 5 0 0,0-2 0 0,-3-3 0 16,6 2 0-16,-3 1 0 0,3-3 0 15,-3 3 0-15,3-3 0 0,0 2 0 0,-3-2 0 0,3 0 0 16,0 0 0-16,0 0 0 0,3-2 0 0,-3 2 0 16,3-3 0-16,-3 3 0 0,3 0 0 0,-1-3 0 0,4 3 0 15,0-2 0-15,-3 2 0 0,3-3 0 0,0 0 0 16,0 3 0-16,0-2 0 0,0-1 0 16,0 3 0-16,3-3 0 0,-4 1 0 0,4-1 0 0,-3 3 0 15,0-2 0-15,3-1 0 0,-3 0 0 0,0 1 0 16,0-1 0-16,-3 0 0 0,3 1 0 0,-4-1 0 15,4 3 0-15,-3-3 0 0,3 3 0 0,-3 0 0 0,3-2 0 16,0 2 0-16,3-3 0 0,-3 3 0 0,0 0 0 16,0-3 0-16,-1 3 0 0,1 0 0 15,3-2 0-15,0-1 0 0,0 3 0 0,-3-3 0 0,3 1 0 0,-3 2 0 16,3 0 0-16,0-3 0 0,-4 3 0 0,4 0 0 16,-3-2 0-16,0 2 0 0,0-3 0 0,0 3 0 15,0 0 0-15,0 0 0 0,-3 0 0 0,0 3 0 16,2-3 0-16,-2 2 0 0,0-2 0 0,0 3 0 15,3-3 0-15,-3 2 0 0,3 1 0 0,0 0 0 16,0-1 0-16,0-2 0 0,3 3 0 0,0 0 0 16,-1-1-15-16,1-2-5 0,0 0-2 0,0 3 0 15,0-3 22-15,0 3 0 0,3-3 0 0,-3 2 0 16,-1-2 0-16,4 3 0 0,-3-3 0 0,0 3 0 16,0-3 0-16,0 2 0 0,0-2 0 0,-3 3 0 15,0 0 0-15,-1-1 0 0,1-2 0 0,3 3 0 16,-3-1 0-16,0 1 0 0,0-3 0 0,3 3 0 15,-3-1 0-15,3-2 0 0,-1 0 0 0,-2 3 0 16,6-3 0-16,-3 3 0 0,0-3 0 0,0 2 0 16,0-2 0-16,0 3 0 0,0-3 0 0,-1 0 0 15,1 3 0-15,0-3 0 0,-3 2 0 0,3-2 0 0,0 0 0 16,-3 3 0-16,3-3 0 0,0 0 0 0,-4 3 0 0,1-3 0 0,0 2 0 16,0-2 0-16,-3 0 0 0,3 3 0 0,0-3 0 15,-3 2 0-15,3-2 0 0,-3 0 0 0,3 3 0 0,0-3 0 16,-4 0 0-16,4 3 0 0,0-3 0 0,-3 2 0 15,3-2 0-15,0 0 0 0,0 0 0 0,3 3 0 16,-3-3 0-16,0 0 0 0,2 0 0 0,-2 3 0 16,0-3 0-16,3 2 0 15,-3-2 0-15,0 0 0 0,0 0 0 0,0 0 0 16,0 0 0-16,0 3 0 0,0-3 0 0,-4 0 0 0,4 0 0 0,0 3 0 16,-3-3 0-16,0 2 0 0,0-2 0 0,0 0 0 15,-3 0 0-15,3 0 0 0,-3 0 0 0,3 0 0 16,0 3 0-16,-3-3 0 0,3 3 0 0,-1-3 0 15,-2 0 0-15,3 0 0 0,0 0 0 0,-3 0 0 16,3 0 0-16,0 0 0 0,0 0 0 0,0 2 0 16,0-2 0-16,-3 0 0 0,3 0 0 0,0 0 0 15,0 0 0-15,0 0 0 0,0 0 0 0,-4 0 0 16,4 0 0-16,0 0 0 0,0 0 8 0,0 0-8 16,-3 0 0-16,3 0 0 0,0 0 0 0,-3 0 8 15,3 0-8-15,-3 0 0 0,3 0 0 0,0 0 0 16,-3 0 0-16,3 0 0 0,-3 0 9 0,2 0-9 0,-2 0 0 15,3 0 0-15,-3 0 0 0,3 0 8 16,-3 3-8-16,0-3 0 0,0 0 0 0,3 0 0 0,-3 0 0 16,0 0 8-16,0 0-8 0,-3 0 0 15,3 0 0-15,0 0 0 0,-3 0 0 0,3 0 8 0,0 0-8 16,-3 0 0-16,3 0 0 0,-3 0 0 16,2 0 0-16,-5 0 8 0,6 0-8 0,-3 0 0 0,3 0 0 0,0 0 9 15,0 0-9-15,0 0 0 0,0 0 9 0,0 0-9 16,0 0 0-16,0 0 9 0,0 0-9 0,3 0 8 15,-3 0-8-15,0 0 8 0,0 0-8 0,0 0 0 0,3 0 9 16,-3 0-9-16,0 0 0 0,3 0 9 0,-4 0-9 16,1 0 0-16,0 0 9 15,3 0-9-15,-3 0 0 0,3 0 9 0,-3 0-9 0,0 0 0 0,3 0 9 0,-3 3-9 16,0-3 0-16,3 0 8 0,-3 0-8 0,0 0 0 16,0 0 0-16,0 0 8 0,-3 0-8 0,3 0 0 15,-6 0 0-15,6 0 8 0,-6 0-8 0,3 0 0 16,2 0 0-16,-5 0 0 0,6 2 0 0,0-2 8 15,-3 0-8-15,0 3 0 0,3-3 0 0,-6 0 0 16,3 0 0-16,3 0 0 0,0 0 0 0,-6 0 8 16,3 0-8-16,3 0 0 0,0 0 0 0,-3 0 0 15,0 2 0-15,3-2 8 0,-3 0-8 0,-3 0 0 16,3 0 0-16,3 3 8 0,-6-3-8 0,3 0 0 16,-3 0 0-16,3 0 8 0,3 0-8 0,-6 0 0 15,0 0 0-15,3 0 0 0,3 0 0 0,-6 0 0 16,3 3 0-16,-3-3 0 0,3 0 0 0,-3 0 0 15,6 2 0-15,-6-2 0 0,0 0 0 0,3 0 8 16,-3 0-8-16,0 0 0 0,6 0 0 0,-6 0 0 16,0 0 0-16,0 0 0 0,3 3 0 0,-3-3 0 15,0 0 0-15,2 0 0 0,-2 0 0 0,0 0 0 0,6 0 0 0,-6 0-12 16,0 0 2-16,3 0 0 16,-3 0-69-16,0 0-13 0,6 0-4 0</inkml:trace>
  <inkml:trace contextRef="#ctx0" brushRef="#br0" timeOffset="63901.969">20827 9428 748 0,'0'0'32'0,"6"0"-32"16,0 0 75-16,-6 0 9 0,3 0 1 0,3-3 1 15,-6 3-5-15,6 0-1 0,-6 0 0 0,0 0 0 16,3-3 16-16,-3 3 4 0,0 0 0 0,0 0 0 16,0 0-1-16,0 0 0 0,3-2 0 0,-3 2 0 15,0 0-7-15,0 0-2 0,0 0 0 0,0 0 0 16,0 0-14-16,0 0-4 0,0 0 0 0,0 0 0 16,0 0-19-16,0 0-4 0,0 0-1 0,0 0 0 15,2 8-11-15,-2-3-2 0,0 3-1 0,0 0 0 16,0 0-11-16,0 2-3 0,0 1 0 0,0 0 0 15,0 2-8-15,-2 0-3 0,2 3 0 0,0 0 0 16,0 2-9-16,0-2 0 0,0 0 9 0,0 0-9 16,0 2 0-16,-3-2 0 0,3 0 0 0,0 3 0 15,0-3 0-15,0-1 0 0,0 1 0 0,0 0 0 16,0-3-26-16,-3 3-10 0,3 0-1 0,0 0-1 16,0-3 38-16,0 3 0 0,0 0 0 0,0-3 0 15,3 1 0-15,-3-1 0 0,0-3 0 0,3 4 0 16,-3-7-59-16,0 1-4 0,2-2-1 0</inkml:trace>
  <inkml:trace contextRef="#ctx0" brushRef="#br0" timeOffset="64255.803">21181 9496 1773 0,'-3'-31'36'0,"3"23"11"0,-3-3-38 0,3 3-9 0,0 0 0 0,-3 0 0 16,3 0 126-16,-3 3 23 0,3 0 5 0,0 0 1 16,0 5-50-16,0 0-9 0,0 0-3 0,0 0 0 15,0 0-23-15,0 0-5 0,0 0-1 0,0 0 0 16,0 0-25-16,0 0-6 0,-6 5-1 0,0 0 0 16,3 6-13-16,0-1-3 0,0 1-1 0,0 5 0 15,0 0-7-15,3 2 0 0,-3 1-8 0,0-1 12 16,0 1-12-16,3 2 8 0,0-3-8 0,-3 1 0 15,3-1 8-15,0 1-8 0,0-3 0 0,0 0 0 16,3 0 0-16,-3 0 8 0,3-1-8 0,-3 1 0 16,3 0 0-16,0-3 11 0,0 1-11 0,-3 1 10 15,3-1 8-15,-3 2 2 0,0-3 0 0,3 0 0 16,-3 0-20-16,0 1 0 0,3-1 0 0,-3-3 0 16,0-2 0-16,3 0-14 0,-3 0 2 0,0-3 1 15,3 1-85-15,-3-6-16 0,3 5-4 0</inkml:trace>
  <inkml:trace contextRef="#ctx0" brushRef="#br0" timeOffset="66649.062">16668 5514 2066 0,'-3'-5'43'0,"0"2"10"15,1-2-42-15,-1 2-11 0,3 3 0 0,-3-2 0 16,3 2 104-16,0 0 20 0,-6-3 3 0,6 3 1 16,0 0-52-16,-6 3-9 0,6-3-3 0,-6 2 0 0,3 4-51 0,-3-1-13 0,3 0 0 0,0 3 0 15,3 0 10-15,-3-3-1 0,3 3 0 0,0 0 0 16,0-2-9-16,0 2-12 0,0 2 2 0,3-7 1 16,0 2 9-16,0 0 0 0,-3-5 0 15,3 6 0-15,0-4 0 0,3 4 0 16,0-4 0-16,0 1 0 0,0 0 0 15,-1-3 0-15,1-3 0 0,0 3 0 0,0-3 49 16,-3 1 12-16,3-1 3 0,-3-2 0 0,3 2-52 0,-6-2-12 0,3-1 0 0,0 1 0 16,-3-3 42-1,3 3 6-15,-3 0 0 0,-3-1 1 0,0-2-27 0,0 3-6 0,0-3 0 0,-3 3-1 16,3 0 21-16,-3-1 4 0,0 1 0 0,0 2 1 16,0-2-21-16,-2 2-5 0,2-2-1 0,0 5 0 15,-3-3-14-15,3 3 0 0,0 0 0 0,0 3 0 16,0 0 0-16,3-1 0 0,-3 4-9 0,0 2 9 15,3-3-8-15,0 0 8 0,0 3 0 0,3 0-9 16,-3-3 9-16,3 3-10 0,0-2 10 0,0 2-10 16,3-3-2-16,0 3 0 0,0-3 0 0,3 0 0 15,0-2-14-15,-3 2-3 0,3-2-1 0,0 0 0 16,3-3 42-16,-3 0 9 0,3 0 2 0,-3 0 0 16,3 0-37-16,-4-3-7 0,4 0-2 0,0 1 0 15,-3-4 41-15,0 4 8 0,0-4 2 0,0 4 0 16,-3-1-14-16,3-5-2 0,-3 3-1 0,-3 0 0 15,3-1 2-15,-3 4 1 0,-3-4 0 0,3 1 0 16,-6 0 0-16,3-1 0 0,-3 1 0 0,0 0 0 16,-3 2-2-16,3 1 0 0,-6-4 0 0,4 6 0 15,-1-2-12-15,0 2 0 0,0 0 0 0,-3 2 0 16,3 1 0-16,3 0-8 0,-3-1 8 0,3 4 0 0,0-1 0 0,0 0-10 16,3 3 10-16,0-3-8 0,0 3 8 0,3-2-13 15,0-1 5-15,0 0 8 0,0 3-16 0,3-5 4 0,0 2 0 16,0 0 1-16,3 1 3 0,0-4 0 0,0 1 0 15,3 0 0-15,0-1 8 0,0-2-10 0,0 0 10 16,3 0-10-16,-3 0 10 0,2-2 0 0,1-1 0 16,0 0 0-16,0 1 0 0,0-1 0 0,-3-2 0 15,3-1 0-15,-3 1 0 0,-3 0 0 0,0 0 0 0,0-1 0 16,-3 4 11-16,0-4-3 0,-3-2 0 0,0 3 0 16,0 0 4-16,-6-1 1 0,3-1 0 0,-3 1 0 15,-3-2-1-15,3 6-1 0,-3-4 0 0,-3 1 0 16,3 2-11-16,0 1 10 0,-3-1-10 0,0 3 10 15,0 0-10-15,4 0 0 0,-4 3 0 0,3-1 0 16,0 1 0-16,0 2 0 0,0 3 0 0,3-2 0 16,0 2 0-16,0-1 0 0,3 1 0 0,0 0-11 15,0 0 2-15,3 0 0 0,0 0 0 0,0 0 0 16,3 0-3-16,0 0-1 0,0-3 0 0,3 3 0 16,0-2 3-16,0 1 1 0,3-1 0 0,0-4 0 15,3 1 9-15,-3 0-8 0,3-3 8 0,-1 2-8 16,1-2 8-16,0-2 0 0,-3 2 0 0,3-3 0 15,-3 0 0-15,-3 1 0 0,3-4 0 0,-6 4 0 16,3-1 12-16,-3-2-1 0,-3 0-1 0,0-1 0 16,0 1 2-16,-3 0 0 0,0-3 0 0,0 0 0 15,-3 0-12-15,0 0 10 0,0 0-10 0,0-3 10 0,0 3-10 16,-3 1 0-16,3-4 0 0,0 3 0 16,-3 0-24-16,3 0-3 0,0 3-1 0,0 0 0 15,1-1-108-15,5 6-23 0,-3-2-4 0,3 2-1 16,0 0-64-16,0 0-12 0,0 0-4 0</inkml:trace>
  <inkml:trace contextRef="#ctx0" brushRef="#br0" timeOffset="67531.915">16713 5596 2214 0,'0'0'46'0,"0"0"11"0,0 0-45 0,0 0-12 0,0 0 0 0,0 0 0 16,0 0 108-16,0 0 19 0,0 0 4 0,0 0 1 15,0 0-53-15,0 0-11 0,0 0-1 0,0 0-1 16,0 6-22-16,3-1-4 0,-3-2 0 0,3 2-1 16,-3 3-15-16,0-3-2 0,3 3-1 0,-3 0 0 15,0 0-9-15,3 0-3 0,-3 2 0 0,0 1 0 16,3 0-9-16,-3-1 0 0,0 3 0 0,3 1 0 16,-3-1 0-16,0 5 0 0,3 1 0 0,-3-1 0 15,3 4 0-15,-3-1 0 0,3 0 0 0,0 3 0 16,0-3 0-16,-3 3 0 0,3-3 0 0,-3 0 0 15,3 0 0-15,-3 0 0 0,3 1 0 0,-3 1 0 16,3 4 0-16,-3 2 0 0,3 0 0 0,-3 5 0 16,3 1 11-16,0-1-3 0,0 3-8 0,0 3 12 15,3-6-4-15,0-2-8 0,-3 0 11 0,2 2-11 16,1 3 0-16,0 0 0 0,-3 3 0 0,3 2 0 0,0-2 0 16,-3 0 0-16,0-1 0 0,3 4 0 0,-3-6 58 0,0 0 5 15,3 0 1-15,-3 3 0 0,0-1-52 16,0 4-12-16,0 2 0 0,0 0 0 0,0-6 0 0,3 1 0 15,-3-3 0-15,0 5 0 0,3-5 0 0,-3 3 0 0,0 0 0 0,0 2 0 16,0-2 0-16,0-1 0 0,0-1 0 0,0 4 0 16,0-8 0-16,0 1 0 15,3-1 0-15,-6 0 0 0,3 1 0 0,-3 2 0 0,2 0 0 0,-2 0 0 16,0 0 0-16,3-3 0 0,-3-2 0 0,0 3 0 16,3-6 0-16,-3 0 0 0,3-3 0 15,-3 1 0-15,3-1 0 0,-3 1 0 0,0-1 0 16,3 1 0-16,-3-1 0 0,0-2 0 0,3 2 0 0,-3 1 0 15,3-3 0-15,-3-3 0 0,0 0 0 0,3-3 0 16,-3 1 21-16,0-1 2 0,3-2 0 0,-3-2 0 16,0 1-23-16,3-1 0 0,-3-1 0 0,0 0 0 15,0 0 0-15,0-2 0 0,0 0 0 0,0 2 0 16,3-3 11-16,-3 1-3 0,0-1 0 0,0 4 0 16,0-4-8-16,0 1 0 0,0-1-12 0,0 4 12 15,3-4 0-15,-3 4 0 0,0-4 0 0,0 1 0 16,0-1 0-16,0 1 0 0,0-1 8 0,0 1-8 15,3-3 0-15,-3 3 0 0,0-4 0 0,0 1 0 16,3 3 0-16,-3-3 0 0,0 0 0 0,3-3 0 16,-3 3 0-16,0 0 0 0,3-3 0 0,-3 1 0 15,0-1 0-15,3 3 0 0,-3-3 0 0,0 0 0 16,3 1 0-16,-3-1 0 0,0 0 0 0,3 1 0 0,-3-1 0 0,0 3 0 16,3-3 0-16,-3 0 0 0,0 1 0 0,3 2 0 15,-3-3 0-15,3 0 0 0,-3 3 0 0,0-3 0 16,3 1 0-16,-3-1 0 0,0-5 0 0,0 8 0 15,3-3 0-15,-3 3 0 0,3 0 0 16,-3-3 0-16,0 3 0 0,3-2 0 0,-3-1 0 0,0 3 0 16,0-3 0-16,0 1 0 0,0 1 0 15,0-1 0-15,3-1 0 0,-3 0 0 0,0 3 0 0,0-8 0 0,3 6 0 0,-3-1 0 16,0-5 0-16,0 5 0 0,3 3 0 0,-3-8 0 16,0 0-8-16,0 5-8 0,0-5 0 0,0 0-1 15,0 0-60-15,6 3-12 0,-6-3-3 16,6 0 0-16,0 0-68 0,3-3-15 0,0-2-2 15</inkml:trace>
  <inkml:trace contextRef="#ctx0" brushRef="#br0" timeOffset="69089.654">17026 9031 2030 0,'0'0'57'0,"0"0"14"16,-3 5-57-16,3-5-14 0,-3 5 0 0,0 1 0 16,0-1 105-16,3 0 19 0,-3 1 3 0,3 1 1 15,0-1-52-15,-3 2-9 0,3 0-3 0,0 0 0 16,0 2-51-16,0 3-13 0,0-2 0 0,0 0 0 0,3 2 0 16,-3 0 0-16,0 0 0 0,3 0 0 0,-3 1 0 0,3-4 0 15,-3 4 0-15,3-1 0 16,-3-3 0-16,3 4 0 0,-3-1 0 0,0-3 0 0,3 4 0 15,-3-1 0-15,0-3 0 0,3 4 0 0,-3-4 32 16,0 3 4-16,3-2 1 0,-3 0 0 16,0 2-8-16,3-3-1 0,-3 4-1 0,3-4 0 15,0 1-27-15,-1 2 0 0,1-2 0 0,0-1 0 0,0 1-10 0,3-3-7 0,-3 0-2 16,0 0 0-16,3 0 19 0,0-3 9 0,0 0-1 0,0 0 0 16,0 1 2-16,0-4 0 0,3 1 0 0,-3 0 0 15,0-1-10-15,3 1 0 0,3-3 0 0,-3 0 0 16,3 3 0-16,-1-3 0 0,1-3 0 0,3 3 0 15,-3 0 8-15,3-3-8 0,0 3 8 0,0 0-8 16,0-2 0-16,0 2 0 0,-1-3 0 0,4 3 0 16,-3 0 0-16,0-3 0 0,-3 3 0 0,6 0 0 15,-3 0 0-15,3 0 0 0,-1 3 0 0,4-3 0 16,0 0 0-16,3 3 0 0,0-3 0 0,3 2 0 16,2 1 0-16,-2-3 0 0,6 0 0 0,-3 3 0 15,-4-1 0-15,1 1 0 0,0-3 0 0,3 5 0 16,-3-2 0-16,-1 0 0 0,4 2 0 0,0 0 0 15,3-2 0-15,-1 2 0 0,1 0 0 0,3 1 0 16,0-1 0-16,-4 0 0 0,1 0 0 0,3 1 0 16,-4-1 0-16,4 3 0 0,0-3 0 0,3 1 0 15,-4-1 0-15,7 0 0 0,-3 0 0 0,-1-2 0 16,1 2 0-16,-6 3 0 0,3-2 0 0,-1-1 0 16,1 0 44-16,3 1 16 0,-1-1 3 0,4 0 1 0,-3 0-64 15,-1-2-10-15,1 2-3 0,0 1-1 0,-3-1 14 16,-1 0 0-16,1-2 0 0,0 2 0 0,-4-2 0 0,7-1 0 15,-3 1 8-15,0 2-8 0,-1-2 0 0,-2 0 0 16,0-1 0-16,-3 4 0 0,-1-4 8 0,-2-2-8 0,0 3 0 16,0 0 0-16,-3-1 0 0,2-2 0 0,1 0 0 15,0 3 0-15,-3-1 8 0,-1 1-8 16,1-3 0-16,-3 3 0 0,3-1 0 0,-6 1 0 0,3 0 8 0,-6-3-8 16,2 2 0-16,-2 1 0 15,-3-3 0-15,0 3 0 0,0-3 0 0,0 0 0 0,0 2 0 16,0-2 0-16,-3 0 8 0,3 0-8 0,-1 0 0 15,1 0 0-15,-3 0 0 0,3-2 0 0,0 2 0 0,0 0 0 16,0 0 0-16,0 0 0 0,0 0 0 0,0 0 0 16,0 0 8-16,-1 0-8 0,1 0 0 0,0 0 0 15,0 0 0-15,-3 0 0 0,3 0 0 0,0 0 0 16,-3 0 0-16,3 0 0 0,0 0 0 0,-3-3 0 16,2 3 0-16,-2-3 0 0,0 3 0 0,0 0 0 15,0 0 0-15,0 0 0 0,0-2 0 0,0 2 0 16,0 0 0-16,-3 0 0 0,3-3 0 0,-3 3 0 15,0 0 0-15,3 0 0 0,-3-3 0 0,3 3 0 16,-1 0 0-16,-2-2 0 0,3-1 0 0,0 3 0 16,0-3 0-16,0 3 0 0,0-2 0 0,3 2 0 15,-3-3 0-15,0 3 0 0,0 0 0 0,0 0 0 16,0 0 0-16,-3 0 0 0,3-2 0 0,-1 2 0 16,1 0 8-16,-3 0-8 0,6 0 0 0,-6 0 0 15,3 0 10-15,0 0-10 0,-3 0 8 0,3 0-8 16,-3 0 11-16,0 0-3 0,0 0-8 0,3 0 12 15,-3 2-4-15,0-2 0 0,0 0-8 0,0 3 12 16,-1-3-4-16,1 2-8 0,0-2 11 0,0 3-11 16,0-3 8-16,0 0-8 0,0 3 0 0,0-3 0 0,0 2 8 15,0-2-8-15,0 0 0 0,0 3 0 0,0-3 9 0,0 3-9 0,0-3 0 16,-3 0 9-16,3 0-9 0,-6 0 0 0,3 0 9 0,-3 0-9 16,6 0 0-16,-6 0 9 0,3 0-9 0,-3 0 0 15,0 0 8-15,0 0-8 0,6 0 0 0,-6 0 0 16,0 0 0-16,3 0 0 0,-3 0 0 0,0 0 0 15,6 2 0-15,-6-2 0 0,3 0 0 0,-3 0 0 16,0 0-11-16,2 0-5 0,-2 0-2 0,0 0 0 16,6 0-24-16,-6 0-5 15,3 0-1-15,-3 0 0 0,3-5-158 0,-3-3-32 0</inkml:trace>
  <inkml:trace contextRef="#ctx0" brushRef="#br0" timeOffset="73506.832">16716 5305 991 0,'0'0'42'15,"0"0"-34"1,-3 3 80-16,3-3 15 0,-6 5 3 0,0 0 1 16,6-5-7-16,-3 3 0 0,3-3-1 0,-6 5 0 0,0-2-18 0,3 2-3 15,3-5-1-15,-6 3 0 0,0 2 2 16,0-2 0-16,1 0 0 0,-1 2 0 0,0-2-15 0,0 2-2 0,-3 0-1 0,3 0 0 16,-3 3-19-1,0 0-4-15,3 3-1 0,-3-6 0 16,0 6-15-16,3-3-3 0,0 5-1 0,-3-8 0 15,3 6-18-15,0-1 8 0,0 1-8 0,3 0 0 0,0-1 0 16,3 3 0-16,0-2 0 0,0 2-12 0,3-2 12 0,0-1 0 0,0 1 0 16,3 2 0-16,-3-8 0 0,3 3 0 15,3 3 0-15,0-3 0 0,0 0 0 0,0-3 0 0,0 0 0 0,3 1 0 16,0-4 0-16,0 1 0 0,3 0 0 0,-1-3 0 16,1 0 8-16,0-3 0 0,3 0 1 0,-3 1 0 15,0-1 8-15,0-2 2 0,0-1 0 0,-1-1 0 16,-2 1 5-16,0-2 0 0,0 0 1 15,0 0 0-15,-3 3 3 0,0-5 1 0,-3-1 0 0,0 0 0 16,0 1 6-16,-3-3 1 0,0 2 0 0,-3-2 0 16,0 0-5-16,-3-1-1 0,0 1 0 0,0 2 0 15,0 1-12-15,-3-3-2 0,0-1-1 0,0 4 0 16,-3 2-5-16,0-3-1 0,0 3 0 0,-3 3 0 16,-3 0-9-16,3 0 0 0,-2 2 9 0,-1 3-9 15,0 0 0-15,-3 0 0 0,3 3 0 0,-3-1 0 16,3 1 0-16,-3 2 0 0,4 3 0 0,2 0 0 15,0 0 10-15,0 2 7 0,0 1 2 0,3 2 0 16,3-2-67-16,0 2-12 0,0-2-4 0,0 5 0 16,3-6 51-16,3 3 13 0,0-2 0 0,0 0 0 15,3-1-20-15,0 1 0 0,3-3 1 0,0 2 0 16,0-4 7-16,3 4 2 0,0-7 0 0,3-1 0 0,0 1 10 16,0 0 0-16,3-3-9 0,-4 2 9 0,4-4 0 15,0 2 0-15,-3-3 0 0,3 0 0 0,-3-2 0 0,0 0 0 0,-3 0 12 16,3-1-4-16,-3-2 9 0,-3 3 2 15,2-3 0-15,-5 0 0 0,0-2 5 0,0 2 2 16,-3-3 0-16,0 0 0 0,-3-2-4 16,0 3-1-16,0-1 0 0,-2 0 0 15,-4 1-8-15,0-1-1 0,0 3-1 0,0 0 0 0,-3 0-3 16,3 6-8-16,-3-6 12 0,0 5-4 0,0 1-8 16,0 2 0-16,0 0 0 0,1 2 8 0,2 1-8 0,-3 5 8 0,3-3-8 0,0 3 8 15,3 0-8-15,0 0-14 0,0 3 3 0,0-1 1 16,3 3 10-16,0-2-10 0,0 2 10 0,3-2-10 15,0-1-2-15,0 4 0 0,3-7 0 0,0 4 0 16,3 0 3-16,0-6 0 0,0 3 0 0,0-3 0 16,3 3 9-16,0-8 0 0,0 3-9 0,0-3 9 15,2 2 0-15,-2-2 0 0,3-2 0 0,-3 2 0 16,0-3 0-16,0 3 10 0,0-8-10 0,0 6 10 16,0-4 3-16,-3 1 1 0,0 2 0 0,0-5 0 15,0 3 0-15,-3 0 0 0,0-3 0 0,0 3 0 16,0-3-4-16,-3 0-1 0,0 2 0 0,0-2 0 15,0 3-9-15,-3 0 8 0,0 0-8 0,0-1 8 16,0 1-8-16,0 2 0 0,3 3 0 0,-6 0 0 16,0 0 0-16,0 0-12 0,0 3 2 0,-3 0 1 15,3 2-20-15,-3 0-4 0,3 1-1 0,-3 1 0 16,0 1-20-16,3 0-4 0,-3 0-1 0,0 0 0 16,4 0-32-16,-1 3-6 0,0-3-2 0,3 0 0 15,0-3-61-15,3 3-12 0,-3-3-2 0</inkml:trace>
  <inkml:trace contextRef="#ctx0" brushRef="#br0" timeOffset="74962.423">17797 6901 1744 0,'0'0'36'0,"0"0"8"16,0 0-35-16,-3-6-9 0,3 6 0 0,-3-2 0 16,-3-3 127-16,3 2 23 0,0-2 5 0,-3-1 1 15,3 4-59-15,0-4-11 0,-3 4-2 0,3-4-1 16,-3 4-23-16,0 2-5 0,0-3-1 0,0 3 0 0,-3-3-17 0,0 3-3 15,3 0-1-15,-3 3 0 0,0-3-9 0,0 3-3 16,4-1 0-16,-4 4 0 16,0-4-13-16,0 4-8 0,3-4 10 0,-3 4-10 15,0 2 0-15,0-3 0 0,3 3 0 0,0 0 0 0,-3 0 0 0,3 0 0 0,3 0 0 0,-3 2 0 16,3 1 0-16,3-1 0 0,0 1 0 0,-3-1 0 16,6 1-9-16,0 0 9 0,0 2 0 15,3-3-9-15,0 1 9 0,0 0 0 0,0-3 0 16,3-1-8-16,0 1 8 0,0-2 0 0,3-1-9 15,0 0 9-15,0-2 0 0,2 0 0 0,1-3 0 0,0-3 0 16,0 3 0-16,0-3 0 0,-3-2 0 0,3 2 0 16,-3-2 0-16,3 0 0 0,-4-3 0 0,4 3 0 15,-3-3 0-15,0 0 0 0,0-3 0 0,-3 3 0 16,0-2 26-16,-3 2 6 0,0 0 2 16,0-3 0-16,-3 3-3 0,-3-2-1 0,0 2 0 0,0 0 0 15,-3-3-5-15,0 3-1 0,-3-2 0 0,0 2 0 16,0-3 13-16,0 3 3 0,-3-2 0 0,0 2 0 15,0 0-32-15,-3 2-8 0,3-2 0 0,0 3 0 16,-2 0-8-16,2 0-4 0,0-1 0 0,0 4 0 16,0 2 12-16,-3-3 0 0,3 0 0 0,-3 3 0 15,0 3 0-15,3 0 0 0,0-3 0 0,0 5-8 16,0 0 8-16,1 0 0 0,2 1-9 0,-3-1 9 16,3 3-9-16,0 0 9 0,0 3-12 0,0-4 12 15,3 1-20-15,3 3 4 0,-3 0 0 0,3-1 0 16,3 1 1-16,-3-1 1 0,3 1 0 0,3-1 0 0,0 4 2 15,0-4 0-15,3 1 0 0,0-1 0 0,-1-2 3 16,4 0 1-16,-3 0 0 0,3-2 0 0,0-1 8 16,0 0 0-16,-3-5-9 0,0 3 9 0,3-3 0 0,-3-3 0 0,0 1 0 15,3-1 0-15,-4-2 0 0,1-1 0 0,3 1 0 16,-3-3 0-16,0 0 12 16,-3 0-4-16,0 0 0 0,0-2 0 0,-3 2 11 0,0 0 1 0,0-3 1 15,-3 3 0-15,-3-2 19 0,3 2 3 0,-3 0 1 16,-3 0 0-16,3 0-36 0,-3 0-8 0,0 0 0 15,0 0 0-15,-3 0 0 0,0 0 0 16,0 0 0-16,1 3 0 0,2 0 0 0,-3 2 0 16,0 0 0-16,3 1 0 0,-3 2 0 0,0 0 0 0,3 0 0 0,-3 2 0 15,3 4-9-15,-3-4 9 0,0 4 0 0,3 2 0 16,-3-3-9-16,3 3 9 0,0 0 0 0,3 0-9 16,0-3 9-16,0 3 0 0,0 0 0 0,3 0-8 15,-2-3 8-15,2 3 0 0,2 0 0 0,-2-3-8 16,0 1 8-16,3 1 0 0,-3-7 0 0,3 6 0 15,0-1 0-15,-3-5 0 0,6 3 0 0,-6-3 0 16,6 2 0-16,0-2 0 0,0-2 0 0,0 2 0 16,0-3-19-16,0-2 2 0,0-1 0 0,0 1 0 15,3 0-116-15,-3-3-23 0,0 0-5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50:28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17895 4850 2508 0,'-6'-3'71'0,"3"-2"16"15,0 3-70-15,0-1-17 0,0-2 0 0,3 5 0 16,-3-6 55-16,0 4 7 0,3 2 2 0,0 0 0 16,-3-3 0-16,3 3 0 0,0 0 0 0,-6-3 0 15,6 3 0-15,-3 3 0 0,-3 2 0 0,0 1 0 16,0 2-52-16,0 2-12 0,0 1 0 0,-3 2 0 15,3 3 0-15,0 0 0 0,1 2 0 0,-1 3 0 16,3 1 0-16,0-1 0 0,0 0 0 0,0 3 0 16,0-3-30-16,3 0-9 0,3 0-1 0,-3 0-1 15,3-7-37-15,3 1-7 0,-3-1-2 0,3-4 0 16,-1-2 51-16,1-2 9 0,3 1 3 0,0-7 0 16,3 0-13-16,-3 0-3 0,3-5 0 0,0-3 0 15,0 3 40-15,3-6 0 0,-3 3 0 0,3-7 0 16,-4 4 24-16,1-5 13 0,3 0 3 0,-3 0 0 15,0-2-13-15,-3 2-3 0,-3 0 0 0,3 0 0 0,-6 0 32 0,3 3 7 16,-3-3 1-16,0 6 0 0,-3-1 0 0,0 3 0 16,0 0 0-16,-3 0 0 0,0 6-52 0,0-4-12 0,3 6 0 15,0 0 0-15,-6 3 0 0,0 0 0 0,0-1 0 0,0 6 0 16,0 0 0-16,0 0 0 0,0 3 0 0,3-1 0 16,0 3 0-16,3 1 0 0,0 4 0 0,0-5 0 15,3 1 0-15,3 2 0 0,0-1 0 16,0-1 0-16,3-1 0 0,0-3 0 0,3 1 0 0,-3 0 0 15,3-6 0-15,2 0 0 0,1-2 0 0,-3-1 0 16,3-2 0-16,-3-2 0 16,3-1 0-16,-3-2 0 0,0-3-8 0,0 0-5 0,0-3-1 0,-1-2 0 15,1 0 22-15,-3-6 5 0,0 6 1 0,0-8 0 16,0 5 23-16,0-5 5 0,-3 5 1 0,0-2 0 16,0 2-12-16,0-3-3 0,-3 6 0 0,0-3 0 15,-3 0-16-15,3 0-3 0,-3 3-1 0,-3 0 0 16,3-6-8-16,-3 6 0 0,0 0 0 0,-3 0 8 15,3-1-20-15,-3 1-4 0,3 3 0 0,-3 2-1 16,3 2-89-16,0 1-18 0,3 5-3 0</inkml:trace>
  <inkml:trace contextRef="#ctx0" brushRef="#br0" timeOffset="435.38">18401 4982 2066 0,'0'0'43'0,"0"0"10"0,0 0-42 0,0 0-11 0,0 0 0 0,0 0 0 15,0 0 132-15,0 0 24 0,0 0 4 0,0 0 2 16,3 6-54-16,0-1-12 0,-3 0-1 0,0 6-1 16,0-3-46-16,0 2-10 0,0 1-2 0,0 2 0 15,0 0 7-15,0 3 1 0,-3 0 0 0,0 5 0 16,3-7-12-16,-3 1-3 0,0 1 0 0,0 0 0 15,3 0-9-15,-3 0-3 0,0-3 0 0,0 3 0 16,0-3-17-16,0 1 0 0,0-1 0 0,-3 3 0 16,3-6 8-16,0 1-8 0,0 5 0 0,0-3 0 15,0 0 0-15,0 0 0 0,0 1 0 0,3-1 0 16,-3-3 0-16,3-2 0 0,0 3 0 0,0-3 0 16,0 0-150-16,0-3-34 0,3 0-6 0</inkml:trace>
  <inkml:trace contextRef="#ctx0" brushRef="#br0" timeOffset="6146.212">8772 8126 1208 0,'-18'-5'25'0,"12"5"6"0,0-3-31 0,-3 3 0 0,3 0 0 0,-3 0 0 16,0 0 90-16,0 3 12 0,0-3 2 0,-3 2 1 16,3 1-27-16,-3-3-6 0,3 3 0 0,1 2-1 15,-4-3-21-15,3 1-4 0,0 0-1 0,0-1 0 16,0 4-11-16,0-4-2 0,3 4-1 0,0-1 0 16,0-2-1-16,0 2 0 0,0-3 0 0,3 4 0 15,-3-1-12-15,3 0-2 0,3-5-1 0,-3 6 0 16,0 2-7-16,3-8 0 0,0 5-8 0,-3 0 12 15,3-5-20-15,3 5-5 0,-3 1-1 0,6-1 0 16,-3-2 14-16,3-1 0 0,0 1 0 0,0 0 0 16,0-3 48-16,3 0 13 0,0 2 3 0,0-2 0 15,3 0-52-15,0 0-12 0,3 0 0 0,-1 0 0 0,1-2 0 16,0 2 0-16,0-3 0 0,0 3 0 0,0 0 11 0,3-3-11 16,-3 3 12-16,0-2-12 0,2 2 12 0,-2 0-4 15,0-3 0-15,3 3-8 0,-3 0 9 0,0-3-9 16,0 1 0-16,-3 2 9 0,2-3-21 15,1 3-4-15,-3 0 0 0,6-3-1 0,-3 3 17 0,0 0 0 16,0 0 0-16,0 0 0 0,2 0 12 16,-2 3 7-16,3-3 1 0,-3 0 0 0,0 3-20 0,0-3 0 15,3 2 0-15,-3 1 0 0,-1-3 0 0,1 0 0 0,0 3 0 16,0-3 0-16,0 2 0 0,0 1 0 0,0-3 0 16,-3 0 0-16,3 3 0 0,-4-3 0 0,4 0 0 0,-3 0 0 15,0-3 0-15,3 3 0 0,-3 0 0 0,3-3 0 16,0 3 0-16,0-2 0 0,2 2 0 0,-2 0 0 15,0-3 0-15,0 3 0 0,0-3 0 0,3 3 0 16,-6-2 0-16,3 2 0 0,0 0 0 0,-1 0 0 16,-2 0 8-16,3 0-8 0,0 0 0 0,0 0 0 15,-3 0 0-15,3-3 0 0,0 3 0 0,-3 0 0 16,-1-3 0-16,4 3 0 16,-3-2 0-16,0 2 0 0,0-3 0 0,0 3 0 0,0-2 0 0,0 2 0 15,0-3 0-15,0 3 0 0,0 0 0 0,-1-3 0 16,1 3 0-16,3-2 0 0,-3 2 0 0,0 0 0 15,3 0 0-15,-3 0 0 0,3 0 0 0,0 0 0 16,-1 0 0-16,-2 0 0 0,3 0 0 0,0 0 0 16,-3 2 0-16,3-2 0 0,3 3 0 0,-6-3 0 15,3 0 0-15,-1 0 0 0,-2 0 0 0,3-3 0 16,-3 3 0-16,0-2 0 0,3 2 0 0,-3-3 0 16,3 0 0-16,-3 3 0 0,3-2 0 0,-4 2 0 15,4-3 0-15,0 3 0 0,0-3 0 0,-3 3 0 0,3-2 0 16,0 2 0-16,0 0 0 0,0-3 0 0,-1 3 0 0,1 0 0 15,0-3 0-15,0 3 0 0,0 0 0 0,0 0 0 16,0 0 0-16,0-2 0 0,2 2 0 0,-2 0 0 16,0-3 0-16,0 3 0 0,0-3 0 15,-3 3 0-15,3-2 0 0,0-1 0 0,0 1 0 0,2 2 0 0,-2-3 0 16,3 3 0-16,0-3 0 0,0 3 0 16,0-2 0-16,3 2 0 0,-4 0 0 0,1 0 0 0,0 0 0 15,0 2 0-15,0-2 0 0,0 3 0 0,0-3 0 16,-1 0 0-16,-2 0 0 0,3 0 0 0,-3 0 0 0,3-3 0 15,-3 3 0-15,0 0 0 0,0-2 0 0,-1 2 0 16,1 0 0-16,0 0 0 0,3-3 0 0,-3 3 0 16,0 0 0-16,3 0 0 0,-3 0 0 15,2 0 0-15,-2 3 0 0,0-3 0 0,0 0 0 0,0 0 0 16,0 2 0-16,0-2 0 0,0 3 0 0,-3-3 0 16,2 0 0-16,1 0 0 0,0 0 0 0,0 0 0 15,-3 0 0-15,3 0 0 0,-3 0 0 0,3 0 0 16,-3 0 9-16,-1-3-9 0,4 1 0 0,-3 2 9 15,3-3-9-15,3 0 0 0,0 1 0 0,-3 2 8 16,3 0-8-16,-1-3 8 0,4 0-8 0,-3 3 8 16,3 0-8-16,-3-2 0 0,3 2 9 0,-3 0-9 15,2-3 8-15,1 0-8 0,0 3 10 0,0-2-10 0,-3-1 11 16,3 1-11-16,-1 2 12 0,1-3-12 16,-3 0 14-16,0 1-4 0,3 2-1 0,0-3 0 0,-4 3 3 15,4-3 0-15,0 1 0 0,-3 2 0 0,3 0 3 0,-3-3 1 16,3 3 0-16,-1 0 0 0,-2 0-4 0,0 0-1 15,3 0 0-15,-3 0 0 0,0 0-3 16,0-3 0-16,-1 3 0 0,-2 0 0 0,3 0-8 16,0-2 12-16,0 2-12 0,0 0 12 0,0 0-12 15,-1 0 8-15,1-3-8 0,3 3 8 0,0 0-8 0,0 0 8 0,0 0-8 16,-1 3 8-16,1-3-8 0,-3 0 12 0,3 2-12 0,0-2 12 16,-3 0-12-16,3 3 12 0,-4-3-12 15,1 3 12-15,0-3-2 0,0 0 0 0,3 0 0 0,-3 0 0 16,0 0 0-16,2 0 0 0,1 0 0 0,0 0 0 15,0 0-10-15,0 0 12 0,3 0-12 0,-4 0 12 16,4 0-12-16,-3 0 10 0,0 0-10 0,0 0 10 16,0 0-2-16,2 0-8 0,-2 0 12 0,0 0-4 15,0-3-8-15,3 3 12 0,-1-3-12 0,-2 3 12 16,3 0-12-16,0 0 0 0,0 0 0 0,0 0 8 16,-1 3-8-16,-2-3 8 0,0 0-8 0,0 0 8 15,-3 3-8-15,0-3 0 0,-1 0 0 0,-2 2 8 16,0-2-8-16,0 3 0 0,0-3 9 0,-3 0-9 15,-3 3 0-15,3-3 8 0,-3 0-8 0,0 0 0 16,0 2 10-16,-4-2-2 0,4 0-8 0,-3 0 12 16,3 0-112-16,0 0-22 0,0-2-5 0</inkml:trace>
  <inkml:trace contextRef="#ctx0" brushRef="#br0" timeOffset="7285.148">18386 11915 2310 0,'-3'-8'97'15,"0"3"-77"1,0-1 86-16,0 4 18 0,3 2 3 0,-6-6 1 15,3 4-52-15,3 2-9 0,-6 0-3 0,0 0 0 16,0 5-51-16,0 3-13 0,-3 0 0 0,3 8 0 16,-3 0 0-16,1 8 0 0,2 2 0 0,-3 0 0 15,0 4 0-15,3-4 0 0,-3 6 0 0,3-3 0 16,0 0-19-16,3 0-6 0,3 0-2 0,-3 0 0 16,6 0-59-16,0 1-12 0,3-1-2 0,0 0-1 15,0-8 29-15,3-3 7 0,3 1 1 0,0-8 0 16,-1-1 40-16,1-5 9 0,3 1 2 0,-3-9 0 15,6-2 13-15,-3-3-9 0,0-3 9 0,3 1-8 16,-3-4 31-16,-1-1 6 0,-2-1 2 0,3 0 0 0,-6-3 37 16,0 3 8-16,0 1 2 0,-3-1 0 15,0 2 5-15,0-1 1 0,-3 1 0 0,0 1 0 0,0 0-16 0,-3 0-2 0,0 2-1 16,0 3 0-16,0 0-28 0,-3 3-5 0,3 5-2 16,0 0 0-16,0 0-14 0,0 0-4 0,-6 0 0 0,0 5 0 15,3 0-12-15,-3 1 0 0,0 4 0 16,3 1 0-16,3 0-16 0,0 2-7 0,3 0-1 0,0 3 0 15,3 0-19-15,0 0-4 0,3-1-1 16,0 1 0-16,0-2 3 16,0-1 0-16,0-3 0 0,2-2 0 0,-2 3 29 0,3-6 7 0,-3-2 1 0,3 0 0 15,0-3 8-15,-3-3 0 0,3-2 0 0,-3-3 0 16,3 0 28-16,-3-6 4 0,0 4 0 0,-1-3 1 16,1-1 9-16,-3-1 2 0,0 1 0 0,0 1 0 15,-3-3-5-15,3 3-1 0,-3 0 0 0,-3 0 0 16,3-3-13-16,-3 2-2 0,0-1-1 0,0-1 0 15,0 0-10-15,0 0-3 0,0 0 0 0,0-2 0 16,0-1-9-16,0 0 0 0,0-2 0 0,-3 3 0 16,6-1 0-16,-3 3-19 0,3-2 3 0,3 5 1 15,0 2-113-15,3 3-22 0,0 0-5 0</inkml:trace>
  <inkml:trace contextRef="#ctx0" brushRef="#br0" timeOffset="7540.001">19038 12180 2747 0,'0'0'78'0,"0"0"17"0,0 0-76 0,-3 5-19 16,3-5 0-16,0 5 0 0,0 0 88 0,0 1 13 0,0-1 3 0,-3 3 1 16,3-3-51-16,0 3-10 0,0 3-3 0,-3-1 0 15,3 4-20-15,-3 1-4 0,3 1-1 0,-3 3 0 16,0-1-8-16,3 1-8 0,-3 2 9 0,0 3-9 15,0-6 0-15,0 4 8 0,0-1-8 0,-3 3 0 16,6-6-9-16,-3 1-5 0,0-4-1 0,3 1 0 16,-3 0-37-16,3 0-7 15,-3-3-1-15,3 3-1 0,0-5-115 0,-3 2-24 0,3 0-4 0</inkml:trace>
  <inkml:trace contextRef="#ctx0" brushRef="#br0" timeOffset="8216.056">17538 12918 1964 0,'0'0'83'0,"0"0"-67"15,0 0-16-15,0 0 0 0,0 0 0 0,0 0 0 16,0 0 28-16,0 0-2 0,0 0 0 0,9 2 0 16,-1-2-26-16,1 0 0 0,3 0 0 0,0 0 0 15,3 0 37-15,3 0 3 0,0 0 0 0,3 0 0 16,-1-2-12-16,1 2-1 0,3 0-1 0,3 0 0 15,0 0-13-15,2 0-2 0,1 2-1 0,3 1 0 16,6-3 12-16,-1 3 2 0,7-3 1 0,0 0 0 16,2 2 11-16,1-2 3 0,0 3 0 0,5 0 0 15,4-3 10-15,2 0 3 0,4-3 0 0,5 3 0 16,1-3-42-16,2 3-10 0,4 0 0 0,8-2 0 16,-3 2-10-16,1 0-4 0,5-3-1 0,9 3 0 15,-9-3 24-15,7 3 5 0,-1-2 1 0,15-1 0 16,-9 0-15-16,1 1 0 0,2-1 0 0,9 1 0 15,-9-1 54-15,0 0 8 0,1 1 2 0,11-4 0 0,-18 6-64 16,3-2-18-16,0-1-1 0,7 3 0 16,-13 0 19-16,-6 0 0 0,4 0 0 0,2 0 0 15,-12 3 0-15,-5-3 0 0,-4 2 0 0,3-2 0 0,-8 0 12 16,-4 0 5-16,-2 0 2 0,-1 0 0 0,-11 0-27 16,-3-2-6-16,-7 2-1 0,-2-3 0 15,-3 0-27-15,-6 1-6 0,-3-1 0 0,-4-2-1 16,-5-1-141-16,-3-1-28 0</inkml:trace>
  <inkml:trace contextRef="#ctx0" brushRef="#br0" timeOffset="8802.069">19702 11687 2131 0,'-3'-2'90'0,"3"2"-72"32,-3-6 46-32,3 6 10 0,0 0 2 0,0 0 0 0,0 0-10 0,-6 0-2 0,6 0 0 0,-6 6 0 15,3 2-30-15,-3 0-6 0,3 0-2 0,0 5 0 16,0 3-16-16,3 0-10 0,-3-1 12 0,0 9-12 16,3 0 12-16,-3 2-12 0,3 4 12 0,-3 4-12 15,3 0 12-15,-3 6-12 0,3 0 12 0,-3 5-12 16,0 0 17-16,0 0-3 0,3 2-1 0,-3 4 0 15,3 2 16-15,-6 2 3 0,3 1 1 16,0 10 0-16,0-3-19 16,0 3-4-16,0 3-1 0,-3 5 0 0,3-5 44 0,0 0 9 0,0 0 2 15,0 7 0-15,-3-4-52 0,3-1-12 0,0 1 0 16,-2 7 0-16,-1-5 54 0,3 0 8 0,-3 0 2 16,-3 11 0-16,3-13-52 0,0 2-12 0,-3-3 0 0,3 6 0 15,0-14 0-15,0-4 0 0,0-1 0 0,0 3 0 16,3-6 0-16,-3 1 0 0,3-1 0 0,0-2 0 15,0-8 0-15,3-2 0 0,-3-6 0 0,3-3 0 16,0-2 0-16,-3-3 0 0,3-3 0 0,0-2 0 16,-3 0 0-16,3-3-16 0,-3-2 3 0,0-1 1 15,3-5-32-15,-3-2-7 0,3-6-1 0,-3 1 0 16,3-6-60-16,0 0-13 0,0-8-3 0</inkml:trace>
  <inkml:trace contextRef="#ctx0" brushRef="#br0" timeOffset="9308.749">20648 11878 1580 0,'-3'-8'67'15,"0"-3"-54"1,0 3 143-16,0 0 29 0,-3 1 6 0,3-1 1 15,0 2-103-15,-3 1-20 0,0 0-4 0,0 2-1 16,1 0 5-16,-1 3 1 0,-3 0 0 0,3 0 0 16,-6 3-22-16,3 0-4 0,-3-1 0 0,-3 4-1 15,3-1-16-15,-3 6-3 0,0-4-1 0,-2 9 0 16,-1 3-15-16,0 2-8 0,-3 6 8 0,3 2-8 16,-3 2 0-16,3 1-15 0,1 3 3 0,-1-1 0 15,3 3 12-15,0-3 13 0,3 3-2 0,-3 0-1 16,6 0-10-16,3 6 0 0,0-3 0 0,3 2 0 15,0-2-8-15,3-6 8 0,3 3 0 0,-3-3 0 16,0-2 0-16,3 3 0 0,0-4 0 0,-3 6 0 16,3-5 0-16,0 2 0 0,-3 1 0 0,3-3 0 15,0-3 0-15,-3-3-12 0,3-2 4 0,-3-3 8 0,3 0-23 0,-3-2 3 16,0-1 1-16,-3 1 0 16,0-3-123-16,0-3-25 0,0 0-5 0</inkml:trace>
  <inkml:trace contextRef="#ctx0" brushRef="#br0" timeOffset="9556.152">20175 12436 2426 0,'0'-5'68'0,"-3"0"16"0,3 5-67 0,3-6-17 0,-3 1 0 0,3 2 0 15,0-2 52-15,0 2 6 0,3 1 2 0,-3-1 0 16,3 1-28-16,3-1-4 0,-3 0-2 0,5 1 0 16,1 2-26-16,0-3 0 0,6-2 0 0,0 5 0 15,3-3 0-15,3 0 0 0,-1 1 0 0,7 2 0 16,-3-3-97-16,3 3-25 0,0 0-5 0</inkml:trace>
  <inkml:trace contextRef="#ctx0" brushRef="#br0" timeOffset="10299.194">19466 14656 1792 0,'0'0'51'0,"0"0"10"0,0 0-49 0,0 0-12 0,0 0 0 0,0 0 0 15,-3 5 105-15,3 3 19 0,0-8 3 0,-2 8 1 16,2-2-52-16,0 2-9 0,-3 0-3 0,3 2 0 16,0 1 0-16,-3-1 0 0,3 4 0 0,0 1 0 15,0 4 0-15,0-1 0 0,0 4 0 0,0 1 0 16,-3-1-51-16,3 1-13 0,0 1 0 0,0 0 0 16,-3 0 0-16,3 0 0 0,0-1 0 0,0 4 0 15,0-1 54-15,0 1 8 0,0-1 2 0,0 3 0 16,3 1-52-16,0-4-12 0,0 3 0 0,0 0 0 15,-1-5-13-15,4-3-6 0,-3 0-1 0,3-2 0 16,0-3 12-16,-3-3 8 0,3 0-12 0,-3-2 12 16,0-1-37-16,3 1-1 0,-3-3 0 15,0 0 0-15,0-3-21 0,0-2-4 0,-3-3-1 0,0 0 0 16,0 0-104-16,0 0-22 0,0 0-4 0</inkml:trace>
  <inkml:trace contextRef="#ctx0" brushRef="#br0" timeOffset="10960.652">18701 13177 1910 0,'-20'8'40'0,"14"-5"9"16,-3-1-39-16,3 4-10 0,0-4 0 0,-3 4 0 16,3-1 94-16,0 0 17 0,0 0 3 0,0 3 1 15,0 0-39-15,0 0-8 0,0 0-2 0,3 0 0 16,-3 3-27-16,3-1-6 0,0 1-1 0,0 2 0 15,0 0-16-15,3-2-4 0,0 2-1 0,-3 3 0 16,3 0-11-16,3 2 0 0,-3-2 0 0,3 3 0 16,-3-3 0-16,3 2 0 0,0-2 0 0,3 3 0 15,0-6 0-15,-3 3-9 0,3-3 9 0,3 0 0 0,-3-2-10 16,3-1 10-16,0 1-8 0,0-6 8 16,0 0 9-16,0-2 7 0,3 0 2 0,0-3 0 0,-4-3-34 0,4 0-6 15,3-2-2-15,-3-3 0 0,0 0 24 0,3-2 0 0,-3-3 12 16,0-1-4-16,0-2 18 0,0 3 3 15,-1 0 1-15,-2-3 0 0,0 0 4 0,-3 3 1 16,0-3 0-16,-3 0 0 0,0 3-5 16,-3-3-1-16,-3 3 0 0,0-3 0 15,-3 0-5-15,0 0-2 0,-3 0 0 0,0-2 0 0,-2 2-10 0,-1 0-1 0,-3 0-1 16,0 3 0-16,0 0-10 0,0 0 8 0,0 2-8 16,0 0 8-16,0 3-20 0,1 3-5 0,-1 0-1 0,0 2 0 31,3 3-114-31,0 0-22 0,0 3-5 0</inkml:trace>
  <inkml:trace contextRef="#ctx0" brushRef="#br0" timeOffset="11587.206">18707 14278 1751 0,'0'0'74'0,"0"0"-59"16,0 0 103-16,-3 5 21 0,3-5 4 0,-3 8 1 15,3 0-62-15,-3 0-12 0,1 0-2 0,2 2-1 16,0 4-3-16,-3-1 0 0,3 3 0 0,0 2 0 16,0 1 0-16,3 5-1 0,-3-3 0 0,0 5 0 15,2-5-50-15,-2 3-13 0,0-3 0 0,3 3 0 16,0-3 46-16,-3 1 4 0,3 1 1 0,0 1 0 15,0 0-30-15,-3 0-5 0,3 2-2 0,-3 1 0 16,3 2-4-16,0-3-1 0,0 1 0 0,-3-1 0 16,3-2-9-16,0-3 0 0,-3-2 9 0,3-1-9 15,-3-2 0-15,0 0 9 0,3-3-9 0,-3 0 0 16,0-2 8-16,3 0-8 0,-3-1 0 0,0-2 0 0,3 0 0 16,-3 0 0-16,0 0 0 0,0 0 0 15,0-3-13-15,0-5-10 0,3 3-1 0,-3-3-1 16,0 0-96-16,0 0-19 0,0 0-4 0</inkml:trace>
  <inkml:trace contextRef="#ctx0" brushRef="#br0" timeOffset="16529.81">12531 6647 1041 0,'6'-11'44'0,"-3"3"-36"15,0 0 121-15,3-2 24 0,0 2 5 0,-3 0 1 16,3 0-53-16,-3 3-10 0,3-1-3 0,0 4 0 15,0-4-39-15,-1 4-8 0,1-1-2 0,0 3 0 16,-3-3-14-16,-3 3-3 0,6 0-1 0,-6 0 0 16,6 3-7-16,0 2-2 0,0-2 0 0,-3 2 0 15,0 3-1-15,0 3 0 0,0-1 0 0,0 4 0 16,-3 2-6-16,0 2-2 0,0 1 0 0,0 2 0 16,0 0-8-16,0 0 0 0,-3 0 9 0,0 0-9 15,0 1 0-15,3-1 0 0,-3-3 0 0,0 3-12 16,3-5-12-16,-3 3-2 0,3-1-1 0,0 1 0 15,-3-3 27-15,3 2 0 0,3 1 0 0,-3-3 0 16,3 2 0-16,-3-2 0 0,3 3 0 0,0-1 0 16,0-2-19-16,0-3 2 0,3 3 0 0,-3-3 0 15,3-2 17-15,-6-1 0 0,3 1 0 0,0-3 0 0,0 0 0 16,-3-3 0-16,3 1-8 0,-3-1 8 0,-3 0 12 0,3-5 5 16,-3 5 2-16,0 1 0 0,-3-1 36 15,0-2 7-15,0 2 2 0,-3 0 0 16,0 1-52-16,0-4-12 0,0 6 0 0,0-3 0 0,1 3 0 15,-1-2 0-15,0 2 0 0,3-1 0 16,-3 1 54-16,3 0 8 0,-3 0 2 0,3 3 0 16,3-3-84-16,-3 0-16 0,3 2-3 0,0-2-1 0,3 3 13 0,0-1 3 0,0 4 0 15,3-1 0-15,0 3 24 0,3-3 0 0,-3 3 0 0,3 0 0 16,3 0 0-16,-3 2 0 0,0-2 0 0,3 3 0 16,-3-4 0-16,3 1 0 0,-4-2 0 0,4-1 0 15,-3 3 0-15,0-6 0 0,0 3 0 0,-3-2 0 16,0 2 46-16,3-2 14 0,-3 2 4 0,-3-2 0 15,3-1-52-15,-3 1-12 0,0 2 0 0,0-2 0 16,-3-1 0-16,0 1 0 0,3-3 0 0,-6 2 0 16,3 1 54-16,0 0 8 15,-3-1 2-15,0-2 0 0,0 3-48 0,0-1-16 0,1 1 9 0,-4-1-9 16,3-2 0-16,0 3 0 0,0-3 0 0,3 2 0 16,-3 1 24-16,-3-3 13 0,6 0 3 0,-3 0 0 15,0 0-26-15,3-3-5 0,0 3-1 0,-3 0 0 16,3-3-8-16,0 1 0 0,0 1 0 0,0-4 0 15,3 2 0-15,-3 1 0 0,3-6 0 0,-3 5 0 16,3-5 0-16,0 0 0 0,0 0 0 0,0 0 0 16,0 5-17-16,0-5 1 0,0 0 0 0,0 0 0 15,0 0-63-15,6 3-12 0,-6-3-2 0</inkml:trace>
  <inkml:trace contextRef="#ctx0" brushRef="#br0" timeOffset="24581.881">9831 5109 1583 0,'-3'-13'32'0,"3"13"10"0,0-5-34 0,0 5-8 0,3-5 0 0,-3 5 0 16,0 0 104-16,0 0 18 15,3-3 4-15,-3 3 1 0,0 0-51 0,0 0-9 0,0 0-3 0,3 3 0 16,-3-3-51-16,6 2-13 0,-3 4 0 0,0-1 0 15,0 3 54-15,0-3 8 0,-3 3 2 0,3 3 0 16,-3-3-52-16,3-1-12 0,-3 4 0 0,0-3 0 16,3 3 10-16,-3-1 2 0,3-2 1 0,-3 3 0 15,3-1-1-15,-3 1-1 0,0 2 0 0,3 0 0 16,-3 1-11-16,0-1 10 0,3 3-10 0,-3-3 10 16,0 5-10-16,0 1 0 0,0-1 0 0,0 6 0 15,0-3 33-15,0 6 2 0,0-6 0 0,0 6 0 16,-3-6-35-16,3 2 0 0,0-1 0 0,-3 4 0 15,3-5 0-15,0 0 0 0,0 3 0 0,0 3 0 16,0-3 0-16,0 5 0 0,0 0 0 0,0 3 0 16,0-1-12-16,0 4-10 0,0-1-2 0,0 3 0 15,-3-3 24-15,3-2 0 0,0 0 0 0,-3 2 8 16,0 1 10-16,3 2 2 0,-3 3 0 0,0-1 0 16,3 4-20-16,-3-4 10 0,0 1-10 0,3 2 8 15,-3-2 0-15,0 0-8 0,3 2 12 0,-3 0-4 16,0 3-8-16,3 3 10 0,0 0-10 0,-3 2 10 15,3-5-10-15,0 0 8 0,-3-6-8 0,3 6 8 16,0 3-22-16,0 2-5 0,0 1-1 0,0 4 0 16,-3-7 47-16,3-3 9 0,0 0 1 0,0 2 1 15,-3 1-22-15,3 2-5 0,-3 6-1 0,0-1 0 0,3-7 5 0,0 0 1 16,0-6 0-16,0 6 0 0,0-1-16 0,0 4 0 0,0 2 0 16,0-1 0-16,0-4 0 0,0 0 0 0,3-9 0 15,-3 9 0-15,0-3 0 0,0 3 0 0,0 2 0 0,0 3 0 16,0-8 0-16,0 0 0 0,3-3-9 0,-3 3 9 15,0 0 0-15,0 0 0 0,0 3 0 0,0-1 0 16,0-2 0-16,0-2 0 0,0 2 0 0,0 0 0 16,0-3 8-16,0-2-8 15,0-1 0-15,0 4 0 0,0-1 0 0,0 0 0 0,0 6 0 16,0-3 0-16,0-5 0 0,0-3 0 0,0-3 8 16,0 0-8-16,0 1 0 0,0-3 0 0,0 2 0 0,0 0 0 15,0 1 0-15,0-1 0 0,3 3 0 0,-3-5 0 16,0-3 8-16,0-2-8 0,3-4 0 0,-3-1 0 15,0-1 0-15,0-3 0 0,3 3 0 0,-3-2 0 16,0-3 0-16,0 2 0 0,0-2 8 0,0 0-8 16,0-3 0-16,0 3 0 0,0-3 0 0,0 1 0 15,0-4 8-15,0 1-8 0,0-1 0 0,-3-2 0 16,3-2 0-16,0-6 0 0,0 0-11 0,0 0 11 16,0 0-36-16,0 0-1 0,0 0 0 0,0 0 0 15,3-8-118-15,0-3-23 0,0 1-5 0</inkml:trace>
  <inkml:trace contextRef="#ctx0" brushRef="#br0" timeOffset="25298.736">10361 4863 1838 0,'-9'-8'38'0,"9"8"10"0,0 0-39 0,0 0-9 0,0 0 0 0,0 0 0 16,0 0 55-16,0 0 9 0,0 0 1 0,0 0 1 15,0 0-22-15,0 0-4 0,0 0 0 0,0 0-1 16,3 8-16-16,3 3-3 0,0-6-1 0,-3 3 0 16,3 0-10-16,0 3-1 0,-3-1-8 0,3 1 12 15,0 2-12-15,0-8 0 0,3 6 0 0,-3-3 0 16,0 0 0-16,2-3 0 0,-2 0 0 0,-3 1 0 16,3-4 0-16,0-2 0 0,0 0 0 0,-3 0 0 15,3-2 0-15,0-4-8 0,-3 4 8 0,3-6-13 16,0 0 13-16,0 0 0 0,0-3 0 0,3 1 0 15,-3-3 0-15,3 2 0 0,0-5 0 0,0 3 0 16,0 0 0-16,2-6 0 0,-2 6 0 0,3-6 0 16,0 1 23-16,0-1 7 0,0 1 2 0,3-3 0 15,-3 2-40-15,3-2-8 0,-3-3-2 0,-1 6 0 16,1-4-119-16,0 7-24 0,-3-4-5 0</inkml:trace>
  <inkml:trace contextRef="#ctx0" brushRef="#br0" timeOffset="25690.48">10623 4742 1744 0,'-15'-3'36'0,"15"3"8"0,-3 0-35 0,3 0-9 0,0 0 0 0,-6-3 0 15,6 3 86-15,-6 0 15 0,6 0 3 0,0 0 1 16,0 0-39-16,0 0-8 0,0 0-2 0,0 0 0 15,0 0-27 1,0 0-5-16,0 0-2 0,-3 6 0 0,0-1-22 0,3 0 0 0,0 6 0 0,0-3 0 16,3-3 0-1,0 3 0-15,0 0 0 0,0 2 0 0,0-2 0 0,3 0 0 0,-3 3 0 0,3-3 0 16,0-3 0-16,3 3 0 0,-3-3 0 0,3 1 0 16,-3-1 0-16,3 3 0 0,0-5 0 0,0-1 0 15,-1 1 0-15,1 0 0 0,0-1 0 0,3 1 0 16,-3-3 15-16,0 2-2 0,3-2 0 0,0 0 0 15,-3-2-1-15,3-1-1 0,0 3 0 0,0-2 0 16,-1-4-11-16,1 1 10 0,0-3-10 16,0 0 10-16,-3 0-10 0,3-2 0 0,-3-1 0 0,0 0 0 15,0 1 0-15,0-3 0 0,0 2 0 0,0-2 0 16,2-3 0-16,-2 0 0 0,3-3 0 0,0 1 0 16,0 2-48-16,0-2-14 0,3-1-3 0</inkml:trace>
  <inkml:trace contextRef="#ctx0" brushRef="#br0" timeOffset="27427.094">12102 4739 1789 0,'0'0'37'0,"0"0"9"0,0 0-37 0,0 0-9 0,0 0 0 0,0 0 0 16,0 0 91-16,0 0 16 0,0 0 3 0,0 0 1 15,0 0-17-15,0 0-3 0,0 0-1 0,0 0 0 16,0 0-72-16,0 0-18 0,0 0 0 0,0-3 0 16,0 1 52-16,0 2 8 0,0-11 0 0,0 11 1 15,0-5-46-15,0 5-15 0,3-5 8 0,-3-1-8 16,0 6 55-16,0-5 7 0,0 5 2 0,0-5 0 16,0 5-64-16,0 0-12 0,0 0-2 0,0 0-1 15,0 0 15-15,0 0 0 0,0 0 12 0,0 0-12 16,3 10 0-16,0 1 0 0,0 5 0 0,-3-3 0 15,3 5-8-15,0 1 8 0,0-1-13 0,-3 4 5 16,3-1-29-16,0-3-6 0,0 4-1 0,0-1 0 16,0-5-28-16,0 2-7 0,3-2-1 15,-3-3 0-15,3 0 25 0,-3-2 5 0,3 0 1 0,0-1 0 0,0-7 35 16,0-3 14-16,3 2-11 0,-3-4 11 0,3-1 0 16,-1-10 0-16,1 2 0 0,3-2 0 15,0 0 0-15,3-3 0 0,0 0 0 0,0 0 10 0,0 0 27 16,0-2 6-16,2 2 1 0,1-3 0 0,0 1-20 15,0-1-3-15,0 1-1 0,0-1 0 0,0-2-20 0,-6-3 0 16,2 1 0-16,-2-4 0 0,-3 3 0 0,3 0 0 0,-3-2 0 16,0 0 0-16,0 4 30 15,0-1 2-15,3 4 0 0,-6 1 0 0,0 4-21 0,0-4-11 0,0 7 12 0,0-5-12 16,-3 6-29 0,2 2-13-16,-2-3-2 0</inkml:trace>
  <inkml:trace contextRef="#ctx0" brushRef="#br0" timeOffset="27847.354">12427 4570 2146 0,'0'0'60'0,"0"0"15"16,0 0-60-16,0 0-15 0,0 0 0 0,0 0 0 16,0 0 58-16,0 0 9 0,0 0 1 0,0 0 1 15,-3 5-44-15,-3 3-9 0,3 2-1 0,0 4-1 16,0 2-14-16,3-6 0 0,-3 6 0 0,3 3 0 16,0-4 0-16,0 1 0 0,3-2-9 0,-3 1 9 0,3-4-17 0,0 0 2 0,0 2 1 15,3-5 0-15,-3 0 6 0,0 0 8 0,3 0-13 0,-3-1 5 16,3-4 8-16,0 2 0 0,-3-2 0 0,3 2 0 15,-1-5 19-15,-2 3-1 0,3-3 0 0,0 0 0 16,0 0 7-16,3-3 2 0,-3 1 0 0,0-1 0 16,3 0 1-16,0-2 0 0,0 2 0 15,0 1 0-15,0-6-14 16,3 3-2-16,-3-1-1 0,3-2 0 0,-1 0-11 16,1 1 0-16,-3-4 9 0,6 0-9 0,-3-2 16 0,3-3 0 15,-3 6-1-15,3-9 0 0,0 6-38 16,-3 0-7-16,2-1-2 0,-2 1 0 0,0 0-103 0,0 5-21 15,0-3-4-15</inkml:trace>
  <inkml:trace contextRef="#ctx0" brushRef="#br0" timeOffset="34350.885">13192 6819 1854 0,'0'0'39'0,"0"0"8"16,-3-6-38-16,3 6-9 0,0 0 0 0,-6 0 0 0,0 0 81 0,0 0 15 0,3 0 2 0,-3 6 1 15,0-4-45-15,-3 4-9 0,3 2-1 0,-3 0-1 16,3 2-23-16,-3 3-5 0,3 1-1 0,-3 1 0 16,1 4-5-16,2 0-1 0,0-1 0 0,-3 6 0 15,3-3-8-15,0 3 0 0,3 0 0 0,0 2 0 16,0-2-11-16,3-3 11 0,0 0-8 0,0-2 8 15,3-1-17-15,0-4 1 0,0-1 1 16,3-3 0-16,0 1-13 0,3-6-4 0,-3 1 0 16,3-1 0-16,-1-5 11 0,4 0 1 0,-3-3 1 0,3 1 0 15,3-4 3-15,-3-2 1 0,3 0 0 0,0 0 0 16,-3-2-4-16,0-1-1 0,-1-2 0 0,1 2 0 16,-3 1 58-16,0-1 11 0,0-2 3 0,-3 2 0 15,-3-2 12-15,3 3 2 0,-3-4 1 0,-3 4 0 16,0-1-5-16,0 1-1 0,0 2 0 0,-3 0 0 15,0 2-18-15,3 1-4 0,0 5-1 0,0 0 0 16,0 0-15-16,0 0-3 0,-6 0-1 0,6 0 0 16,-6 3-19-16,0 5 10 0,0-3-10 0,3 6 8 15,0-3 6-15,3 2 1 0,3 1 0 0,-3-3 0 16,6 2-15-16,-3 1 0 0,3-1 0 0,3 1 0 16,-3-3 0-16,3 0 0 0,0 0 0 0,0-3 0 15,0-2-17-15,0 2-7 0,0-5 0 0,3 3-1 0,-4-3 40 16,4-3 8-16,0 0 1 0,-3-2 1 0,3 0-25 0,0-3 0 15,0 0 0-15,0-3 0 0,-3 1 0 16,0-3 0-16,0-1 0 0,-3 1 0 0,2 0 0 16,-2 0 0-16,0-3 0 0,-3 0 0 0,3 0 56 0,-3 3 7 15,0-3 1-15,-3 0 0 0,3 3-52 0,-3-3-12 16,0-3 0-16,0 4 0 0,0-1 0 0,0-3-12 0,0 1 3 16,-3 2 0-16,3 3 9 0,-3-3-12 0,3 2 12 15,-3 1-12-15,0 5-29 16,3-2-7-16,-3 4 0 0,3 1-1 0,0 5-63 0,0 0-13 15,0 0-3-15</inkml:trace>
  <inkml:trace contextRef="#ctx0" brushRef="#br0" timeOffset="34818.604">13650 7139 1706 0,'0'0'72'16,"3"-3"-58"-1,0-2 98-15,3 2 20 0,0-2 4 0,0 0 1 16,0 2-33-16,0-2-8 0,0 0 0 0,0-1-1 16,0 4-41-16,0-1-8 0,0 0-2 0,0-2 0 15,0 5-18-15,0-3-4 0,2 1-1 0,-2 2 0 16,0 2-8-16,0 1-1 0,0 0-1 0,0-1 0 0,0 4-26 15,-3-1-5-15,3 0 0 0,-3 3-1 0,0 3 21 0,-3-1 0 0,3 1 0 0,-6 2 0 16,3 0 0-16,-3 1 0 0,-3-1 0 0,0 3 0 31,0 2-56-31,0-2-6 0,-3 5-2 0,0-2 0 16,-3-1-51-16,4 3-10 0,-4-2-3 0,0-1 0 16,3-2 70-16,0 3 14 0,0-3 2 0,3 0 1 0,0-1 30 0,3-1 11 0,0-4 0 15,0 1-9-15,6-1 25 0,0-2 4 0,0-2 2 16,3-1 0-16,3-2 26 0,0-1 6 0,0 1 1 15,0-3 0-15,6 0-19 0,-3-3-4 0,-1 1-1 16,4-1 0-16,0 0 26 0,0-2 6 0,3 0 1 0,0-1 0 16,0 1-40-16,-3 0-8 15,2 0-2-15,1-3 0 0,0 0-14 0,0 2 9 0,-3-2-9 0,0 1 8 16,3-1-8-16,-4 2 0 0,1-2 0 0,0 0 0 16,0 3-77-16,0 0-18 0,0 0-3 0</inkml:trace>
  <inkml:trace contextRef="#ctx0" brushRef="#br0" timeOffset="36290.601">12510 8449 1400 0,'3'-6'40'0,"-3"1"8"0,3-3-39 16,-3 3-9-16,3-3 0 0,0 3 0 16,-3-1 66-16,3 1 11 0,0-3 3 0,0 3 0 15,3 2-16-15,-3-2-4 0,3 2 0 0,0 1 0 0,-6 2-11 0,6-3-2 0,0 3-1 0,0 3 0 16,0-1-14-16,-3 1-4 0,3 2 0 0,-1-2 0 16,-2 5-14-16,3-3-3 0,0 3-1 0,-3 3 0 15,0-1-10-15,0 3 0 0,0 3 0 0,-3 0 8 16,3 3-8-16,-3-1 10 0,0 3-10 0,-3 3 10 15,3 0-10-15,-3 2 0 0,0 4 0 0,3 1 0 16,0-2-10-16,-3 1-4 0,3-1-1 0,0-3 0 16,3 1-25-1,-3-4-6-15,3 1-1 0,-3-3 0 0,3 0 37 0,0-2 10 0,0 0 0 0,0-1 0 16,0-2 0-16,0 0 0 0,3 0 0 0,-3 0 0 16,0-3 0-16,0 0 0 0,0 0 0 0,0-2 0 15,0-1 0-15,-3-2 0 0,3 0 0 0,-3-2 0 16,0-1 50-16,0-5 11 0,0 0 3 0,-3 5 0 15,3-5-5-15,-3 5-1 0,-3-5 0 0,0 3 0 16,0-3 10-16,0 3 1 0,-3-3 1 0,3 2 0 16,-3-2-56-16,0 0-14 0,3 0 0 0,-2 0 0 15,-1 3 20-15,3 0 2 0,-3-1 0 0,3 4 0 16,-3-1-22-16,3 0 0 0,0 3 0 0,0 3 8 16,0-1-8-16,3 4 0 0,0-1-8 0,0 3 8 15,0 0-9-15,3 2 9 0,-3 1-10 0,3-1 10 16,0 3-9-16,3-2 9 0,-3 5-8 0,3-3 8 0,0 3 0 15,3 2-10-15,-3-2 10 0,3 5 0 0,-3-5 0 16,3 2-8-16,0 1 8 0,3-1 0 0,-3-2-8 16,0 0 8-16,-3 0-12 0,3-1 12 15,0-4 0-15,-3 2 0 0,3 0 0 0,-4 3 0 0,4-3 0 16,-3 0 0-16,0 1 0 0,0-1 0 0,0 0 0 0,0-3 0 16,-3 4 0-16,0-1 0 0,0-5 0 0,0 2 0 0,0-2 0 15,-3 0 0-15,0 0 22 0,0-3 11 16,-3-2 3-16,0-1 0 0,1 1-14 0,-1-1-2 15,0-2-1-15,0 3 0 0,0-3-10 0,-3 0-1 0,3 0-8 0,-3 0 12 16,3-3-12-16,-3 3 0 0,3-3 0 0,0 0 0 16,0-2 0-16,-3 2-13 0,0-2 1 0,3 0 0 15,-3-3-40-15,3 2-8 16,1-2-2-16</inkml:trace>
  <inkml:trace contextRef="#ctx0" brushRef="#br0" timeOffset="41010.224">19993 13357 2045 0,'-9'0'58'0,"3"0"13"0,3 0-57 0,3 0-14 0,-5 3 0 0,-1-3 0 16,3 2 86-16,-3 1 14 0,6-3 4 0,-6 3 0 15,0 2-38-15,3 0-7 0,-3 0-2 0,0 3 0 16,3 3-26-16,-3 0-6 0,3-1-1 0,-3 1 0 15,3 5-16-15,-3-3-8 0,3 3 8 0,0 2-8 16,3 1 0-16,-3-1 0 0,3 3 0 0,-3-2 0 16,3-1 0-16,3 1 0 0,0 0 0 0,0-4 0 15,0-1-17-15,3-1-6 0,0-3-1 0,0 1 0 16,3-6-8-16,0 1-1 0,0-1-1 0,6-2 0 16,-4-3 11-16,1-3 3 0,0 0 0 0,0-2 0 15,0 0 20-15,3-3-9 0,-3-3 9 0,3 1 0 16,-3-1 0-16,0 0 11 0,-1 1 0 0,-2-3 0 15,0 2-11-15,-3 0 12 0,0 3-12 0,0-2 12 16,-3 2 41-16,0 0 9 0,-3 0 2 0,0 0 0 0,0 0 0 0,0 6 0 16,-3-4 0-16,3 6 0 0,0 0-52 0,-6-2-12 15,6 2 0-15,-6 2 0 0,0 4 0 0,0-1 0 0,0 3 0 16,0 0 0-16,3 2 0 0,1 4 0 0,-1-1 0 0,3 3-10 16,0-3-1-16,3 3 0 0,-1-3 0 15,4-2 0-15,0 2-9 0,3-5-1 0,3 2-1 16,-3-4 0-16,3 2 2 0,0-6 0 0,0 4 0 0,0-6 0 15,-3 0 10-15,3-3 10 0,0 0-13 16,-1-2 5-16,4 0 8 0,-3-3 0 0,0-3 0 16,3 1 0-16,-3-4 9 0,0-2 4 0,0 1 1 0,3-1 0 15,-3-3-1-15,-4 3 0 0,4-2 0 0,-3 2 0 16,0 0-3-16,0 3-1 0,-3-3 0 0,0 0 0 16,0 0-1-16,-3 3-8 0,0 0 12 0,0-1-4 15,0-1-8-15,0 1 10 0,0-2-10 0,0 3 10 16,0-3 5-16,-3 3 1 0,0-3 0 0,3 3 0 15,0 0-37-15,0 2-7 0,0-2-2 0,0 5 0 16,0 3-111-16,3 2-23 0,-3-2-4 0</inkml:trace>
  <inkml:trace contextRef="#ctx0" brushRef="#br0" timeOffset="41527.046">20559 13693 2269 0,'0'0'64'0,"0"0"15"0,0 0-63 0,0 0-16 0,0 0 0 0,0 0 0 15,0-5 54-15,0-1 8 0,0 4 2 0,3-3 0 16,0 2-10-16,0-2-2 0,3 2 0 0,-3-2 0 16,3 2-23-16,3 0-5 0,-3 1 0 0,0-1-1 15,2 0-23-15,1 3-13 0,0 0 1 0,0 0 1 16,-3 0 11-16,3 0 0 0,0 3 0 0,-3 0 0 16,0-1 0-16,0 4 0 0,0-4 0 0,0 4 0 15,-3-1 0-15,0 3 0 0,0 0 0 0,-3 2 0 16,0 1 0-16,-3 0 0 0,0-1 0 0,-3 1 0 15,0 2 0-15,0 0 0 0,0 0 0 0,-3 3 0 16,0-3-53-16,3 1-9 16,-3 2-2-16,0-3 0 0,3 0 64 0,-3 3 0 0,6-3 16 0,-3 0-3 15,1 3-13-15,2-3 0 0,0-2 0 0,0 2 0 16,0-2 0-16,3-1 0 0,3 1-10 0,-3-3 10 16,3 0 0-16,3 0 0 0,-3 0 0 0,2-3 0 15,1 0 0-15,3 1-13 0,0-4 3 0,0 4 1 16,0-6 58-16,3 2 12 0,0-2 3 0,0 3 0 15,3-3-64-15,-3 0-10 0,3-3-3 0,-4 1-1 0,4-1 22 16,0 0 5-16,-3 1 1 0,3-4 0 0,0 4-14 16,-3-4 9-16,3 1-9 0,-3 2 8 0,-1-2-8 0,1 0-12 15,0 0 2-15</inkml:trace>
  <inkml:trace contextRef="#ctx0" brushRef="#br0" timeOffset="55831.271">13287 9145 2169 0,'0'0'92'0,"0"0"-74"0,0 0-18 0,0 0 0 16,-3-3 84-16,3 3 14 0,0 0 2 0,0 0 1 15,-6-3-29-15,6 3-7 0,-6 3-1 16,0 2 0-16,0 3 0 0,0 3 0 0,0 5 0 0,0-1 0 16,0 1-51-16,0 3-13 0,1-1 0 0,-1 4 0 15,3-4-18-15,-3 3-6 0,3-2-2 16,0 2 0-16,3 0-10 0,0 0-1 0,0 0-1 0,3 3 0 15,0-3-22-15,0-2-5 0,3 2-1 0,0-5 0 16,2 0 3-16,1-3 1 0,0-2 0 16,3-1 0-16,-3-4 40 0,0-4 8 0,3 1 2 0,-3-3 0 15,0-3 12-15,0 1 0 0,-3-4 0 0,3-2 0 16,-3 0 43-16,0-2 1 0,0-1 1 0,-1 1 0 16,1-1 38-16,-3 0 7 0,0 1 2 0,0-1 0 15,-3 3-74-15,3-2-18 0,-3 2 0 0,-3 0 0 16,3 0 55-16,-3 3 7 0,0-1 2 0,0 1 0 15,3 5-52-15,0 0-12 0,0 0 0 0,-6 3 0 16,1 2 0-16,2 3 0 0,-3 0 0 0,3 3 0 16,3 2 0-16,-3 3 0 0,6-1 0 0,-3 4 0 15,3-3 0-15,0 2 0 0,3 1 0 0,-1-1 0 16,1-2 0-16,3-2 0 0,0-1-9 0,0-3 9 16,0 1 0-16,3-3 0 0,0-3 0 0,0 0 10 0,0 1-10 15,0-6 0-15,0 0 0 0,-1-3 0 0,1 0 0 16,0-2 0-16,-3-3 0 0,3 0 0 0,-3 0 53 0,0-5 9 15,-3 0 2-15,0 0 0 0,0-6-52 0,0 1-12 0,0-4 0 16,0 1 0-16,-3 0 54 16,0 0 8-16,0 0 2 0,0 2 0 0,-3-2-52 15,0 3-12-15,0 2 0 0,0 0 0 0,0 0 0 0,0 0 0 0,-3 0 0 16,3 3 0-16,-3 0 0 0,3 2 0 0,-3 1 0 16,0 2 0-16,3 0-100 15,3 2-22-15,-3 6-5 0,0 0-1 0,3 0-51 0,3 3-10 16,3 2-3-16</inkml:trace>
  <inkml:trace contextRef="#ctx0" brushRef="#br0" timeOffset="56168.675">13745 9512 2717 0,'0'0'77'0,"0"0"17"15,0 0-75-15,0 0-19 0,0 0 0 0,0 0 0 16,0 0 74-16,0 0 11 0,3-5 3 0,-3 5 0 15,3-3-40-15,3 1-8 0,-3 2-2 0,3 0 0 16,-6 0-20-16,6 2-4 0,-3 1-1 0,3 0 0 16,-3 2-13-16,3 3 0 0,-3 3 8 0,0-1-8 15,-3 1 0-15,0 2 0 0,0 0 0 0,0 3 0 16,-3 0-32-16,-3 2-4 0,3-2 0 0,-3 0 0 16,-3 3-29-16,3-1-7 0,-3 3 0 0,3 1-1 15,-3-4-16-15,4 1-3 0,-4-4-1 0,3 4 0 0,0-3 57 16,3 0 12-16,0-3 3 0,0-2 0 15,3 2 21-15,0-5 16 0,6 0-2 0,-3-3-1 0,3-2 3 16,3-1 0-16,-3-2 0 0,5-2 0 0,1-4-6 16,0-2-1-16,3 0 0 0,0-2 0 0,3-1-9 0,3 1-14 0,-3-1 3 15,2-2 1 1,-2 2-22-16,0 1-5 0,3-1-1 0</inkml:trace>
  <inkml:trace contextRef="#ctx0" brushRef="#br0" timeOffset="56710.591">13204 8967 1579 0,'0'0'32'0,"0"0"10"0,0 0-34 16,0 0-8-16,-6 0 0 0,6 0 0 0,0 0 129 0,0 0 24 0,0 0 5 0,0 0 1 16,0 0-57-16,0 0-11 0,0 0-3 0,0 0 0 15,0 0-24-15,0 0-4 0,0 0-2 0,0 0 0 16,0 0-13-16,0 0-2 0,6 0-1 0,0-2 0 16,0 2 2-16,3-3 1 0,-1 3 0 0,1 0 0 15,3 0-1-15,0 3 0 0,0-3 0 0,3 0 0 16,0 0-11-16,3 0-2 15,0-3-1-15,-1 3 0 0,7 0-38 0,0-3-8 0,3 3-2 16,3 0 0-16,-4 3 36 0,4-3 7 0,0 3 2 0,0-1 0 16,-4 1-43-16,-2 0-9 15,0-1-2-15,-3 1 0 0,-3 0 27 0,0-3 0 0,0 2 0 0,-4-2 0 16,-2 0 0-16,0 3 0 0,0-3 0 0,-3 2 0 16,3 1-56-16,-3-3-7 0,0 3-1 15,-3-1 0-15,0 1-109 0,-6-3-23 0,6 0-4 0</inkml:trace>
  <inkml:trace contextRef="#ctx0" brushRef="#br0" timeOffset="60681.151">15386 6753 2310 0,'-3'-8'48'0,"3"-3"11"15,-3 0-47-15,0 4-12 0,3-4 0 0,-3 0 0 16,3 3 123-16,-3 0 22 0,0 1 5 0,3 1 1 15,-3 1-64-15,0 0-13 0,3 5-2 0,0 0-1 16,0 0-30-16,0 0-5 0,0 0-2 0,0 0 0 16,-6 5-14-16,3 0-4 0,-3 6 0 0,3 2 0 15,-3 3-16-15,3 2 0 0,-3 6 0 0,3 0 0 16,-3 0 0-16,3 0 0 0,0 0 0 0,-3-1 0 16,3 4 0-16,3-3 0 0,0-1 0 0,-3 1 0 15,3 0-27-15,3-3 1 0,-3 3 0 0,6-5 0 0,-3 2 5 0,3-5 1 16,0-3 0-16,0-3 0 0,0 1 9 0,0-6 3 15,3-2 0-15,0 0 0 0,0-3 8 0,0-6-12 0,0 1 12 16,2-3-12-16,1-2 12 0,0-1 0 0,0-5 0 16,0 3 0-16,-3 0-11 0,0-3-6 0,0 2-2 15,-3 1 0-15,0 0 47 0,0 0 8 0,-3 0 3 0,-3 2 0 16,3-2-9-16,-3 5-2 0,0-3 0 0,0 3 0 16,0 0-12-16,0 3-2 0,-3 0-1 0,3 5 0 15,0 0-5-15,0 0-8 0,0 0 11 0,0 0-11 16,0 0-11-16,0 0-9 0,0 0-1 0,0 8-1 15,0 0 36-15,3 0 7 0,0 0 2 0,0 2 0 16,3 1-37-16,-1-3-7 0,4 2-2 0,0 1 0 16,3-1 23-16,0 1 16 0,0-3-2 15,0 0-1-15,3 0-13 0,0-3 0 0,0-2 0 0,0-3 0 16,-4 0 0-16,4-3 0 0,-3 0 0 0,0-2 0 16,0-5 0-16,-3 2 0 0,0-3 0 0,0-2 0 15,0 0 15-15,-3 2 0 0,0-2 0 0,0 0 0 16,-3-3 9-16,0 0 1 0,0 0 1 0,-3-3 0 15,3 1-11-15,-3-3-3 0,0 0 0 0,-3-3 0 16,3 0-4-16,0-3 0 0,0 1-8 0,-3-1 12 16,3 4-12-16,0 2 0 0,-3-1 0 0,3 6 0 15,0 1 0-15,0 1-12 0,0 1 3 0,0 5 0 16,0 3-87-16,3 2-18 0,-3 3-3 0,0 0-1 16,0 0-118-16,0 0-24 0</inkml:trace>
  <inkml:trace contextRef="#ctx0" brushRef="#br0" timeOffset="61103.491">15850 7044 2066 0,'0'0'43'0,"0"0"10"0,0 0-42 0,0 0-11 0,3-3 0 0,0-2 0 16,0 2 156-16,0-2 28 0,3 2 7 0,0-2 1 15,0 2-103-15,0 1-20 0,0-1-4 0,2 0-1 16,1 1-51-16,-3 2-13 0,3 0 0 0,0 0 0 16,0 0 41-16,-3 0 6 0,3 2 1 0,-3 4 0 15,0-4-31-15,0 3-5 0,0 1-2 0,-3 2 0 16,0 2-10-16,0 1 10 0,-3 5-10 0,0-3 10 16,-3 3-10-16,0 0 0 0,-3 0 0 0,0 2 8 15,-3 1-8-15,-3-1-14 0,3-2 3 0,-6 3 1 16,3-4-36-16,0 4-7 0,1-3-2 0,-1 0 0 15,0 0 63-15,0-3 12 0,0 3 2 0,3-3 1 16,3 0-23-16,-3 0 0 0,3 1 0 0,3-4 0 16,0 1-16-16,3-1-5 0,0-2-1 0,0 0 0 15,3 0 58-15,0-3 11 0,3 1 2 0,3-4 1 16,0 1-29-16,0 0-5 0,0-3-2 0,3 0 0 16,0 0-14-16,0-3 0 0,2 0 0 0,1 1 0 15,-3-4 12-15,3 4 0 0,0-1 0 0,0-2 0 0,0 2-12 16,-3-2 0-16,0 2 8 0,-1-2-8 0,4 0-8 0,-3-1-5 15,0 4-1-15</inkml:trace>
  <inkml:trace contextRef="#ctx0" brushRef="#br0" timeOffset="62727.033">16386 7091 1208 0,'0'0'25'0,"0"0"6"16,0 0-31-16,-3-2 0 0,3 2 0 0,-6-3 0 16,6 3 84-16,-6 0 12 0,6 0 1 0,-3-3 1 15,3 3 3-15,0 0 1 0,-6-2 0 0,6 2 0 16,0 0-27-16,0 0-6 0,0 0-1 0,0 0 0 15,0 0-13-15,-6 0-3 0,6 0-1 0,0 0 0 16,0 0-18-16,0 0-3 0,0 0-1 0,0 0 0 16,0 0-18-16,0 0-11 0,0 0 12 0,0 0-12 15,0 0 32-15,3 5 0 0,-3 0 0 0,3 1 0 16,0-1-13-16,0 0-3 0,3-2-1 0,0 2 0 16,0-2-3-16,0 2-1 0,3-2 0 0,-3 2 0 0,2-2-11 0,4-1 8 0,-3 1-8 15,3 0 8 1,0-1 0-16,0-2 0 0,3 0 0 0,0 3 0 0,-3-3 0 0,3 0 0 15,-4 2 0-15,1-2 0 0,3 0-17 0,0 0-4 16,0 0-1-16,3 0 0 0,-3 0 14 0,3-2 0 16,-1 2 0-16,1 0 0 0,0 0 48 15,0 0 13-15,3-3 3 0,-3 3 0 0,0 0-64 0,-1 0-8 0,1 0-4 0,-3 0-1 16,3 0 13-16,-3 0 12 0,0-2-3 16,3 2 0-16,-6 0 2 0,2 0 0 0,1 0 0 15,-3 0 0-15,3 0-3 0,-3 0 0 0,3 0 0 16,0 0 0-16,3 0-18 0,0 0-4 0,-1 0-1 15,1 0 0-15,0 0 15 0,3-3 0 16,0 3 0-16,3 0 0 0,-4 0 0 0,1 0 0 0,3-3 0 0,-3 3 0 16,0 0 0-16,0 0 0 0,-1 0 0 15,4 0 0-15,-6 0 0 0,3 0 0 0,3-2 0 0,-3 2 0 16,2 0 48-16,-2-3 13 0,3 3 3 0,0 0 0 16,0-3-64-16,-1 3-24 0,-2 0 0 0,3-2 1 15,-3 2 23-15,3-3 8 0,-6 3 0 0,2-3 0 16,-2 3 0-16,0 0 0 0,0 0 0 0,-3 0 0 15,3-2-8-15,0 2 12 0,-3 0-12 0,2-3 12 16,1 3-12-16,0 0 12 0,0-3-12 0,0 1 12 16,0 2-12-16,0-3 12 0,-1 1-12 0,1-1 12 15,0 3-12-15,-3-3 10 0,0 3-10 0,3-2 10 16,-3 2-10-16,0-3 10 0,-4 3-10 0,4 0 10 16,-3-3-10-16,0 3 0 0,3 0 0 0,-3-2 8 0,0 2-8 15,0-3 0-15,0 3 0 0,-3 0 0 0,2-3 0 0,1 3 0 16,-3-2 8-16,3 2-8 0,0 0 0 0,-3-3 0 15,3 3 0-15,0 0 8 0,0-3-8 0,0 3 0 16,0-2 0-16,0 2 0 0,-1 0 0 16,1 0 8-16,0-3-8 0,0 3 0 15,3 0 0-15,-3 0 0 0,0-3 0 0,0 3 0 0,0 0 0 0,0 0 0 0,-1-2 8 16,-2 2-8-16,0 0 0 0,3 0 0 16,-3 0 0-16,0 0 0 0,0 0 0 0,0-3 0 0,-3 3 0 15,3 0 0-15,0-2 0 0,-3 2 0 0,0-3 8 0,3 3-8 16,-3-3 0-16,-1 1 0 0,4 2 0 0,-3-3 0 15,0 0 0-15,3 1 8 0,-3 2-8 0,0-3 0 16,0 0 0-16,3 3 0 0,-3-2 8 0,0 2-8 16,3-3 0-16,-3 3 0 0,0-3 9 0,3 3-9 15,-3-2 0-15,0 2 0 0,3-3 0 0,-3 3 8 16,2-3-8-16,-2 3 0 0,3-2 0 0,-3 2 0 16,3-3 0-16,-3 3 9 0,3-2-9 0,-3 2 0 15,3-3 0-15,-3 3 0 0,0 0 0 0,3 0 0 16,-3-3 8-16,3 3-8 0,-3-2 0 0,0 2 0 15,3 0 8-15,-4-3-8 0,1 3 0 0,0 0 0 16,0-3 9-16,0 3-9 0,0-2 0 0,0 2 9 16,0 0-9-16,0 0 0 0,0 0 0 0,0 0 8 15,0 0-8-15,0 0 0 0,0 0 0 0,0 0 8 16,-3 0-8-16,3 0 0 0,0-3 9 0,-6 3-9 16,6 0 0-16,-3 0 9 0,3 0-9 0,0 0 0 15,-6 0 11-15,6 0-11 0,-4 0 10 0,-2 0-10 16,6 0 9-16,-6 0-9 0,6 0 8 0,-3 0-8 0,-3 0 8 15,6 0-8-15,0 0 8 0,-6 0-8 0,6 0 0 0,-3 0 8 16,-3 0-8-16,6 0 0 16,0 0 0-16,0 0 8 0,-3 0-8 0,-3 0 0 0,6 0 0 0,0 0 0 0,0 0 8 15,-6 0-8-15,3 0 0 0,3 0 0 0,-3 0 0 16,3 0 0-16,-6 0 0 0,6 0 0 0,0 0 8 0,-3 0-8 16,3 0 0-16,0-3 0 0,-3 3 0 0,2-2 0 15,1 2-17-15,-3 0-3 0,3-3 0 16,0 0 0-16,0 1-117 0,-3-1-24 15,3 0-5-15</inkml:trace>
  <inkml:trace contextRef="#ctx0" brushRef="#br0" timeOffset="65637.348">19865 14706 2553 0,'0'0'53'0,"-3"-5"12"16,3 0-52-16,-3 0-13 0,3-1 0 0,0 6 0 16,0 0 84-16,-3-2 13 0,3 2 3 0,0 0 1 15,-3-6-24-15,3 6-5 0,0 0 0 0,0 0-1 16,-6 0-31-16,6 0-7 0,-5 0-1 0,-1 6 0 15,0 2-11-15,3 0-2 0,-3 2-1 0,0 3 0 16,0 6-18-16,3 2 8 0,-3 3-8 0,0 2 0 16,3 1 0-16,0-1 0 0,-3 1 0 0,3 2-9 15,3-5-13-15,-3 2-2 0,3-2-1 0,3 0 0 16,-3-3-13-16,3 0-2 0,3 0-1 0,0-5 0 16,3-3-4-16,-3-2-1 0,3-1 0 0,3-2 0 15,-3-5 2-15,2 0 0 0,1-3 0 0,0-3 0 0,0 0 35 0,3-5 9 0,-3 1 0 16,3-1 0-16,-3-3 0 0,0 0 0 15,3 1 0-15,-4 2 0 0,1-3 0 0,-3 1 0 0,-3 2 0 16,0 0 0-16,0 0 57 16,-3 0 14-16,0 3 2 0,-3-1 1 0,3 1-16 15,-3 5-3-15,-3-5-1 0,3 5 0 0,0 0-28 0,0 0-6 0,-3-3 0 0,3 3-1 16,-6 3-11-16,0-3-8 0,6 0 9 0,-3 5-9 16,0 0 0-16,0 3 0 0,3 0-13 0,0 0 4 15,0 0-24 1,6 3-5-16,-3-1-1 0,3-2 0 0,3 3-9 0,0-3-1 0,3 0-1 15,-3 0 0-15,6-3 17 0,-3 0 3 0,0 1 1 0,2-4 0 16,-2-2 2-16,0 0 1 0,0-5 0 16,-3 2 0-16,3-2 58 0,-3 0 12 0,0-3 3 0,0 0 0 15,-3 0 0-15,0 0 0 0,0-3 0 0,0 1 0 16,-3 2-4-16,3 0-1 0,-4-3 0 0,-2 3 0 16,3-2-10-16,-3-1-3 0,3 1 0 0,-3-1 0 15,0 0-1-15,3-4-1 0,-3 1 0 0,0-2 0 16,3-2-27-16,-3 2-20 0,3-2 3 0,-3-1 1 15,3 0 25-15,3 4 6 0,-3 1 1 0,3 1 0 16,0 3-116-16,0-1-22 0,3 6-5 0</inkml:trace>
  <inkml:trace contextRef="#ctx0" brushRef="#br0" timeOffset="65970.356">20437 14945 2450 0,'9'8'51'0,"-9"-8"12"0,6 0-51 16,0 2-12-16,0-2 0 0,0 0 0 16,0-2 105-16,2 2 19 0,1-3 3 0,0 3 1 0,0 0-52 0,0-3-11 0,0 3-1 0,0-2-1 15,-3 2-31-15,3 0-5 0,-3 2-2 0,-3 1 0 16,3-3-12-16,-3 3-2 0,0 2-1 0,0 0 0 16,-3 3-10-16,0-3 10 0,0 3-10 0,-3 3 10 15,0 2-20-15,-3 3-4 0,0 0-1 0,-3 5 0 16,0 0-27-16,-3 0-6 0,3 3 0 0,-3 3-1 15,3-4-13-15,-3 4-2 0,4-3-1 16,2 0 0-16,0-6 26 0,3 1 6 16,0-4 1-16,3 1 0 0,0-5 42 0,3-3 9 0,0 0 1 0,3-3 1 15,2-2-41-15,1-1-8 16,3-2-1-16,0 0-1 0,0-2 48 0,3-1 10 0,-3-2 1 0,3-1 1 16,-3 1-30-16,3-3 0 0,-4 0 0 0,4 0 0 15,0-5 0-15,0 3 0 0,0-4 0 0,0 1 0 16,0 0-113-16,0-3-29 0,0 0-6 0</inkml:trace>
  <inkml:trace contextRef="#ctx0" brushRef="#br0" timeOffset="66479.001">19803 14402 1792 0,'0'0'51'0,"0"0"10"16,0 0-49-16,0 0-12 0,0 0 0 0,0 0 0 15,0 0 105-15,0 0 19 0,0 0 3 0,0 0 1 16,0 0-52-16,0 0-9 0,0 0-3 0,0 0 0 15,0 0-51-15,6 0-13 0,0 0 0 0,0 0 0 16,3 0 54-16,3 0 8 0,-1 0 2 0,7 0 0 16,0 0 0-16,3 0 0 0,0 0 0 0,6 0 0 15,-1 0-56-15,4 0-8 0,0 0 0 0,3 0-10 16,-4-2 10-16,4-1 9 0,0-2-1 0,0 2-8 16,2-2 0-16,1 2 0 0,3-2 0 0,-1 2 0 15,-2 0 0-15,0 1 0 0,-3-1 8 0,-4 0-8 16,-2-2 0-16,-3 3-9 0,-3-1 1 0,-3 0 0 15,0 1-92-15,-4-4-19 0,-2 4-3 0</inkml:trace>
  <inkml:trace contextRef="#ctx0" brushRef="#br0" timeOffset="68159.675">17148 7149 1420 0,'0'0'29'0,"0"0"8"0,0 0-29 0,0 0-8 0,0 0 0 0,0 0 0 31,0 0 89-31,0 0 17 0,0 0 3 0,0 0 1 0,0 0-14 0,0 0-2 0,3 0-1 0,-3 0 0 32,0 0-16-32,0 0-3 0,0 0-1 0,0 0 0 0,0 0-21 0,6 0-5 0,-6 0-1 0,0 0 0 15,0 0-12-15,3 3-2 0,-3-3-1 0,3 5 0 16,-3-5-7-16,3 8-2 0,0-2 0 0,-1-1 0 16,1 0-3-16,-3 3-1 0,3-3 0 0,0 3 0 15,-3-2-4-15,3 2-1 0,0-3 0 0,-3 6 0 16,3-4-5-16,0 1 0 0,-3 0-8 0,3 0 12 15,0 0-12-15,-3 0 11 0,3 3-11 0,0-1 10 16,0 1-2-16,0-1-8 0,0-2 12 0,0 6-4 16,-3-4-8-16,3 1 10 0,0 2-10 0,0 0 10 15,-3 1-10-15,3 1 0 0,0-1 9 0,0 1-9 16,-3 1 0-16,3 0 9 0,-3 0-9 0,3 3 0 16,-3-6 8-16,3 3-8 0,-3-3 0 0,3 3 0 15,-3-3 0-15,0 0 0 0,3 1 0 0,-3-1 0 16,3 0 9-16,-3 0-9 0,0-2 0 0,3 2 9 15,-3 0-9-15,0-2 8 0,3 2-8 0,-3-2 8 16,0-1-21-16,3 1-5 0,-3 2-1 0,0-2 0 16,0-1 67-16,3 1 12 0,-3 2 4 0,0 0 0 15,0-2-52-15,0 2-12 0,0 0 0 0,0 1 0 16,0-4 0-16,0 3 0 0,0 3 0 0,0-3 0 0,3-2 0 16,-3 2 0-16,0-2 0 0,0 2 0 15,3-2 0-15,-3-1 0 0,0-2 0 0,0 3 0 0,0-3 0 16,0 0 0-16,0 0 0 0,0 0 0 0,3-3 0 0,-3 3 0 15,0 0 0-15,0 0 0 0,0-3 28 0,0 3 4 16,3-3 0-16,-3 3 0 16,0-3-24-16,0 1-8 0,0 2 0 0,0-3 9 15,0-5-9-15,0 5 0 0,0 1 0 0,0-6 8 0,0 7-8 0,0-1 0 16,0 2 0-16,0-8 8 0,0 5-8 0,0 0 10 0,0-5-10 16,0 6 10-16,0 1-10 0,0-7 0 0,0 6 0 0,0-1 8 15,0-5-8-15,0 8 0 0,0-3 0 0,0 1 0 16,0-6 0-16,0 8 0 0,3-3-12 0,-3-5 12 15,0 5-8-15,0 0 8 0,3 1 0 0,-3-6 0 16,0 5-10-16,0 0 10 0,0-5-13 0,3 6 5 16,-3-6-22-16,0 0-4 0,0 0-1 15,3 5 0-15,-3-5-109 0,6 0-23 0,-1 0-4 0</inkml:trace>
  <inkml:trace contextRef="#ctx0" brushRef="#br0" timeOffset="69287.851">17276 8211 1675 0,'0'0'35'0,"0"0"8"0,0 0-35 0,0 0-8 0,0 0 0 0,0 0 0 15,0 0 71-15,0 0 12 16,0 0 2-16,0 0 1 0,0 0-36 0,0 0-7 0,0 0-2 0,0 0 0 16,0 0-1-16,0 0 0 0,0 0 0 0,0 0 0 15,0 0-12-15,0 0-4 0,0 0 0 0,0 0 0 16,0 0 13-16,0 0 3 0,0 0 0 0,0 0 0 16,0 0-16-16,0 0-2 0,0 0-1 0,0 0 0 15,0 0 4-15,0 0 1 0,0 0 0 0,0 0 0 16,0 0-5-16,0 0-1 0,0 0 0 0,-3 5 0 15,3-5-9-15,0 5-3 0,0-5 0 0,0 8 0 16,0-8-8-16,0 5 12 0,0 1-12 0,0-1 12 16,0 3-12-16,0-3 0 0,3 0 9 0,-3 3-9 15,0 0 0-15,3-2 0 0,-3 2 0 0,0-1 0 16,0 1 0-16,3 0 0 0,-3 0 0 0,0 3 0 16,0-3 0-16,0 2 8 0,0-2-8 0,0 0 0 15,0 0 0-15,0 0 0 0,0 0 0 0,0 0 0 16,0-3 0-16,0 3 0 0,0-5 0 0,0 5 0 15,0-3-13-15,0-5-7 0,0 5-2 0,0-2 0 16,0-3 36-16,0 0 7 0,3 5 2 0,-3-5 0 16,0 6-37-16,0-6-7 0,0 0-2 0,3 5 0 15,-3-5 23-15,3 5 0 0,0-2 0 0,-3-3 0 16,3 3 0-16,-3-3 0 0,0 0 0 0,5 2 0 16,-2 1 0-16,3-1 0 0,0-2 0 0,-3 0 0 15,0 3 0-15,3-3 0 0,-3 0 0 0,0 0 0 16,3 0 0-16,-3 0 0 0,3 0 0 0,0 0 0 15,0 0 0-15,0 0 0 0,0 0 0 0,0-3 0 0,3 3 0 0,0 0 0 16,0-2 0-16,0 2 0 16,2-3 0-16,1 3 0 0,0 0 0 0,0-2 0 0,0 2 0 15,0-3 0-15,3 0 0 0,0 3 0 0,-3 0 0 0,3-2 0 0,-1-1 0 16,1 3 0-16,-3-3 0 0,3 3 0 0,-3-2 0 16,3-1 0-16,-3 0 0 0,-3 3 0 0,3-2 0 15,-3 2 0-15,0-3 0 0,-1 3 0 16,1-3 0-16,0 3 0 0,-3 0 0 0,3-2 0 0,-3 2 0 15,-3-3 0-15,3 3 0 0,0 0 0 0,-3 0 0 16,-3 0 0-16,3 0 0 0,3-2 0 0,-3 2 0 16,-3 0 0-16,3-3 13 0,-3 3 7 0,6 0 2 15,-3-3 0-15,-3 3-35 0,6-5-7 0,-3 2-2 0</inkml:trace>
  <inkml:trace contextRef="#ctx0" brushRef="#br0" timeOffset="69725.97">17788 8068 1824 0,'0'0'76'16,"0"0"-60"-16,0 0 140 0,0 0 29 0,0-6 6 0,0 6 1 15,0 0-103-15,0 0-20 0,0 0-4 0,0 0-1 16,0 0-51 0,0 0-13-16,0 0 0 0,0 0 0 0,0 0 54 15,3 6 8-15,-3 2 2 0,3 0 0 0,-3 2-52 0,0 1-12 0,3-3 0 16,-3 5 0-16,0-3 8 0,0 1 0 0,0 2-8 0,0 0 12 16,0 3-12-16,0 0-8 0,0 0 8 0,0 3-13 15,0-1 13-15,0-2 0 0,0 5 0 16,0-2 0-16,0 2 12 0,0-3 6 0,0 1 1 0,0-1 0 15,0 1-19-15,0 0 0 0,0-1 0 0,0-2 0 16,0 0 0-16,-3 0 0 0,3 0 0 0,0-1 0 16,-3 1 0-16,3-2 0 0,0 1 0 15,0-1 0-15,0-1 0 0,-3-3 0 0,3 4 0 0,0-4 0 16,0-2 0-16,-3 3-9 0,6-3 1 0,-3 0 0 16,0 0-16-16,0-3-4 0,0 0 0 15,0 0 0-15,0-5-17 0,0 0-4 0,0 6-1 0,0-6 0 16,0 0-25-16,0 0-5 0,0 0 0 0</inkml:trace>
  <inkml:trace contextRef="#ctx0" brushRef="#br0" timeOffset="70381.032">17788 8118 1997 0,'-3'-11'56'0,"-3"1"13"0,0 2-55 16,3 0-14-16,0 0 0 0,0 0 0 0,0 3 61 0,0-1 10 0,0 1 1 0,3 5 1 16,0-3 44-16,0 3 9 0,0 0 2 0,0 0 0 15,0 0-97-15,0 0-19 0,0 0-4 0,0 0-8 16,0 0 0-16,0 0 0 0,0 0-10 0,0 0 10 15,0 0 28-15,0 0 14 0,0 0 2 0,3 3 1 16,3 2-21 0,-3 1-4-16,3-1 0 0,0 0-1 0,0 3-19 0,3 0 0 0,0-3 0 0,-1 3 0 15,4 0 0-15,3 3 0 0,-3-3 0 0,3 2 0 16,0-2 0-16,0 3 0 0,0-3 0 0,0 2 0 16,2 1 0-16,-2-3 0 0,3 3 0 0,-3-1 0 15,0 1 0-15,0-3 0 0,-3 2 0 0,0 1 0 16,0-1 0-16,-4 1 0 0,1-3 8 0,0 3-8 15,0-4 0-15,-3 4 0 0,3-3 0 0,-3 3 0 16,0-1 8-16,0-2-8 0,-3 0 0 0,3 0 0 16,-3 0 0-16,0 0 8 0,-3-3-8 0,3 3 0 15,-3 0 8-15,3-3-8 0,-3 1 0 0,0-1 0 16,0 3 0-16,-3-3 8 0,3 0-8 0,-3 1 0 16,0-1 8-16,-3 3-8 0,0-3 0 0,0 3 0 15,-3-3 0-15,3 3-14 0,-3 0 1 0,-3-2 0 16,3 2 13-16,-3 0 0 0,-2-1 0 0,-1 1 0 15,0 0 0-15,0 0 0 0,0 0 0 0,-3 0 0 16,0 0 0-16,3 3 0 0,-2-3 0 0,2 2 0 16,0 3 24-16,0-2 8 0,3 0 2 0,0-1 0 15,0 3-24-15,3-2-10 0,0 0 8 0,3-1-8 16,0-2 26-16,1 3 0 0,2-3 0 0,-3 0 0 16,3 0-26-16,3-3 0 0,-3 3 0 0,0-3 0 15,3 0-46-15,0-5-14 0,3 3-4 0,-3-3 0 0,0 5 64 0,0-5 0 0,3 3 0 0,-3-3 0 31,6 3-49-31,-3-3-17 0,3-3-3 0,-1 0-1 0,-2 1-151 16,3-4-31-16</inkml:trace>
  <inkml:trace contextRef="#ctx0" brushRef="#br0" timeOffset="70865.193">18201 8285 2269 0,'0'0'64'0,"0"0"15"15,0 0-63-15,0 0-16 0,0 0 0 0,0 0 0 16,0 0 105-16,0 0 19 0,0 0 3 0,0 0 1 16,-3 5-103-16,-3 0-25 0,3 3 0 0,1 0 0 15,-1 3 56-15,0-3 7 0,3 2 1 0,-3 1 0 16,0-1-52-16,3 4-12 0,-3-4 0 0,0 3 0 15,3-2 0-15,-3 2 0 0,3-2 0 0,0 2 0 16,-3-2 0-16,3 2 0 0,3 0 0 0,-3-2 0 16,0-1 0-16,3 1 0 0,0-3 0 0,-3 2 0 15,3-2 0-15,3-2 0 0,-3 2 0 0,2-3 0 0,-2-3-12 0,3 1-6 16,0 0-1-16,0-1 0 0,0-2 19 0,0 0 0 0,0-2 0 16,3-1 0-16,-3 0 0 0,3 1 0 0,0-1 0 15,0-2 0-15,0 0 16 0,0-1 1 16,0 4 0-16,-3-6 0 0,3 2-17 0,-1-2 0 15,1 1 0-15,0-1 0 0,-3-3 52 0,3 3 6 0,0 0 2 16,-3-2 0 0,3-1-45-16,-3 0-15 0,-3-2 9 0,3 0-9 0,-3 2 42 0,0-2 3 0,0 0 1 15,-3 0 0-15,0-1-23 0,0 1-5 0,-3 0-1 0,0 0 0 16,0 2-17-16,-3-2 0 0,0 2 0 0,-3 1 0 16,0 2 0-16,-3-3 0 0,3 3 0 0,-6 0 0 15,4 3-9-15,-4 0-6 0,3-1-1 0,-3 4 0 16,0-3-36-16,0 5-8 0,3-3-2 0,-3 3 0 15,3 0-143-15,0-3-29 0,1 3-6 0</inkml:trace>
  <inkml:trace contextRef="#ctx0" brushRef="#br0" timeOffset="71584.869">18335 8332 1420 0,'0'0'29'0,"-6"3"8"16,6-3-29-16,-6 0-8 0,6 0 0 0,0 0 0 16,0 0 94-16,0 0 18 0,0 0 3 0,0 0 1 15,0 0-28-15,0 0-6 0,0 0-1 0,0 0 0 16,0 0-20-16,0 0-4 0,0 0-1 0,0 0 0 15,0 0 3-15,0 0 0 0,9 0 0 0,-3 3 0 16,3-3-14-16,3 0-2 0,0 0-1 0,0 0 0 16,0 0-4-16,3 0-1 0,0-3 0 0,0 3 0 15,2-3-9-15,1 1-1 0,3-1-1 0,-3 3 0 0,3-3-6 0,0 1 0 16,-1-1-1-16,1 3 0 0,3-5-8 16,0 5-2-16,0-3 0 0,5 0 0 0,-5 1-9 0,3 2 0 15,-3-3 0-15,3 3 0 0,-3 0 0 0,-4-3 0 16,1 3 8-16,-3 0-8 0,0 0 0 0,-3 0 0 15,-3 0 9-15,-3 0-9 0,0 0 0 0,-1 0 0 16,1 0 0-16,-3 0 8 0,0 0-8 16,-3 0 0-16,3 0 8 0,-6 0-8 15,6 0-18-15,-3 0-8 0,-3 0-2 0,6 0 0 0,0 0 28 0,-6 0 0 0,6 0 0 0,-3-2 0 16,-3 2 0-16,6 0 0 0,0 0 0 0,-6 0 0 16,3-3 0-16,3 3 0 0,-6 0 0 0,3-2 0 15,-3 2-108-15,6-3-16 0,-3 3-3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52:08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20315 2006 1181 0,'0'0'50'0,"0"0"-40"16,-6-3 120-16,6 3 24 0,-6 0 5 0,0 0 1 15,0 0-31-15,0 0-5 0,0 0-2 0,-3 3 0 16,0 2-34-16,3 0-8 0,-3 3 0 0,0 0-1 16,0 3-31-16,4-1-5 0,-4 6-2 0,0-3 0 15,3 3-17-15,0 0-4 0,0 0-1 0,0 3 0 16,3 4-19-16,0-1 0 0,0-4 0 0,3 3 0 16,0 0 0-16,3-5 8 0,0 3-8 0,0-1 10 15,3 1-10-15,3-3 0 0,0 0-12 16,0-3 12-16,2-5-9 0,1 0 9 0,0 0 0 15,3-3 0-15,0-2 0 0,0 2 0 0,0-5 12 0,0 3-3 16,-3 2-9-16,0-5 0 0,-1-5 0 0,-2 5 0 16,0-3 0-16,-3-2 0 0,-3 2 0 0,-3-2 0 15,-3-3 0-15,0 0 0 0,-3 0 0 0,0-3 0 16,0 1 0-16,-3 2 0 0,1-8 0 0,-1 3 0 16,0-3 53-16,-3 2 9 0,3-7 2 0,-3 5 0 15,3 1-52-15,0-7-12 0,0 7 0 0,3-4 0 16,0 3 0-16,3 0 0 0,-3 0 0 0,3 3 0 15,3 0 0-15,0 2 0 0,0-2 0 0,3 5 0 16,0 0 0-16,0 0 0 0,0-2 0 0,3 2 0 16,0 5 0-16,3-5 0 0,0 3 0 0,3 2 0 0,0-5 0 15,0 3-12-15,3 0 3 0,0 2 0 0,-1 3 9 0,4-5 0 16,-3 5 0-16,3-3 0 0,-3 3 0 0,-3 3 0 16,3-3 0-16,-3 5 0 0,-1-5 0 0,1 3 0 0,0 2 0 15,-3 3 0-15,0-3 0 0,0 3 11 16,-3 0-1-16,3 0 0 0,-3 0-10 0,0 5 0 15,0-5 0-15,0 5 0 0,-3 3 0 0,0 0 0 16,0-3 0-16,0 6 0 0,0-1 0 16,-3-2 0-16,3 5 0 0,0-5 0 0,-3 0 0 0,0 0 0 15,3 3 0-15,-3-4 0 0,0-1 0 0,-3-4 0 0,3 4 0 16,0-7 0-16,-3 1 0 0,3 0 0 0,-3 0 0 0,3-2 0 16,0-6 0-16,0 0 0 0,0 0 0 0,0 0 0 15,0 0 0-15,0 0 0 0,0 0 0 0,0 0 0 16,0 0 0-16,-6-6 0 0,3 4 0 0,3-6 0 15,-3 0 0-15,3-3 0 0,3 1 0 0,0 2 0 16,-3-6 0-16,3 1 0 0,0 3 0 0,3-4 0 16,-3-1 0-16,3 1 0 0,-1-2 0 0,1 1 0 15,0 1 0-15,0 1 0 0,3-3 0 0,0 8 0 16,0-5 0-16,0 2 0 0,3 1 0 0,-3 2 0 16,3 5 0-16,-3-5 0 0,3 3 0 0,-3 2 0 15,0 3 12-15,2-5 1 0,-2 5 0 0,0 5 0 16,0-5-13-16,-3 3 0 0,3 2 8 0,-3-2-8 15,3 5 0-15,-3 0 0 0,3 2 0 0,-3 1 0 16,0 2 8-16,0 0-8 0,0-2 0 0,0 5 9 16,0 2-22-16,-3-2-5 0,3-2-1 0,-4 1 0 15,1-1 19-15,0 2 0 0,0-6 0 0,0 3 0 16,0 1 0-16,0-4 0 0,0 1 0 0,0-3 0 0,0 0 0 0,0-6 0 16,3 6 0-16,-3-2 0 0,0-1 0 0,3-5 0 15,0 2 0-15,-3-2 0 0,3 0 0 0,0-2 0 16,3-3 0-16,-3-1 0 0,0-2 0 0,3-2 0 0,-3 2 0 0,3-5 0 15,0-3 0-15,-4 0 0 0,4 3 0 0,-3-9 0 16,3 1 0-16,-3 0 0 0,0-3 0 0,0 0 0 16,0 3 40-16,0-3 12 0,0-2 3 0,-3 2 0 15,0 0-27-15,0 3-6 0,0-5-1 0,-3 2 0 16,0-5-5-16,0 5 0 0,-3-5-1 0,0 2 0 16,0 4-4-16,0-1-1 0,-3 3 0 0,0-1 0 15,0 7 2-15,3-1 1 0,-3 2 0 0,0 7 0 16,3-1-13-16,-3 0 9 0,0 2-9 0,6 6 8 15,0 0-8-15,0 0 0 0,-6 6 0 0,0 2 0 16,4 2 0-16,-1 9-11 0,0-3 11 0,0 5-12 16,3 0 12-16,0 3 0 15,0 5-9-15,0-5 9 0,0 2 0 0,3-2 0 0,0 0-9 0,0 2 9 16,-1-7 0-16,4 7 0 0,-3-7-8 0,0 2 8 16,3 0-36-16,-3 0-3 0,3 3-1 0,-3-3 0 15,0 0 40-15,3-5 0 0,-3 5 0 0,3-7 0 16,0 2-48-16,-3-6-3 0,3 3 0 0,0-5 0 15,0-2 10-15,0-4 1 0,0 3 1 0,0-5 0 16,3 0 1-16,-3 0 0 0,3-7 0 0,0 1 0 16,-1-2 38-16,1 0 0 0,0 0 0 0,0-5 0 15,0 3 0-15,-3-9 0 0,3 9 0 0,0-9 0 0,-3 3 44 16,3 0 16-16,0 0 3 0,-3-2 1 0,3 2 0 0,0 5 0 16,-3-2 0-16,2 0 0 0,-2 2-52 0,0 1-12 15,0 2 0-15,0 5 0 0,-3-5 0 0,0 3 0 16,0 2 0-16,-3 3 0 0,0 0 0 0,0 0 0 15,6 8 0-15,-3-5 0 0,0 2 0 16,0 3 0-16,0 0 0 0,3 0 0 0,-3 0 0 16,3 5 0-16,-3-5 0 0,6 5 0 0,0 3 0 0,0-3 0 0,0-2 0 15,3 2 0-15,-1 0 0 0,1-2-15 0,0-3 3 16,3 3 1-16,3-3-33 16,0-1-8-16,0-4 0 0,0 2-1 0,-1-5 70 0,4 0 15 0,0-5 2 0,-3 2 1 15,0 3-27-15,0-7-8 0,-3 1 0 0,-1-2 0 16,1 0 19-16,-3 0 0 0,-3 0 0 0,0-2 0 15,-3-1 10-15,0-2 3 0,0 5 0 0,-3-5 0 16,-3 2 3-16,3-2 1 0,-3 0 0 0,0 2 0 16,0-2-9-16,0-3-2 0,0 3 0 0,-3 0 0 15,3 2-8-15,-3-2-1 0,0 5-1 0,0 0 0 16,0 0 0-16,0 3 0 0,0 2 0 0,3 3 0 16,-6 3-4-16,-3 2-1 0,3-2 0 0,-6 5 0 15,0 0-10-15,1 5 0 0,-4 3 0 0,0 2 0 16,3 6 0-16,-3 5 8 0,0 0-8 0,0 3 8 15,3 2-8-15,0 3 0 0,3 1 0 0,-2-1 0 16,2 0 0-16,0-8 0 0,0 2 0 0,0 4 0 16,0 2 0-16,-3 0-12 0,3 0 2 0,0 3 1 15,0-3-13-15,0-3-2 0,0 3-1 0,0-8 0 16,1 0-66-16,-4-5-13 0,0 0-2 0,0 2-1 16,0-7-57-16,0 0-11 0,-3 2-2 0</inkml:trace>
  <inkml:trace contextRef="#ctx0" brushRef="#br0" timeOffset="1391.845">10748 2940 1824 0,'0'0'76'15,"0"0"-60"1,0 0-16-16,0 0 0 0,0 0 0 0,0 0 0 15,0 0 0-15,3 2 0 0,3 4 0 0,-3-4 0 16,3 4 0-16,0-4 0 0,3 4 0 0,0-1 0 16,3-3 0-16,-1 4 0 0,1-4 0 0,3 4 0 15,3-4 54-15,0 1 8 0,3 0 2 0,3 2 0 16,-1-2-52-16,7-3-12 0,0 5 0 0,6-5 0 0,2 3-12 16,1 2-4-16,6-3-2 0,2 4 0 0,1-6 29 0,3 0 5 15,2 2 2-15,4 1 0 0,-1-3-2 0,1 0-1 16,2 3 0-16,10 2 0 0,-4-5 12 15,1 0 2-15,5 0 1 0,10 3 0 0,-10-3-1 0,3 0 0 16,-2 0 0-16,8 0 0 16,-5 0-6-16,-1 0-2 0,3 0 0 0,7 0 0 0,-10 0-1 15,4 0-1-15,2 0 0 0,6 0 0 0,-5-3-5 0,-1 3-1 0,3 0 0 16,10 0 0-16,-13 0-13 0,3-5 11 0,4 2-11 0,5 3 10 16,-9-3-10-16,1 1 0 0,-4 2 9 15,12-6-9-15,-11 4 0 0,2 2 8 0,-3 0-8 0,10-5 0 16,-10 2 8-16,0 3-8 0,1 0 10 0,5-5-10 15,-8 5 0-15,2 0 0 0,0-3 0 0,7 3 0 16,-7-3 0-16,0 3 8 0,4 0-8 0,5-2 0 16,-9 2 0-16,1-3 11 0,2 3-11 0,6-3 10 15,-8 3-10-15,-1-2 0 0,0 2 9 16,10 0-9-16,-13-6 8 0,3 6-8 0,1-2 10 0,5 2-10 16,-5 0 13-16,-4 0-3 0,3 0-1 0,10 0 0 15,-13 0 1-15,3 2 0 0,1-2 0 0,8 6 0 16,-9-6-1-16,1 0 0 0,-1 0 0 0,6 2 0 15,-5-2 0-15,-4 0 0 0,4 3 0 0,2-3 0 16,-6 0 3-16,-2 3 0 0,-1-1 0 0,10-2 0 16,-13 6-12-16,3-1 0 0,1-5 0 0,5 3 0 15,-5 2 0-15,-1-3 0 0,3 4 9 0,4-6-9 16,-7 2 0-16,1 1 9 0,2 5-9 0,3-8 0 16,-8 3 9-16,-1 2-9 0,1-5 0 0,5 3 9 0,-9 2-9 0,1-5 8 15,2 8-8-15,4-8 8 0,-4 2 2 0,1 1 0 16,-1 5 0-16,9-8 0 0,-8 3 4 0,-4 2 1 15,4-5 0-15,5 3 0 0,-11 2-3 0,2-2 0 0,1-3 0 16,-1 2 0-16,1 1-12 0,-4-1 0 16,1-2 0-16,5 3 0 0,-6-3 12 0,1 3-4 15,-4 2-8-15,4-5 12 0,-7 0-2 0,1 3-1 16,-3 2 0-16,5-5 0 0,-5 0 0 0,2 0 0 16,-2 0 0-16,2 0 0 0,-8 0-1 0,-1 3 0 0,1-3 0 0,0 0 0 15,-4 0 0-15,1 0-8 0,0 0 12 16,-4-3-4-16,1 3 4 0,-4 0 0 0,-2 0 0 0,0 0 0 15,-6 0 0-15,-1 0 0 0,1 0 0 16,-3 0 0-16,0 0 0 0,-1 0 0 0,-2 0 0 0,3 0 0 16,-6-5-4-16,0 5-8 15,-1 0 12-15,-2-3-4 0,-3 3-8 0,-3 0 0 0,0 0 9 0,-3-5-9 16,0 2 0-16,-3 0 8 0,-3 3-8 0,0-5 0 16,-3 3-12-16,-1-1-8 0,1-2 0 0,-3 2-1 15,-3-5-187-15,-2 0-38 0</inkml:trace>
  <inkml:trace contextRef="#ctx0" brushRef="#br0" timeOffset="4327.074">17749 7533 1396 0,'-6'-5'40'0,"0"-3"8"16,-3 0-39-16,6 3-9 0,-3-3 0 0,0 0 0 15,3 3 92-15,-3-3 16 0,3 0 3 0,0 2 1 16,-3 1-44-16,3 0-8 0,0-1-1 0,3 6-1 16,0 0 5-16,0 0 1 0,0 0 0 0,0 0 0 15,0 0 0-15,0 0 0 0,0 0 0 0,0 0 0 16,0 0-52-16,0 8-12 0,0 3 0 0,0 5 0 16,0 0 0-16,0 5 0 0,-3 0 0 0,3 6 0 15,-3 2 0-15,3 0 0 0,-2 5 0 0,2 3 0 16,-3 3 0-16,3 2 0 0,0 6 0 0,-3 2 0 15,3-5 0-15,0 0 0 0,0 0 0 0,-3 3 0 16,3-3-8-16,0 2-5 0,0-2-1 0,0 3 0 16,0-8 3-16,0-1 1 0,0-2 0 0,0-2 0 15,0-3 10-15,0-3 0 0,0 0 0 0,0-3 0 16,3-2 0-16,0-3 0 0,2-2 0 0,1-1 0 16,0 1 8-16,3-6-8 0,3 0 10 0,-3-2-10 0,6-3 20 0,-3 0-3 15,0-3 0-15,3-2 0 0,6-3-28 0,-1 0-5 0,4-6-2 16,6 1 0-16,0 0 18 0,5-3 0 0,4 0 0 15,0-3 0-15,0 1 13 0,-1-1 3 0,-2 0 1 0,6-2 0 16,-1 3-17-16,1-1 0 0,6 3 0 0,-4-2 0 16,1 2 0-16,0-3-16 0,-1 3 4 0,1 0 0 15,0 0 12-15,-4 3 0 0,4-3 0 0,-1 3 0 16,-5-1 0-16,0 1 0 0,3 2 0 0,-4 1 0 16,-5-1 0-16,-3 3 0 0,-3 0 0 0,-4 0 0 15,1 0 9-15,0 3-9 0,-3-3 0 0,-3 2 9 16,0-2-9-16,-1 3 12 0,1 0-12 0,-3-1 12 15,-3-2-12-15,0 3 0 0,0 0 0 0,-3-3 0 16,0 2 0-16,0-2 0 0,0 0 0 0,-3 0 0 16,2 0 8-16,-2 0-8 0,0 0 0 0,0 0 8 15,-3 0-8-15,3 0 0 0,0 0 0 0,0-2 8 16,-3-1-8-16,3 0 0 0,-3 1-12 0,0-1 12 16,3-2 0-16,-3 0 20 0,0-1-3 0,3 1 0 15,-3-3 1-15,3 0 0 0,-3-2 0 0,3-4 0 16,0 1-2-16,-3-3-1 0,3-2 0 0,0-1 0 15,0-5-3-15,0 3-1 0,-1-5 0 0,1-1 0 16,-3 1-11-16,3-1 12 0,0 1-12 0,-3-3 12 16,3 0-12-16,-3 0 0 0,0-1 0 0,0-1 0 0,0-4 16 0,0 4 12 0,0-4 1 0,0 1 1 15,0 2-12-15,-3 3-2 0,0 0-1 0,3 2 0 16,-3 1-5-16,0-1-1 0,-3 4 0 0,3-1 0 16,-3 3 1-16,0-1 0 0,0 4 0 0,0-3 0 15,0 5-10-15,0-3 0 0,0 3 0 16,0 1 0-16,0 1 0 0,-3 1 0 15,0 3 0-15,0-1 0 0,0 0 0 0,0 3 0 0,1 0 0 16,-1 1 0-16,-3 1 0 16,0 1 0-16,0 0 0 0,0-1 0 0,-3 4 53 0,0-4 9 0,0 4 2 15,-3-3 0-15,0 5-64 0,0-3-18 0,-2 0-1 0,-1448 3 0 16,2894 0 19-16,-1450 0 0 0,0 3 0 0,0 0 0 16,1-1 14-16,-1 1 3 0,0-1 1 0,-3 4 0 15,0-4-18-15,-3 1-11 0,1 0 2 0,-4-1 0 16,0 4 9-16,-3-4-8 0,1 1 8 0,-4 2-8 15,6-2 8-15,0 2 0 0,-2 0 0 0,2 1 0 16,0-4 0-16,3 1 17 0,-2 0-2 0,-1-3-1 16,3 0-14-16,0 0-18 0,-3 0 4 0,1 0 1 15,2 0 13-15,0 0 0 0,0-3 0 0,1 0 0 16,5 1 0-16,-3 2 0 0,3-6 0 0,0 4 10 16,0-1-10-16,4-2 0 0,-4 0 0 0,0-1 0 15,3 1 0-15,-3 0 0 0,0-3 0 0,0 2 0 16,1 4 0-16,-1-3 0 0,0-1 0 0,0 4 0 15,0-1 0-15,3 0 0 0,1 1 0 0,-1-1 0 16,0 0 0-16,3 3 0 0,0 0 0 0,0 3 0 16,0-3-9-16,0 3 9 0,4-1 0 0,2-2 0 15,-3 3 0-15,3 0-8 0,0-1 8 0,-3 1 0 16,3 0 0-16,0 2 0 0,0-3 0 0,3 4 0 0,-3-4-9 16,0 4 9-16,3-4 0 0,-3 1-9 0,4 2 9 15,-1 1 0-15,3-1 0 0,-3 0 0 0,0 0-16 0,3 1 3 0,-3-1 0 16,0 0 0-1,3 3-27-15,-3-2-6 0,0-1-1 0,0 3 0 0,3 0-19 16,-3-3-4-16,0 3-1 0,3 0 0 16,-3-3-78-16,3 0-16 0,0 1-3 0</inkml:trace>
  <inkml:trace contextRef="#ctx0" brushRef="#br0" timeOffset="7374.896">20175 11888 2066 0,'0'0'43'0,"0"0"10"15,0 0-42-15,0 0-11 0,0 0 0 0,0 0 0 16,-3 6 104-16,0-1 20 0,3-5 3 0,0 8 1 16,-3 0-52-16,0-3-9 0,3 3-3 0,0 0 0 15,-3 0-51-15,3 0-13 0,0 0 0 0,-3 0 0 16,3 2 0-16,0 1 0 0,0 0 0 0,0-1 0 16,0 1 0-16,3 2 0 0,-3-2 0 0,0 2 0 0,0 0 54 15,3 0 8-15,-3-2 2 0,0 2 0 16,3-2-52-16,-3 2-12 0,3 0 0 0,-3 0 0 15,0 1 0-15,0-4 0 0,0 3 0 0,0 1 0 0,0-4 0 0,0 6 0 16,0-3 0-16,0 3 0 0,0 0 0 16,0 3 0-16,0-4 0 0,0 7 0 0,0-4 0 0,0 3 0 15,0-2 11-15,0 2-11 0,0 0 19 0,0 0-3 16,0-2-1-16,0 2 0 0,0 0 1 0,0-2 1 0,0-1 0 16,0 6 0-16,0-3-1 0,3-2-1 0,-3 5 0 0,0-1 0 15,3 1-3-15,-3 3-1 0,0-1 0 0,3 3 0 16,-3-2-11-16,3-1 0 0,-3 1 0 0,3-4 8 15,0 1-8-15,-3-3 0 0,3 1 0 0,0 1 0 16,-3-1 0-16,3-4 0 0,-3 1 0 16,0 2 0-16,0 0 0 0,3 3 0 0,-3 0 0 0,3-1 0 15,-3 1 0-15,0 0 0 0,3 2 0 0,-3-2 0 16,0 0 0-16,0-3 0 0,0 0 0 0,0 1 0 16,0-4 0-16,0 1 0 0,0-1 0 0,0 1 0 15,0-1 28-15,0-2 3 0,0 3 1 0,0-1 0 16,0 3-52-16,0 0-9 0,-3 3-3 0,3 3 0 15,0-3 53-15,0-1 11 0,0-1 1 0,0 1 1 16,-3-1-26-16,3-1-8 0,0-3 0 0,0 1 0 16,0-3 0-16,0 2 0 0,0-2 0 0,-3 0 0 15,3 2 0-15,0-2 0 0,0 0 0 0,-3 0 0 16,3 3 0-16,0-1 0 0,0 1 0 0,0 2 0 0,0-3 0 16,0 1 0-16,0-1 0 0,0 3 0 15,0-2 0-15,0-3 0 0,0 2 0 0,0-2 0 0,0 0 0 16,3-3 0-16,-3-2 0 0,0 2 0 0,0-2 0 15,0-1 0-15,0-2 0 0,0 0 10 0,0 3-10 0,0-3 0 0,0 0 0 16,0-3-11-16,0 3 11 16,3-3 0-16,-3-5 0 0,0 0 0 15,0 6-21-15,0-6 1 0,0 0 0 0,0 0 0 16,0 0-45-16,0 0-9 0,0 0-2 0,0 0 0 16,0-8-92-16,3 0-20 0,-3-3-3 0</inkml:trace>
  <inkml:trace contextRef="#ctx0" brushRef="#br0" timeOffset="8325.672">20187 11828 1337 0,'0'0'28'0,"0"0"6"0,0 0-34 0,0 0 0 0,0 0 0 0,0 0 0 16,0 0 89-16,0 0 11 0,0 0 3 0,0 0 0 16,0 0-11-16,0 0-3 0,0 0 0 0,0 0 0 15,0 0-20-15,0 0-4 0,0 0-1 0,0 0 0 16,0 0 0-16,3 5 0 0,-3-5 0 0,3 5 0 15,0 0-51-15,0 1-13 0,0-1 0 0,0 0 0 16,0 1 54-16,0-1 8 0,3 0 2 0,-3 3 0 16,2 0-52-16,1 0-12 0,0 0 0 0,0 0 0 15,0 0 0-15,3 2 0 0,-3 1 0 0,6-3 0 16,-3 5 0-16,0-2 0 0,0-1 0 0,3 4 0 16,3-4 0-16,-3 3 0 0,-1-2 0 0,4 2 0 15,3-2 0-15,-3-1 0 0,3 1 0 0,-3 0 0 16,3-1 0-16,-3-2 0 0,2 0 0 0,-2 0 0 15,-3 0 0-15,3 2 0 0,-3-2 0 0,0 0 0 0,0 0 0 16,0 3 0-16,0-3 0 0,-3 2 0 0,2-2 0 16,-2 0 0-16,0-2 0 0,0 2 0 0,3-1 0 0,-3-1 0 15,0 2 0-15,0 0 0 0,3-3 0 16,-3 3 0-16,3 0 0 0,-3 0 0 0,0 0 0 16,0 0 0-16,-1 0 0 0,4-1 0 15,-3 1 0-15,0 0 0 0,3 0 0 0,-3 0 0 0,3 0 0 0,-3 0 0 0,0 0 0 0,0 0 0 16,0 0 0-16,0 0 0 0,0-3 0 15,-4 3 0-15,4-3 0 0,0 3 0 0,-3-2 0 0,3-1 0 16,0 3 54-16,0-3 8 0,-3 0 2 0,0 1 0 16,0-1-52-16,0-2-12 0,0 2 0 0,0 0 0 15,0 1 0-15,0-4 0 0,-3 3 0 0,3 1 0 16,-3-4 0-16,0 4 0 0,0-1 0 0,0-2 0 16,0-1 0-16,0 1 0 0,-1 0 0 0,1 2 0 15,0-2 0-15,-3-1 0 0,3 1 0 0,-3-3 0 16,3 5 0-16,-3-5 0 0,6 5 0 0,-6-5 0 15,3 3 27-15,-3-3 2 0,0 0 1 0,0 0 0 16,3 3-38-16,-3-3-8 0,3 2-2 0,-3-2 0 16,3 0-149-16,3 0-29 0,-3-2-7 0</inkml:trace>
  <inkml:trace contextRef="#ctx0" brushRef="#br0" timeOffset="9861.789">21059 12542 1117 0,'0'0'47'16,"0"0"-38"-1,-3-5 91-15,3 5 17 0,-3-3 4 0,3 3 1 16,0 0-46-16,0-5-10 0,0 5-2 0,0 0 0 16,0 0 52-16,0 0 9 0,0 0 3 0,0 0 0 15,0 0-69-15,0 0-14 0,0 0-2 0,0 0-1 16,0 0-16-16,-6 5-3 0,6-5-1 0,-3 5 0 15,0 1 22-15,0 2 4 0,3 2 0 0,-3-2 1 0,3 3-17 16,-3-3-3-16,3 5-1 0,0-3 0 16,-3 4-13-16,3-1-3 0,0 0-1 0,-3 0 0 15,3 3 3-15,0 0 1 0,0 0 0 0,0 5 0 0,-3-2-7 16,3-1-8-16,0 1 11 0,0 2-11 0,0-3 13 0,0 1-4 16,0-1-1-16,3 1 0 0,-3 0-8 0,0-4 12 15,3-1-12-15,-3 2 12 0,0-1-12 0,0 4 8 0,0-3-8 16,0 0 8-16,0 0-8 0,0-1 0 0,0 1 0 0,-3 3 8 15,3-1-8-15,0 1 0 0,-3-1 0 0,3 1 8 16,0 2-8-16,0-5 8 0,0 2-8 0,0 1 8 16,0 0-8-16,0-4 8 0,0 1-8 0,0-3 8 15,0 3-8-15,0-5 0 0,0 2 0 0,0 0 0 16,0 1 0-16,0-4 8 0,0 3-8 0,0-2 8 16,0 2-18-16,0-2-4 0,0 2-1 0,0 0 0 15,0-2 27-15,-3 2 6 0,3-2 1 0,0 2 0 16,0 0-19-16,0 0 0 0,0 1 0 0,0-1 0 15,0 3 10-15,0-3-10 0,0 3 8 0,0 0-8 16,0-3 10-16,0 3-10 0,0-6 12 0,0 4-12 16,0-1 12-16,0 0-12 0,0 0 12 0,0-2-12 15,0 0 10-15,0-1-10 0,0 1 8 0,0-1-8 16,3-2 9-16,-3 3-9 0,0-3 10 0,0 0-10 16,0 2 8-16,0-2-8 0,0 0 0 0,0 3 9 15,3-3-9-15,-3 0 0 0,0 0 9 0,0 2-9 16,0-2 13-16,0 0-1 0,0 0-1 0,0 0 0 15,0 2 1-15,0-2 0 0,0 3 0 0,0-3 0 16,0 5-4-16,0-2 0 0,0-1 0 0,0 4 0 16,0-4-8-16,0 1 0 0,0-1 9 0,0 1-9 15,0-1 0-15,-3 1 8 0,3 2-8 0,0-2 0 0,0-1 0 16,0 1 8-16,0-3-8 0,0 3 0 0,0-4 0 0,0 1 9 16,0 0-9-16,0 0 0 0,0-2 0 0,-3 2 0 0,3-3 0 15,0 3 0-15,0-3 8 0,0 0-8 0,0 1 0 16,0-1 0-16,0 0 0 0,0 0 0 0,0 1 0 15,0-1 0-15,0 0 0 0,-3 1 0 16,3-6 0-16,0 5 0 0,0 0 0 16,0 1 0-16,0-6 0 0,0 5 0 0,0 0 0 15,-3 0 0-15,3-5 0 0,0 6 0 0,0-6 0 0,0 5 0 0,0-5 0 0,0 8 0 16,0-8 0-16,0 5 0 0,0-5 0 0,-3 6 0 16,3-6 8-16,-3 5-8 0,3-5 0 0,-3 5 0 15,3-5 0-15,0 0 0 0,0 5 8 0,0-5-8 16,-3 6 0-16,0-1 8 0,3-5-8 0,-3 8 0 15,3-8 9-15,-3 3-9 0,3-3 0 0,-3 7 9 16,1-1-9-16,-1-1 0 0,3-5 9 0,-6 5-9 16,0 1 0-16,0-1 8 0,-3 0-8 0,3 1 0 15,-3-1 0-15,3 3 8 0,-3-3-8 0,-3 3 0 16,3 0 0-16,-3 0 0 0,0 2 0 0,0 1 8 16,1-3-8-16,-4 3 0 0,3-1 0 0,0-2 0 15,0 3 0-15,-3-1 0 0,3 1 0 0,0-1 0 16,0-2 0-16,3 3 0 0,-3-3 0 0,1 0 0 15,2 0 0-15,0 0 0 0,0-3 0 0,0 3 0 0,0-3 0 16,0 3 0-16,3-3 0 0,-3 1 0 16,3-1 0-16,-3 0 0 0,3 1 0 0,0-1 0 15,0 0 0-15,3 3 0 0,-3-3 0 0,0 1 0 16,3-1 0-16,-2 3 0 0,-1-3 0 0,0 1 0 0,0 1 0 0,0-1 0 16,0-1 0-16,-3 3 0 0,3-3 0 0,0 3 0 0,-3 0 0 0,0-3 0 15,3 3 0-15,-3 0 0 0,3 0 0 0,-3 0 0 16,3 0 0-16,-3 0 0 0,3 0 0 0,-2 0 0 15,2 0 0-15,0 0 0 0,0 0 0 0,-3 0 0 16,3 0 0-16,0 0 0 0,3-3 0 16,-3 3 0-16,0 0 0 0,0 0 0 0,3-3 0 0,-3 3 8 15,3-3-8-15,-3 1 0 0,3-1 0 0,-3-3 0 16,3 4 0-16,-3-1 0 0,3 0 0 0,0 1 0 16,3-6 0-16,-3 2 0 0,0 4 0 0,3-6 0 15,-6 2 13-15,3 1 2 0,3-3 0 0,-5 5 0 16,5-5-15-16,-3 3 0 0,-3 2 0 0,0-2 0 15,3-3 0-15,3 0 0 0,-6 2 0 0,3 1 0 16,3-3-48-16,-6 3-13 16,0-1-3-16,6-2 0 0,-6 0 52 0,0 0 12 0,6 0 0 0,-6 0 0 15,0-2-54-15,3-1-8 0,-3-2-2 0,3 2 0 16,-3-5-153-16,3 0-31 0,0-2-7 0</inkml:trace>
  <inkml:trace contextRef="#ctx0" brushRef="#br0" timeOffset="10575.797">20184 14151 1337 0,'0'0'28'0,"0"0"6"0,0 0-34 0,0 0 0 0,0 0 0 0,0 0 0 15,0 0 124-15,0 0 17 0,0 0 4 0,0 0 1 16,0 0-33-16,0 0-6 0,0 0-2 0,0 0 0 16,0 0-17-16,0 0-4 0,0 0-1 0,0 5 0 15,0 0-27-15,0 3-4 0,3-2-2 0,-3 2 0 16,3-3-40-16,0 3-10 0,-3 0 0 0,3 2 0 16,-3-2 53-16,3 3 9 0,0-1 2 0,-3 1 0 15,3 0-52-15,-3 2-12 0,3-3 0 0,-3 4 0 16,0-1 0-16,3 0 0 0,-3 3 0 0,0 0 0 15,3 0 0-15,-3 0 0 0,0-1 0 0,3 4 0 16,-3-3 0-16,0 0 0 0,3 0 0 0,-3-3 0 16,0 3 0-16,0-3 0 0,3 0 0 0,-3 0 0 15,0-2 0-15,2 0 0 0,-2-1 0 0,0 1 0 16,0-1 0-16,3 1 0 0,-3-1 0 0,0-2 0 16,0 3 0-16,3 0 0 0,-3-3 0 0,0 2 0 0,0-2 8 15,0 3-8-15,0-1 11 0,0 1-11 0,0-1 11 0,3-2-11 0,-3 3 10 16,0 0-10-16,3 2 9 0,-3-3-9 0,0 1 8 15,3-1-8-15,-3 4 0 0,0-4-19 0,3 1 3 0,-3-1 1 16,3 1 15-16,-3 0 0 0,3-3 0 0,-3 2 0 16,3 1 48-1,-3-3 13-15,3 0 3 0,-3 2 0 0,0-5-64 0,3 3 0 0,-3-2 0 0,0 2-13 16,0-3 13-16,0 0 12 0,3 1-3 0,-3-1 0 16,0-5-9-16,0 2 0 0,0-2 0 0,0 0 0 15,0 6 0-15,0-6 0 0,0 0 0 16,0 0 0-16,0 0 0 0,0 0 0 0,0 0 8 0,0 0-8 15,0 0-49-15,0 0-15 0,0 0-4 16,0 0 0-16,0-6-84 0,0-4-16 16,0-3-4-16</inkml:trace>
  <inkml:trace contextRef="#ctx0" brushRef="#br0" timeOffset="13904.752">20702 10542 1941 0,'0'0'40'0,"-6"-3"10"16,0 3-40-16,0-3-10 0,6 3 0 0,-6 0 0 15,3 0 104-15,3 0 20 0,-6 3 3 0,6-3 1 16,-6 3-44-16,6-3-8 0,0 0-1 0,-3 5-1 15,3-5-30-15,-3 8-5 0,0-3-2 0,0 0 0 16,3-5-6-16,0 8-2 0,-3 0 0 0,0 3 0 16,3-3-4-16,0 0-1 0,-3 2 0 0,3 1 0 15,0 0-8-15,-3 2-1 0,0 0-1 0,3 3 0 16,-3-3-25-16,0 6-5 0,3-3 0 0,-3 2-1 16,3 1 65-16,0-1 12 0,-3-2 4 0,3 2 0 0,0 1-52 15,0-3-12-15,0 0 0 0,0 0 0 16,3 0 0-16,-3-1 0 0,0-1 0 0,3 1 0 15,-3 1 0-15,0-2 0 0,3-1 0 0,-3 0 0 16,0 3 0-16,0-3 0 0,0 3 0 0,0 3 0 16,0-4 0-16,0 1 0 0,0 3 0 0,0-1 0 0,0 1 0 15,0-1 0-15,0 4 0 0,0-4 0 0,0 1 0 16,0-4 0-16,0 1 0 0,0-2 0 0,0 1 0 0,0-1 0 16,0-4 0-16,0 4 0 0,0-4 0 0,0 1 0 0,0 2 0 0,0-2 0 15,0-1 0-15,0 1 0 0,0-1 0 0,0 1 0 16,0-1 0-16,0 1 0 0,0 2 0 15,0 0 0-15,-3 1 0 0,3-1 0 0,0 0 0 0,-3 3 0 16,3-3 0-16,0 0 0 0,-3 3 0 0,3-2 0 16,0 1 28-16,-3-4 4 0,3 5 0 0,0-3 0 15,0-2-24-15,-3-1-8 0,3 4 0 0,0-7 0 16,0 4 8-16,0-3-8 0,0 3 0 0,0-3 0 16,0-1 0-16,-3 1 0 0,3 0 0 0,0 0 0 15,0 3 0-15,-3-3 8 0,3 0-8 0,0 0 0 16,0 0 0-16,-3-3 0 0,3 3 0 0,0 0 0 15,0 0 0-15,-3 0 0 0,3-3 0 0,0 3 9 16,-2 0-9-16,2 0 0 0,0 0 9 0,0 2-9 16,0-2 0-16,0 0 8 0,0 0-8 0,-3 3 0 15,3-3 0-15,0 0 9 0,0 2-9 0,0 1 0 16,0-3 10-16,0 2-10 0,0-2 8 0,0 3-8 16,0-3 16-16,0 2-3 0,0-2 0 0,0 3 0 15,0-3-13-15,0 2-12 0,0-2 3 0,0 0 0 0,0 0 9 16,0 0 0-16,0 0 0 0,0 0 0 15,-3 0 0-15,3-3 12 0,0 3-2 0,0-3-1 0,-3 3-9 16,3-2 0-16,0-1 0 0,0 3 0 0,0-3 0 16,0 0 0-16,0 3 0 0,0-2 0 0,0-1 0 0,-3 0 0 15,3 1 0-15,0-6 0 0,0 2 0 0,0-2 0 0,0 0 0 16,0 0 0-16,0 0 0 0,0 0 0 0,0 0 0 16,0 0 0-1,0 0-49-15,0 0-12 0,0 0-3 0,0 0 0 0,3-8-51 16,0 0-10-16,0-2-3 0</inkml:trace>
  <inkml:trace contextRef="#ctx0" brushRef="#br0" timeOffset="14738.761">20967 10243 1824 0,'0'0'76'16,"0"0"-60"-16,0 0 140 0,0 0 29 0,0 0 6 16,0 0 1-16,0 0-103 0,0 0-20 0,0 0-4 0,0 0-1 15,0 0 0-15,0 0 0 0,0 0 0 0,0 0 0 16,-6 5 0-16,3 0 0 0,-3 1 0 0,0 4 0 15,3 1-51-15,-3 2-13 0,0 3 0 0,3 2 0 16,-3 3 0-16,3-2 0 0,-3 5 0 0,3 0 0 16,-3-3 0-16,3-3 0 0,3 4 0 0,0-7 0 15,0 4-48-15,3-3-13 16,0-3-3-16,3 3 0 0,0-6 36 0,0 1 6 0,3 0 2 0,-3-1 0 16,3-2-20-16,0-3-3 15,3 1-1-15,-3-1 0 0,0-5 36 0,-1 0 8 0,4-3 0 0,-3 1 0 16,0-4 0-16,3 4 0 0,-3-6 0 0,0 3 0 15,0-3 0-15,0 0 0 0,0 0 0 0,-3 0 0 16,3 0 36-16,-3 0 8 0,-3 0 3 0,0 0 0 16,0-3-24-16,0 4-5 0,-1-1-1 0,-2 0 0 15,3-3 37-15,-3 3 7 0,0-2 2 0,0 2 0 16,0 0-50-16,0 0-13 0,0 2 0 0,0 6 0 16,0 0 0-16,0 0 0 0,0 0 0 0,0 0 0 15,0 0 0-15,0 6 0 0,0 2 0 0,3 0 0 16,0 2 0-16,0 1 0 0,0-1 0 0,0 1 0 15,6 0 0-15,-3 2 0 0,3-5 0 0,3 2 0 0,-3 1 0 16,3-3 0-16,0 2 0 0,3-2 0 16,-3-2 0-16,2-1 0 0,-2 0 0 0,0 1 0 15,0-4 0-15,0 1 0 0,-3-3 0 0,3 0 0 0,-3-3 0 0,0 1 0 16,0-4 0-16,-3 1 0 0,3 0 0 0,-3-3 0 0,-3 2 0 16,2-2 0-16,-2-2 56 0,0-1 7 15,0 3 1-15,0-2 0 0,0-3-52 0,0-1-12 16,-3 1 0-16,0-3 0 0,3 0 0 0,-3-5 0 0,0 3 0 15,3-4 0-15,-3 1 0 0,0-3 0 16,3 3 0-16,-3 0 0 0,0 3 0 0,0 2 0 0,0 0 0 16,-3 3 0-16,3 2 0 15,0 0 0-15,-3 1 0 0,3 2 0 0,0 3 0 0,-3-1 0 0,3 4 0 0,0 2 0 16,0 0-151-16,0 0-33 0,0 0-6 16</inkml:trace>
  <inkml:trace contextRef="#ctx0" brushRef="#br0" timeOffset="15311.644">21755 10528 2508 0,'0'0'71'0,"0"-2"16"0,0-4-70 0,0 6-17 0,0-5 0 0,0 5 0 15,0 0 106-15,0 0 18 0,0-5 3 0,0 5 1 16,0 0-52-16,0 0-9 0,0 0-3 0,0 0 0 16,0 0 0-16,0 0 0 0,0 0 0 0,0 0 0 15,0 5-51-15,-3 0-13 0,1 3 0 0,-1 0 0 16,0 0 0-16,0 3 0 0,0-1 0 0,0 4 0 15,-3-1 0-15,0 3 0 0,3-3 0 0,-3 6 0 16,0-1 0-16,3 1 0 0,-3 2 0 0,0 3 0 16,3-3 0-16,0 3 0 0,-3-1 0 0,3 1 0 15,0-3 0-15,0-2 0 0,0-1 0 0,0 1 0 16,0-1 0-16,0-2 0 0,0-2 0 0,0 1 0 16,0-1 0-16,0-1 0 0,0 0 0 0,0-2 0 15,0 2 0-15,0-2 0 0,-3 2 0 0,3-5 0 16,3 2 0-16,-3-2 0 0,1 3 0 0,-1-3 0 15,3 0-48-15,-3-3-13 0,3 0-3 0,0-5 0 16,0 0-74-16,0 0-15 0,0 0-3 0</inkml:trace>
  <inkml:trace contextRef="#ctx0" brushRef="#br0" timeOffset="21286.208">16335 13521 1789 0,'0'0'76'16,"0"0"-61"-1,0 0 97-15,0 0 20 0,0 0 4 0,0 0 1 16,3 0-55-16,-3 0-11 0,6 0-3 0,-6 0 0 15,0 0-18-15,3 5-4 0,-3 1-1 0,3-1 0 16,-3 3-17-16,0 0-3 0,0 0-1 0,0 0 0 16,0 2-4-16,0 1-2 0,0-1 0 0,0 4 0 15,0-4-4-15,0 3-1 0,0 1 0 0,0-1 0 16,0 0-13-16,-3 0 11 0,3-2-11 0,0 2 10 16,-3-2-10-16,3 2 0 0,0-2 0 0,-3-1 8 15,3 3-8-15,0-2 0 0,-3 2 0 0,3 0 0 16,-3 1 0-16,3-1 0 0,0 3 0 0,-3-3 0 15,3 3 0-15,0 2 0 0,0 1 0 0,0 2 0 16,3 0 0-16,-3 3 0 0,3-3 0 0,-3 0 0 16,0 1 8-16,3-1-8 0,-3 0 0 0,3 0 8 15,-3-2 0-15,3-3-8 0,-3-1 12 0,0 1-4 0,3 3-8 16,-3-3 10-16,3 2-10 0,-3 3 10 0,3-2-10 16,0 2 0-16,0 3 9 0,-3-3-9 0,3 3 0 0,-3 0 8 15,3-1-8-15,-3 4 0 0,3-6 0 0,-3 0 8 16,3-2-8-16,-3-1 0 0,3-2 0 0,-3-3 0 0,0 3 0 15,3 0 8-15,-3-3-8 0,0 1 0 16,0-1 0-16,0 0 0 0,0 3 0 0,0-3 0 16,0 3 0-16,0 0 0 0,0 2 0 15,0-2 0-15,0 3 0 0,0 2 0 0,0-2 0 0,0 2 0 0,0 0 0 16,0-3 0-16,0 1 0 0,0-1 8 0,0 1-8 0,0-3 0 16,0-3 0-16,0 0 0 0,0 1 0 0,0-1 0 15,-3-3 0-15,3 1 0 0,0 0 0 0,0-1 8 16,-3 1-8-16,3 2 0 0,0-2 0 0,0-1 0 15,-3 3 0-15,3 1 9 0,0-1-9 0,0 0 0 16,-3 3 8-16,3-3-8 0,0 3 0 0,0 0 0 16,-3 0 0-16,3 2 0 0,0-2 0 0,-3 3 0 15,3-3 8-15,0-1-8 0,-3 1 0 0,3-2 0 16,0-1 8-16,-3-3-8 0,3 4 0 0,-3-4 0 16,3 1 0-16,0-3 0 0,0 0 0 0,-3 0 0 15,3-1 0-15,0 1 0 0,0 0 0 0,-3-2 0 16,3 2 0-16,0 0 0 0,0-3 0 0,-3 3 0 15,3-3 0-15,0 3 0 0,0 0 0 0,-3 3 0 16,3-4 0-16,0 1 0 0,0 3 0 0,-3-3 0 16,3 2 8-16,0 1-8 0,0 0 0 0,-3 2 0 0,3-3 8 15,0 4-8-15,0-1 0 0,0 0 0 16,0-2 0-16,0 5 0 0,0-3 0 0,0 3 0 16,0-3 0-16,0 0 0 0,0 0 0 0,0 1 0 0,0-1 0 0,0-3 0 15,0 1 0-15,0 0 0 0,0-1 0 0,0-2 0 16,0 0 0-16,0 3 0 0,0-3 8 0,0 0-8 0,0-3 0 15,0 3 0-15,0-3 0 0,3 3 0 0,-3-3 0 0,0 3 0 16,0-2 0-16,0-1 0 16,0-5 0-16,0 8 0 0,0-3 0 15,0 3 0-15,0-3 0 0,0 1 0 0,3 2 0 0,-3-8 0 0,0 5 0 0,0-5 0 16,0 5 0-16,0-5 0 0,0 5 0 0,0-5 0 16,0 0 0-16,0 0 0 0,0 0 0 0,0 0 0 15,0 0-22-15,0 0 2 0,0 0 0 0,0 0 0 16,0 0-31-16,0-5-5 0,-3 0-2 15</inkml:trace>
  <inkml:trace contextRef="#ctx0" brushRef="#br0" timeOffset="26886.382">16377 13431 1302 0,'0'0'36'0,"0"0"10"0,0 0-37 0,-6 0-9 0,6 0 0 0,-6 3 0 15,6-3 68-15,-3 2 11 0,3-2 2 0,-6 3 1 16,6-3-26-16,0 0-6 0,-6 3-1 0,6-3 0 16,-3 5 12-16,-3-2 3 0,6-3 0 0,-3 5 0 15,3-5-8-15,-3 5-2 0,3-5 0 0,0 8 0 16,0 0-4-16,0 0-1 0,0-3 0 0,3 3 0 16,-3-2-9-16,3 1-3 0,0 1 0 0,0 0 0 15,0 0-11-15,3 0-2 0,0 3-1 0,0-3 0 16,-3 2-4-16,3 1-1 0,0-3 0 0,0 2 0 15,3 1-2-15,-3 0-1 0,-1-1 0 0,4 1 0 16,0-3 1-16,-3 2 0 0,3 1 0 0,0-1 0 16,3-2-16-16,-3 3 0 0,3-3 8 0,-3 0-8 15,3 0 0-15,-3 0 0 0,0 0 8 0,0 2-8 16,-1-2-16-16,1 3-7 0,0-3-1 0,3 0 0 16,-3 2 24-16,3-2 0 0,0 3 0 0,0-3 0 15,-3 2 0-15,3-2 0 0,0 0 0 0,0 0 0 16,-1 0 17-16,1 0 8 0,0 0 2 0,0 0 0 15,0 0-27-15,-3-3 8 0,0 3-8 0,0 0 0 16,0 0 0-16,0 0 0 0,0-3 8 0,-3 3-8 16,0-3 0-16,-1 3 0 0,1-2 0 0,0-1 0 0,0 0 0 15,-3 0 0-15,0 1 0 0,0-1 0 16,0 0 0-16,-3-2 0 0,0-3 0 0,3 5 0 16,0-2 0-16,-3-3 0 0,3 3 0 0,-3-3 0 15,0 0-20-15,0 0-8 0,3 2-3 0,-3-2 0 0,0 0 49 0,0 0 10 0,0 0 1 0,0 0 1 16,0 0-30-16,0 0 0 0,0 0 0 0,0 0 0 15,0 0 0-15,0 0 8 0,0 0-8 0,0 0 0 16,0 0 0-16,0 0 0 0,0 0 8 0,0 8-8 16,0-8 0-16,-3 5 0 0,3-5 0 0,0 6 0 15,0-1 8-15,0-5-8 0,-3 5 0 0,0 1 9 16,3 2-1-16,-3-3-8 0,0 0 12 0,3 0-4 16,-3 3 0-16,0-2 0 0,3 2 0 0,-3-3 0 15,0 3 0-15,0 0 0 0,3-3 0 16,-3 3 0-16,0-3-8 0,0 3 0 0,0-2 9 0,1 1-9 15,-1 1 0-15,0 0 9 0,0-2-9 0,0 2 0 16,0-3 10-16,0 3-10 0,0 0 8 0,0 0-8 16,0 0 8-16,0 0-8 0,3 2 8 0,-3-2-8 15,0 3 0-15,0-1 0 0,3 1 8 0,-3-1-8 16,3 1 0-16,-3 0 0 0,3 2 0 0,0 0 0 16,0 0 0-16,0 0 0 0,0 1 0 0,-3 2 0 15,3-3 0-15,0 3 0 0,-3 0 0 0,3-3 0 16,0 3 0-16,-3-3 0 0,3-3 0 0,0 4 0 15,0-4 0-15,0 1 0 0,0-1 8 0,-3 1-8 16,3-3-8-16,0 3-4 0,-3-3-1 0,3-1 0 0,0 1 13 16,-3 0 0-16,3-2 0 0,0 2 0 15,-3-1 0-15,3 1 0 0,0 0 0 0,0 0 0 0,0-2 0 0,0 2 0 16,0-1 0-16,0 1 0 0,0-2 0 0,0 2 0 16,3 0 0-16,-3 0 0 0,0-1 0 0,0 1 0 0,3 0 0 0,-3 3 0 15,0-3 0-15,0 2 0 0,0 1 0 16,0 0 0-16,0 2 0 0,0-3 0 15,0 1 0-15,0 0 0 0,0-1 0 0,0 1 0 0,0-1 0 16,0 1 0-16,0-3 0 16,0 0 0-16,0 2 0 0,0-2 0 0,0 0 8 0,0 0 4 0,0 0 0 15,0 0 1-15,0 0-13 0,0-3-18 0,0 3 4 0,0-2 1 16,0 1 29-16,0-1 5 0,0-1 2 0,0 0 0 16,0-5-37-16,0 6-7 0,0-6-2 0,0 5 0 15,0 0 23-15,0-5 0 0,0 8 0 0,0-3 0 16,0 1 0-16,0-1 0 0,0 3 0 0,0-3 0 15,0 1 0-15,0-1 0 0,0 3 0 0,0-3 0 16,0 0 0-16,-3 3 0 0,6-2 0 0,-3-1 0 16,0 3 0-16,0 0 0 0,0-3 0 0,0 3 0 15,0 0 0-15,0-3 0 0,0 3 0 0,0 0 0 16,0 0 26-16,0 3 10 0,0-3 1 0,0 2 1 16,0-2-10-16,0 3-1 0,0-3-1 0,0 2 0 15,0-2-72-15,0 0-14 0,0 3-4 0,0-1 0 16,0-2 83-16,0 0 16 0,0 0 3 0,0 0 1 15,0 0-63-15,0 0-12 0,0 0-2 0,0 0-1 16,0 0 83-16,0 0 16 0,0-3 3 0,0 3 1 16,3-3-52-16,-3 0-12 0,0 1 0 0,0 2 0 15,3-6-16-15,-3 4-7 0,0-6-1 0,0 8 0 16,0-3 24-16,0 0 0 0,0-5 0 0,0 5 0 16,0 3 0-16,0-8 0 0,0 6 0 0,0-1 0 0,0-5 0 0,3 8 0 0,-3-3 0 0,0-5 0 15,3 5 0-15,-3 3 0 0,0-8 0 0,0 8 0 16,0-2 0-16,0 2 0 0,0-8 0 15,3 8 0-15,-3-3 0 0,0 3 0 0,0-8 0 0,0 8 0 16,0-3 0-16,3 3 0 0,-3-3 0 0,0 0 0 16,3 1 0-16,-3 2 0 0,0-3 0 15,0 0 0-15,0 1 0 0,0 2 0 0,3-3 0 0,-3 0 0 16,0 3 0-16,0-5 0 0,0 2 0 0,0 3 0 16,0-3 17-16,0 1 5 0,0-1 1 0,0 3 0 15,0-3-23-15,0 0 0 0,0 1 0 0,0 4 0 16,0-5 0-16,0 1 0 0,0-1 0 0,0 0 0 15,0 3 0-15,0-2 0 0,0-1 0 0,0 0 0 16,-3 3 0-16,3-3 0 0,0 3 0 0,0-2 0 16,-3-1 0-16,3 0 0 0,0-2 0 0,-3 5 0 15,3-3 0-15,-3 0 0 0,3-2 0 0,-3 2 0 16,3-5 0-16,0 6 0 0,-3-1 0 0,0 0 0 16,3-5 0-16,-3 6 0 0,0-1 0 0,3-5 0 15,-3 5 0-15,0 0 0 0,3-5 0 0,-6 3 0 16,6-3 0-16,-3 5 0 0,-3-2 0 0,3 2 0 15,3-5 0-15,-6 3 0 0,0 0 0 0,0 2 0 16,6-5 0-16,-6 2 0 0,6-2 0 0,-6 3 0 16,0 2 0-16,1-2 0 0,5-3 0 0,-9 3 0 15,3-1 0-15,0 1 0 0,0-3 0 0,0 5 0 0,6-5 9 0,-9 3-9 0,3 2 12 16,0 1-12-16,0-4 0 0,3 3 0 16,-3-2 0-16,3 2 0 0,-3-2 8 0,0 2-8 15,3 1 0-15,-3-1 0 0,6-5 0 0,-6 5 0 16,6-5 0-16,-6 8 0 0,3-3 0 0,-3 1 0 0,3-1 0 15,-3 0 0-15,3 1 0 0,-2-1 0 0,5-5 0 16,-6 5 0-16,3 0 0 0,-3-2 0 16,0 2 0-16,3 1 0 0,-3-4 0 0,3 4 0 0,-3-1 0 15,0 0 0-15,3 1 0 0,-3-1 0 0,0 0 0 0,3 0 0 16,-3 1 0-16,0 2 0 0,0-3 0 0,3 0 0 16,-3 1 0-16,0 1 0 0,3-1 0 0,-3 2 0 15,0-3 0-15,3 3 0 0,-3-3-13 0,4 1 5 16,-4-1 8-16,3 3 0 0,-3-3 0 0,3 0 0 15,-3 1 0-15,3-1 0 0,0 0 0 0,-3 0 0 16,3 1 0-16,0-1 0 0,-3-2 0 0,3 2 0 16,0 0 0-16,0-2 0 0,0 2 0 0,3-5 0 15,-3 6 0-15,3-6 0 0,-3 2 0 0,3-2 0 16,-6 5 0-16,6-5 0 0,0 0 0 0,0 0 0 16,0 0 0-16,0 0 0 0,0 0 0 0,0 0 0 15,0 0 0-15,0 0 0 0,0 0 0 0,0 0 0 16,0 0 0-16,0 0 0 0,0 0 0 0,0 0 0 15,0 0 0-15,0 0 0 0,0 0 0 0,0 0 0 16,0 0 0-16,0 0 0 0,0 0 0 0,0 0 0 16,0 0 0-16,0-5 0 0,-3 0 0 0,3-3 0 15,0 0 0-15,-3 0 0 0,3-3 0 0,0 1 0 16,-3-3 0-16,3-1 0 0,0-4 0 0,-3-1 0 0,3 1 0 16,0-3 0-16,0 0 0 0,0-1 0 15,3-1-156-15,0 1-28 0,0 1-7 0</inkml:trace>
  <inkml:trace contextRef="#ctx0" brushRef="#br0" timeOffset="29513.489">16657 14982 1299 0,'0'0'27'0,"0"0"6"16,0 0-33-16,0 0 0 0,0 0 0 0,0 0 0 15,0 0 65-15,0 0 7 0,0 0 0 0,0 0 1 16,5 2-6-16,1 1-2 0,0 0 0 0,-3-3 0 15,3 2-1-15,0-2 0 0,3 3 0 0,-3-3 0 16,3 3-51-16,0-3-13 0,3 0 0 0,0 0 0 16,0 0 0-16,0 0 0 0,3 0 0 0,-1 0 0 15,1 0 0-15,0 0 0 0,0-3 0 0,3 3 0 16,-3 0 54-16,0 0 8 0,0 0 2 0,-4 0 0 0,1 0-64 0,0 0-15 16,3 0-1-16,-6 0-1 0,3 0 17 15,0 0 0-15,0 0 0 0,0 3 0 0,0-3 0 16,0 0 0-16,-1 0 0 0,4 2 0 0,0-2 0 0,0 0 0 0,3 3 0 15,0-3 0 1,0 2 0-16,0-2 9 0,2 0-1 0,1 3 0 0,0-3 1 16,3 0 0-16,-3 3 0 0,0-3 0 0,2 2-9 0,-2 1 0 15,-3 0 0-15,3-3 0 0,-3 2 0 0,6 1 0 16,-4 0 0-16,4-1 0 0,0-2 27 0,3 0 3 0,3 3 1 16,-4-3 0-16,1 0-14 0,0 3-2 0,0-3-1 0,0 2 0 15,-4-2-3-15,-2 0-1 0,0 3 0 0,0-3 0 16,0 3-1-16,-3-1 0 0,2-2 0 0,4 3 0 15,-3-1 1-15,3 1 0 0,-3-3 0 0,2 3 0 16,1-3-2-16,0 2-8 0,0 1 12 0,0 0-4 16,0-3-20-16,-4 2-4 0,1-2 0 0,0 3-1 15,-3-3 17-15,0 0 0 0,0 3 0 0,-1-3 0 16,1 2 48-16,0-2 12 0,3 0 4 0,0 0 0 16,0 3-77-16,3-3-15 0,-1 0-4 0,1 0 0 15,0 3 32-15,0-3 0 0,0 0 0 0,-1 2 0 16,1-2 0-16,-6 0 0 0,3 3 0 0,-3-3 0 15,0 0 24-15,-1 2 5 0,1-2 1 0,0 0 0 16,0 3-30-16,3-3 0 0,0 3 0 0,0-3 0 16,2 0-18-16,1 2-10 15,0-2-1-15,3 0-1 0,-3 3 30 0,-4-3 0 0,4 0 0 0,-3 3 0 16,-3-3 0-16,0 2 0 0,0-2 0 0,-6 0 0 16,2 0 0-16,-2 0 0 0,-3 0 0 0,3 3 0 15,-3-3 8-15,3 0-8 0,-3 0 0 0,3 0 0 16,-3 0 9-16,0 0-9 0,-3 0 0 0,3 0 9 0,-3 0 10 0,0 0 1 15,-1 0 1-15,-5 0 0 0,6 0-33 0,-6 0-6 16,6 0-2-16,-6 0 0 0,0 0 20 0,0 0 0 0,0 0 0 16,0 0 0-16,0 0 8 0,0 0-8 15,3-3 0-15,-3 3 0 0,0 0 8 0,0 0-8 0,0 0 0 16,0 0 9-16,3-5-9 0,-3 5 0 0,3-5 0 0,-3-1 0 16,0 1 0-16,3 0 0 0,-3 2 0 0,0-2 0 15,3 0 0-15,-3-3 8 0,3 2-8 0,-3 1 8 16,0-3 0-16,0 3 0 0,3-3 0 15,-3 0 0-15,0 0 7 0,3 0 1 0,-3-2 0 0,0-1 0 16,3-2-26-16,-3 0-5 0,3-3-1 0,0 0 0 16,0-3 35-16,0 1 6 15,0-3 2-15,0-1 0 0,0 1-27 0,0 0 8 0,0 0-8 0,0 2 0 16,0 1 0-16,0 2 0 0,-3 0 8 0,3 3-8 16,-3 0 0-16,3-1 0 0,-3 1 9 0,0 3-9 15,3-1 0-15,-3 0 0 0,0 3 0 0,3 3 8 16,-3-3-8-16,0 0 0 0,3 3 0 0,-3 0 8 15,3-1-8-15,0-1 0 0,0 1 0 0,0 1 0 16,0-3 0-16,0 3 0 0,3-1 0 0,-3-2 0 16,0 3 0-16,3 0 0 0,-4 2 0 0,1-2 0 15,3 0 0-15,0-1 0 0,0 1 0 0,0 0 8 16,-3-1-8-16,3 1 0 0,0 0 0 0,-3 0 0 16,3-1 0-16,0 1 0 0,3 0 0 0,-3-1 0 0,3 1 22 15,-3 0 3-15,0-3 1 0,3 3 0 16,-3-3-42-16,3 2-9 0,-3-2-2 0,2 3 0 0,-2-3 27 0,0 3 0 15,3-3 0-15,0 0-8 0,-3 3 28 16,0-3 7-16,3 3 1 0,0-3 0 0,0 2-28 16,0 1 0-16,0-3 0 0,3 3 0 0,0-1 0 0,0-1 0 15,-1 1 0-15,1 1 0 0,3 0-46 16,0 2-14-16,0-2-4 0,0 2 0 0,3 0 80 0,-3 1 16 0,2-1 4 16,1 1 0-16,-3 2-36 0,3-3 0 0,-3 3 0 0,3 0 0 15,-3 0 0-15,0 0 0 0,-4 0 0 0,4 0 0 16,-3 0 0-16,0 0 0 0,0 0 0 0,0-3 0 15,-3 3 0-15,3-2 0 0,-3 2 0 0,3 0 0 16,0 0 8-16,-4 0-8 0,7 0 0 0,-6 0 0 16,6 0 25-16,-3-3 2 0,3 3 0 0,-3 0 0 15,3 0-43-15,0 0-9 0,0 0-2 0,-4 0 0 16,4 0 27-16,-3 0 0 0,0 0 0 0,0 0 0 16,-3 0 0-16,3 3 0 0,-3-3 0 0,3 0 0 15,-3 0 0-15,0 2 8 0,-1-2-8 0,1 0 11 16,0 3-11-16,-3-3 0 0,3 0 9 0,-3 3-9 15,0-3 0-15,0 2 8 0,-3-2-8 0,3 3 0 16,-3-3 0-16,0 0 8 0,3 2-8 0,-3 1 0 16,0-3 0-16,3 3 0 0,-3-3 0 0,-3 0 8 15,6 2-8-15,-6-2 0 0,0 0 0 0,3 3 0 16,3-3 0-16,-3 3 0 0,3-3 0 0,0-3 8 16,-3 3 1-16,3-3 1 0,-4 1 0 0,4-4 0 15,0-4-162-15,3-3-32 0,3-3-6 0</inkml:trace>
  <inkml:trace contextRef="#ctx0" brushRef="#br0" timeOffset="30196.145">20571 13934 1579 0,'0'0'32'0,"0"0"10"0,0 0-34 0,0 0-8 0,0 0 0 0,0 0 0 16,0 0 104-16,0 0 20 0,0 0 3 0,0 0 1 15,0 0-52-15,-3 5-9 0,0 0-3 0,0 3 0 16,0 0 0-16,3-2 0 0,-3 2 0 0,0 2 0 15,3-2-11-15,-3 3-2 0,3-1-1 0,-3 3 0 16,3-2-28-16,0 2-6 0,-3 0 0 0,3 1-1 16,0-4-15-16,-3 4 11 0,3-1-11 0,0 3 10 15,-3-3-10-15,0 0 0 0,3 0 0 0,-3 6 0 16,0-6 0-16,0 3 8 0,0 0-8 0,0 2 0 16,0-2 0-16,0 0 0 0,0 0 0 0,0 0 0 15,0 0 0-15,0-3 0 0,0 3 0 0,3 0 0 16,-3-3 0-16,0-2-12 0,3-1 4 0,-3-2 8 15,3 0-24-15,0-3 4 0,-3 1 0 0,3-6 0 16,0 0-122-16,0 0-24 0,0 0-5 0</inkml:trace>
  <inkml:trace contextRef="#ctx0" brushRef="#br0" timeOffset="32752.489">16582 13725 1264 0,'0'0'26'0,"0"0"7"0,0 0-33 0,0 0 0 0,0 0 0 0,0 0 0 16,0 0 73-16,0 0 8 0,0 0 2 0,0 0 0 15,0 0 20-15,0 0 4 0,0 0 1 0,0 0 0 16,3-5-30-16,-3 2-6 0,0-2 0 0,3-1-1 15,-3 1-47-15,0 0-8 0,0-1-3 0,3 1 0 16,-3-3 41-16,0 3 8 0,0-3 2 0,0-3 0 16,0 1-52-16,3-3-12 0,-3 2 0 0,0-5 0 15,0 3 0-15,3-6 0 0,-3 3 0 0,0 1 0 16,0-4 0-16,0 3 0 0,3-2 0 0,-3 2 0 16,0 0 33-16,0-3 4 0,-3 4 1 0,3-4 0 15,0 3-24-15,-3-2-5 0,3-1-1 0,-3-2 0 16,0 2 4-16,3-2 1 0,-3 0 0 0,0-3 0 15,0 3-13-15,3 0 11 0,0-3-11 0,-3 3 10 16,3 0-10-16,0 5 0 0,0-3 0 0,0 1 0 16,0 2 0-16,0 0 0 0,0 3 0 0,0 0 0 15,0-3 0-15,0 2 0 0,0 4 0 0,-3-6 0 0,3 3 0 16,0 0 0-16,0-1 0 0,0 1 0 16,0-3 0-16,0 3 0 0,0-3 0 0,0 0 0 0,0 0 0 15,3 1 0-15,-3-1 0 0,0 2 0 0,0 1 0 16,0 3 0-16,3-4 0 0,-3 6 0 0,0-2 32 15,0-1 4-15,-3 3 0 0,3 0 1 0,3 0-29 0,-3 3-8 0,0 0 0 16,0 0 0-16,0 2 0 0,0 0 0 0,0 3 0 16,0-5 0-1,0 5 0-15,0 0 0 0,0 0 0 0,0 0 0 0,0 0-26 16,0 0-10-16,0 0-1 0,0 0-1 0,0 0 23 0,0 0 5 0,0 0 1 0,0 0 0 16,0 0-139-16,0 0-28 0,3 8-6 15</inkml:trace>
  <inkml:trace contextRef="#ctx0" brushRef="#br0" timeOffset="35209.11">14430 12865 1614 0,'-6'2'33'0,"6"-2"9"16,0 0-34-16,0 0-8 0,0 0 0 0,0 0 0 15,0 0 48-15,0 0 7 0,0 0 1 0,0 0 1 16,0 0-24-16,0 0-5 0,0 0 0 0,0 6-1 16,0-6-1-16,3 5 0 0,0-2 0 0,0 2 0 15,3 0-6-15,-3-2-2 0,3 0 0 0,0-1 0 0,0 1-2 0,3 0-1 16,-3-1 0-16,3 1 0 16,0-1-7-16,-4 4 0 0,4-6-8 0,0 2 12 0,-3 1-12 15,3 0 0-15,0-3 0 0,3 0 0 0,-3 2 0 0,3-2 9 16,0 0-9-16,-3 3 8 0,3-3-8 0,3 0 0 15,-4 0 0-15,4 0 0 0,0 0 0 16,3-3 0-16,-3 3 0 0,3 0 0 16,0-2 0-16,0 2 0 0,-1 0 0 0,1-3 0 0,0 3 20 15,0-3 9-15,-3 3 2 0,3 0 0 16,0 0-48-16,-4 0-10 0,1 0-1 0,-3 0-1 0,0 0 29 0,3 0 0 0,-3 0 0 16,3 0 0-16,0 0 13 0,-3 0-4 0,2 0-1 15,4 0 0-15,-3-2 1 0,3 2 0 0,0 0 0 0,0 0 0 16,3-3-9-16,-3 3 0 0,-1-3 9 0,4 3-9 15,-3 0 0-15,3-2 9 0,-3 2-9 0,0-3 0 16,-1 3 8-16,-2 0-8 0,0-2 0 0,0 2 0 16,0 0 0-16,-3 0 0 0,0 0 0 0,3 0 0 15,-3 0 0-15,3 0 0 0,-1 0 0 0,1 0 0 16,0 0 26-16,0 0-2 0,0 0 0 0,3-3 0 16,0 0-38-16,-1 1-8 0,1 2-2 0,3-3 0 15,0 0 51-15,-3 1 9 0,3 2 3 0,0-3 0 16,-7 0-11-16,4 1-3 0,-3 2 0 0,3-6 0 15,-6 6-25-15,3-2 0 0,-3 2-12 0,3-3 12 16,-3 3 0-16,-1 0 0 0,4-3 9 0,-3 3-1 16,0-2-8-16,3 2 0 0,0 0 0 0,-3 0 0 15,3-3 0-15,0 3 0 0,-4 0 0 0,4-2 0 16,0 2 0-16,0 0 0 0,0-3 0 0,0 3 0 16,-3-3 18-16,3 3 2 0,0-2 1 0,-4-1 0 15,4 0-21-15,-3 3 9 0,0-2-9 0,0-1 0 0,-3 0 8 16,3 1-8-16,-3-1 0 0,-3 3 0 15,3-3 37-15,0 3 1 0,-3-2 0 0,3 2 0 0,-4-3-30 0,4 3-8 16,-3-2 0-16,0 2 0 16,3 0 0-16,-3-3 0 0,3 3 0 0,-3-3 0 0,3 3-19 0,-3 0-5 0,3-2 0 0,0-1-1 15,0 0 25-15,0 3 0 0,3-2 0 0,-3-1-8 16,-1 3 8-16,4-3 0 0,-3 3 0 0,0-2 0 16,0 2 0-16,3-3 0 0,-3 3 0 0,0-3 8 15,3 3-8-15,-3-2 0 0,3-1 0 0,-3 3 0 16,0-3 0-16,-1 3 0 0,1 0 8 15,-3-2-8-15,3 2 0 0,-3-3 9 0,3 3-9 16,-3 0 0-16,3-2 11 0,-3 2-11 0,3 0 10 0,-3 0-10 16,0 0 8-16,0 0-8 15,0 0 0-15,0 0 9 0,-3 0-9 0,3 0 12 0,-3 0-12 0,0 0 12 16,3-3-12-16,-4 3 8 0,1-3-8 0,0 3 8 16,0 0-8-16,3-2 0 0,-3 2 0 0,0-3 0 15,3 3 0-15,-3-3 0 0,3 1 0 0,-3-1 0 16,-3 3 0-16,6 0 0 0,-3-3 0 0,3 1 0 15,-3-1 0-15,3 0 10 0,-3 3-2 0,0-5-8 16,3 2 0-16,-3 1 0 0,0-3-10 0,0-1 10 16,-3-2-212-16,0 3-36 0</inkml:trace>
  <inkml:trace contextRef="#ctx0" brushRef="#br0" timeOffset="36105.229">13716 13222 2066 0,'0'0'43'0,"0"0"10"0,-3-3-42 0,3 3-11 16,-3-5 0-16,3 5 0 15,0 0 105-15,0 0 19 0,-6-3 4 0,6 3 1 16,0 0-55-16,0 0-11 0,-6 3-3 0,0 0 0 15,0 2-28-15,0 3-5 0,0 0-2 0,0 5 0 0,0 0-13 0,0 1-4 0,0 1 0 0,0 4 0 32,0 0-8-32,-3-1 0 0,3 3 9 0,0 0-9 0,3 1 0 0,-3 1 0 0,4-1-10 15,-1 4 10 1,0-2-31-16,3 0 1 0,3 2 0 0,0-2 0 0,-1-3-17 16,4 0-3-16,3-5-1 0,-3 0 0 0,3-3 33 0,-3-2 6 0,3-3 2 15,0-3 0-15,0 0-14 0,0-2-2 16,-3-3-1-16,3 0 0 0,-3-5-8 15,0 2-1-15,3-2-1 0,-3-3 0 0,0 0 37 0,0-3 0 16,-4 1 0-16,4-4 0 0,-3 4 44 0,3-1 16 16,-3-2 3-16,0 2 1 0,-3 1 0 0,3-1 0 15,0 1 0-15,-3 2 0 0,0-3-52 0,0 3-12 0,-3 0 0 0,3 3 0 16,0 0 54-16,-3 2 8 0,3 3 2 0,0 0 0 16,0 0-54-16,0 0-10 0,0 0 0 0,0 0 0 15,0 5 0-15,-3 3 0 0,3 3 0 0,0 0 0 16,3 2-8-16,0 0-4 0,0 3 0 0,3-3 0 15,0 3-31-15,0-3-6 0,3 0-2 0,0 1 0 16,0-4 42-16,0 1 9 0,3-3 0 0,0 0 0 16,0-3 0-16,-1 0-9 0,1-2 9 0,3 0-12 15,-3-3 12-15,0-3-8 0,3 0 8 0,-3-2-8 16,0 0 16-16,0-3 4 0,0-5 1 0,-3 2 0 16,-1-2 14-16,1-3 2 0,-3 0 1 0,3-3 0 15,-3 4 6-15,0-1 0 0,0-3 1 0,-3 1 0 0,0 2-2 16,3 3-1-16,-3-3 0 0,0 2 0 0,-3 1-10 15,3-3-3-15,-3 3 0 0,0 0 0 0,0-3-9 16,-3 5-3-16,3-2 0 0,0 0 0 16,0 0-9-16,-3-1 0 0,3 1 0 0,0 0 0 15,0 2-65-15,0 1-15 0,0 2-4 0,0 0 0 16,3 5-132-16,-3 3-28 0</inkml:trace>
  <inkml:trace contextRef="#ctx0" brushRef="#br0" timeOffset="36698.783">14335 13627 2055 0,'-6'0'43'0,"-3"3"9"0,3-3-41 0,0 0-11 0,0 2 0 0,0-2 0 15,3 3 80-15,3-3 15 0,0 0 2 0,-6 0 1 16,6 0-20-16,0 0-4 0,0 0-1 0,0 0 0 16,0 0-21-16,0 0-4 0,0 0 0 0,0 0-1 15,0 0-15-15,0 0-2 0,0 0-1 0,3-3 0 16,3-2 3-16,3 2 1 0,-3-2 0 0,3 0 0 15,0-1 8-15,0 4 2 0,3-4 0 0,-3 4 0 0,3-4-43 16,-4 4-24-16,4-1 4 0,-3 1 0 16,0 2 20-16,0 0 0 0,0 0 0 0,0 2 0 0,0 3 0 15,0 1 0-15,0 2 0 0,-3 0 0 16,0 2-30-16,0 3-2 0,-3 1 0 0,0-1 0 16,0 0-35-16,-3 3-7 0,-3 0-2 0,0 0 0 15,-3 0-1-15,0 2-1 0,-3-2 0 0,0 0 0 0,-3 2 46 0,3-2 8 16,-3 0 3-16,3 3 0 0,0-3 5 0,-3 2 0 0,3-2 1 15,0 3 0-15,4-1 15 0,-1-2 0 0,3 0 0 0,0-3 0 16,3 3 24 0,0-3 4-16,3-2 0 0,3-1 1 0,0 1 4 0,2-6 1 0,1 0 0 15,3 1 0-15,3-4 13 0,0 1 2 0,0 0 1 0,3-3 0 16,-3-3-40-16,0 0-10 0,2-2 0 0,-2 2 0 16,3-2 53-16,0 0 9 0,0 0 2 0,0-3 0 15,3 2-52-15,-4-2-12 0,4 0 0 0,3 1 0 16,-3-1 0-16,0 0 0 0,0 0-9 0,-4 0 9 15,4 3-9-15,-3-3 9 0,0 0-8 0,0 0 8 16,-3 0-152-16,0 0-24 0,0-3-6 16</inkml:trace>
  <inkml:trace contextRef="#ctx0" brushRef="#br0" timeOffset="39845.854">16582 12759 971 0,'0'0'20'0,"0"0"6"0,0 0-26 0,0 0 0 0,0 0 0 0,0 0 0 16,0 0 84-16,0 0 12 0,0 0 3 0,0 0 0 16,0 0-31-16,0 0-5 0,0 0-2 0,0 0 0 15,0 0-49-15,0 0-12 0,0-3 0 0,0 3 0 16,0 0 45-16,3-5 7 0,0 2 0 0,0 1 1 16,-3 2-33-16,6-3-8 0,-3 0 0 0,3 3-1 15,0 0-11-15,0-2 0 0,0 2 0 0,0 0 0 16,3 0 39-16,0 0 5 0,0 0 2 0,-1 0 0 15,4 2-34-15,0-2-12 0,3 0 9 0,-3 3-9 16,3-3 0-16,3 3 0 0,0-3 0 0,0 2 0 16,2-2 9-16,-2 3-9 0,3 0 10 0,0-3-10 15,0 2 12-15,0-2-3 0,-1 0-1 0,-2 0 0 16,3 0 5-16,0 0 1 0,0 0 0 0,0 0 0 16,2 0-1-16,1 0 0 0,3 0 0 0,3 0 0 15,-3 0 3-15,2 0 1 0,1-2 0 0,0 2 0 16,-3-3-9-16,-1 3-8 0,-2-3 12 0,3 3-12 15,0-2 11-15,0-1-11 0,2 0 10 0,4-2-10 16,-3 3 14-16,3-1-3 0,2 0-1 0,-2 3 0 16,0-2-2-16,0-1-8 0,-4 0 12 0,1 1-4 15,3-1-8-15,-3 0-9 0,-1-2 9 0,4 2-13 16,-3 1 22-16,3-1 5 0,-1 1 1 0,1 2 0 16,0-3-7-16,-3 3 0 0,-1 0-8 0,1 0 12 15,-3 0-27-15,3 0-5 0,-6-3-2 0,2 3 0 16,-2 0 57-16,3-2 11 0,0 2 2 0,0-3 1 0,-1 6-33 0,4-3-6 15,-3 2-2-15,0-2 0 0,-4 0-8 0,4 3 12 0,-3-3-12 0,0 0 12 32,0 0-12-32,-3 0 0 0,-1-3 0 0,1 3 0 0,0 0 0 0,0-2 0 0,3-1 0 0,0 3 0 15,-1 0 17-15,1-3-1 0,3 3-1 0,0 0 0 16,-3 0-7-16,2 3-8 0,-2-3 11 0,3 0-11 16,-6 0 11-16,0 0-11 0,-1 0 10 0,-2 0-10 15,3 0 8-15,0 0-8 0,0-3 0 0,-3 3 0 16,2 0 35-16,1-2 1 0,3 2 0 0,-3 0 0 15,0 0-57-15,3 0-11 16,-4 0-3-16,4 2 0 0,-3-2 35 0,0 0 0 0,0 0 0 0,0 0 0 16,-4 0 0-16,1 0 0 0,0 0 0 0,-3 0 0 15,3-2 0-15,-3 2 8 0,3-3-8 0,0 3 0 16,-4 0 8-16,4 0-8 0,0-3 0 0,-3 3 9 16,3 0-9-16,-3 0 0 0,3 0 9 0,-3 0-9 15,2 3 0-15,-2-3 8 0,0 0-8 0,0 3 0 16,0-3 9-16,-3 2-9 0,3-2 12 0,-3 0-12 15,0 3 15-15,-1-3-4 0,1 0-1 0,-3 0 0 16,3 0-10-16,-3 0 12 0,0 0-12 0,0 3 12 16,-3-3-12-16,3 0 0 0,0-3 9 0,-3 3-9 0,0 0 0 15,3-3 9-15,-3 3-9 0,2 0 0 16,-2 0 8-16,3 0-8 0,-3-2 0 0,3 2 0 0,-3 0 8 16,3-3-8-16,-3 3 0 0,3 0 0 0,-3 0 11 0,3 0-11 15,-3 0 10-15,0 0-10 0,3 0 12 0,-3-3-4 0,3 3-8 16,-3 0 12-16,3 0-4 0,-4 0-8 0,4 0 11 0,-3 0-11 15,3 0 8-15,-3 0-8 0,0 0 0 16,3 0 0-16,-3 0 11 16,0 0-11-16,0 0 10 0,0 0-10 0,0 0 10 0,0 3-10 0,3-3 10 15,-6 0-10-15,3 0 11 0,0 0-11 16,-3 0 12-16,3 0-12 0,0 0 12 0,-4 0-4 0,4 0 0 16,0 0-8-16,0 3 10 0,-3-3-10 0,3 0 8 0,-3 0-8 15,-3 0 0-15,6 0 8 0,-3 0-8 0,-3 0 0 16,6 2 8-16,0-2-8 0,-3 0 8 0,-3 0-8 15,6 0 8-15,-6 0-8 0,3 0 0 0,-3 0 8 16,3 0-8-16,-3 0 0 0,6 0 0 0,-6 0 0 16,3 0 8-16,-3 0-8 0,6 3 0 0,-6-3 8 15,3 0-8-15,-3 0 0 0,6 0 0 0,-6 0 0 16,3 0 0-16,-3 0 0 0,0 0 0 0,0 0 0 16,6 0 8-16,-6 0-8 0,0 0 0 0,0 0 8 15,0 0-8-15,3 3 0 0,-3-3 0 0,0 0 0 16,0 0 0-16,0 0 0 0,3 0 8 0,-3 0-8 15,0 0 0-15,0 0 8 0,0 0-8 0,0 0 8 16,0 0-16-16,0 0-4 0,0 0-1 0,0 0 0 16,0 0-82-16,0 0-16 0,0 0-3 0,0 0-1 15,0 0-89-15,0-6-17 0</inkml:trace>
  <inkml:trace contextRef="#ctx0" brushRef="#br0" timeOffset="40609.233">20473 12571 2306 0,'-3'-5'65'0,"3"5"15"0,-3-3-64 0,3 3-16 0,-3-5 0 0,3 5 0 15,0 0 79-15,0 0 12 0,-6-3 2 16,6 3 1 0,-6 0-34-16,6 0-8 0,-6 0 0 0,0 0-1 15,-3 3-19-15,3 0-4 0,0-1-1 0,-3 3 0 0,3 1-15 16,-3 2-4-16,3 0 0 0,-3 0 0 0,0 2-8 0,3 1 0 0,-3 2 0 0,4 0 0 16,-1 3 0-16,0 0 0 0,0 0 0 0,3 0 8 15,0 2-8-15,3-2 0 0,0 0 0 0,3 0 0 16,0-3-13-16,3 0-5 0,0 1-1 0,2-4 0 15,-2 1-21-15,6-3-4 16,3 0 0-16,-3 0-1 0,0-6 36 0,3 1 9 0,-3-1 0 0,3-2 0 16,0-2 0-16,-1-1 0 0,1 1 0 0,0-4 0 15,-3 1 0-15,0 0 0 0,-3-3 0 0,0 0 0 16,0 3 49-16,0-3 12 0,-3 0 3 0,0-3 0 16,0 3-52-16,0 0-12 0,-3 0 0 0,-3 0 0 15,3-2 54-15,-3 2 8 0,0-3 2 0,0 1 0 16,0 2-52-16,-3-3-12 0,0 3 0 0,0-2 0 15,0 2 0-15,-3 0 0 0,3 0 0 0,-3 0 0 16,0 0 12-16,0 3 0 0,-3-3 0 0,0 2 0 16,0-2-12-16,-3 3 0 0,3 0-12 0,-3 2 12 15,0-2-49-15,-2 2-3 0,2 3-1 0,-3-2 0 16,0-1-163-16,3 3-32 0,-3 0-6 0</inkml:trace>
  <inkml:trace contextRef="#ctx0" brushRef="#br0" timeOffset="42647.19">15073 14344 1728 0,'0'0'49'0,"-6"5"11"16,6-5-48-16,0 0-12 0,-6 3 0 0,6-3 0 0,0 0 58 16,0 0 10-16,0 5 1 0,0-5 1 0,-3 8-47 0,3-8-10 15,3 3-1-15,-3 5-1 0,6-3 42 0,-3-2 9 0,3 2 2 0,0 0 0 16,0 1-48-16,3-1-16 0,0 0 9 0,0-2-9 16,3 2 17-16,-1-2-1 0,1 2-1 0,3 0 0 15,-3-2-4-15,3 0-1 0,0-1 0 0,3 1 0 16,-3-3-2-16,0 0 0 0,2 3 0 0,-2-3 0 15,3 0 0-15,-6 0 0 0,3 0 0 0,0 0 0 16,0-3-8-16,0 3 10 0,-1-3-10 16,4 3 10-16,-3 0-10 0,0-2 8 0,3-1-8 15,0 3 8-15,-3-3-8 16,3 3 8-16,-1-2-8 0,1-1 8 0,-3 0-8 0,3 1 12 0,0 2-12 16,-3-3 12-16,3 3 0 0,-1 0 0 0,-2-3 0 0,3 3 0 15,-6-2-12-15,3 2-17 0,-3 0 4 16,3-3 1-16,-3 3 12 0,0 0 0 0,0 0 0 0,-1 0 0 15,1 0 48-15,0 0 13 0,0 0 3 0,0 0 0 16,3 3-52-16,-3-3-12 0,0 0 0 0,3 0 0 16,-3 0 0-16,2 2 0 0,1-2 0 0,-3 0 0 15,3 0 0-15,0 0 0 0,-3 0 0 0,3 0 0 16,-3 0 8-16,0 0-8 0,-1 0 0 0,1 0 9 16,0 0-9-16,-3 0 0 0,3 0 0 0,-3 0-11 15,0 0 11-15,-3 0 16 0,3 0-4 0,0 0-1 16,-3 0-11-16,0 0 10 0,-3 0-10 0,3 0 10 15,0 3-10-15,-3-3 0 0,3 0 9 0,-1 0-9 0,-2 0 0 16,0 0 0-16,3 0 0 0,0 0 8 16,-3 0-8-16,3 0 0 0,0 0 0 0,0 0 8 0,0-3-24 15,0 3-5-15,3-2-1 0,0 2 0 16,-3 0 22-16,3-3 0 0,0 0 0 0,0 1 0 0,0-1 0 0,0 1 0 16,2-1 0-16,-2 0 0 0,0 1-23 0,0-1 0 15,0-2 0-15,0 2 0 16,0-2-152-16,0-3-30 0</inkml:trace>
  <inkml:trace contextRef="#ctx0" brushRef="#br0" timeOffset="43444.526">15427 15564 1037 0,'0'0'29'0,"0"0"7"0,0 0-28 0,0 0-8 0,0 0 0 0,0 0 0 15,0 0 60-15,0 0 12 0,0 0 1 0,0 0 1 16,0 0-8-16,0 0-2 0,0 0 0 0,-3 2 0 16,3-2 0-16,0 0 0 0,-6 3 0 0,6-3 0 15,0 0-10-15,-3 5-2 0,3-5-1 0,0 0 0 16,0 6-31-16,0-6-5 0,0 0-2 0,3 5 0 15,0 0 20-15,3-2 4 0,0 2 1 0,0-2 0 16,3-1-10-16,0 1-3 0,0-3 0 0,3 3 0 16,0-3-25-16,3 2 0 0,-1-2 8 0,1 0-8 15,0 0 29-15,3 0 4 0,0 0 1 0,0 0 0 16,0 0-17-16,0 0-3 0,-1 0-1 0,-2-2 0 16,3 2-2-16,-3 0-1 0,0-3 0 0,0 3 0 15,-3 0-2-15,3-3-8 0,-1 3 12 0,1 0-4 16,0 0-8-16,0 0 0 0,3 0 0 0,0 0 0 15,-3 3 0-15,3-3 0 0,-1 0 0 0,1 3 0 16,0-3 9-16,-3 0 0 0,3 2 0 0,0 1 0 16,-3 0-9-16,0-3 0 0,2 2 0 0,-2 1 0 15,0 0 0-15,-3-3 8 0,0 2-8 0,0-2 0 16,-3 3 0-16,3-3 8 0,-3 3-8 0,-3-1 0 0,3-2 0 0,-1 0-17 16,-2 0 2-16,3 0 1 0,-3 0 14 15,0 0 0-15,3 0 0 0,-3 0 0 0,-3 0 0 0,3 0 0 0,0-2 0 16,-3-1 0-16,0 0 0 0,3 1 0 15,-3-4 0-15,0 4 0 0,0-4-15 16,0 1 0-16,0-3 0 0</inkml:trace>
  <inkml:trace contextRef="#ctx0" brushRef="#br0" timeOffset="44214.447">16520 14249 1713 0,'-6'2'36'0,"0"1"8"0,0-3-36 0,0 0-8 0,0 3 0 0,6-3 0 16,-6 0 91-16,0 0 16 0,6 0 3 0,0 0 1 15,-6 2-44-15,6-2-9 0,-3 3-2 0,-3 0 0 16,6-3-23-16,0 0-5 0,-3 5 0 0,0 0-1 16,3-5-16-16,-3 5-3 0,3 3-8 0,0-2 12 15,0 2-12-15,0-3 0 0,0 3 0 0,3 0 0 16,0 0 0-16,0-3 0 0,0 3 0 0,0 0 0 16,3 0 0-16,0-3 0 0,0 3-8 0,0-3 8 15,0 1 0-15,0-4 0 0,0 1 0 0,0 0 0 16,0-1-9-16,0-2 9 0,-1 0 0 0,1 0-9 15,0 0 9-15,0-2-8 0,0-1 8 0,-3-2-8 16,6 2 8-16,-3-2 0 0,0-3 0 0,-3 2 0 16,3 1 12-16,0 0 5 0,-3-3 1 0,3 3 0 15,-3-1-3-15,0 1-1 0,0-3 0 0,0 3 0 0,-3 0 40 16,0 2 8-16,0-2 2 0,0-1 0 0,-3 1-52 16,3 0-12-16,-3 2 0 0,0-2 0 0,3 2 45 0,0 3 7 15,-3-5 0-15,-3 0 1 0,3 2-34 0,0 0-7 16,3 3-2-16,-6-5 0 0,3 2-10 15,3 3 0-15,-6-2 9 0,0-1-9 0,6 3 0 16,-9 0 0-16,3 0 0 0,0 3 0 0,0-1-24 16,0 1-10-16,0 2-2 0,1 1 0 15,-4 2-127-15,3-3-25 0,-3 3-6 0</inkml:trace>
  <inkml:trace contextRef="#ctx0" brushRef="#br0" timeOffset="44898.112">16520 15299 1644 0,'0'0'34'0,"0"0"9"0,0 0-35 0,0 0-8 0,0 0 0 0,0 0 0 16,0 5 91-16,-3-2 16 0,3-3 3 0,-3 8 1 15,3-3-38-15,-3 3-7 0,0-2-2 0,3-1 0 16,-3 3 0-16,3-3 0 0,-3 0 0 0,3 3 0 16,-3-2-7-16,3 2-1 0,-3-1-1 0,3 1 0 15,-3 0-29-15,3 0-6 0,0 3 0 0,-3-3-1 16,3 2-7-16,0 4-2 0,-3-4 0 0,3 3 0 15,-3 1-10-15,3-1 8 0,-3 3-8 0,3-3 8 16,-3 3-8-16,3 0 0 0,0 0 0 0,-3-3 8 16,3 3-8-16,0-3 0 0,-3 3 0 0,3-3 0 15,0 0 0-15,0-2 0 0,0 2 0 0,0-5 0 0,0 3 0 16,0-6 0-16,0 3 0 0,0-3 0 0,0 0-10 16,0-5 10-16,0 0-13 0,0 6 5 15,0-6-28-15,0 0-6 0,0 0-1 0,0 0 0 16,0 0-117-16,0 0-24 0,0 0-5 0</inkml:trace>
  <inkml:trace contextRef="#ctx0" brushRef="#br0" timeOffset="45635.271">14820 14407 1773 0,'-6'-2'36'0,"0"-1"11"0,6 3-38 0,-3-2-9 0,3 2 0 0,-6-3 0 15,3 0 84-15,3 3 16 0,-3-5 2 0,3 5 1 16,0 0-16-16,-6 0-3 0,6 0-1 0,-6-3 0 16,6 3-17-16,0 0-3 0,0 0-1 0,0 0 0 15,0 0-19-15,-3 3-4 0,3-3-1 0,-6 5 0 16,6-5-11-16,-3 6-3 0,0-1 0 0,0 3 0 16,0 0-7-16,0 2-1 0,3 1-1 0,-3 2 0 15,1-2-4-15,2 2-1 0,-3 0 0 0,0 3 0 16,3-3-10-16,-3 0 0 0,3 3 0 0,0-2 8 15,-3 1-8-15,3-1 0 0,0 2 0 0,0-1 0 16,0-1 0-16,0 2 0 0,0-3 0 0,0 3 0 16,0-3 0-16,0 0 0 0,0 0 0 0,0 3 0 15,0-3 0-15,0 1 0 0,0-4 0 0,0 3-11 16,0-2-7-16,0 0-2 0,0-3 0 0,0 0 0 16,0-1-23-16,0-1-5 0,3-1 0 0,-3-5-1 15,0 5-99-15,0-5-19 0,0 0-4 0</inkml:trace>
  <inkml:trace contextRef="#ctx0" brushRef="#br0" timeOffset="46357.62">14805 15453 1577 0,'0'0'66'16,"-9"0"-53"-1,3 2 100-15,0-2 20 0,3 3 4 0,-3 0 1 0,-3-1-59 0,3 1-12 0,0 2-3 0,1 0 0 16,-1 1-20-16,0 2-5 0,0-3-1 0,0 6 0 15,3-4-17-15,-3 7-3 0,0-4-1 16,3 6 0-16,-3 0-17 16,3 0 0-16,-3 2 0 0,3 4 0 0,3-4 0 0,-3 1 0 0,3-1 0 0,0 3 0 15,3-5 0-15,-3 0 0 16,3 0 0-16,3-3-9 0,0 0-16 16,0-2-3-16,0 0-1 0,3-1 0 0,0-2-2 15,0-3 0-15,0 3 0 0,-1-5 0 0,4 0-1 16,0-1-1-16,-3-2 0 0,6-2 0 0,-3-1 12 0,0 0 2 0,0 1 1 0,0-4 0 15,0 1 4-15,0 0 1 0,-1 0 0 0,1-3 0 16,-3 2 22-16,0-2 5 0,0 0 1 0,0 1 0 16,-3-4 13-16,3 3 4 0,-3 0 0 0,0-3 0 15,0 1-12-15,-3-1-3 0,3 3 0 0,-6-2 0 16,3-1 38-16,-3 1 7 0,0 2 2 0,0-3 0 16,0 0 0-16,-3 1 0 0,0-3 0 0,0 2 0 15,0 3 0-15,0-2 0 0,-3-1 0 0,3 0 0 16,-3 3-52-16,0-2-12 0,0 2 0 0,0 0 0 15,0 0 54-15,0 0 8 0,-3 0 2 0,0 3 0 16,0-3-52-16,0 3-12 0,-2 2 0 0,-1-2 0 16,0 2 0-16,3 0 0 0,-3 1 0 0,0-1 0 15,0 1 0-15,3 2 0 0,-3-3 0 0,0 3 0 16,0-3-60-16,3 3-16 0,-2-2-2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53:22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20446 5504 1451 0,'0'0'30'0,"0"0"7"0,0 0-29 0,0 0-8 0,0 0 0 0,0 0 0 16,-3-6 77-16,3 6 15 0,-6 0 2 0,6 0 1 15,-6-2-37-15,6 2-7 0,-6 2-2 0,0-2 0 16,6 0-7-16,-6 6-2 0,0-4 0 0,0 4 0 16,0-1-8-16,0 0-1 0,0 3-1 0,0 0 0 15,0 3-17-15,0-3-3 0,3 2-1 0,-3 1 0 16,1-1-9-16,2 1 0 0,-3 0 0 0,3 2 0 15,0-5 0-15,0 2 0 0,3 1 0 0,-3-3 0 16,3 0 0-16,3 0 0 0,-3 0 0 0,3-3 0 16,-3 3-10-16,6-3 10 0,-3 0-13 0,3 3 5 15,-1-8 8-15,1 3-10 0,3 2 10 0,0-2-10 16,-3-3 10-16,3 3 0 0,0-3 0 0,0 0-8 16,0 0 8-16,3 0 0 0,-3-3 8 0,0 0-8 15,3 1 18-15,-3-1-1 0,2 0 0 0,-2-5 0 16,0 6 12-16,0-6 3 0,3 3 0 0,-6-3 0 15,3 0 10-15,-3 0 2 0,0 0 1 0,-3 0 0 16,0 0-8-16,0-3-1 0,-3 3-1 0,0-2 0 16,0-1-9-16,-3 3-2 0,0-2 0 0,0 2 0 15,-6-3-8-15,3 3-1 0,-3 0-1 0,-3 0 0 16,0 0-6-16,0 0 0 0,-2 3-8 0,2 0 12 16,-3 0-12-16,0 2 0 0,0 0 0 0,0 1 0 15,0 2-13-15,0 0-3 0,0 0 0 0,4 0 0 16,-1 2-30-16,3 1-6 0,0 0-2 0,0 2 0 15,0 0-132-15,0 3-26 0</inkml:trace>
  <inkml:trace contextRef="#ctx0" brushRef="#br0" timeOffset="645.884">20315 6380 1292 0,'0'0'54'0,"0"0"-43"15,0 0 105-15,0 0 20 0,0 0 5 0,0 0 1 16,0 0-38-16,0 0-7 0,0 0-1 0,0 0-1 15,0 0-38-15,0 0-7 0,0 0-2 0,0 0 0 16,0 0-12-16,3 5-2 0,-3 0-1 0,3 3 0 16,-3 0-7-16,0 0-2 0,3 0 0 0,-3 2 0 15,0 1-8-15,0 0-3 0,0-1 0 0,-3 3 0 16,3 1-5-16,0-1-8 0,0 0 11 0,0 3-11 16,0 0 8-16,0 0-8 0,0 2 0 0,0-2 0 15,0 3 9-15,0-1-9 0,0-2 0 0,0 3 9 16,-3-4-9-16,6-1 0 0,-3-1 0 0,0 0 0 15,3-2-9-15,-3-1-4 0,0-2-1 0,3 0 0 16,0-3-166-16,0 1-32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54:37.5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12757 3871 2030 0,'3'-8'57'0,"0"-5"14"0,-3 0-57 0,3 2-14 0,0 3 0 0,0-8 0 15,-3 6 105-15,0 2 19 0,3-3 3 0,-3 3 1 16,0 0-39-16,-3 3-7 0,3 0-2 0,0 2 0 16,0 3-25-16,0 0-6 0,-3-5-1 0,3 5 0 15,-6-3-38-15,6 3-10 0,-6 3 0 0,-3 2 0 16,3 6 0-16,-3-1 0 0,3 6 0 0,-3 3 0 16,1 2 0-16,-1 5 0 0,0-5 0 0,0 6 0 15,0-1 0-15,3-4 0 0,3 1 0 0,0-1 0 16,0-1 20-16,3 3 3 0,3-6 0 0,0 3 0 15,3-5-51-15,0 3-9 0,3-4-3 0,0-1 0 16,3-4-5-16,-1 1-2 0,1-3 0 0,0 0 0 16,0-8 38-16,3 2 9 0,-3-4 0 0,0 2 0 15,3-8 0-15,-3 0 0 0,0 0 0 0,2 0 0 16,-5-3 0-16,3 1 0 0,-3-1 0 0,0 1 0 16,0-4 28-16,-3 1 7 0,0 3 1 0,0-4 1 15,0 1-8-15,-3 3-1 0,0-9-1 0,3 8 0 16,-3-4 5-16,-3 1 2 0,3-2 0 0,0 3 0 15,0 5-3-15,-3-5-1 0,3 2 0 0,0 4 0 0,-3 1-30 16,3-2-15-16,-3 8 2 0,0 0 0 16,0 0 21-16,0 0 4 0,3 3 0 0,0 5 1 15,3-3-13-15,-3 6 0 0,2-1 0 0,1 1 0 16,0 0-12-16,0 4-6 0,3-1-1 0,0 2 0 0,0-6 19 16,3 3 0-16,0 1-8 0,0-4 8 0,3 1 13 0,0-3 7 15,2 0 0-15,-2 0 1 16,0-3-40-16,0-3-8 0,3 1-1 0,-3 0-1 0,0-3 29 0,-3 0 0 15,3-3 0-15,-4 0 0 0,1-2 13 0,0 3 3 0,0-6 0 16,-3-6 0-16,3 4 12 0,-3-1 4 0,0-2 0 0,0-3 0 16,-3 6 5-16,0-9 2 0,0 3 0 15,0 0 0-15,-3 0-11 0,3-7-1 0,-3 1-1 0,0 1 0 16,-3-3-11-16,2 3-3 0,1-5 0 16,-3 5 0-16,3 2-12 0,-3 1 8 0,0-1-8 0,0 3 0 15,0 3 0-15,0 0 0 0,-3 2 0 0,3 1 0 16,-3 2-16-16,3 0-5 0,-2 2-2 0,2 1 0 15,0 5-108-15,0 0-21 0,0 0-5 0</inkml:trace>
  <inkml:trace contextRef="#ctx0" brushRef="#br0" timeOffset="450.648">13594 3932 1862 0,'0'0'39'0,"0"0"8"0,0 0-38 0,0 0-9 0,0 0 0 0,0 0 0 16,0 0 132-16,0 0 24 0,0 0 4 0,0 0 2 15,0 0-52-15,0 0-10 0,0 0-3 0,0 0 0 16,0 0-25-16,0 5-4 0,-3 1-2 0,3 1 0 16,-3 1-17-16,3 0-3 0,0 0-1 0,-3 6 0 15,3-7-13-15,0 7-4 0,-3-4 0 0,3 4 0 16,-3-1-7-16,3 3-1 0,-3-6-1 0,0 6 0 15,3 3-11-15,-3 2-8 0,0-5 12 0,3 7-12 16,-3-4 8-16,3 5-8 0,0-6 0 0,-3 3 0 16,3-2 0-16,0 0 0 0,-3-1 0 0,3-5 0 15,0 0 0-15,-3-2 0 0,3 0 0 0,0-1 0 16,0-2-92-16,3 0-16 0,-3 0-4 0,3-3 0 16,0 1-97-16,3-6-20 0</inkml:trace>
  <inkml:trace contextRef="#ctx0" brushRef="#br0" timeOffset="1604.269">14132 3757 2269 0,'0'-5'64'15,"0"-3"15"-15,-3-2-63 0,3 2-16 0,0 0 0 0,0 0 0 16,-3 5 82-16,3-5 14 0,0 8 2 0,0 0 1 16,0 0-56-16,0 0-11 0,0 0-3 0,0 0 0 15,-6 3 24-15,1 2 5 0,-1 3 1 0,0 0 0 16,0 3-43-16,-3 7-16 0,0 1 11 0,0 2-11 16,0 5 0-16,3-5 0 0,-3 6 0 0,3-1 0 15,0-2 0-15,3 0 0 0,0 2 0 0,-3-4 0 16,3-1-45-16,3-3-15 0,0 1-4 0,3-1 0 15,0-2 0-15,0 3 0 0,3-9 0 0,0 1 0 16,0-3 52-16,3 0 12 0,0-6 0 0,0 1 0 16,0-3 0-16,0-3 0 0,0 1 0 0,0-4 0 15,-1-2 0-15,1-2 0 0,3 5 0 0,-3-9 0 16,-3 1 0-16,3 3 0 0,0-4 0 0,-3 1 0 16,0 3 54-16,0-9 14 0,0 6 2 0,-3 0 1 15,0-6-20-15,0 8-4 0,0-7-1 0,0 7 0 0,-3-7-28 16,3 5-6-16,-6 2 0 0,3 0-1 0,0 6-11 15,0 0 0-15,0 5 0 0,0 0 0 16,0 0 0-16,0 0 0 0,0 0 0 0,-3 8 0 0,3 2 0 0,0 1 0 16,0-1 0-16,0 6 0 0,3-5 0 0,0 5 0 0,3-3 0 15,0 0 0-15,0 1 0 0,6-1 0 0,-4 0 0 0,4 0 0 16,0-2 0-16,0-1 0 0,3 4 0 0,-3-6 0 16,3-3 0-16,0 0 0 0,-3 0 0 0,3-2 0 15,-4 0 0-15,1-1 0 0,0-4 0 0,0-1-11 16,-3 0 22-16,0 1 4 0,0-4 1 0,0 1 0 15,0-3 26-15,-3-2 6 0,0-1 0 0,0 1 1 16,0-4 0-16,-3 1 0 0,0-3 0 16,0-2 0-16,-1-1-25 0,1-2-4 0,0 0-2 0,-3-6 0 15,3 6-18-15,-3-8 0 0,0 5 0 0,3-5 0 16,-3 3 0-16,0 5 0 0,3 2 0 0,-3-5 0 16,0 11 0-16,0-6 0 0,0 9 0 0,0-3 0 15,3 2-48-15,-3 3-12 0,0 3-4 0,0 5 0 16,0 0-153-16,0 0-31 0,6 2-7 0</inkml:trace>
  <inkml:trace contextRef="#ctx0" brushRef="#br0" timeOffset="2042.123">14612 4083 2230 0,'3'-6'94'0,"0"1"-75"16,3-3 104-16,-4 6 21 0,4-6 4 0,0 0 0 16,0 2-67-16,3 1-13 0,-3-3-4 0,3 6 0 15,0-9-51-15,0 6-13 0,0 2 0 0,0-2 0 16,0 2 54-16,0 0 8 0,-3 3 2 0,3 0 0 16,-3 0-64-16,0 0 0 0,-1 0-12 0,1 3 2 15,-3 2 10-15,3 1 0 0,-3 2 0 0,-3 2 0 16,0-2 0-16,0 3 0 0,-3 5 0 0,-3-6 0 15,0 6-14-15,-2 3-1 0,-4 2 0 0,0 0 0 16,0 5-70 0,-3 1-15-16,-3-1-2 0,3 3-1 0,-3-2 64 0,3-3 13 0,1-1 2 0,2 1 1 15,0 0-13-15,0-11-4 0,3 6 0 16,3-3 0-16,0-3 31 0,3 0 9 0,0-7 0 0,0 1 0 16,6-1 0-16,0-4 0 0,0 6 0 0,6-8 9 15,0 0-9-15,0 0 0 0,6-5 0 0,0 2-11 16,2 1 60-16,1-4 12 0,6 1 3 0,-3 0 0 15,0 2-64-15,3-5-10 0,-1 0-3 0,1 3-1 16,-3 0 14-16,0-1 0 0,0 1 0 0,0-3 0 16,-4 3 0-16,1 0-9 0,-3-1 1 0,0 4 0 15,-3-1-35-15,0-2-6 0,3 2-2 0</inkml:trace>
  <inkml:trace contextRef="#ctx0" brushRef="#br0" timeOffset="2867.574">12790 4630 1337 0,'-12'6'56'15,"0"-1"-44"1,0-2 92-16,0 5 20 0,0 0 3 0,0-6 1 16,1 6-56-16,-1-3-10 0,0 1-2 0,0-1-1 15,0 6 1-15,0-9 0 0,0 4 0 0,0-1 0 16,0 0-41-16,0 0-8 0,3 1-2 0,-2 2 0 16,2-6 46-16,-3 4 9 0,0-1 1 0,0-2 1 0,3 2-31 0,-3-2-7 0,3 2 0 0,-3-3-1 15,3 4-5 1,-3-6-1-16,3 2 0 0,1-2 0 0,2 3-3 0,0 0-1 0,6-3 0 0,-6 2 0 15,6-2 0-15,0 0 0 0,0 0 0 0,0 0 0 16,0 0-17-16,0 0 8 0,6 3-8 0,3 0 0 16,2-1-12-16,1 1-8 0,3 0-3 0,3 2 0 15,3-3 23 1,3 1 0-16,0-3 0 0,2 5 0 0,4-2 0 0,3-3 0 16,0 3 0-16,5-1 0 0,1 1 15 15,0 2 7-15,-1-2 2 0,7 0 0 0,-3 2-39 0,2-5-7 0,4 3-2 16,0-1 0-16,-1-2 71 0,-2 5 13 0,3-5 4 0,-1 3 0 31,1-3-73-31,-4 3-15 0,4-3-2 0,0 2-1 0,-4-2 43 0,1 3 9 0,0-3 2 0,2 3 0 16,-5-3-27-16,3 2 0 0,-7-2 0 0,7 0 0 15,0 0-10-15,-1 3-7 0,4 0-2 0,-3 2 0 16,-1-5 19-16,1 0 0 0,-4 0-8 0,4 0 8 16,0 3 0-16,2-3 0 0,-2 2 0 0,9-2 9 15,-10 0 7-15,1 0 0 0,3 0 1 0,-1-2 0 16,4 2-17-16,-4 0 0 0,4-3 0 0,3 3 0 15,-4-5 0-15,-2 2 0 0,-1 0 0 0,4 1 0 16,-3-4 0-16,-4 4 0 0,4-4 0 0,3 4 0 16,-7-3 0-16,-2 2 0 0,0-5 0 0,-4 3 0 15,1-1 0-15,0 1 0 0,-4 2 0 0,4-2 0 16,-6 0 0-16,3 0 0 0,-7-1 0 0,4 1 0 16,-6 2 0-16,0-2 0 0,-1 2 0 0,-5 1 0 15,0-4 0-15,-3 4 0 0,-3-6 0 0,-3 5 0 16,0 1 0-16,0-1 0 0,-4-2 0 0,1 2 0 15,-3-2-114-15,0-1-26 0,3 1-6 0</inkml:trace>
  <inkml:trace contextRef="#ctx0" brushRef="#br0" timeOffset="3982.014">15103 3511 1713 0,'0'0'48'0,"0"0"12"0,-6 0-48 0,6 0-12 0,0 0 0 0,-6 0 0 16,6 0 80-16,0 0 15 0,0 0 2 0,0 0 1 15,-3 6-44-15,3-6-9 0,-6 5-1 0,6 3-1 16,-3-6-11-16,3 6-1 0,3-2-1 0,-3-1 0 15,0 3-2-15,3 0-1 0,0 0 0 0,-3 0 0 16,3 2-5-16,-3 1-1 0,3-3 0 0,0 2 0 16,0 1-2-16,-3 0-1 0,3-1 0 15,0 6 0-15,-3 0-4 0,0-6-1 0,3 9 0 0,-3-3 0 16,0 5-5-16,3-2 0 0,-6 2-8 0,3 5 12 16,0-7-12-16,0 7 11 0,0-5-11 0,0-2 10 15,0 2-10-15,0 0 0 0,0 0 9 0,0 1-9 16,0-4 0-16,0 1 0 0,0-1 0 0,-3 3 8 15,0 3-8-15,3 0 0 0,-3 2 8 0,0 3-8 16,0-2 10-16,0 5-2 0,-3-1-8 0,3 1 12 16,-3 0-12-16,3-3 0 0,0 0 0 0,-3-2 0 15,3 2 0-15,0 0 0 0,-3 3 0 0,3 2 0 16,0 0 37-16,3 3 2 0,-3 3 0 0,3 0 0 16,0-6-19-16,0 3-3 0,0-5-1 0,0 5 0 15,0 0-5-15,0 0-2 0,0 0 0 0,3 8 0 16,-3-8-9-16,0 3 0 0,3 0 0 0,0-1 0 15,-3-2 0-15,3 0 0 0,0-2 0 0,-3 4 0 16,3 1 20-16,0 2 3 0,0 1 0 0,0 2 0 16,0-6-37-16,0-2-7 0,0 1-2 0,3-1 0 15,-3-3 23-15,3 0 0 0,-3 3 0 0,0 0 0 0,0 1 0 0,0 4 0 0,0-2 0 0,0 2 0 16,0-5 24-16,0-3 10 0,0-2 2 16,0 5 0-16,0-2-23 0,-3-1-4 0,3 0-1 15,-3 6 0-15,3-6-8 0,-3 3 12 0,2 0-12 0,1 1 12 16,-3-7-12-16,3 1 8 0,0-3-8 0,-3 3 8 15,3 0-8-15,0-1 0 0,-3 4 0 0,3 2 0 16,0-3 0-16,-3 3 0 0,3-2 0 16,-3 2 0-16,3-3 12 0,-3-5-2 0,3 0-1 0,-3 3 0 15,3 0-9-15,-3 0 0 0,0-1 0 0,3 4 0 16,-3-1 0-16,0 1 0 0,0-1 0 0,0 3 0 16,0-8 0-16,0 3 0 0,0-6 0 0,0 3 0 15,0-2 13-15,0-1 1 0,0-2 0 0,0 5 0 16,0-2-22-16,0 2-5 0,0 0-1 0,0 3 0 15,0-6 14-15,0 1 0 0,0-1 0 0,0-2 0 16,-3 0 0-16,3-6 0 0,0 1 0 0,0-1 0 16,-3-2 20-16,3 0 6 0,0 0 2 0,-3-3 0 15,0 0-28-15,3 1 8 0,-3-1-8 0,0-3 0 16,0 1-19-16,3 2-9 0,0-5-1 0,-3 3-1 16,3-3 46-16,-3-3 8 0,3 0 3 0,0-5 0 15,0 0-51-15,0 0-9 0,0 0-3 0,0 0 0 16,-3-8-112-16,3-5-24 0,3 0-4 0</inkml:trace>
  <inkml:trace contextRef="#ctx0" brushRef="#br0" timeOffset="4744.906">15647 3630 2066 0,'3'-13'43'0,"0"8"10"0,0-8-42 0,0 2-11 0,-3 0 0 0,3 3 0 15,-3-2 97-15,0 2 18 0,0 3 3 0,-3-3 1 16,0 0-37-16,0 2-7 0,-3 1-2 0,1 0 0 16,-1 2-7-16,-3 3-2 0,0-2 0 0,0 2 0 15,-3 2-51-15,0 1-13 0,0 2 0 0,0 6 0 16,0-3 0-16,-3 0 0 0,3 2 0 0,1 9 0 16,-4-6 0-16,6 5 0 0,-3-2 0 0,3 6 0 15,0 4 0-15,3-5 0 0,3 6 0 0,-3 7 0 16,6-5-9-16,0 0-5 0,3 3-1 0,0 0 0 15,0-3 24-15,3 0 5 0,0 0 1 0,-3-2 0 16,3-1-15-16,0 3 0 0,0-2 0 0,-3 2 0 16,3 0-24-16,-3 0-8 0,-3 5-2 15,3-2 0-15,-3-3 3 0,0 0 1 0,0-2 0 0,-3-4 0 16,3 1 30-16,-3 0 0 0,-3-5 0 0,0 2 0 16,0-3 0-16,0 1 0 0,0-1 0 0,-3-2 0 15,3 0 0-15,-3 0 0 0,0-3 0 0,3 0 0 16,-3 1-57-16,3-4-6 0,-3 1-1 0,3-1 0 15,1-4 21-15,-1-1 4 0,0-2 1 0</inkml:trace>
  <inkml:trace contextRef="#ctx0" brushRef="#br0" timeOffset="4939.795">15374 4088 2276 0,'-3'-13'48'0,"3"0"9"0,-3-1-45 0,3 4-12 0,3-1 0 0,-3 1 0 15,3 2 68-15,0 2 12 0,3 1 3 0,0 2 0 16,-1-2-40-16,1 5-8 0,3-2-2 0,0 2 0 16,3 0-9-16,0 0-3 0,0 2 0 0,3-2 0 15,0 5-21-15,0-5 0 0,5 3 0 0,-2 0 0 16,6-1-20-16,-3 1-8 0,3 0-1 0</inkml:trace>
  <inkml:trace contextRef="#ctx0" brushRef="#br0" timeOffset="5552.688">15808 4715 1348 0,'0'0'28'0,"0"0"7"0,0 0-35 0,-6 3 0 0,6-3 0 0,-6 2 0 16,6-2 100-16,-6 3 12 0,0 2 4 0,6-5 0 16,-3 6-35-16,3-6-6 0,0 0-2 0,-6 2 0 15,6-2-17-15,0 0-4 0,0 0-1 0,0 0 0 16,0 6-31-16,0-6-5 0,0 0-2 0,3 5 0 15,-3-5 41-15,6 3 8 0,0-1 2 0,0 1 0 16,0-3-52-16,0 0-12 0,0 3 0 0,3-3 0 16,0 5 54-16,0-5 8 0,3 0 2 0,-3 0 0 15,3 0-52-15,0 2-12 0,0-2 0 0,-4 0 0 16,4 0 0-16,3 0 0 0,-3 0 0 0,0 0 0 16,0 0 0-16,0 0 0 0,0 0 0 0,0 0 0 15,-3 0 0-15,2 0 0 0,1 0 0 0,0-2 0 16,-3 2 0-16,0 0 0 0,3 0 0 0,-3 0 0 15,0 0 0-15,-3 0 0 0,3 0 0 0,-3 0 0 16,0 0 0-16,0 0 0 0,0 0 0 0,-3 0 0 16,-3 0 0-16,6-5 0 0,-6 5 0 0,3 0 0 15,-3 0-40-15,5 0-12 0,-5 0-1 0,0 0-1 16,0 0-135-16,0 0-27 0</inkml:trace>
  <inkml:trace contextRef="#ctx0" brushRef="#br0" timeOffset="8093.694">15153 7806 851 0,'0'0'36'15,"0"0"-36"1,0 0 58-16,0 0 5 0,0 0 1 0,0 0 0 16,0 5 0-16,0-5 0 0,0 0 0 0,3 5 0 15,-3-5 51-15,3 6 10 0,-3-6 3 0,3 5 0 16,0 0-52-16,-3 0-9 0,0-5-3 0,3 8 0 16,-3-2-51-16,0 2-13 0,0 0 0 0,0-1 0 0,0 1 54 15,0 3 8-15,0 0 2 0,0 2 0 0,0 0-52 0,0 0-12 16,0 1 0-16,0 1 0 0,0-1 0 15,0 1 0-15,0 1 0 0,3 0 0 0,-3 0 0 0,0 0 0 0,3 3 0 16,-3-1 0-16,3 1 0 16,-3-4 0-16,0 4 0 0,3 2 0 0,-3 0 0 0,0 0 0 0,-3 3 0 15,3 0 0-15,-3 0 0 0,3 0 0 0,-3-3 0 16,0 3 0-16,3-6 20 0,-3 1 0 0,0-1 1 0,0-2 0 16,3 0-21-16,-3 0 0 0,0-3 0 15,0 3 8-15,0-3-8 0,0 0 0 0,0 1 0 0,0 2 8 16,0-6-8-16,1 3 0 0,-1 1 0 0,0-4 8 15,0 3-8-15,0 1 0 0,0-1 0 0,0 3 0 16,0-6 0-16,0 4-10 0,0-1 10 16,3 0-13-16,-3-2 2 0,3-1 1 0,-3 1 0 0,3-3 0 15,0 0-5-15,0 0-1 0,0 0 0 0,0-3 0 16,0 0 7-16,3 0 1 0,0-2 0 0,-3-3 0 16,3 3-4-16,-3-3 0 0,0 0 0 0,3 2 0 15,3-2-86-15,-3-2-18 0,3 2-3 0</inkml:trace>
  <inkml:trace contextRef="#ctx0" brushRef="#br0" timeOffset="15609.649">13320 5165 1967 0,'-9'-3'56'0,"-3"1"12"0,0 2-55 0,0 0-13 0,0 0 0 0,0 2 0 16,0 1 66-16,-2 0 10 0,-1-1 3 0,0 4 0 16,3-1-32-16,-3 0-7 0,0 3 0 0,3 0-1 15,0 0-18-15,0 3-3 0,3-1-1 0,0 1 0 16,4 5-5-16,-4-8-2 0,3 5 0 0,3 3 0 15,-3-6-10-15,6 6 0 0,-3 0 0 0,3 0 0 16,0 2 0-16,3 1-12 0,0-1 2 0,0 1 1 16,3-1 9-16,0-2-12 0,3 0 12 0,2-3-12 15,-2 1 12-15,6-4 0 0,-3-2 0 0,6 0-8 16,-3-3 20-16,3 1 4 0,0-4 0 0,-1-2 1 16,4-2-17-16,-3-1 0 0,3-2-11 0,-3-1 11 15,-3-1 0-15,3-4 0 0,-4-2 8 0,4 0-8 16,-3-3 57-16,0 0 6 0,0 0 1 0,-3-3 0 15,-3 3 0-15,0 1 0 0,0-1 0 0,-3 0 0 0,-3 0 0 16,0 3 0-16,-3-3 0 0,0 3 0 16,-3-3-52-16,-3 0-12 0,0 3 0 0,-3-3 0 0,-3 0 20 15,3 0 2-15,-3 0 0 0,-3 3 0 0,3-3-14 0,-3 3-8 0,3-3 10 16,1 5-10-16,-4-2 0 0,0 5 0 0,0 0 0 0,-3 3 0 16,0 2-27-16,0 3 2 0,-3 0 0 15,1 0 0-15,-1 3-67 16,0 5-14-16,3 0-2 0,3 0-1 0,0 2-131 15,3 4-27-15</inkml:trace>
  <inkml:trace contextRef="#ctx0" brushRef="#br0" timeOffset="16330.465">14305 5205 1580 0,'-9'0'67'0,"3"0"-54"16,-3 2 120-16,0 1 24 0,0 0 5 0,0 2 1 16,0-2-80-16,-2 2-16 0,2 0-3 0,0 0-1 15,3 1-27-15,-3 2-4 0,0 0-2 0,3 0 0 16,0-1-30-16,0 4 0 0,3 0 0 0,-3 2 0 16,3-3 0-16,0 4 0 0,3 2 0 0,-3-1 0 15,3-1 0-15,3 2 0 0,-3-1 0 0,6 4 0 16,-3-3 0-16,3 0 0 0,3 0 0 0,0-1 0 15,0-1 0-15,3-1 0 0,0-3 0 0,3 4 0 16,-1-6 0-16,1 0 0 0,0-3 0 0,3 0 0 16,0 3 0-16,0-8 0 0,3 0 0 0,-4 0 0 15,1 0 0-15,0-5 0 0,0 0 0 0,0 2 0 16,-3-2 38-16,0-3 2 0,0 0 0 0,-4 0 0 16,1-3 11-16,0 3 2 0,0-2 1 0,-3-4 0 15,0 1-6-15,0 0 0 0,0-3-1 0,-3 3 0 16,0-3-3-16,0 0-1 0,0 0 0 0,-3 0 0 15,-3 1-12-15,3 1-3 0,-3-2 0 0,-3 3 0 16,0 3-9-16,0-4-3 0,-3 4 0 0,0-1 0 16,0 1-4-16,-3-4 0 0,0 4-1 0,0-1 0 0,-3 1 5 15,0-1 0-15,0 3 1 0,-3 0 0 0,4 0-17 0,-4 3 0 16,-3 0 0-16,0 2 0 16,0 0-48-16,0 3-12 0,-3 0-4 0,1 3 0 15,-1 0-51-15,0 2-10 0,3 0-3 0</inkml:trace>
  <inkml:trace contextRef="#ctx0" brushRef="#br0" timeOffset="19605.857">7393 6131 1337 0,'0'0'28'0,"0"0"6"16,-6 0-34-16,6 0 0 0,0 0 0 0,-6 2 0 16,6-2 109-16,-6 0 15 0,6 0 4 0,0 0 0 15,0 0-103-15,0 0-25 0,0 0 0 0,0 0 0 16,0 0 56-16,0 0 7 0,0 0 1 0,0 0 0 0,0 0-52 16,0 0-12-16,0 0 0 0,0 0 0 0,0 0 54 0,0 0 8 0,3 0 2 15,3 0 0-15,0 0-52 0,0 0-12 0,0 0 0 16,0 0 0-16,0 0 16 0,0 0 1 15,3 0 0-15,0 0 0 0,0 0-17 0,0 3 10 0,0 0-10 0,3-3 8 16,-3 2-8 0,3 1 0-16,-1 0 0 0,-2-3 0 0,3 2 8 15,0 1-8-15,0 0 8 0,0-1-8 0,3 1 0 16,-3 0 0-16,0-1 8 0,3 3-8 0,-4-2 0 0,-2 0 8 0,3-3-8 0,0 2 8 16,0 1-8-16,0-3 0 0,-3 3 0 0,3-3 0 15,0 0 0-15,0 2 8 0,3-2-8 0,-4 0 0 16,4 3 0-16,0-3 0 0,-3 3 0 0,3-3 0 15,0 2 0-15,-3-2 8 0,3 3-8 0,0 0 0 16,-1-1 0-16,1-2 0 0,-3 3 0 0,3 0 0 16,-3-3 0-16,0 2 0 0,3-2 8 0,-3 3-8 15,3-3 0-15,-3 0 0 0,2 0 0 0,-2 0 8 16,0 0-8-16,0 0 0 0,0 0 0 0,0 0 0 16,0-3 0-16,0 3 0 0,0-2 0 0,0 2 0 15,2-3 0-15,-2 0 0 0,3 1 0 0,-3-1 0 16,3 0 8-16,0 3-8 0,0-2 8 0,0-1-8 15,0 0 8-15,-1 3-8 0,1 0 0 0,0-2 8 16,0 2-8-16,-3 0 0 0,3 0 0 0,0 0 8 16,0 0-8-16,-3 0 0 0,2 0 9 0,-2 0-9 15,3 0 0-15,-3 0 8 0,0 0-8 0,0 0 0 16,0 0 0-16,0-3 0 0,0 3 0 0,0-3 8 16,2 3-8-16,1 0 0 0,0-2 0 0,0 2 8 15,0 0-8-15,3-3 9 0,3 0-9 0,-3 3 10 16,2-2-10-16,1 2 0 0,0 0 0 0,0 0 0 15,0 0 8-15,0 0-8 0,-1 2 0 0,1-2 8 0,0 0-8 0,0-2 10 16,-3-1-10-16,3 3 10 0,-1-2-10 0,1-1 0 16,3 0 9-16,0 1-9 0,0-1 0 0,2 0 8 0,1 1-8 15,-3 2 0-15,3 0 0 0,0 0 8 0,-4 0-8 0,4 0 0 16,-3 0 0-16,-3 0 0 0,3 0 0 0,0-3 0 16,-4 0 0-16,1 3 0 0,3-2 0 0,-3-1 8 15,3 0-8-15,-1 3 0 0,4-2 0 0,-3-1 0 16,0 3 0-16,0 0 0 0,0 0 0 0,-1 0 8 15,-2 0-8-15,0 0 0 0,0 0 0 0,0 0 0 16,-3 0 0-16,-4-3 0 0,4 3 8 16,0 0-8-16,-3-2 0 0,3 2 0 0,0-3 0 0,-3 3 8 15,3-2-8-15,-1 2 0 0,-2 0 0 0,3 0 8 16,-3 0-8-16,3 0 0 0,0 0 0 0,0 0 0 16,-4 2 0-16,1-2 8 0,0 0-8 0,0 3 0 15,0-3 0-15,-3 2 8 0,6-2-8 0,-6 0 0 16,0 3 0-16,2-3 0 0,-5 0 0 0,3 0 0 15,-3 0 0-15,0 0 0 0,3 0 0 0,-3-3 0 16,3 3 0-16,-3 0 0 0,0-2 0 0,3 2 0 16,0-3 0-16,-4 3 0 0,4 0 0 0,0 0 8 15,0 0-8-15,3 0 0 0,-3 0 0 0,0 0 0 16,0 0 0-16,0 0 0 0,0 0 0 0,0 0 0 0,-1-2 0 0,4 2 0 16,-3 0 0-16,0 2 8 0,0-2-8 15,0 0 0-15,0 0 0 0,0 3 0 0,0-3 0 0,0 0 0 16,2 0 0-16,-2 0 0 0,0 0 0 0,0 0 0 15,0 0 0-15,-3 0 0 0,3 0 0 0,0 0 0 16,0 0 0-16,0-3 0 16,0 3 0-16,-1 0 0 0,1-2 0 0,3 2 0 15,-3 0 0-15,3 0 0 0,-3 0 0 0,6 0 0 16,-3 0 0-16,0 0 0 0,-1 0 0 0,-2 2 0 0,3-2 0 0,0 0 0 16,-3 3 0-16,3-3 0 0,-3 2 0 0,3-2 0 0,-3 0 0 15,0 0 0-15,-1 0 0 0,-2 0 0 0,3 0 0 0,0 0 0 16,0 0 16-16,-3 0-2 0,0 0 0 0,0 0 0 15,0-2-1-15,-3 2 0 0,3-3 0 0,0 3 0 16,0-2-1-16,-1 2 0 0,1-3 0 0,0 0 0 16,0 3-2-16,0 0-1 0,0-2 0 0,0 2 0 15,0 0-1-15,0-3-8 0,0 0 12 0,0 3-4 16,3 0-8-16,-3-2 0 0,0 2 9 0,2 0-9 16,-2 0 0-16,0 0 9 0,0-3-9 0,0 3 0 15,0 0 8-15,0 3-8 0,0-3 0 0,-3 0 0 16,3 2 9-16,-3-2-9 0,3 0 0 0,-3 0 9 15,3 3-9-15,-3-3 0 0,-1 0 9 0,1 0-9 16,0 3 0-16,0-3 9 0,0 2-9 0,0-2 0 16,-3 3 8-16,3-3-8 0,-3 3 0 0,0-3 0 15,3 0 0-15,0 2 0 0,-3 1 8 0,3-1-8 16,0-2 0-16,-3 0 10 0,3 3-10 0,0-3 8 16,-3 0-8-16,3 0 8 0,-3 0-8 0,-3 0 8 15,6 0-8-15,0 0 0 0,-3 0 9 0,-3 0-9 0,6 0 0 0,0 0 0 16,-4-3 0-16,4 3 8 15,0 0-8-15,-3 0 0 0,3 0 0 0,-6 0 0 0,6 0 0 16,-3 0 0-16,3 0 0 0,0 0 0 0,-6 0 0 16,6 0 9-16,-3-2-9 0,3 2 0 0,0 0 8 0,-6 0-8 0,6 0 0 0,-3 0 0 15,-3 0 0-15,6 0 0 0,0 0 0 0,-6 0 0 16,6 0 0-16,-3 0 0 0,-3 0 8 0,6 0-8 16,0 0 0-16,0 0 0 0,-3 0 0 0,-3 0 0 15,6 0 0-15,-1 2 0 0,1-2 0 0,-3 0 0 16,3 0 0-16,0 0 0 0,-3 0 0 0,3 0 0 15,0 0 0-15,-3 3 0 0,3-3 0 0,0 0 0 16,0 0 0-16,0 0 0 16,0 0 0-16,0 0 0 0,0 3 0 0,0-3 0 0,0 0 0 0,-3 2 0 15,3-2 0-15,0 0 0 0,0 3 0 0,-3-3 0 16,3 3 0-16,-1-3 0 0,-2 0 0 0,-3 0 0 16,6 2-16-16,0-2 4 0,-3 0 0 0,-3 0 0 15,6 0-20-15,0 0-4 0,0 0-1 0,-6 0 0 16,3 0-31-16,3 0-5 0,0 0-2 0</inkml:trace>
  <inkml:trace contextRef="#ctx0" brushRef="#br0" timeOffset="24151.506">9001 3442 1552 0,'0'0'44'0,"0"0"10"0,0 0-43 0,0 0-11 0,0 0 0 0,0 0 0 16,0 0 83-16,0 0 14 0,0 0 3 0,0 0 1 15,0 0-20-15,0 0-4 0,0 0-1 0,0 0 0 16,0 0-16-16,-3 6-4 0,3 2-1 0,-3 0 0 16,3 0-25-16,-3-3-5 0,3 3-1 0,0 0 0 15,0 0 12-15,0 0 1 0,0-6 1 0,0 6 0 16,0 3-10-16,0-9-1 0,0 6-1 0,0 0 0 15,0 0-26-15,3-2 0 0,-3 1 0 0,0 1 0 16,0-2 0-16,3 2 0 0,-3 0 0 0,0 5 0 16,0-8 0-16,3 3 0 0,-3 3 0 0,0-3 0 15,0 2 0-15,0-2 0 0,0 3 0 0,-3 2 0 16,3-5 0-16,0 5 0 0,0-5 0 0,-3 5 0 16,3 3 0-16,0-3 0 0,0 1 0 0,0 4 0 15,0-5 0-15,0 3 0 0,0 0 0 0,0 0 0 16,0 0 0-16,0 2 0 0,0-7 0 0,0 5 0 15,0-3 0-15,0 0 0 0,0 0 0 0,3 3 0 16,-3-8 0-16,0 6 0 0,3-4 0 0,-3 3 0 16,0 1 0-16,3-6 0 0,-3 2 0 0,0 1 0 15,3-1 0-15,-3 1 0 0,0-1 0 0,0 4 0 0,3-4 0 16,-3 1 0-16,0 5 0 0,3-6 0 0,-3 4 0 16,0-1 0-16,0 0 0 0,0 3 0 0,0-3 0 0,3 0 0 0,-3 1 0 15,0 1 0-15,0-1 56 0,3-1 7 0,-3 0 1 16,0 3 0-16,0-5-52 0,3-1-12 0,-3 1 0 0,0 2 0 15,0-2 0-15,0-1 0 0,0 1 0 0,0-1 0 32,0 6-21-32,0-8-7 0,0 3-2 0,0-1 0 0,0 1 30 0,3-1 0 0,-3 6 0 0,0-8 0 15,0 5 0-15,2 3 0 0,-2-5 0 0,0 5 0 16,0-3 0-16,0 3 0 16,0 2 0-16,0-2 0 0,0 0 0 0,0 3 0 0,0-3 0 0,0 2 0 15,0 1 0-15,3-6 0 0,-3 0 0 0,0 3 0 16,0 0 25-16,3 0 2 0,-3-6 0 0,0 9 0 15,0-9-27-15,3 4 0 0,-3-1 0 0,0 0 0 16,3 3-17-16,-3-3-9 0,0 0-2 0,3 6 0 16,-3-6 28-16,0 6 0 0,0-1 0 0,0 1 0 15,0 2 0-15,0 0 0 0,0 0 0 0,0 0 0 16,0-2 0-16,3 2 0 0,-3-2 0 0,0-1 0 16,0 1 0-16,0-3 0 0,0 2 0 0,0-2 0 15,0 0 22-15,0-3 3 0,0 6 1 0,0-6 0 16,-3 3-42-16,3 0-8 0,0-1-1 0,-3 4-1 15,3 0 26-15,0-1 0 0,-3 6 0 0,3-6 0 16,0 4 0-16,0-4 0 0,0 3 0 0,0 0 0 16,0 1 8-16,0-7-8 0,0 4 8 0,0 2-8 0,0-5 0 15,0 0 9-15,0 0-9 0,0 0 0 16,0-3 20-16,0 3-4 0,0 0 0 0,0-1 0 0,0 1-16 16,0 0-16-16,0 3 4 0,0-1 0 15,0 1 12-15,0 2 0 0,0-3 0 0,0 4 0 0,0-1 9 16,0 0-9-16,0 0 0 0,0 0 9 0,0-2-9 15,3-1 8-15,-3-2-8 0,0 3 8 0,0-3-8 0,0 0 8 16,0-1-8-16,0 1 8 0,0 0-8 0,0 0 0 0,0 0 0 16,0 2 8-16,0-2-8 0,0 5 0 0,0 1 9 0,0-1-9 15,3 0 0-15,-3 3 0 0,0-3 0 0,0 3 8 16,0-3-8-16,0 0 0 0,0-2 0 0,0 2 8 16,3-3-8-16,-3 1 0 0,0-1 0 0,0 1 0 15,0-1 0-15,0 1 8 0,0-3-8 0,0 2 0 16,0 3 0-16,0 1 0 0,0 1 0 0,0 1 0 15,0 0 0-15,0 3 8 0,0-4-8 0,0 1 0 16,0 0 0 0,0-3 8-16,0 0-8 0,0-2 0 0,3 2 0 0,-3-2 0 0,0-1 0 0,0 3 0 15,0-2 0-15,0 2 8 0,0-5-8 0,0 8 0 16,0-3 0-16,0 3 0 0,0 2 0 0,0 1 8 16,0-1-8-16,0-2 0 0,0 2 0 0,0-2 0 15,0 0 8-15,0 0-8 0,0-3 10 0,0 0-10 16,0 0 9-16,0 0-9 0,0 1 8 0,0 1-8 15,0 4 8-15,0-1-8 0,0 3 8 0,0 0-8 16,0 1 0-16,0-1 8 0,0 0-8 0,0 3 0 16,0-6 0-16,0 0 8 0,0 1-8 0,0 2 0 15,0-2 0-15,0-1 0 0,0 3 8 0,0 3-8 16,0 0 0-16,0 2 10 0,0 3-10 0,0 0 10 0,3-5-2 0,-3 0-8 16,3-1 12-16,-3-2-4 0,0 3-8 0,0 0 12 15,0-3-12-15,0 5 12 0,0 1-12 0,0 2 0 0,0 0 9 16,0 3-9-16,0-6 0 0,0 0 9 0,3-2-9 0,-3 0 0 15,0-3 11-15,0 3-11 0,0-3 10 0,-3 5-10 16,3 1 12-16,0 2-4 16,-3 0-8-16,3 0 12 0,-3-3-1 0,3-2-1 0,0-3 0 15,0 3 0-15,0-6-2 0,-3 3-8 0,3-2 12 0,0 5-4 16,-3-1-8-16,3 1 10 0,0 2-10 0,-3 1 10 16,3-3-10-16,0-3 8 0,0 0-8 0,0 0 8 15,0-3-8-15,-3-2 10 0,3 0-10 0,0 0 10 16,0 0-10-16,-3-1 8 0,3-1-8 0,0 4 8 15,0 1-8-15,-3-1 0 0,3 3 9 0,0-2-9 16,0-1 8-16,-3-2-8 0,3 0 8 0,-2-3-8 16,2 0 0-16,-3 0 9 0,3-2-9 0,-3 2 0 15,3-3 12-15,-3 1-4 0,3-1 0 0,-3 1-8 16,3 2 0-16,0 0 0 0,-3 3 0 0,3 0 0 16,-3 0 0-16,3 0 0 0,-3-1 0 0,3 1 0 15,0-3 12-15,-3 1-4 0,3-4 0 0,0 1-8 16,0-1 8-16,-3 1-8 0,3-4 0 0,0 1 0 15,0 0 0-15,-3-3 0 0,3 1 0 0,0 2 0 16,-3-1 0-16,3 1 0 0,0 3 0 0,-3-1 0 16,3 1 0-16,0-1 0 0,0 4 0 0,0-1 0 15,0-3 0-15,0 3 0 0,0 1 0 0,0-4 0 16,0 1 0-16,0-1 0 0,0-2 0 0,0-3 0 16,0 3 0-16,0-3 0 0,0 1 0 0,0-1 0 0,0 0 0 15,0 0 0-15,0-2 0 0,0 2 0 0,0 0 0 16,0 1 0-16,0-1-13 0,0 0 5 0,0 3 8 15,0 0 0-15,0 0 0 0,0 0 0 0,0 2 0 0,0-2 0 16,0 2 0-16,0 1 0 16,0-3 0-16,0 0 0 0,0-3 0 0,0 3 0 0,3-3 0 0,-3 0 0 0,0-2 0 15,0 2 0-15,0-5 0 0,0 3 0 0,0-1 0 0,-3-2 0 16,3 0 0-16,0 0 0 0,0 0 0 0,0-3 0 16,0 3 0-16,0 0 0 0,-3-3 0 0,3 3 0 15,0-2 0-15,0-6 0 0,0 5 0 0,0-5 0 16,0 0 0-16,0 0 0 0,0 0 0 0,0 0 0 15,0 0-53-15,0 0-9 0,6-3-2 0,0-2 0 16,0-3-102-16,3-3-21 16,-3-2-4-16</inkml:trace>
  <inkml:trace contextRef="#ctx0" brushRef="#br0" timeOffset="24994.207">9420 3260 2042 0,'-6'-3'58'0,"3"-5"12"0,0 3-56 0,3 0-14 0,0 5 0 0,-2-6 0 31,2 1 103-31,0 5 17 0,-3 0 4 0,3 0 1 0,0 0-100 0,0 0-25 0,0 0 0 0,0 0 0 16,0 0 56-16,0 3 7 0,0 5 1 0,0 5 0 15,0 3-52-15,0 2-12 0,3 1 0 0,-3 2 0 16,2 5-23-16,1-2-7 16,0 5-2-16,0-5 0 0,0 0 32 0,3 0 0 0,0-6 0 0,0 1 0 15,0-1 0-15,0-4 0 0,0-1 0 0,0-3 0 16,0-2 0-16,0 0 0 0,0-2 0 0,0-4 0 15,0 4 0-15,0-6 0 0,3 0 0 0,-3-3 0 16,3 0 17-16,0-5 0 16,-1 6 0-16,1-12 0 0,3 4 26 0,-3-3 5 0,6-3 0 0,-3-3 1 15,0 1-13-15,0-9-2 0,3 3-1 0,-3-2 0 16,0 2-12-16,2-5-2 0,-2 3-1 0,3-4 0 16,-3 4-34-16,3 2-6 0,-3 0-2 0,0 3 0 15,0 0 24-15,0-3 0 0,0 11 0 0,-1-8 0 16,-2 5 0-16,0-3 0 0,-3 4 0 0,3 4 0 15,-3-2-126-15,-3 0-21 0,3 5-4 0</inkml:trace>
  <inkml:trace contextRef="#ctx0" brushRef="#br0" timeOffset="25384.398">9664 3175 2100 0,'-11'-5'44'0,"11"5"10"16,0 0-43-16,0 0-11 0,0 0 0 0,0 0 0 0,0 0 100 0,0 0 19 0,0 0 3 0,0 0 1 15,0 0-51-15,-6 5-9 0,6-5-3 0,-3 8 0 16,0 0-60-16,0 0 0 0,3 5-16 0,0 3 3 16,0-3 13-16,0 3 0 0,0 0 0 15,3 5-9-15,-3-8 9 0,3 11 0 0,0-8 0 0,0 5 0 16,0-5 0-16,0 5 0 0,3-5 0 15,-4-2 0-15,4-1 0 0,0 3 0 0,-3-8 0 0,3-1 0 16,0 1 14-16,0 0-2 0,-3-2 0 0,3-4 0 16,0 4 42-16,0-6 8 0,3 0 2 0,-3 0 0 15,6-6 0-15,-3 4 0 0,3-6 0 0,0-3 0 16,2 1-36-16,4-4-8 0,-3 1 0 0,3-3-1 16,3-2-3-16,-3-1-1 0,6-2 0 0,-4 2 0 15,1 1-7-15,0-3-8 0,0 2 11 0,0 1-11 16,-3-1 0-16,-1-5 0 0,1 6 0 0,-3-3 0 15,3 2-64-15,0 1-20 0,0-3-4 0,-3 5-1 16,3 0-146-16,-1 0-29 0</inkml:trace>
  <inkml:trace contextRef="#ctx0" brushRef="#br0" timeOffset="27083.316">10766 3130 1607 0,'0'0'68'16,"0"0"-55"-1,0 0 87-15,0 0 16 0,0 0 4 0,0 0 1 16,0 0-45-16,-6 6-10 0,6-6-2 0,0 0 0 15,-3 5-8-15,3-5-1 0,-3 5-1 0,3 3 0 16,0-5-38-16,0 5-7 0,0-3-1 0,3 3-8 16,0 0 0-16,0 2 0 0,0-2 0 0,3 3 0 15,-3-3 0-15,3 0-9 0,0 2 9 0,0-2 0 16,0 0 0-16,0 0 0 0,-1-5 0 0,4-1 0 16,-3 1 0-16,3 0 0 0,-3-1 0 0,0-2 0 15,3-2 28-15,-3 2 4 0,0-6 0 0,3 4 1 16,-3-1 11-16,3-5 3 0,-3 0 0 0,3-2 0 15,0-1-15-15,0 3-4 0,0-8 0 0,2 6 0 16,-2-1-12-16,6-2-4 0,-3 0 0 0,3 2 0 0,-3-2-12 16,3 0 0-16,-3 2 0 0,3-7 0 0,-3 7 0 15,-1-8 0-15,1 9 0 0,0-6 0 16,-3 3-25-16,0-3-5 0,0 3-1 0,-3 5 0 16,0 0-38-16,-3 0-8 0,3-3-2 0,-3 6 0 15,0 0-141-15,0-3-28 0</inkml:trace>
  <inkml:trace contextRef="#ctx0" brushRef="#br0" timeOffset="27450.023">10965 3117 2229 0,'0'0'46'0,"0"0"12"0,-3-5-46 0,3 5-12 0,-6-3 0 0,6 3 0 16,-3-5 121-16,3 5 23 0,0 0 4 0,-6-6 0 15,6 6-87-15,0 0-17 0,0 0-4 0,0 0-1 16,0 0-11-16,0 0-3 0,0 0 0 0,0 0 0 16,0 6-25-16,0 2 0 0,0 0 0 0,0 0 0 15,3 2 11-15,0 1-3 0,0 2-8 0,0 3 12 16,0-3-12-16,3 0-8 0,-3 3 8 0,3-3-13 16,0 3 13-16,3-8 8 0,-3 3 0 0,0-1-8 15,3-2 0-15,0 0 0 0,3 0-10 0,-3-5 10 16,3 2-11-16,-1-2 11 0,1-1-8 0,3 1 8 15,-3-3 0-15,3-3 11 0,0 1-1 0,3-4 0 16,-3 1 10-16,3 0 1 0,-1-3 1 0,-2 0 0 16,3 0-9-16,-3 0-1 0,0 0-1 0,0 0 0 0,0-5-11 15,0 5 0-15,-4-8 0 0,4 6 8 16,0-1-31-16,-3-2-6 0,3 0-2 0,0 2 0 16,0-2-188-16,0-3-37 0</inkml:trace>
  <inkml:trace contextRef="#ctx0" brushRef="#br0" timeOffset="39876.662">15487 5215 2030 0,'0'0'57'0,"0"0"14"16,0 0-57-16,-3-2-14 0,3 2 0 0,-9-3 0 15,3 3 105-15,6 0 19 0,-6-3 3 0,0 3 1 16,6 0-52-16,-9-2-9 0,3 2-3 0,0 0 0 16,-3 0 0-16,3 0 0 0,3 0 0 0,-6 2 0 15,3 1 0-15,-3 0 0 0,4 2 0 0,-1 0 0 16,0 0-51-16,0 1-13 0,0 2 0 0,0 0 0 16,0 0 0-16,3 0 0 0,-3-1 0 0,0 4 0 15,3 0 0-15,0-6 0 0,0 6 0 0,3-1 0 16,0 1 0-16,0-1 0 0,0 1 0 0,0 2 0 15,3 0 0-15,0 1 0 0,0-1 0 0,3 0 0 16,0 3 0-16,0-6 0 0,0 1 0 0,3 0 0 16,0-3 0-16,0 2 0 0,2-5 0 0,1 3 0 15,0-2 0-15,3-1 0 0,0-2 0 0,0-3 0 16,3 0 0-16,0 0 0 0,2-3 0 0,-2-2 0 0,0-1 0 16,0 1 8-16,0 0-8 0,0-3 0 0,0 3 10 0,-4-3-10 15,-2 2 10-15,3-2-10 0,-3 0 26 0,-3 1-1 16,0-4 0-16,3 0 0 0,-3 1 8 0,-3-3 2 15,0 2 0-15,0-2 0 0,0 2-5 0,-3-2-1 0,0 2 0 0,0-2 0 16,0 3-10-16,-3-1-3 16,3-2 0-16,-3 2 0 0,-3 3-3 0,3-2-1 0,-3-1 0 0,0 0 0 15,-3 3-3-15,0-2-1 16,0 2 0-16,0 0 0 0,-3 0-8 0,-3 5 8 0,0-7-8 16,0 5 8-16,-3-3-8 0,3 5 0 0,-3-2 0 0,-2-1 0 15,-1 6 0-15,0-5-9 0,0 2 9 0,-3 3-13 16,0-2 13-16,4 4 0 0,-1-2 0 0,0 3-9 15,3 2-147 1,-3 1-28-16,3-1-7 0</inkml:trace>
  <inkml:trace contextRef="#ctx0" brushRef="#br0" timeOffset="45209.884">10956 4771 1792 0,'0'0'51'0,"0"0"10"0,0 0-49 0,0 0-12 16,0 0 0-16,0 0 0 16,0-8 54-16,0 8 8 0,3-5 2 0,-3-1 0 15,3 4 0-15,-3 2 0 0,6-3 0 0,-3 0 0 16,3 1-2-16,0-1 0 0,0 3 0 0,0-3 0 0,0 3-48 0,3 0-14 0,-3 0 0 0,3 0 8 16,-3 0 28-16,0 0 5 0,0 3 2 0,0-3 0 15,0 3-34-15,0-1-9 0,-1 1 0 0,1 2 0 16,-3-2 0-16,0 0 8 0,3 2-8 0,-3 3 0 15,0-6 8-15,-3 1-8 0,3 2 8 0,-3 3-8 16,3 3 0-16,-3-6 9 16,0 3-9-16,0 3 0 0,-3 2 11 15,3-5-11-15,0 2 10 0,-3 4-10 0,3-4 0 0,-3 6 0 16,0 0 0-16,3-3 0 0,0 3 0 0,-3 3 0 0,3-1 0 0,0 3 0 16,0-2 0-16,0 2 0 0,0-2 0 0,0 4 0 15,0-9 0-15,3 1 0 0,-3 1 0 0,0-2 0 16,3 1 11-16,-3-4-11 0,3-3 12 0,0 3-12 15,-3-1 0-15,3-2 0 0,0-3 0 0,-3 3 0 16,3-2 0-16,-3-1 0 0,0-5 0 0,0 5 0 16,0-5 0-16,-3 5 0 0,3-5 0 0,-3 6 0 15,0-1 0-15,0 0 0 0,-3 1 0 0,3-4 0 16,-3 1 48-16,0 2 2 0,0-2 1 0,1 2 0 16,-1-2-31-16,0 2-5 0,0-2-2 0,3 5 0 15,-3-6-13-15,3 1 0 0,3-3 0 0,-3 8 0 16,0-3 0-16,0 3 0 0,3-3 0 0,0 3 0 0,0 0 0 15,0 0 0-15,0 3 0 0,0-1 0 16,3 1 0-16,0 0 0 0,0 2 0 0,0 0 0 16,0 3 0-16,3-3 0 0,-3 0 0 0,3 3 0 0,0 0 0 0,-3 0 0 0,2-3 0 15,1 0 0-15,0 1 0 0,0-1 0 0,-3 0 0 16,3-2 0-16,-3 2 0 0,0-2 0 16,3 2 0-16,-3-3 0 0,-3 4 0 0,3-4 0 0,0 1 0 0,-3-1 0 15,0 1 0 1,0-1 0-16,0-2 0 0,-3 3 0 0,0 0 0 0,0-3 0 0,0 2 0 15,0-2 0-15,0 3 0 0,-3-3 0 16,0 0 0-16,0-1 0 0,0 1 8 0,0 3 0 16,1-3-8-16,-4 0 12 0,0 0-12 0,3 0-8 15,-3-3 8-15,0 3-13 0,0-3-46 0,0 3-9 0,3-5-1 16,0 2-1-16,-3 0-14 0,3-2-4 0,3 0 0 16,3-3 0-16,0 0-8 0,0 0-3 0,0 0 0 0</inkml:trace>
  <inkml:trace contextRef="#ctx0" brushRef="#br0" timeOffset="45772.267">11328 5287 1976 0,'0'-6'41'0,"0"1"9"0,0 5-40 16,0-5-10-16,0 2 0 0,0 3 0 0,0-5 112 0,0 5 20 0,0-5 4 0,0 5 0 16,0 0-45-16,0 0-10 0,0 0-1 0,0 0-1 15,0 0-19-15,0 0-4 0,0 0-1 0,0 0 0 16,0 0-37-16,0 5-7 0,-3 0-2 0,3 3 0 15,-3 0 9-15,3 3 2 0,-3-3 0 0,3 2 0 16,0 1-32-16,-2 2-7 0,2 0-1 16,0 0 0-16,0 1 32 0,0-1 7 15,0 3 1-15,2 0 0 0,-2-3-32 16,3 0-7-16,0 0-1 0,0 1 0 0,0-4 0 0,3-2-1 0,0 3 0 16,0-3 0-16,0 0-18 15,0-6-3-15,0 3-1 0,0-2 0 0,3 0 35 0,0-3 8 0,3 0 0 0,-3-3 0 16,0 0 0-16,3-2 0 0,-3 3 0 0,-1-4 0 15,4-2 0-15,-3 3 0 0,3-3 0 0,0-2 0 16,-3 2 0-16,0-3 0 0,-3 0 0 0,3 1 0 16,-3-3 49-16,0 2 12 0,0 0 3 0,0 1 0 15,-3-6 0-15,0 5 0 0,0-2 0 0,0 0 0 16,-3 2-52-16,0 1-12 0,0-1 0 0,-3 1 0 16,0 2 44-16,0-3 5 0,-3 3 2 0,0 0 0 15,0 3-35-15,-3 0-6 0,-3-3-2 0,3 2 0 16,-3 1-8-16,-3 0 0 0,3 2 9 0,-3 0-9 15,1 1 0-15,-1 2 8 0,0-3-8 0,0 3 0 16,0 3-98-16,0-1-24 0,0 1-5 16</inkml:trace>
  <inkml:trace contextRef="#ctx0" brushRef="#br0" timeOffset="47335.757">13347 5909 1599 0,'0'0'68'0,"0"0"-55"32,0 0 106-32,-3 5 21 0,-3 3 4 0,0 0 0 0,0 0-52 0,0 2-12 0,0-2-1 0,0 3-1 15,0-1-28-15,-3 1-6 0,0 2 0 0,0 3-1 16,0-3-21-16,0 3-4 0,3 0-1 0,-3 0 0 16,3 2-17-16,-3-2 0 0,4 3 8 0,2 2-8 15,-3 0 28-15,3 0 1 0,0 0 1 0,0 3 0 16,3-3-30-16,0 1 0 0,3-1 0 0,0-3 0 15,3-2 0-15,0 0 0 0,-1-5 0 0,4 2 0 16,3-5-18-16,0 0-10 0,0 0-1 16,3 0-1-16,0-3 30 0,0-2 0 0,-3-1 0 15,3 1 0-15,-1-3 0 0,1 0 0 0,0-3 11 0,0 1-3 16,0-1 12-16,0-2 2 0,3-1 1 0,-3 1 0 16,-3 0 33-16,2-3 6 0,1 3 2 0,-3-6 0 15,0 3 0-15,-3-5 0 0,3 2 0 0,-6-2 0 16,3-3-52-16,-3 0-12 0,-3 0 0 0,0-2 0 15,0 2 0-15,-3-3 0 0,0 1 0 0,-3 2 0 16,-3 0 29-16,3 0 3 0,-6 0 1 0,0 0 0 16,-3 3-23-16,0 0-10 0,0 2 8 0,-3-2-8 15,-3 5 0-15,4-2 0 0,-4 2 0 0,3 2 0 16,-3 1-14-16,3 3-8 0,0-4-2 0,0 4 0 16,0 2-30-16,1 2-6 0,-1-2-2 0,0 6 0 15,3-4-116-15,0 1-23 0,0-1-5 0</inkml:trace>
  <inkml:trace contextRef="#ctx0" brushRef="#br0" timeOffset="47911.013">14326 6014 2204 0,'0'0'46'0,"0"0"10"0,0 0-45 0,0 0-11 0,0 0 0 0,0 0 0 15,0 0 112-15,0 0 21 0,0 0 4 16,0 0 1-16,0 0-53 0,0 0-10 0,0 0-3 0,-3 8 0 15,-3-2-29-15,3 2-7 0,0 2 0 0,0-2-1 16,3 5-9-16,-3-2-2 0,0 2 0 16,3 0 0-1,0 3-3-15,-3 3-1 0,3-1 0 0,0 3 0 0,0 3-7 0,0 0-1 0,3 2-1 0,-3 1 0 16,0-1-11-16,0-2 12 0,0-3-12 0,0 1 12 16,0-1-12-16,0 0 0 0,0-3 0 0,0 1 8 15,0-3-25-15,0 0-6 0,-3 0-1 0,3-1 0 16,0 1 42-16,-3-2 8 0,3-1 2 0,0 3 0 15,0-3-45-15,-3 0-9 16,3 3-2-16,0-3 0 0,0-2-28 0,0-1-7 16,3 1-1-16,-3 0 0 0,3-1-103 0,0-2-21 0,0 0-4 15</inkml:trace>
  <inkml:trace contextRef="#ctx0" brushRef="#br0" timeOffset="52246.681">7164 7650 1174 0,'0'0'24'0,"0"0"6"16,0 0-30-16,0 0 0 0,0 0 0 0,0 0 0 15,0 0 83-15,0 0 10 0,0 0 3 0,0 0 0 16,0 0-32-16,0 0-7 0,0 0-1 0,0 0 0 15,0 0-29-15,0 0-7 0,0 0 0 0,0 0-1 16,0 0 36-16,0 0 7 0,0 0 2 0,3 0 0 16,3 2-52-16,0 1-12 0,0 0 0 0,3-1 0 15,-3-2 15-15,3 0 0 0,0 3 0 0,-3-3 0 0,3 2 5 16,0-2 0-16,-1 3 1 0,4-3 0 0,-3 0-3 0,0 3-1 16,0-3 0-16,0 0 0 0,0 2-5 0,0-2 0 0,0 3-1 15,3-3 0-15,-3 0-11 0,3 3 0 0,0-3 0 0,2 2 0 16,-2-2 0-16,3 3 0 0,3 0 0 0,-3-3 0 15,3 2 0-15,3 1 0 0,-4 0 0 0,4-1 0 16,-3 1 0-16,3-3 0 16,0 3 0-16,0-3 0 0,-3 2 0 0,-4-2 0 0,4 0 0 0,-3 0 0 15,0 0 53-15,0 0 9 16,3 0 2-16,-3 0 0 0,3 0-52 0,-1 0-12 0,4 0 0 0,-3 0 0 16,3 0-9-16,0 0-5 0,0 0-1 0,2 0 0 15,1 0 24-15,-3 0 5 0,0 0 1 0,0 0 0 16,0 0-15-16,-4 0 0 0,1 0 0 0,0 0 0 15,0 0 0-15,-3 0 0 0,-3 0 0 0,3 0 0 16,0 3 0-16,-1-3 0 0,4 0 0 0,-3 0 0 16,0 2 0-16,3-2 0 0,0 0 0 0,0 0 0 15,-3 0 0-15,2 0-16 0,1 0 3 0,0 0 1 16,0 0 12-16,0 0 16 0,0 0-3 0,0 0-1 16,-4 0-12-16,4 0 0 0,-3 0 0 0,3 0 0 15,-3 0 0-15,-3 0 0 0,3 0 0 0,-3 0 0 16,0 0 0-16,2-2 0 0,-2 2 0 0,3 0 0 15,0 0 0-15,0-3 0 0,0 3 0 0,3 0 0 16,0 0 0-16,-4 0-8 0,4 0 8 0,0 0-13 16,0 3 13-16,0-3 0 0,3 0 0 0,-6 0 0 0,2 2 0 15,1-2 0-15,-3 0 0 0,3 0 0 0,-3 3 9 0,0-3-9 16,-3 0 0-16,0 0 9 0,3 3-9 16,-4-3 0-16,1 0 0 0,0 0 0 0,3 2 0 0,0-2 0 15,0 0 0-15,0 0 0 0,0 3 0 0,3-3 0 16,-4 0 0-16,4 3 0 0,-3-1 11 0,3-2-3 0,0 3-8 15,-3-3 12-15,3 3-12 0,-3-1 0 16,2 1 8-16,1 2-8 0,0-5 0 0,-3 3 0 0,3-1 0 0,-3 1 0 16,0-3 0-16,-1 3 0 0,1-3 0 0,0 0 0 15,0 2 0-15,0-2 0 0,0 0 0 0,3 0 0 16,-3 0 0-16,2 0 0 0,-2 0 0 0,3 0 0 16,0 0 10-16,3 3-10 0,-3-3 10 0,0 0-10 15,2 0 8-15,-2 3-8 0,0-3 0 0,0 2 9 16,0-2-9-16,0 0 12 0,-3 0-12 0,0 0 12 15,-1 0-4-15,1 0 0 0,0 0 0 0,-3 0 0 16,3-2 0-16,-3 2 0 0,3-3 0 16,0 0 0-16,0 1-8 0,-1 2 8 0,4-3-8 0,-3 0 8 15,3 3-8-15,0-2 10 0,0 2-10 0,0 0 10 16,-1-3-10-16,1 3 0 0,0 0 9 0,0 0-9 16,0 0 0-16,0 0 0 0,-3 0 0 0,3 0 8 15,-4-2-8-15,-2 2 0 0,3-3 0 0,-3 3 8 16,0 0-8-16,0-3 0 0,0 3 0 0,0 0 0 15,0-2 0-15,0 2 0 0,-1-3 0 0,1 3 0 16,0 0 0-16,0 0 8 0,0-3-8 0,0 3 0 16,0 0 0-16,0 0 0 0,0 0 0 0,0 0 0 15,0 0 0-15,-1 0 0 0,1 0 0 0,0 0 8 0,0 0-8 16,0 0 0-16,0 0 0 0,-3 0 0 0,3 0 0 16,0 0 0-16,0 0 0 0,-3 0 0 0,2 3 0 0,1-3 9 15,-3 0-9-15,0 0 10 0,3 0-10 0,-3 0 8 0,0 0-8 16,0 0 8-16,0 0-8 0,0 0 12 0,0 0-12 15,3 0 12-15,-3 0-12 0,-1-3 12 0,1 3-12 16,3 0 12-16,-3 0-12 0,0 0 8 16,3-2-8-16,-3 2 8 0,0 0 0 0,3-3-8 15,-3 3 12-15,3 0-4 0,-3-3 0 0,0 3-8 0,-4-2 12 16,4 2-4-16,0 0 2 0,0 0 0 0,0 0 0 0,0 0 0 16,0-3-10-16,3 3 10 0,-3 0-10 0,0 0 10 15,0-3-10-15,-3 3 12 0,3 0-12 0,0 0 12 16,-1-2-12-16,1 2 8 0,0 0-8 0,0-3 8 15,0 3-8-15,0 0 10 0,-3-2-10 0,3 2 10 16,-3-3-10-16,0 3 12 0,0 0-12 0,0-3 12 16,0 3-12-16,0 0 8 0,0-2-8 0,0 2 8 15,0-3-8-15,3 3 0 0,-4 0 0 0,1-3 0 16,3 3 0-16,-3-2 8 0,3 2-8 0,-3 0 0 16,0 0 8-16,3 0-8 0,-3 0 8 0,0 0-8 15,3-3 8-15,-3 3-8 0,3 0 0 0,-3 0 8 16,3-3-8-16,-3 3 0 0,3-2 9 0,-3 2-9 15,2 0 0-15,1 0 8 0,-3 0-8 0,0 0 0 16,3 0 0-16,-3 0 9 0,3 0-9 0,-3 2 0 16,3-2 9-16,-3 3-9 0,3-3 0 0,-3 0 9 15,0 0-9-15,3 0 10 0,0 0-10 0,-3 0 10 16,3 0-10-16,-4 3 0 0,1-3 9 0,0 0-9 16,3 0 0-16,-3 0 0 0,0 0 0 0,3 0 8 0,-3 0-8 0,0 0 8 0,3 0-8 0,-3 0 8 15,3 0-8-15,-3 0 8 0,0 0-8 0,0 0 8 16,0 0-8-16,0 0 8 0,0 0-8 15,0 0 8-15,-3-3-8 0,2 3 9 0,1 0-9 16,-3 0 10-16,3 0-10 16,0 0 10-16,-3 0-10 0,3 0 10 0,0-3-10 0,0 3 0 0,0-2 9 0,0 2-9 15,-3 0 0-15,3 0 8 0,0 0-8 0,0 0 0 16,0 0 0-16,-3 0 9 0,3 0-9 0,0 0 0 16,0 0 8-16,-3 0-8 0,3 0 0 0,0 0 0 15,-1 0 9-15,1 0-9 0,0 0 0 0,0 2 9 16,0-2-9-16,-3 0 0 0,3 0 0 0,0 3 0 15,3-3 0-15,-3 0 0 0,0 0 8 0,-3 0-8 16,3 0 0-16,-6 0 0 0,6 0 0 0,-6 0 0 16,6 0 0-16,-3 0 0 0,-3 0 0 0,6 0 0 15,0 0 0-15,-6 0 0 0,6 0 0 0,-6 0 0 16,3 0 0-16,-3 0 0 0,6 0 8 0,-6 0-8 16,6 0 0-16,-6 0 0 0,0 0 0 0,0 0 0 15,0 0 0-15,3 0 0 0,-3 0 0 0,0 0 0 16,0 0-20-16,0 0-5 0,6-3-2 0,-6 3 0 15,0 0-95-15,0 0-19 0,0 0-4 0</inkml:trace>
  <inkml:trace contextRef="#ctx0" brushRef="#br0" timeOffset="55206.325">11138 6483 1792 0,'6'-3'51'0,"0"-2"10"0,0-1-49 0,0 1-12 0,0 0 0 0,0 2 0 16,0-2 54-16,0 2 8 0,-1 1 2 0,-2-1 0 15,3 0-1-15,-3 3 0 0,-3 0 0 0,6 0 0 16,-6 0-50-16,3 3-13 0,-3-3 0 0,3 3 0 15,3 2 0-15,-3 0 0 0,0 3 0 0,0-3 0 16,-3 3 32-16,3 0 2 0,0 0 0 0,-3 3 0 16,3-3-26-1,-3 2-8-15,3 1 0 0,0 0 0 0,0 2 0 0,0-3-12 0,0 4 0 0,0-1 0 16,0 0-10-16,0 0-2 0,3 3 0 0,-3-3 0 16,3 1 8-16,-3-4 0 0,0 3 1 0,0-2 0 15,3 0 15-15,-3-1-9 0,3 1 9 0,-3-1-8 16,0-2 8-16,0-2 0 0,0 2 0 0,0-3 0 15,-3 0 0-15,2 0 16 0,-2-5-4 0,0 6-1 16,0-6 26-16,0 0 6 0,0 0 1 0,0 2 0 16,0-2 14-16,0 0 3 0,0 0 1 0,-2 8 0 15,-1-2-14-15,-3-4-4 0,3 4 0 0,-3-1 0 16,3-3-16-16,-3 4-4 0,0-4-1 0,-3 1 0 16,3 2 3-16,-3-2 1 0,3 2 0 0,0 1 0 15,0-1-27-15,0 0 0 0,0 0 0 0,0 1 0 16,0 2 0-16,0-3 0 0,3 3 0 0,0 0 0 15,0 0 0-15,0 2 0 0,0 1 0 0,3 0 0 0,-3 2-13 16,3 0-8-16,0 3-2 0,0 0 0 16,0 2 37-16,0 1 7 0,0 2 2 0,0-3 0 15,0 4-70-15,3-1-13 0,-3-3-4 0,0 3 0 16,3-2 52-16,-3 0 12 0,0-1 0 0,-3-2 0 0,6 0 0 16,-3-3 0-16,0 3 0 0,0-3 0 0,0 0 0 0,0-2 0 15,0 2 0-15,0 0 0 0,0-2 0 0,0 0 0 0,3-1 0 16,-6 1 0-16,3-1 0 0,-3 4 0 0,0-4 0 0,0 1 0 15,1-1 0-15,-1 4 0 0,0-7 0 16,0 4 0-16,0 0 0 0,-3-1 0 0,0-2 0 16,3 3 0-16,-3-3 0 0,0 0 0 0,3 0 0 0,-3 0 0 15,0-1 0-15,0-1 0 0,3-1 0 0,-3 3 0 16,0-5 12-16,3-1 6 0,-3 1 1 0,3 0 0 16,3-3-133-16,0 0-26 0,-6 0-6 0</inkml:trace>
  <inkml:trace contextRef="#ctx0" brushRef="#br0" timeOffset="57637.386">11480 6864 1531 0,'0'0'64'16,"0"0"-51"-1,0 0 120-15,0 0 24 0,0 0 5 0,0 0 1 16,0 0-55-16,0 0-12 0,-6-3-1 0,6 3-1 16,-6 0-14-16,6 0-4 0,-6 3 0 0,3-1 0 15,-3 4-60-15,0-4-16 0,3 6 0 0,1-2 0 16,-4 1 0-16,3 4 0 0,0-3 0 0,0 3 0 15,3-1 0-15,-3 1 0 0,3 2 0 0,-3-2 0 16,3 2 0-16,3 0 0 0,-3-2 0 0,3 2 0 16,-3-3 0-16,3 1 0 0,3-3 0 0,-3 3 0 15,2-6 0-15,1 3 0 0,0-3 0 0,0-2 0 16,0-1-26-16,0-2-8 0,3 0-2 0,0-2 0 0,0-1 36 0,-3 0 0 16,3-2 0-16,0 0 0 0,0-3 0 15,-3 0 0-15,3 0 0 0,-3 0 0 0,0 3 11 16,0-3-1-16,-3 0 0 0,2 3 0 0,-2-3 14 15,0 0 2-15,0 2 1 0,0-2 0 0,-3 3 0 16,3 0 0-16,-3-3 0 0,3 3 0 0,-3 2-7 0,3-2-2 16,-3 5 0-16,0 0 0 15,0 0-10-15,0 0-8 0,0 0 9 0,0 0-9 0,0 0 14 0,0 0-3 0,0 0-1 0,0 8 0 16,3-3-24-16,-3 3-5 0,3 2-1 0,0-2 0 16,-3 3 2-16,3-3 0 0,3 3 0 0,-3-4 0 15,0 4 2-15,3-3 1 0,0-3 0 0,0 3 0 16,-3-2 15-16,3-1 0 0,0 0 0 0,0-2-9 15,-3-3 9-15,3 0 0 0,0 0 0 0,0 0-8 16,-3-3 19-16,0 0 4 0,3 1 1 16,-3-3 0-16,0-1 8 0,-1 1 1 0,1-3 1 0,0 0 0 15,-3 0-9-15,3 0-1 0,-3 0-1 0,3 0 0 16,-3 0 21-16,0 0 4 0,0-2 0 0,0 2 1 16,0 0-26-16,0-3-6 0,0 3-1 0,0-2 0 15,0 2-8-15,0 0 0 0,0-3 0 0,0 3 0 16,0 1 0-16,0-1 0 0,0 0 0 0,3 2-11 15,-3 1-32-15,0 0-6 0,0 5-2 0,0 0 0 16,6 0-123-16,-3 0-25 0,3 0-5 0</inkml:trace>
  <inkml:trace contextRef="#ctx0" brushRef="#br0" timeOffset="58145.79">11811 7041 1789 0,'0'0'76'16,"0"0"-61"0,6-5 97-16,-3 2 20 0,3-2 4 0,-1 2 1 0,4-2-7 0,0 0-2 0,0-1 0 0,0 1 0 15,0 0-51-15,3-1-10 0,-3 1-3 0,3 2 0 16,0-2-51-16,0 2-13 0,-3 1 0 0,2-1 0 16,-2 1 0-16,-3 2 0 0,3 0 0 0,-3 0 0 15,0 0 54-15,0 0 8 0,0 2 2 0,-3 1 0 16,-3-3-52-16,3 2-12 0,0 4 0 0,0-1 0 15,-3 0-48-15,0 1-13 0,0-1-3 0,-3 3 0 16,0 0 52-16,0-3 12 0,0 3 0 0,-3 0 0 16,3 0-54-16,-3 0-8 0,0-3-2 0,0 3 0 15,0 0 52-15,3 0 12 0,-3-3 0 0,3 3 0 16,0-2 0-16,1-1 0 0,2-5 0 0,-3 5 0 16,3-5 0-16,0 5 0 0,3 1 0 0,-1-1 0 15,1-2 0-15,0-1 0 0,3 1 0 0,0-3 0 16,0 3 0-16,0-1 0 0,0 1 0 0,0-3 0 15,3 2 48-15,-3 1 13 0,3 0 3 0,-3-1 0 16,0 1-52-16,0 2-12 0,0-2 0 0,-3 0 0 16,3 2 0-16,0 0 0 0,-3-2 0 0,3 5 0 15,-3-3 22-15,-3 0 2 0,3 3 0 0,-3-2 0 0,0 2-10 16,0 0-2-16,0-1 0 0,-3 1 0 16,0 0-4-16,0 0 0 0,-3 0-8 0,0 0 12 15,0 0-12-15,-3 0 11 0,3 3-11 0,-3-3 10 16,-3-3-10-16,3 3 0 0,-3-3 0 0,0 3 8 15,3 0-8-15,-3-3 0 0,-2 1 0 0,2 1 0 16,3-1-43-16,-3-1-4 0,3 0-1 0,-3 1 0 16,3-4-134-16,0 4-27 0</inkml:trace>
  <inkml:trace contextRef="#ctx0" brushRef="#br0" timeOffset="60579.387">15436 6073 2161 0,'0'0'61'0,"0"0"14"0,0 0-60 0,0 0-15 0,0 0 0 0,0 0 0 16,0 0 77-16,0 0 13 0,0 0 2 0,0 0 1 15,0 0-23-15,0 0-5 0,0 0-1 0,0 0 0 16,0 0 0-16,0 0 0 0,0 0 0 0,0 0 0 15,0 0-49-15,0 0-15 0,0 0 0 0,-3 5 8 16,0 0-8-16,0 3 0 0,0 0 0 0,0 3 0 16,0 2 0-16,0 0 11 0,0 3-1 0,0 0 0 15,0 0-10-15,3 2-9 0,0 1 9 0,0 2-13 16,0-3-7-16,0 1-2 0,3-1 0 0,0 1 0 16,0-6-14-16,0 0-2 0,3 1-1 0,0-6 0 15,0 2 27-15,0-4 12 0,0 1-12 0,0-1 12 16,0-4 0-16,3 1 0 0,0-3 0 0,-3-3 0 15,3 1 0-15,0-1 0 0,3-2 0 0,-4 2 0 16,1-5 0-16,3 0 0 0,-3 0 0 0,0 0 0 16,0-2 0-16,-3-1 0 0,3 1 0 0,-3-1 0 15,0 0 44-15,0 1 16 0,0-1 3 0,-3 1 1 16,3-4-52-16,-3 4-12 0,0-1 0 0,0 1 0 16,0 2 54-16,0 0 8 0,0 0 2 0,-3 3 0 15,3-1-52-15,-3 6-12 0,0 0 0 0,0 0 0 16,0 0 0-16,0 0 0 0,0 0 0 0,0 0 0 15,0 0 0-15,0 8-12 0,0 3 3 0,3 2 0 16,-3 0 9-16,0 1 12 0,2-1-2 0,1 3-1 16,0 0-58-16,0-1-12 0,0-1-3 0,0-1 0 0,3 0 52 15,0-2 12-15,0-1 0 0,0-2 0 0,0-2 0 0,0-1 0 16,0 0 0-16,0-2 0 0,0-1 0 0,3-2 0 16,-3 0 0-16,-3 0 0 0,3-2 0 0,-3-1 20 0,3-2-4 0,-3 0 0 15,0-1 11-15,3-2 1 0,-3 0 1 0,0 0 0 16,0-2 3-16,0-3 0 0,-1-1 0 15,1 1 0-15,0-3-8 0,0 0 0 0,3 0-1 16,-3-2 0-16,0-1-9 0,3 4-2 0,-3-1 0 16,0-3 0-16,3 3-12 0,-3 3 0 15,3 0 0-15,-3 0 0 0,3 2 16 0,-3-2 1 0,3 0 0 0,-3 2 0 16,0 0-47-16,0 1-10 0,0-1-1 0,3 3-1 16,-3 0-86-1,0 0-18-15,3 3-3 0</inkml:trace>
  <inkml:trace contextRef="#ctx0" brushRef="#br0" timeOffset="61407.832">15972 6377 1516 0,'-12'0'32'0,"12"0"6"0,0 0-30 0,-6 3-8 0,6-3 0 0,-6 0 0 16,6 0 131-16,0 0 25 0,0 0 4 0,0 0 2 16,0 0-50-16,0 0-11 0,0 0-1 0,0 0-1 15,0 0-33-15,0 0-6 0,0 0-2 0,0 0 0 16,0 0-22-16,0 0-4 0,6 0 0 0,3 0-1 15,-3 0 2-15,6 0 1 0,-3 0 0 0,3 0 0 16,0 0-8-16,-1 0-2 0,1 0 0 0,0 0 0 16,0 0-5-16,0 0-2 0,0 0 0 0,0 2 0 15,-3-2-8-15,0 3-1 0,0-1-8 0,-3 1 12 16,0 0-12-16,0 2 9 0,3-2-9 0,-7 2 8 16,1-2-34-16,0 2-7 0,-3-5-2 0,3 5 0 15,-3 0 35-15,0 1 0 0,0-6 0 0,0 5 0 16,0 3 0-16,-3-3 0 0,0 1 0 0,0-1 0 15,1 0 0-15,-1 0 0 0,3-5 0 0,-9 6 0 16,6-1 0-16,-3-2 0 0,6-3 0 0,-6 5 0 0,6-5 0 16,-6 3 0-16,6-3 0 0,0 0 0 0,0 0 0 15,0 0 0-15,0 0 0 0,0 0 0 0,0 0 0 0,0 0 0 16,0 0 0-16,0 0 0 16,0 0-58-16,0 0-5 0,0 0-1 0,3 2 0 0,0 1 103 0,3 2 20 0,-3-5 4 15,3 3 1-15,0 0-52 0,0-3-12 0,-1 2 0 16,1-2 0-16,-3 3 0 0,3-3 0 0,0 2 0 0,-3 1 0 15,3 0 0-15,0-1 0 0,-3 1 0 0,3 2 0 16,-6-5 0-16,3 3 0 16,0 5 0-16,0-3 0 0,0 3 0 0,-3-3 0 15,0 3 0-15,0 3 0 0,0-3 54 16,-3 2 8-16,0 1 2 0,0 2 0 0,-3 1-52 0,0-1-12 0,0 0 0 0,0 0 0 16,-3 3 0-16,0-3 0 0,0 1 0 0,-2-4 0 15,-1 3 0-15,-3-2 0 0,3 0 0 0,-3-1 0 16,0 1 0-16,-3-3 0 0,3 2 0 0,-2-2 0 15,-1 0 0-15,3-3 0 0,-3 3 0 0,0-2 0 16,3-1-19-16,-3 0 0 0,3 0 0 0,1-2 0 16,2 0-121-16,0-1-25 0,0 1-5 0</inkml:trace>
  <inkml:trace contextRef="#ctx0" brushRef="#br0" timeOffset="62243.569">13480 7224 1972 0,'0'0'83'0,"0"0"-67"15,0 0 109-15,0 0 22 0,0 0 4 0,0 0 1 16,3 5-70-16,-3-5-14 0,3 5-2 0,0 0-1 16,0 1-1-16,-3-1 0 0,3 3 0 0,0 0 0 15,0 2-51-15,0-2-13 0,-3 3 0 0,3 0 0 16,-3-1 0-16,0 3 0 0,3 1 0 0,-3 2 0 15,0-1 0-15,0 7 0 0,0-1 0 0,0 0 0 16,0 3 18-16,0-3 1 0,0 5 0 0,-3-2 0 16,3-3-31-16,0 0-5 0,0-2-2 0,0 0 0 15,0-1 19-15,0-2 0 0,0 0 0 0,0-3 0 16,0 0 0-16,0-2 0 0,0 2 0 0,0-2 0 16,0-1 0-16,3-2 0 0,-3 0 0 0,0 0 0 15,3 0 0-15,-3-3 0 0,3 3 0 0,-3-2 0 16,3-1 0-16,0-3 0 0,-3-2 0 0,3 6 0 15,3-4-106-15,0-2-18 0,-3 0-3 0</inkml:trace>
  <inkml:trace contextRef="#ctx0" brushRef="#br0" timeOffset="62952.703">14192 7382 1907 0,'0'0'54'0,"0"0"12"15,0 0-53-15,0 0-13 0,0 0 0 0,0 0 0 16,0 0 99-16,0 0 17 0,0 0 3 0,0 0 1 16,-6 3-64-16,3 2-12 0,0 1-2 0,0 2-1 0,0-1 19 0,0 7 3 15,0-4 1-15,0 9 0 0,0-3-52 0,0 0-12 0,0 5 0 0,0-3 0 16,0 1 0-16,3-3 0 0,-3 2 0 0,3 1 0 31,0-3 0-31,0-1 0 0,3 1 0 0,-3 0 0 0,3-5 0 16,0-1 0-16,0 1 0 0,0 0 0 15,3-4 0-15,-3-1 0 0,3-1 0 0,3 0 0 0,-3-2 0 0,3-3 0 0,3 0 0 16,-3 3 0-16,3-6 0 0,-1 3 0 0,1-3 0 16,3-2 0-16,0 2 0 15,-3-2 0-15,3 0 0 0,0-3 0 0,0 3 41 0,0-3 6 0,-1 0 1 0,1-3 0 16,-3 1-6-16,0-1-1 0,0-2 0 0,-3 2 0 16,0-2-7-16,3-3-2 0,-6 0 0 0,3 0 0 15,-3 0-1-15,-3-2-1 0,3-1 0 0,-3 3 0 16,-3 1-9-16,3-4-1 0,-3 3-1 0,0 0 0 15,-3 3-7-15,0 0 0 0,0 0-1 0,-3 2 0 16,0 0-3-16,-3 4-8 0,0-1 12 16,-3 0-4-16,0 2-8 0,0 1 0 15,-3 0 9-15,0 2-9 0,-2 0 0 0,2 1-12 0,-3-1 2 0,-3 3 0 16,6 0-24-16,-3 3-5 0,0-1-1 0,3 1 0 16,-2 0-80-16,2 2-17 0,0 0-3 15</inkml:trace>
  <inkml:trace contextRef="#ctx0" brushRef="#br0" timeOffset="67453.541">7593 9338 851 0,'0'0'36'16,"0"0"-36"-1,-6-3 109-15,6 3 15 0,0 0 4 0,-6 0 0 16,0-3-52-16,0 3-9 0,6 0-3 0,-6 0 0 0,0 0 0 0,0 3 0 0,6-3 0 0,-6 3 0 31,0-3 0-31,3 2 0 0,3-2 0 0,-6 3 0 0,0 0-51 0,3-1-13 16,3-2 0-16,-6 3 0 0,0 0 0 0,3 2 0 15,3-5 0-15,-6 3 0 0,6-3 0 0,-5 2 0 16,5-2 0-16,-3 5 0 0,3-5 0 0,0 0 0 0,0 0 0 16,-3 6 0-16,3-6 0 0,0 0 0 15,0 0 0-15,0 0 0 0,3 5 54 0,-3-5 8 0,6 5 2 16,-1-2 0-16,1 0-52 0,3 2-12 15,0-5 0-15,0 3 0 0,0-1 0 0,0 1 0 0,3-3 0 0,0 0 0 16,0 3 0-16,0-3 0 0,0 0 0 0,0 0 0 16,-1 0 0-1,1 0 0-15,0 0 0 0,0 0 0 0,0-3 0 0,0 3 0 0,0-3 0 0,3 1 0 16,0-1 0-16,2 0 0 0,1 1 0 0,3-1 0 16,0 3 8-16,0-3 0 0,6 3-8 0,-4-2 12 15,1 2-12-15,3 0 0 0,-3-3 0 0,0 3 0 16,-1-3 0-16,-2 3-8 0,0-2 8 0,0-1-13 15,0 0 13-15,0 1 0 0,0-1 0 0,2 1 0 16,1-1 0-16,3 0 13 0,-3 1-2 0,6-1-1 16,-4 0-10-16,4 1 0 0,-3 2 0 0,3-3 0 15,-4 0 0-15,1 1 0 0,-3-1 0 0,0 0 8 16,0 1-8-16,-1-4 0 0,1 4 0 0,3 2 0 16,-3-3 0-16,3 1 0 0,2-1 0 0,1 3 8 15,0-3-8-15,0 1 0 0,-1 2 9 0,-2-3-9 16,-3 0 0-16,0 3 8 0,0 0-8 0,-3-2 0 15,-1 2 0-15,1 0 0 0,0-3 0 0,3 3 0 0,-3 0 0 16,3 3 8-16,-1-3-8 0,1 0 0 16,0 0 0-16,0 0 0 0,0 0 0 0,-1 0 0 0,1 0 0 15,-3 0 0-15,0 0 0 0,0 0 0 0,-3 0 0 0,-1 0 0 16,4 0 0-16,-3 0 8 0,0 0-8 0,0 0 0 16,3 0 0-16,-3 0 0 0,2 0 0 0,1 0 0 0,0 0 0 15,0 2 0-15,3-2 0 0,-3 0 8 0,2 0-8 0,-2 0 8 16,3 0-8-16,-3 0 11 0,-3 0-11 0,3 3 12 15,-1-3-12-15,-2 3 8 0,0-3-8 0,0 0 8 16,0 0-8-16,0 2 0 16,0-2 0-16,-1 0 0 0,4 3 8 0,-3-3-8 0,3 0 0 15,-3 3 8-15,3-3-8 0,-1 0 10 16,1 0-10-16,-3 0 10 0,0 0-10 0,3 0 0 0,-3 0 0 0,0 0 8 16,-4 0-8-16,1 0 0 0,0 0 0 0,-3 0 8 15,0 0-8-15,3 0 12 0,0 2-12 0,-3-2 12 16,3 0-12-16,-4-2 10 0,4 2-10 0,0 0 10 15,3 0-10-15,-3 0 12 0,3 0-12 0,0 0 12 16,0 2-12-16,-1-2 8 0,4 3-8 0,0-3 8 16,-3 2-8-16,0-2 0 0,3 0 9 0,-3 3-9 15,-1 0 0-15,-2-3 9 0,0 0-9 0,0 2 0 16,0-2 11-16,-3 3-11 0,0-3 10 0,3 3-10 16,-3-3 9-16,-1 0-9 0,4 0 8 0,-3 2-8 15,3-2 9-15,0 0-9 0,0 0 10 0,0 0-10 16,3 3 11-16,-4-3-11 0,4 3 12 0,-3-3-12 15,3 0 12-15,0 2-12 0,0-2 12 0,-3 3-12 16,3-3 13-16,-4 0-4 0,1 0-1 0,0 0 0 16,0 0 1-16,0 0 0 0,-3 0 0 0,0 0 0 0,0 0 1 15,-3-3 0-15,3 1 0 0,-1 2 0 0,4 0 0 16,-3-3 0-16,0 3 0 0,0-3 0 0,3 3-10 16,-3-2 12-16,3 2-12 0,0-3 12 0,-1 3-12 0,-2-3 12 15,3 3-12-15,0 0 12 0,-3-2-12 16,3 2 12-16,0 0-12 0,-3 0 12 0,3 0-12 15,-3 0 10-15,-1 0-10 0,4 0 10 0,-3 0-10 16,0 0 0-16,0 0 9 0,-3 0-9 0,3 0 0 0,-3 0 9 16,0 0-9-16,0 0 0 0,0 0 0 0,0 0 0 0,-4 0 0 0,4 0 0 15,-3 0 8-15,3 0-8 0,-3 0 0 0,0 0 0 16,0 0 0-16,-3 2 0 0,3-2-8 0,-6 0 8 16,6 0-44-16,-6 0-4 0,6 3 0 0</inkml:trace>
  <inkml:trace contextRef="#ctx0" brushRef="#br0" timeOffset="69876.198">11132 8076 1579 0,'3'-8'32'0,"-3"0"10"0,3 0-34 0,0 2-8 0,3-1 0 0,-3 1 0 15,0-2 104-15,3 3 20 0,-3 0 3 0,3-1 1 16,0 4-52-16,-3-1-9 0,3 0-3 0,0 1 0 15,-4-1 0-15,-2 3 0 0,6 0 0 0,0 0 0 16,0 3-51-16,-3-1-13 0,0 1 0 0,3 2 0 16,-3 3 0-16,0 0 0 0,0 0 0 0,0 3 0 15,-3 2 0-15,3 0 0 0,-3 1 0 0,3 1 0 16,-3 1 54-16,0 0 8 0,3 0 2 0,-3 3 0 16,0-4-103-16,3 4-20 0,-3-1-4 0,0 4-1 15,3-4 52-15,0 1 12 0,0-1 0 0,0 1 0 16,0-1-32-16,0-2-4 0,3 0-1 0,-3 0 0 15,3-3 8-15,-3-2 1 0,3-1 1 0,0 1 0 16,-3-1 27-16,0-2 0 0,3-2 0 0,-3 2 0 16,0-3 10-16,0 0 7 0,0-2 2 0,-3-3 0 15,0 0 13-15,0 0 4 0,0 0 0 0,0 0 0 16,0 0 18-16,0 0 4 0,0 0 1 0,0 0 0 16,0 0-7-16,0 0-2 0,0 0 0 0,0 0 0 15,0 0-12-15,-3 2-2 0,3-2-1 0,-9 3 0 0,3-3-19 16,0 3-3-16,3-3-1 0,-3 2 0 0,0 1-12 15,-3 2 9-15,3-2-9 0,0 2 8 0,3 1-8 0,-3 2 0 16,0-3 0-16,3 3 0 0,0 0 0 0,0 2 0 0,0-2 0 16,0 3 0-16,3 2 0 15,-3 0 0-15,0 0 0 0,3 3 0 0,0 0-8 0,-3 3 8 0,3-1 0 0,0 3 0 16,0-2 0-16,0 2-11 16,0 0 11-16,3 0-8 0,-3-2 0 0,0 0 0 0,3 2 0 0,-3-5 0 15,0 2 8-15,3-2-10 0,-3 0 10 0,3-3-10 16,-3 3 10-16,0-3 0 0,0 3 0 0,0-3 0 15,0 1 0-15,0-1 0 0,-3 0 0 0,3 0 0 16,-3 0 0-16,0-2 0 0,0 2 0 0,0 3 0 16,0-5 0-16,0 2 0 0,0-2 0 0,0 2-8 15,-3-3 8-15,3 4 0 0,-2-4 0 0,-4 1 0 16,3-1 0-16,-3 1 9 0,3-3-1 0,0 0-8 16,-3 0 8-16,3 0-8 0,-3 0 0 0,0-3 0 15,3 0 0-15,0 0 0 0,-3-2 8 0,3 0-8 16,0-1-9-16,3-2-6 0,3 0-1 0,0 0 0 15,0 0-169-15,0 0-35 0,-6-2-6 0</inkml:trace>
  <inkml:trace contextRef="#ctx0" brushRef="#br0" timeOffset="70657.707">11570 8433 1824 0,'0'0'38'0,"0"-5"8"0,0-1-37 0,0 1-9 0,0 0 0 0,0-1 0 15,0 1 156-15,0 2 28 0,0 3 7 0,2-5 1 16,-2 5-103-16,0 0-20 0,0 0-4 0,0 0-1 16,0 0 10-16,0 0 2 0,0 0 0 0,0 0 0 15,0 0-44-15,-5 3-9 0,-1-1-2 0,0 6 0 16,0 0-21-16,0 3 8 0,0-1-8 0,0 4 0 15,0-1 0-15,-3 0 0 0,3 0 0 0,0 1 0 16,-3 1 0-16,3-1 0 0,0-1 0 0,3 0-12 16,0 3-14-16,0-3-3 15,3 3-1-15,0 0 0 0,0-3-27 0,3 0-6 0,0 1-1 0,0-4 0 16,3 1 52-16,0-1 12 0,0-4 0 0,0 2 0 16,0-6 0-16,3 1 0 0,0-3 0 0,-3-3 0 15,3 3 0-15,0-2 0 0,-3-4 0 0,3 4 0 0,-4-4 0 16,4 1 0-16,-3 0 0 0,3-3 0 0,-6 0 0 15,3 3 0-15,-3-3 0 0,0 0 0 0,0 3 48 16,0-3 13-16,0 0 3 0,0 0 0 0,0 2-52 16,-3-2-12-16,0 3 0 0,3 3 0 15,-3 2 0-15,0 0 0 0,0 0 0 0,0 0 0 0,0 0 54 0,0 0 8 0,0 0 2 0,0 0 0 16,0 5-52-16,-3 3-12 0,3 2 0 0,0-2 0 16,0 6-48-1,3-4-13-15,0 1-3 0,-3 2 0 0,3-2 64 0,3-1 0 0,-3 1 14 0,0-1-2 16,3 1-12-16,0-3-17 0,0-3 4 15,0 3 1-15,0-3 12 0,0-2 0 16,0 0 0-16,0-3-9 0,-1 0 9 0,-2 0 0 0,3-3 0 0,0-2 8 16,0-1-8-16,-3-2 0 0,3 1 0 0,0-1 0 15,-3-3 45-15,3-2 8 0,0 0 2 0,-3-1 0 16,3 1-21-16,-3 0-4 0,3-3-1 0,0 3 0 16,-3-3-10-16,3 3-3 0,0-3 0 0,0 0 0 15,0 3-16-15,0-3 10 0,3 0-10 0,-3 0 8 16,-4 0-8-16,4 0 0 0,0 0 0 0,0-2 0 15,0 2-30-15,-3 0-8 0,3 3-2 0,0 0 0 16,-3 2-70-16,3 3-14 0,0 3-4 0,0 0 0 16,0 2-102-16,0 3-21 0,0 5-4 0</inkml:trace>
  <inkml:trace contextRef="#ctx0" brushRef="#br0" timeOffset="71194.078">11900 8639 2066 0,'0'0'43'0,"0"0"10"0,0 0-42 0,0 0-11 0,0-2 0 0,3-4 0 15,3 4 104-15,0-4 20 16,0 1 3-16,0 2 1 0,3-2 0 0,0 0 0 0,-1-1 0 0,1 1 0 16,3 3-103-16,-3-4-25 0,3 4 0 0,-3-1 0 15,0 0 56-15,3 1 7 0,-3 2 1 0,3-3 0 16,-3 3-52-16,-3-3-12 0,3 3 0 0,0 0 0 15,-4 0 0-15,4 0 0 0,-3 0 0 0,0 3 0 16,0 0 0-16,0-1 0 0,0-2 0 0,-3 6 0 16,3-4 28-16,-3 4 2 0,0-1 1 0,0 3 0 15,0 0-40-15,-3 0-8 0,3 0-2 0,-3 0 0 16,0-1-45-16,0 4-10 0,-3 0-2 0,0-3 0 16,0 2 48-16,0 1 8 0,0-3 3 0,0 2 0 15,0-2-24-15,0 0-5 0,0-3-1 0,0 3 0 16,0-2 38-16,0 2 9 0,0-3 0 0,3-5 0 15,-3 3 0-15,3-3 0 0,0 0 0 0,0 7 0 16,0-7 0-16,0 0 0 0,6 3 0 0,-3 0 0 16,0-1 49-16,3 1 12 0,0 0 3 0,0-3 0 15,0 2-52-15,0 1-12 0,0-3 0 0,0 3 0 16,3-3 0-16,-3 2 0 0,3 1 0 0,-3 0 0 16,3 2 0-16,-3-2 0 0,2 2 0 0,-2 3 0 15,0-3 54-15,3 0 8 0,-6 1 2 0,3 2 0 16,-3-3-52-16,0 3-12 0,0 0 0 0,-3-3 0 15,0 3 0-15,-3 0 0 0,0 0 0 0,0 0 0 0,-3 0 23 16,0 0 1-16,0 0 1 0,-3 0 0 0,3 2-16 0,-2-2-9 16,-4 0 10-16,3 3-10 0,0-1 0 0,-3 1 0 15,0-1-8-15,3 1 8 16,-3 2-36-16,0-2 0 0,0 2 0 0,0-2 0 16,1 2-84-16,-1-3-18 0,0-2-3 0</inkml:trace>
  <inkml:trace contextRef="#ctx0" brushRef="#br0" timeOffset="72227.618">15549 7306 2028 0,'0'0'42'0,"0"0"10"0,0 0-41 0,0-6-11 0,-3 1 0 0,3 5 0 15,0-3 112-15,0 3 21 0,0-5 4 0,0 5 1 16,0 0-59-16,0 0-12 0,0 0-3 0,0 0 0 16,0 0 0-16,0 0 0 0,0 0 0 0,0 0 0 15,0 0-51-15,0 0-13 0,0 0 0 0,0 5 0 16,-3 3 0-16,3 0 0 0,-3 0 0 0,0 5 0 16,3 1 0-16,-3-1 0 0,0 5 0 0,3 1 0 15,0-1 0-15,0 4 0 0,0-1 0 0,3 0 0 16,0-3 0-16,3 1 0 0,-3-3 0 0,3 0 0 15,3-3-48-15,-3-2-13 0,3-1-3 0,3-2 0 16,-3-3 52-16,3-2 12 0,0 0 0 0,-3-3 0 16,3 0 0-16,-1-3 0 0,1-2 0 0,0 2 0 0,0-5 0 15,-3 3 0-15,0-3 0 0,0 0 0 0,0-3 0 16,0 3 0-16,-3-2 0 0,0 2 0 0,0-3 48 0,-3 1 13 0,0-1 3 16,0 3 0-16,0-2-52 0,0-1-12 15,-3 0 0-15,3 4 0 0,-3-1 54 0,0 0 8 0,2 2 2 0,-2-2 0 16,0 6-52-16,0 2-12 0,0 0 0 0,0 0 0 15,0 0 0-15,0 0 0 0,0 0 0 0,0 5 0 16,0 6 0-16,0-1 0 0,0 3 0 0,0 1 0 16,3 2 0-16,-3-1 0 0,3 1 0 0,0 3 0 15,0-6-48-15,0 3-13 16,3-5-3-16,-3 2 0 0,3 0 52 0,0-5 12 16,3 0 0-16,-3 0 0 0,3-3 0 0,-3-2 0 0,3 2 0 0,0-5 0 15,-3 3 0-15,3-3 0 0,0-3 0 0,0 3 0 16,-3-5 35-16,2 2 9 0,1-2 3 0,-3 0 0 15,3-3-24-15,-3-3-5 0,0 0-1 0,3 1 0 16,-3-3-17-16,0-3 0 0,0 3 0 0,0-3 0 16,-3-3 55-16,3 1 7 0,0 2 2 0,0-3 0 15,-3 1-64-15,3 2-23 0,0-3 1 0,-3 3 0 16,0 1 22-16,3 1 0 0,-3 1 0 0,-1 0 0 16,4 2-19-16,-3-2 1 0,0 2 0 0,0-2 0 15,3 0-86-15,-3 5-16 0,0-3-4 0,3 6-1 16,-3 0-125-16,3 2-25 0</inkml:trace>
  <inkml:trace contextRef="#ctx0" brushRef="#br0" timeOffset="73037.69">16136 7575 1824 0,'0'0'38'0,"0"0"8"15,0 0-37-15,-6 0-9 0,6 0 0 0,0 0 0 16,0 0 104-16,0 0 18 0,0 0 4 0,0 0 1 15,0 0-50-15,0 0-9 0,0 0-3 0,0 0 0 16,0 0-1-16,0 0 0 0,0 0 0 0,0 0 0 16,6 0 0-16,0 3 0 0,0-3 0 0,2 3 0 15,1-3-51-15,-3 2-13 0,3 1 0 0,0-3 0 0,0 3 0 0,3-1 0 16,-3 1 0-16,0 0 0 0,3 2 0 0,-3-2 0 0,0 2 0 16,0-2 0-16,-3 2 0 0,0-3 0 15,-1 1 0-15,1 2 0 0,-6-5 22 0,3 6 2 0,0-1 0 0,-3-5 0 16,0 8-42-1,0-8-8-15,0 8-2 0,-3-3 0 16,3 3-25-16,-3-3-6 0,0 1-1 0,-3-1 0 0,6-5 48 0,-2 5 12 0,-4 1 0 0,6-6 0 16,-3 5 0-16,3-5 0 15,0 0 0-15,0 0 0 0,0 0 0 0,0 0 0 0,0 0 0 0,0 0 0 16,0 0 0-16,0 0 0 0,0 0 0 0,0 5 0 16,3 0 0-16,3-2 0 0,-4 0 0 15,4 2 0-15,3-5 11 0,-3 3 4 0,3-1 1 0,0-2 0 16,0 3 7-16,0 0 1 0,3-1 1 0,0 1 0 15,-3 0 4-15,3-1 1 0,-3 3 0 0,0 1 0 16,-1-4-5-16,-2 4-1 0,0-1 0 0,0 0 0 16,-3 3 0-16,0-2 0 0,0 1 0 0,-3 1 0 15,0 0-5-15,-3 3-2 0,0 0 0 0,-3 2 0 16,0 0-3-16,-5 0-1 0,2 3 0 0,-6-3 0 16,0 3-5-16,-3-3 0 0,0 1-8 0,0 2 12 15,0-6-32-15,-2 3-6 0,2-2-2 0,-3-1 0 16,3 4 48-16,3-6 8 0,0 0 3 0,-3 0 0 15,3-1-50-15,1 1-9 0,2-2-3 0,-3 2 0 16,0-3-26-16,3 0-6 0,-3 1-1 0,3-4 0 16,0 1-102-16,-3-1-21 0,4 1-4 0</inkml:trace>
  <inkml:trace contextRef="#ctx0" brushRef="#br0" timeOffset="75109.403">11197 9666 1948 0,'3'-3'55'0,"0"-2"13"0,-3 2-55 0,3-2-13 0,0 2 0 0,0-2 0 15,0 2 99-15,0 1 17 16,0-1 3-16,3 0 1 0,-3 3-40 0,0-2-8 0,3-1-2 0,-6 3 0 16,3 0-37-16,-3 0-7 0,0 0-2 0,0 0 0 15,3 3 8-15,-3-3 0 0,3 2 1 0,0 4 0 16,0-1-17-16,-3 3-3 0,0 0-1 0,0 2 0 16,-3 1-4-16,0 0-8 0,0-1 11 0,-3 3-11 15,3 1 8-15,-3-1-8 0,0 0 0 0,0 3 0 16,3 0 0-16,-3 2 0 0,0-2 0 0,3 5 0 15,-3-2 0-15,3 2 0 0,1 0 0 0,-1 3 0 16,3-3 0-16,0 0 0 0,3-2-9 0,-3 2 9 16,2-5 8-16,4 0 8 0,-3 0 0 0,3-3 1 15,0-2-33-15,0-1-6 0,0 1-2 0,0 2 0 16,0-5 24-16,0 0 0 0,0 0-9 0,0 0 9 16,-3 0 0-16,3-3 0 0,-3 0 0 0,-3 1 0 15,0-6 20-15,3 5-1 0,-3-5-1 0,0 8 0 16,-3-3 6-16,3 0 2 0,-3 3 0 0,0-2 0 15,-3-1-2-15,0 0 0 0,0 3 0 0,0-3 0 16,0 3-7-16,0 0-1 0,0 0-1 0,0 3 0 16,0-1-15-16,0 4 0 0,0 2 8 0,3-1-8 15,-2 1 0-15,2 0 0 0,-3 0 0 0,3 3 0 16,3-4 0-16,-3 1 0 0,3 0 0 0,0 0 0 16,0 0 0-16,0-3 0 0,3 0 0 0,0 1 0 0,0-1 0 15,0 3 0-15,0-6-8 0,0 4 8 0,-1-1 0 0,1 0 0 16,0-2 0-16,0 2 0 0,0 0 0 0,3 0 0 15,-3 0 0-15,0 1 0 0,0-1 0 0,-3-2 0 16,3 4 0-16,-3-1 0 0,3-1 0 0,-3 0 0 16,0 0 0-16,-3 1 0 15,3-4 9-15,0 3-9 0,-3 1 8 0,3-4-8 16,-3 1 8-16,0 2-8 0,-3-5 0 0,3 3 8 0,0-1-8 0,-3-2 0 0,3 0 0 16,-2-3 8-16,2 3-8 0,0-2 0 0,-3-1 0 0,3 0 0 15,-3 0-20-15,3-2-4 0,3-3 0 16,-3 5 0-16,3-5-104 0,0 0-22 0,0 0-4 0</inkml:trace>
  <inkml:trace contextRef="#ctx0" brushRef="#br0" timeOffset="75835.145">13704 8261 2135 0,'0'0'44'0,"0"0"11"16,0 0-44-16,0 0-11 0,0 0 0 0,0 0 0 15,0 0 112-15,0 0 21 0,0 0 4 0,0 0 1 16,-3 5-52-16,0-2-10 0,3 5-3 0,-3-3 0 16,3 3-29-16,-3 0-5 0,3 0-2 0,0 2 0 15,-3 1-14-15,3 2-3 0,0 0-1 0,0 3 0 16,0 0-7-16,0 0-2 0,0 3 0 0,0-1 0 16,0 1-10-16,0-1 12 0,0 3-12 0,-3 0 12 0,0 1-12 15,3-4 0-15,-3 3 9 0,0 3-9 0,0-3 0 16,3 3 8-16,-3 0-8 0,0 2 0 0,3-2 0 0,-3-3 0 15,3 1 0-15,0-1 0 0,-3 0 0 0,3-5 0 16,0 0 0-16,0 0 8 0,0-3-8 16,3-3 0-16,-3 4 0 0,0-4 0 15,3 1 0-15,0-3-8 0,-3-3 8 0,3 0-8 0,0 1-12 0,0-1-3 16,0-3 0-16,3 1 0 16,0 0-32-16,0-3-6 0,0-3-2 0,3 3 0 15,-3-5-173-15,3 0-36 0</inkml:trace>
  <inkml:trace contextRef="#ctx0" brushRef="#br0" timeOffset="76188.786">14171 8343 1797 0,'0'0'76'15,"0"0"-61"1,0 0 96-16,0 0 19 0,0 0 4 0,0 0 1 15,0 0-6-15,0 0-1 0,0 0 0 0,0 0 0 16,0 0-66-16,0 0-14 0,0 0-2 0,0 0-1 16,-3 8-2-16,3 0-1 0,0 0 0 0,0 2 0 15,0 1-18-15,0 2-3 0,0 0-1 0,-3 3 0 16,3 0-9-16,-3 0-3 0,0 2 0 0,0-2 0 16,0 3-8-16,0-3 12 0,0 0-12 0,0 2 12 15,0 1-12-15,0 2 10 0,0 0-10 0,0 0 10 16,0 0-10-16,0 3 0 0,3-3 0 0,-3 0 0 0,0 1 0 15,3-1 0-15,0-3 8 0,-3 1-8 16,3-3 0-16,0 0 0 0,0-3 0 0,0 3 0 0,0-3 0 0,0 0 8 16,0-2-8-16,0-3 0 15,0 2 0-15,3-2 0 0,-3 0 0 0,0-3 0 0,3 1-15 0,-3-1-1 0,0-5-1 16,3 5 0 0,-3-5-99-16,0 0-20 0,3 3-4 0</inkml:trace>
  <inkml:trace contextRef="#ctx0" brushRef="#br0" timeOffset="77387.688">15168 8748 1558 0,'0'0'34'0,"0"0"7"0,0 0 2 0,0 0 1 0,0 0-35 0,0 0-9 15,0 0 0-15,0 0 0 0,0 0 112 0,0 0 21 16,0 0 4-16,0 0 1 0,-3 5-38 0,3-5-7 16,-3 5-1-16,0 1-1 0,3 1-28 0,0 1-6 15,0-2-1-15,0 2 0 0,0 2-21 0,3 1-5 16,-3-3-1-16,3 5 0 0,0-2-7 0,0 2-2 0,0 3 0 0,0-3 0 15,0 3-5-15,0 0-2 0,0-3 0 0,0 5 0 16,0-2-13-16,0 3 11 16,0 2-11-16,0 0 10 0,0 0-10 0,0 3 0 15,-3 3 9-15,3-1-9 0,-3-2 0 0,3 0 9 16,-3-1-9-16,0-1 0 0,0-4 8 0,0 1-8 0,0-3 0 0,0 2 0 16,0-5 0-16,0 3 0 0,-3-3 0 0,3 1 0 15,0-4 0-15,-3 1 0 0,0-1-8 0,3 1 8 16,-3 0-25-16,3-3 1 0,0-1 0 0,-3 4 0 15,3-6-36-15,0 3-6 16,0-2-2-16,0-6 0 0,3 5-147 0,-3-5-29 0</inkml:trace>
  <inkml:trace contextRef="#ctx0" brushRef="#br0" timeOffset="77987.65">15939 8679 1728 0,'0'0'49'0,"0"0"11"0,0 0-48 0,0 0-12 0,0 0 0 0,0 0 0 15,-3-5 117-15,3 5 22 0,0 0 4 0,0 0 1 16,0 0-12-16,0 0-3 0,0 0 0 0,0 0 0 16,0 0-52-16,0 0-10 0,0 0-3 0,0 0 0 15,0 0-51-15,0 0-13 0,0 0 0 0,0 0 0 16,0 5 39-16,0 3 5 0,3 0 0 0,-3 5 1 16,0 0-20-16,3 6-4 0,-3-1-1 0,0 1 0 15,3 2-8-15,-3 0-1 0,0-2-1 0,0-1 0 0,0 1-10 16,0 2 0-16,0-5 0 0,0 2 8 0,0-2-8 15,0 0 0-15,0 3 0 0,0-1 8 0,0 1-8 16,3 2 12-16,-3-3-12 0,0 3 12 0,0 1-4 0,3-4 0 16,-3 3 0-16,0-2 0 15,3-3-8-15,-3 0 0 0,3-3 9 0,-3 0-9 0,3-2 0 0,-3-1 8 16,3 1-8-16,-3-3 0 0,0 0 0 0,0 0 0 16,0 0 0-16,0-3 8 0,0-5-8 0,0 5-12 15,0-5 4-15,0 0 0 16,0 0-84-16,0 0-16 0,0 0-3 0,0 0-1 15,0 0-99-15,6 3-20 0</inkml:trace>
  <inkml:trace contextRef="#ctx0" brushRef="#br0" timeOffset="89343.897">19687 10730 1580 0,'0'0'67'0,"0"0"-54"16,0 0 92-16,0 0 19 0,3 5 3 0,0 0 1 15,0 0-52-15,-3 1-9 0,3-1-3 0,-3 0 0 16,3 3 0-16,-3-2 0 0,0 1 0 0,0 1 0 15,3 0 0-15,-3 0 0 0,0 3 0 0,0-1 0 16,0 1-51-16,0 0-13 0,0 2 0 0,-3-3 0 16,3 4 54-16,0-1 8 0,0-3 2 0,0 4 0 15,0-1-52-15,0 0-12 0,0 3 0 0,0 0 0 16,0 2 0-16,0 1 0 0,0 2 0 0,0 3 0 16,0 2 21-16,0 1 2 0,0 2 0 0,3 3 0 15,-3-3-8-15,0 0-2 0,3-3 0 0,-3 6 0 16,0-5 3-16,0 2 0 0,3 0 0 0,-3 5 0 15,0 1 0-15,0 4 1 0,0 4 0 0,-3-1 0 0,3-2-3 16,0-3-1-16,0 0 0 0,-3 2 0 16,3-2 0-16,0 6 0 0,-3-1 0 0,3 3 0 15,-3-3-1-15,3 3-1 0,0-2 0 0,0 4 0 0,0-7-3 16,0 0 0-16,0-3 0 0,3 5 0 0,-3 0-8 0,0 1 12 0,3 4-12 16,-3-2 12-16,3-2-12 0,-3-6 0 15,3-3 9-15,-3 3-9 0,0-2 8 0,3 2-8 16,-3 0 10-16,0 2-10 0,2-2 0 0,-2 3 0 15,3-3 0-15,0 0 0 0,-3-2 0 0,0-6 0 0,3 0 0 0,-3-3 0 16,0 3 0-16,3 1 0 0,-3-1 0 0,0 0 0 16,3 0 0-16,-3 3 0 0,0-3 0 0,3 2 0 15,-3-4 0-15,0-1 0 0,3-2 0 16,-3 0 0-16,3-5 0 0,-3-1 0 0,3 3 0 0,-3-5 0 16,0 0 0-16,0 3 0 0,0-6 0 0,0 5 0 15,0-2 0-15,0 0 0 0,0 0 0 0,0 2 0 16,-3-2 0-16,3 3 0 0,0-1 0 0,-3 1 0 15,3-1 0-15,0 1 0 0,0-1 0 0,0 1 0 16,0-3 0-16,0 0 0 0,0-3 0 0,-3 3 0 16,3-3 0-16,0-2 0 0,0 2 0 0,-3-3 0 15,3 4 0-15,0-4 0 0,0 3 0 0,-3 1 0 16,3-4 0-16,0 4 0 0,0-4 0 0,-3 3 0 16,3 1 0-16,0 1 0 0,0 1 0 0,0 0 0 15,0 3 0-15,0-1 0 0,0-2 0 0,0 5 0 16,0-2 0-16,0-1 0 0,0 1 0 0,0-1 0 15,0 1 0-15,0-3 0 0,0 0 0 0,-3 0 0 16,3-3 0-16,0 0 0 0,0 3 0 0,-3-6 0 16,3 4 0-16,0-1 0 0,0 0 0 0,0 0 0 15,0 1 0-15,0 1 0 0,0-1 0 0,0 2 0 0,0 2 0 16,0 1 0-16,0 2 0 0,0 0 0 0,0 0 0 0,0 0 0 16,0 0 0-16,3 1 0 0,-3-4 57 0,0 3 6 15,0-2 1-15,0-1 0 16,3-2-75-16,-3-3-14 0,0 3-3 0,0 0-1 0,-3 0 29 0,3-3 0 0,0 3 13 0,0 3-4 15,0-3-9-15,-3 2 0 0,3 1 0 0,0 2 0 16,0-3 0-16,0 1 0 0,0 2 0 0,0-2 8 16,0-1-8-16,0 1 0 0,0-4 0 15,0 1 0-15,0-2 0 0,0-4 0 0,0-2 0 0,0 0 0 16,3 0-21-16,-3-8-3 16,0 0-1-16,0 0 0 0,0 0-84 0,0 0-17 15,3-8-3-15,0 0-1 0,0-10-46 0,3-1-10 16,0-7-2-16</inkml:trace>
  <inkml:trace contextRef="#ctx0" brushRef="#br0" timeOffset="92497.158">19758 10769 1444 0,'0'0'30'0,"0"-5"6"0,0 5-28 0,0-5-8 0,0-1 0 0,0 6 0 16,0-5 81-16,0 5 15 0,0 0 4 0,0 0 0 15,0 0 22-15,0 0 5 0,0 0 1 0,0 0 0 16,0 0-52-16,0 0-9 0,0 0-3 0,0 0 0 16,0 0-51-1,0 0-13-15,0 0 0 0,3 8 0 0,-3-3 35 0,0 3 4 0,3-2 1 0,-3 1 0 16,0 1-28-16,3 0-4 0,-3 0-8 0,3 3 11 16,0-3-11-16,-3 2 0 0,3-2 0 0,0 0 0 15,0 3 0-15,0-3 8 0,0 0-8 0,3 2 0 16,-3-2 0-16,0 0 0 0,3 0 0 0,0 0 0 15,-3 0 0-15,3 0 0 0,3 0 0 0,-3 0 0 16,0-3 8-16,2 3-8 0,1-3 8 0,-3 3-8 16,3-2 14-16,0-1-2 0,0 3-1 0,0-3 0 15,0 3-21-15,3 0-4 0,0 0-1 0,3 2 0 16,0-2 15-16,-1 6 0 0,1-4 0 0,0 3 0 16,0 1 0-16,3-1 0 0,-3 3 12 0,3 0-12 15,-3 0 16-15,-1-1-3 0,1 1-1 0,3 0 0 16,-6 0 4-16,3 0 1 0,-3 0 0 0,3 0 0 15,-3-3-1-15,3 3-1 0,-1-3 0 0,1-2 0 16,0 2 11-16,0 0 2 0,0 0 1 0,3-2 0 16,-3 2-29-16,3 0-20 0,-1-2 4 0,4 2 0 15,-6 3 16-15,3-3 0 0,0 3 0 0,-3 3 0 16,3-1 16-16,-3 1-2 0,-1-1-1 0,-2 1 0 0,0-1-13 16,0-2-10-16,0 3 2 0,0-3 0 0,-3-1 8 0,0-1 11 15,0 1-3-15,3-1 0 0,-6-1-8 0,2-2 0 0,1 2 0 0,-3-3 0 16,3-2 0-16,0 3 0 15,-3-3 0-15,3 2 0 0,0-2 0 0,-3 3 0 0,3-3 0 0,-3 0 0 16,3 0 0-16,-3 0 0 0,3 0 0 0,0 0 0 16,-3-1 0-16,3 4 0 0,-1-3 0 0,-2 3 0 15,3-3 0-15,-3 5 0 0,3-3 0 0,0 1 8 16,-3 0-8-16,3-1 0 0,0 1 0 0,-3 2 0 16,3-3 0-16,-3 1 0 0,3-3 0 0,-3 5 0 15,0-5 0-15,3 0 0 0,-3 0 0 0,-1 3 0 16,1-3 0-16,0-3 0 0,0 3 0 0,0 0 0 15,-3-3 0-15,3 3 0 0,-3-3 0 0,0 1 0 16,3-1 0-16,0 0 0 0,-3 0 0 0,0-2 0 16,0 2 0-16,0-2 0 0,0 0 0 0,0-1 0 15,0 1 0-15,-3-3 0 0,3 5 0 0,-3-5 0 16,0 3 0-16,0-3 0 0,0 0 0 0,0 0 0 16,3 5 0-16,-3-5 0 0,0 0 0 0,0 0 0 15,0 0 0-15,0 0 0 0,0 0 0 0,0 0 0 16,3 3 0-16,-3-3 0 0,0 0 0 0,0 0 0 15,0 0 0-15,0 0 0 0,0 0 0 0,0 0 0 16,0 0 0-16,0 0 0 0,0 0 0 0,0 0 0 16,0 0 0-16,0 0 0 0,0 0 0 0,0 0 0 15,0 0 47-15,0 0 13 0,0 0 4 0,0 0 0 0,0 0-52 16,0 0-12-16,0 0 0 0,0 0 0 0,0 0 0 0,0 0 0 16,-3 5 0-16,3-5 0 0,-3 5 0 0,0 1 0 15,3-6 0-15,-3 5 0 0,3-5 0 16,-3 5 0-16,3-5 0 0,-3 8 0 0,3-2 0 15,-3-1 0-15,0 0 0 0,0 0 0 0,3-5 0 0,-3 6 0 16,3-6 0-16,-3 8 0 0,0-3 0 16,3 0 0-16,0-5 0 0,-6 8 0 0,6-3 0 0,-3 3 0 15,0 0 0-15,3 0 0 0,-3 0 0 16,0 0 0-16,0 0 0 0,0 3 0 0,0-3 0 0,3 2 0 0,-3 1 0 0,0 2 0 16,0-2 0-16,3 2 0 0,-3 0 0 0,0 0 0 15,0 1 0-15,3-1 0 0,-3 0 0 0,1 0 0 16,-1 0 0-16,3 1 0 0,-3-1 0 0,0 0 0 15,3-2 0-15,-3-1 0 0,0 1 0 0,0-3 0 16,0 2 0-16,0-2 0 0,0 3 0 0,0-3 0 16,0 0 0-16,0 2 0 0,3-2 0 0,-3 0 0 15,3 3 0-15,-3-3 0 0,3 0 0 0,-3 2 0 16,3-2 0-16,-3 3 0 0,3-1 0 0,0 1 0 16,-3 2 0-16,3 0 0 0,-3 1 0 0,3 2 0 15,0-1-12-15,0 1-6 0,0 0-1 0,0 0 0 16,0 3 19-16,-3-4 0 0,3-1 0 0,0 2 0 15,0-3 0-15,0 0 0 0,0 0 0 0,0 0 0 16,-3 1 0-16,3-4 0 0,0 1 8 0,0-1-8 16,0-2 9-16,0 3-9 0,0 0 8 0,-3-1-8 15,3 1 0-15,0-1 8 0,0 1-8 0,0-1 0 16,0 1 8-16,-3 2-8 0,3 1 8 0,0 1-8 16,0 1 8-16,0 0-8 0,0 3 0 0,0 2 8 0,0-3-8 0,0 4 0 15,0-1 0-15,0-3 0 0,0 3 10 0,0-2-10 16,0-3 12-16,0 2-12 0,3-2 0 0,-3-3 0 15,0 3 0-15,0-2-12 0,0-1 12 0,0 0 0 0,0 0 0 16,0 3 0-16,0 0 0 0,3 0 0 0,-3 0 0 0,0 2 0 16,3 1 0-16,-3 5 0 0,0-1 0 0,0 1 0 15,3 0 0 1,-3 0 0-16,0 0 0 0,0-1 0 0,3-1 0 0,-3-4 0 0,0-2 0 0,0 3 0 16,3-4 0-16,-3 1 0 0,0-2 0 0,0 1 0 15,3-1 48-15,-3 2 13 0,0-3 3 0,0 3 0 16,0 2-52-16,0 1-12 0,3-1 0 15,-3 6 0-15,0-3 0 0,-3 0 0 0,3 3 0 0,0-3 0 16,0 0 0-16,0 1 0 0,0-6 0 0,-3 2 0 16,3-5 0-16,0 3 0 0,-3-3 0 0,3 1 0 15,0-1 0-15,-3-3 0 0,3 1 0 0,0 0 0 16,-3-1 0-16,3 1 0 0,0-1 0 0,-3 1 0 16,0 0 0-16,3 2 0 0,-3-3 0 0,0 4 0 15,3-1 0-15,0 3 0 0,-3 0 0 0,3 2 0 16,0-2 0-16,-3 0 0 0,3 0 0 0,0 2 0 15,-3-2 0-15,3 0 0 0,0 0 0 0,0-3 0 16,-3 3 0-16,3-5 0 0,0-1 0 0,0 3 0 16,-3-5 0-16,3 3 0 0,0-3 0 0,0 0 0 15,0 0 0-15,0 0 0 0,0 0 0 0,0-1 0 16,0 1 0-16,0-2 0 0,0 2 0 0,0 0 0 0,-3 0 0 16,3-3 0-16,0 3 0 0,0 0 0 0,0 0 0 0,0 0 0 15,0 0 0-15,0 2 0 16,0 1 0-16,0-1 0 0,0 1 0 0,0 2 0 0,0 0 0 15,0 1 0-15,0 1 0 0,0-1 0 0,0 2 0 0,0-1 0 16,0-1 0-16,0 2 0 0,0-1 0 0,0-1 0 16,0-1 0-16,0 0 0 0,-3-2 0 0,3-1 0 15,0 1 0-15,0-1 0 0,0-2 0 16,0 0 0-16,0-2 0 0,0 2 0 0,0-3 0 0,0 3 0 0,0-3 0 16,0 0 0-16,0 3 0 0,0-2 0 0,0-1 0 0,0 3 0 15,0-8 0-15,0 5 0 0,0-5 0 0,0 8 0 16,0-3 0-16,0 1 0 0,0-6 0 0,0 8 0 15,0-3 0-15,0-5 0 0,-3 5 0 0,3 3 0 16,0-8 0-16,0 5 0 0,0 1 0 0,0-1 0 16,0 0 0-16,-3 1 0 0,3-6 0 0,0 7 0 15,0-1 0-15,-3-1 0 0,3 3 0 0,0-3 0 16,0 3 12-16,-3-2 0 0,3-1 0 0,-3 0 0 16,3 3-12-16,0 0-16 0,-3-3 3 0,3 3 1 15,-3 0 12-15,3-3 0 0,-3 3 0 0,3 0 0 16,-3-2 0-16,3 2 0 0,0-1 0 0,-3 1 0 15,3-2 0-15,0-1 0 0,-3 0 0 0,0 3 0 16,3-2 8-16,0-1 4 0,-2 0 0 0,2 0 1 16,0 1-13-16,-3-1 0 0,3-5 0 0,0 5 0 15,-3 1-10-15,3-6-2 0,0 5 0 0,-3 0 0 16,3-5 12-16,0 5 0 0,-3-2 0 0,3-3 0 16,0 0 0-16,-3 5 0 0,3-5 0 0,0 0 0 15,0 3 0-15,0-3 0 0,0 0 0 0,-3 5 0 0,3-5 0 0,-3 3 0 16,3-3 0-16,0 0 0 0,-6 3 0 0,6-3 0 0,-3 2 0 0,3-2 0 15,-6 6 0-15,6-6 0 0,-6 2 0 0,3 1 0 16,-3-1 0-16,6-2 0 0,-6 3 0 0,0 0 0 16,0-1 0-16,0 1 0 15,3 0 0-15,-3 2 0 0,0-2 0 0,0-1 0 0,0 1 0 16,0 2 0-16,0-2 0 0,-3 2 0 0,4 0 0 0,-1 1 0 16,0-4 15-16,0 6 5 0,0-2 0 15,0-1 1-15,0 3-21 0,0-3 0 0,0 0 0 16,-3 1 0-16,3 2 0 0,0-3 0 0,-3 0 0 15,3 3 0-15,0-3 0 0,-3 3 0 0,3-2 0 0,-3 2 0 16,3 0 0-16,-2-3 0 0,2 3 0 0,0 0 0 16,0 0 0-16,-3 0 0 0,0 0 0 0,3 2 0 15,-3-2 0-15,0 0 0 0,3 3 0 0,-3-1 0 16,0 1 0-16,0-1 0 0,0 1 0 0,0-3 0 16,0 2 0-16,1 1 0 0,-1 0 0 0,0-1 0 15,0-2-12-15,0 3-8 0,0-3 0 0,0 2-1 16,0-2 21-16,0-2 0 0,0 1 0 0,3 1 0 15,0-2 14-15,-3-1 7 0,3 0 2 0,-3 3 0 16,3-3-23-16,-2 1 0 0,2-1 0 0,0 3 0 16,3-3-16-16,-3 1-5 0,0 2-1 0,0-3 0 15,0 0 22-15,0 0 0 0,3 3 0 0,-6-2 0 16,3 2 0-16,0 0 0 0,0-3 0 0,0 3 0 16,0 0 0-16,-3 0 0 0,0 0 0 0,0 2 0 0,3 1 0 15,-2-3 0-15,-1 2 0 0,0 3 0 0,0-2 0 16,-3 2 0-16,3 1 0 0,-3-1 0 0,3 3 0 0,-3-3 0 15,-3 0 0-15,3 3 0 0,1-5 0 16,-1 2 0-16,-3 0 0 0,3 0 0 0,0 0 0 16,0-2 0-16,0 0 0 0,0-1 0 15,3-2 14-15,-3 0 7 0,0 0 2 0,4 0 0 0,-1 0-37 0,0-3-7 16,0 3-2-16,3-3 0 0,-3 3 23 0,3-2 0 0,0 2 0 0,0 0 0 16,-3-1 0-16,3 1 0 0,0 0 0 0,-3 0 0 15,3 0 0-15,0 0 0 0,0-3 0 0,0 3 0 16,0 0 0-16,0 0 0 0,1-2 0 0,-1-1 0 15,0 3 0-15,0-3 0 0,0 0 0 0,3 3 0 16,-3-2 0-16,0-1 0 0,3 0 0 0,-3 3 0 16,3-3 0-16,-3 1 0 0,3-1 0 0,-3 0 0 15,3 1 0-15,0-1 0 0,-3 0 0 0,3 0 0 16,-3-2 0-16,3 2 0 0,0-2 0 0,0 2 0 16,3-5 0-16,-3 3 0 0,0 0 0 0,3-3 0 15,-6 5 0-15,6-5 0 0,-3 3 0 0,3-3 0 16,-6 0 0-16,6 0 0 0,0 0 0 0,-3-3 0 15,-2-2-107-15,2-6-17 0,0 3-3 0</inkml:trace>
  <inkml:trace contextRef="#ctx0" brushRef="#br0" timeOffset="93545.762">19791 14826 960 0,'0'0'20'0,"0"0"5"16,0 0-25-16,0 0 0 0,0 0 0 0,0 0 0 15,0 0 93-15,0 0 14 0,-3-3 2 0,3 3 1 16,0 0-46-16,0 0-8 0,0 0-3 0,0 0 0 15,0 0 9-15,-6-5 2 0,6 5 0 0,0 0 0 16,0 0 51-16,0 0 10 0,0 0 3 0,0 0 0 16,0 0-103-16,-3 5-25 0,3-5 0 0,-6 8 0 15,3-3 56-15,0 3 7 0,3 0 1 0,-3 0 0 16,3 3 0-16,-3-4 0 0,3 4 0 0,0 0 0 16,-3-1-52-16,3 1-12 0,0-1 0 0,0 1 0 15,-3 0 42-15,3-1 6 0,0-2 0 0,-3 3 1 16,3-1-29-16,-3 1-7 0,3-1-1 0,0 1 0 0,0 2-12 15,0-2 0-15,0-3 8 0,-3 5-8 16,3-2 0-16,0-1 0 0,0 3 0 0,-3-2 0 0,3 2 0 16,0-2 0-16,0 2 0 0,-3 0 0 15,0 3 0-15,3 0 0 0,0 0 0 0,-3 2 0 0,3-2 36 16,-3 0 2-16,3 0 0 0,0-3 0 0,-3 3-17 0,3-3-3 0,0 1-1 0,-3-1 0 16,3 0-5-16,-3-2-2 0,3-1 0 15,-3 1 0-15,3-1-10 0,0-2 0 0,-3 3 0 16,3-3 0-16,-2 2 9 0,2-2 3 0,0 3 1 0,-3-3 0 15,3 0-4-15,0 2-1 0,0 1 0 0,-3 0 0 16,3-1 4-16,0 1 1 0,0 2 0 0,-3 0 0 16,3 0 0-16,0 1 0 0,0 2 0 15,-3-3 0-15,3 3-5 0,0-1 0 16,0 1-8-16,0 0 12 0,0-3-1 0,0 1-1 0,0-1 0 0,0 3 0 16,0-6-10-16,0 4 0 0,0-4-12 0,0-2 12 15,0 3 0-15,0-1 0 0,0-2 0 0,0 0 0 16,-3 0 0-16,3 0 0 0,0-3 0 0,0 3 8 15,-3 0-8-15,3 0 8 0,0 0-8 0,0 0 8 16,-3-3-8-16,3 3 0 0,0 0 9 0,0 0-9 16,-3-3 0-16,3 3 8 0,0 0-8 0,0 0 0 15,-3 3 0-15,3-3 8 0,0 2-8 0,-3-2 0 16,3 3 0-16,-3-1 8 0,3 4-8 0,-3-4 0 16,3 1 0-16,0 2 8 0,-3 0-8 0,3-2 0 15,0 2 0-15,-3-2 0 0,3 2 0 0,0-2 0 16,-3 2 0-16,3-3 0 0,0 1 0 0,-3 0 8 0,3-4-8 15,0 4 0-15,-3-3 0 0,3 0 0 0,0 0 0 16,-3 0 0-16,3-3 0 0,0 0 0 0,-3 1 8 16,3-1-8-16,0 0 10 0,0-5-10 0,0 6 0 15,0-6 0-15,0 0 0 0,-3 5 0 0,3 3 0 0,0-8 0 16,0 5 0-16,-3 0 0 0,3-5 0 0,0 6 0 16,0-6 0-16,0 8 0 0,0-8 0 0,-3 5 0 15,3-5 0-15,0 5 0 0,0-5 0 0,0 8-8 0,0-8 8 16,0 0 0-16,0 0 0 0,0 0 0 15,0 0 0-15,-3 5 0 0,3-5 0 0,0 0 0 16,0 0-8-16,0 0 8 0,0 0-24 0,0 0 0 0,0 0-1 0,0 0 0 31,0 0-81-31,0 0-16 0,0-8-3 0,-3-2-1 0,6-3-104 0,0-3-21 16</inkml:trace>
  <inkml:trace contextRef="#ctx0" brushRef="#br0" timeOffset="94720.163">20231 9618 1094 0,'-6'-2'46'16,"1"-1"-37"-1,-1 3 44-15,6 0 9 0,-3-3 2 0,3 3 0 16,0 0 51-16,0 0 10 0,0 0 3 0,0 0 0 15,-6-2-52-15,6 2-9 0,0 0-3 0,0 0 0 16,0 0 0-16,0 0 0 0,0 0 0 0,0 0 0 16,0 0 0-16,-6 2 0 0,6-2 0 0,-6 6 0 0,6-6 0 0,-3 5 0 15,0 3 0-15,0-3 0 0,0 0-51 0,3 3-13 0,-3 0 0 0,3 0 0 16,0 0 28-16,0 0 2 0,0 0 1 0,0 0 0 16,-3 3-15-16,3-4-2 0,0 4-1 15,0-3 0-15,-3 5-1 0,3-2-1 0,0-1 0 16,0 4 0-16,-3-4 4 0,3 3 1 0,0 1 0 0,-3 2 0 15,3-1-16-15,0 1-8 0,0 3 8 0,0-1-13 16,-3 1 41-16,3-1 8 0,0 4 1 16,0-1 1-16,0-3-22 0,0 1-5 0,0-3-1 15,0 2 0-15,3-2-2 0,-3 0-8 16,3-3 12-16,-3 3-4 0,3-3-8 0,-3 3 12 0,0-3-12 0,0 1 12 16,3 1-12-16,-3 1 0 0,0 0 9 0,3 0-9 15,-3 3 0-15,0-1 0 0,3 3 0 0,-3 0 0 16,0-2 8-16,3 2-8 0,-3 3 8 0,3-3-8 15,-3-2 0-15,0-1 0 0,0-2 0 0,3 0-8 16,-3-3 8-16,0 0 0 0,3 1 10 0,-3-1-10 16,0-3 0-16,0 4 0 0,0-4 0 0,0 1-10 15,0-1 10-15,0 1 0 0,0-3 0 0,0 3 0 16,0-1 0-16,0 1 0 0,0-1 0 0,0 3 0 16,0-2 0-16,0 2 0 0,0 1 0 0,0-1 0 15,0 3 0-15,3-3 0 0,-3 3 0 0,0 0 0 16,0 0 0-16,3-1 0 0,-3 1 0 0,0 0 0 15,0-3 0-15,3 1 0 0,-3-1 0 0,0 0 0 0,0-2 0 16,0-1 0-16,0 1 0 0,0-1 0 0,0 1 0 0,0-3 0 16,0 2 0-16,0-2 0 15,0 3 0-15,0-3 0 0,0 0 0 0,0 2 0 0,-3-2 0 16,3 0 0-16,0 3 0 0,0-3 0 16,0 2 22-16,0-2 6 0,0 3 2 0,0 0 0 0,0-3-22 0,0 5-8 0,0-3 0 15,0 1 0-15,0-1 0 0,0 1 8 0,0 2-8 16,0 1 0-16,0-4 0 0,0 1 0 0,0-1 0 0,0 1 0 15,0-3 30-15,0 2 0 0,0-2 0 0,0 3 0 16,3-3-75 0,-3 0-15-16,0-3-4 0,0 3 0 0,0-3 79 0,0 1 15 0,0-1 3 15,3-2 1-15,-3-3-34 0,0 5 0 16,0-5 0-16,3 5 0 0,-3-5-23 0,0 0-8 0,0 0-1 0,3 3-1 16,-3-3-25-16,0 0-5 0,3 0-1 0,3-3 0 15,-3 0-164-15,2-2-34 0</inkml:trace>
  <inkml:trace contextRef="#ctx0" brushRef="#br0" timeOffset="95694.515">20976 9745 1523 0,'0'0'32'0,"0"0"7"0,0-2-31 0,0 2-8 0,-3-6 0 0,3 6 0 16,0 0 103-16,0 0 19 0,0 0 4 0,0 0 1 15,0 0-31-15,0 0-5 0,0 0-2 0,0 0 0 16,0 0-26-16,0 0-6 0,0 0-1 0,-6 6 0 15,3-4-11-15,0 4-2 0,0 1-1 0,0-1 0 16,3 2-4-16,-3-3-1 0,0 3 0 0,3 0 0 16,-3 2-8-16,0 1-1 0,3 2-1 0,-3 0 0 15,0 3-7-15,3 3 0 0,-3-1-1 0,0 4 0 16,0-1-6-16,3 3-1 0,-3-3 0 0,0 0 0 16,3 0-1-16,-3-2-1 0,3-1 0 0,-3 1 0 15,0-1-10-15,3-2 12 0,-3 0-12 0,0 0 12 16,0 2-4-16,3-2-8 0,0 3 12 0,-3-1-4 15,3 3 0-15,0 1-8 0,-3-1 12 0,3 3-4 16,-3-3 2-16,3 2 0 0,0-1 0 0,0 1 0 16,-3-4-2-16,3 0-8 0,0-4 12 0,-3 4-4 15,3-3-8-15,-3 0 8 0,3-3-8 0,-3 3 8 16,3-3-8-16,-3 0 0 0,0 0 9 0,0 1-9 16,0 2 0-16,0-3 0 0,0 3 0 0,0 0 8 15,1 2-8-15,-1 3 0 0,0 0 0 0,0 1 8 0,0-1-8 16,0 0 0-16,0 0 8 0,0 0-8 0,0-2 8 0,0-1-8 0,-3-2 8 15,3 0-8-15,0 0 9 0,-3-3-9 0,3-2 12 16,0-1-12-16,0 4 12 0,0-4-4 0,-3-2 0 0,3 3-8 16,0-1 12-16,3 1-4 0,-3-3 0 15,0 2-8-15,3 1 11 0,-3 0-11 16,0 2 10-16,0-3-10 0,0 4 12 0,0-1-3 0,0 0-1 0,0 3 0 16,3 0-8-16,-3 0 10 0,0 0-10 0,0-1 10 15,3 4 5-15,-3-3 1 0,0 0 0 0,3 0 0 16,-3-3-16-16,0 0 0 0,0 3 0 0,3-6 0 15,-3 1 0-15,0 0 0 0,3-3 0 0,-2 2 0 16,-1 1 0-16,3-3 9 0,-3 2-9 0,3-2 12 16,-3 3-12-16,0-3 12 0,3 2-12 0,-3 1 12 15,0-3-12-15,3 5 8 0,0-2-8 0,-3-1 8 16,3 3-8-16,0-2 0 0,-3 5 0 0,3-3 8 16,0 0-8-16,0 1 0 0,0 1 0 0,0-1 0 15,0-1 0-15,0 0 0 0,0 0 8 0,0-2-8 16,3 0 0-16,-3 2 0 0,0-3 0 0,0-2 0 15,3 3 0-15,-3-3 0 0,0 0 0 0,0 2 0 16,3-4-13-16,-3-1-5 0,0 0-1 0,0 1 0 16,0-6 31-16,0 0 5 0,3 5 2 0,-3-5 0 15,0 0-31-15,0 2-5 0,0-2-2 0,0 0 0 16,0 0-36-16,0 0-7 0,0 0-2 0,6 0 0 16,-3-2-51-16,2-3-10 0,1-3-3 0</inkml:trace>
  <inkml:trace contextRef="#ctx0" brushRef="#br0" timeOffset="96622.768">20845 13497 1333 0,'-6'6'28'0,"-3"1"6"0,3 1-34 0,0-2 0 0,0 2 0 0,0 0 0 16,3-3 87-16,0 3 10 0,0 0 3 0,3 0 0 15,0 0-29-15,0 0-6 0,3-1-1 0,0 1 0 16,3 0-20-16,-3 0-5 0,3 0-1 0,3 0 0 15,-3 0-7-15,3-3-2 0,0 3 0 0,2-2 0 16,1-1-4-16,0 0-1 0,3 1 0 0,0-1 0 16,0-3-6-16,0 1-2 0,-3 0 0 0,3 2 0 15,0-2-7-15,-1-1-1 0,4 1-8 0,0-3 12 16,-3 3-26-16,6-1-6 0,-3-2 0 0,3 3-1 16,2 0 36-16,1-3 7 0,0 2 2 0,3 1 0 15,3 0-24-15,-4 2 0 0,4-3 0 0,0 1 0 16,3 2 0-16,-1 1 9 0,-2-1-9 0,9-2 0 15,-3 2 11-15,5-2-11 0,4-1 10 0,-1 1-10 16,-2 2 9-16,-3-2-9 0,3-1 8 0,-1 4-8 16,4-4 0-16,-1 4 0 0,4-4 0 0,3 1 0 15,-7 2 0-15,-2-2 0 0,3 0 0 0,-1 2 0 0,-2-3 0 16,3 4 0-16,-4-4 0 0,4 4 8 0,0-4 4 0,-4 4 1 16,4-4 0-16,-3 4 0 0,-7-4 1 15,1 1 0-15,-3 2 0 0,0-2 0 0,-4-1-14 0,4 1 0 0,0 0 0 0,-3-1 0 16,-1 1 20-16,1 0 0 0,-3-1 1 0,-3 1 0 15,-3 2-33-15,-1-2-8 0,1-3 0 0,-3 5-1 16,-6-2 68-16,3 2 13 0,-6-2 4 0,3 2 0 31,-3-2-80-31,0 2-16 0,-1 0-4 0,1 1 0 16,0-1 58-16,0 0 11 0,0 0 3 0,0-2 0 0,3 2-36 0,0 1 0 0,0-1 0 0,0 0 0 16,0-2-22-1,3 2-11-15,-4 1-3 0,1-4 0 0,3 3 26 0,0-2 10 0,0 0-8 0,-3-1 8 16,3 1-36-16,0-3-3 15,-3 0 0-15,-1 0 0 0,1-3-138 0,0 1-28 0</inkml:trace>
  <inkml:trace contextRef="#ctx0" brushRef="#br0" timeOffset="97181.747">23925 13360 2192 0,'0'0'92'0,"-3"-3"-73"16,3 3 61-16,-6-3 12 0,1 1 2 0,-1 2 1 15,6 0-25-15,-6 0-5 0,0 2-1 0,0 1 0 16,0 0 0-16,0-1 0 0,0 4 0 0,0 2 0 16,0-3-51-16,3 5-13 0,-3-2 0 0,3 6 0 15,-3-1 13-15,3 0 0 0,-3 3 0 0,3 2 0 16,0 4-13-16,0 1 0 0,0 4 8 0,3 2-8 15,-3 0 0-15,3 0 0 0,0 3 0 16,0-3 0-16,3 0 0 0,-3-2 0 0,3 2 0 0,-3 0 0 16,3-3 0-16,-3 1 0 0,3 2 0 0,0 0 0 15,0 0 0-15,-3 5 0 16,6-2 0-16,-6 0 0 0,3 0 0 0,0-6 0 0,-3 1 0 0,3 2 0 16,-3-5 0-16,0 2-8 0,0 0 8 0,0 1 0 15,-3 2-15-15,3-3 4 0,-3 6 1 0,0 0 0 16,0-3 10-16,0 0 0 0,0 0 0 0,0 0 0 15,0-2-8-15,0-3 0 0,0 0 0 0,-3-3 0 16,3 0 8-16,-3 0-13 0,3-2 5 0,-3 2 8 16,0-3-16-16,1 1 4 0,-1-1 0 0,0 1 1 15,-3-3-13-15,3 0-2 0,-3-3-1 0,3-3 0 16,-3-2-37-16,3 3-8 0,0-6-2 0</inkml:trace>
  <inkml:trace contextRef="#ctx0" brushRef="#br0" timeOffset="97436.353">23643 14302 2464 0,'0'0'70'0,"0"0"14"0,0 0-67 0,0 0-17 0,0 0 0 0,0 0 0 15,0 0 56-15,0 0 7 0,3 2 1 0,3 1 1 16,0 0-7-16,-1-1-2 0,1 1 0 0,3-1 0 15,0-2-16-15,0 3-4 0,3-3-1 0,0 3 0 16,0-3-14-16,0 0-2 0,3-3-1 0,0 3 0 16,-1-3-18-16,-2 1 10 0,6-3-10 0,-3 2 8 15,3-2 15-15,0 2 2 0,3-2 1 0,0-1 0 16,2 1-137-16,-2 0-27 0,6 0-6 0</inkml:trace>
  <inkml:trace contextRef="#ctx0" brushRef="#br0" timeOffset="98772.279">19725 8650 1824 0,'-9'-6'38'0,"9"6"8"16,0 0-37-16,0 0-9 0,-5-5 0 0,5 5 0 16,-3-2 104-16,3 2 20 0,-3-3 3 0,-3 0 1 15,6 3 0-15,0 0 0 0,-3-2 0 0,3 2 0 16,0 0-52-16,0 0-9 0,-6 2-3 0,6-2 0 16,-3 3-46-16,-3 2-10 0,3 0-8 0,-3 6 12 15,3 0-12-15,0 5 0 0,-3-1-12 0,3 7 12 16,-3-1 13-16,0 3 11 0,3 2 1 0,-6-2 1 0,6 0-26 15,-3-3 0-15,3-3 0 0,0 3 0 0,0-2 0 0,3-3 0 16,0-3-12-16,3 3 12 16,0-3-31-16,3 0 2 0,0 1 0 0,3-1 0 15,-3-5-20-15,6 2-4 0,-3-2-1 0,3 0 0 0,0-5 43 0,-3 2 11 16,3-5 0-16,-1 0 0 0,-2-2 0 16,3-1 0-16,-3-2 0 0,0-1 0 0,-3 1 0 0,3-3 0 15,0 0 0-15,-3 0 0 0,3 0 0 16,-3 3 0-16,0-3 0 0,0 0 0 0,0 3 16 0,-3-3 4 0,0 3 2 15,0-3 0-15,-3 2 9 0,3 1 1 0,-3 0 1 16,0 2 0-16,0 3-19 0,-3-5-4 0,3 5-1 0,0 0 0 16,0 0 8-16,0 0 2 0,0 0 0 0,0 0 0 15,0 0-19-15,0 0 0 0,0 0 0 0,-3 5 0 16,3 3 0-16,-3 0 0 0,3 0 0 0,3 0 0 16,-3 0 0-16,3 0-17 0,0 2 3 0,0-2 1 15,-1 0 5-15,4 0 8 0,0 0-13 0,-3 0 5 16,3-3 8-16,3 1-8 0,-3-4 8 0,0 4-8 15,3-4 8-15,-3-2 0 0,3 0 0 0,-3-2 0 16,3-1 0-16,0 0 0 0,-3-2 0 0,3-3 0 16,-3 3 17-16,3-3 3 0,-3 0 0 0,-1 0 0 15,1 0 6-15,-3 0 2 0,0 0 0 0,0 0 0 16,0-2 1-16,0 2 1 0,0-3 0 0,0 3 0 16,-3-5-12-16,0 2-2 0,3-2-1 0,-3 0 0 15,0-3-7-15,0 0-8 0,0-2 11 0,0-1-11 16,0 1 0-16,0-6 0 0,-3 3 0 0,3-1 0 15,3 4 0-15,-3-1 0 0,0 4-10 0,3 1 10 16,0 4-49-16,0 2-3 0,0 0 0 0,3 3 0 16,0 2-100-16,0 3-21 0,3 3-4 0</inkml:trace>
  <inkml:trace contextRef="#ctx0" brushRef="#br0" timeOffset="99045.552">20190 8922 2048 0,'0'0'86'0,"0"0"-69"16,0 0 126-16,0 0 25 0,0 0 4 0,0 0 2 15,0 0-61-15,0 0-12 0,0 0-2 0,0 6-1 16,3-1-31-16,-3-5-7 0,3 5 0 0,-3 3-1 16,3-3-15-16,-3-5-2 0,0 6-1 0,0 4 0 15,0-2-17-15,0 0-3 0,0 3-1 0,0 2 0 16,0 0-9-16,-3 0-3 0,3 1 0 0,-3 2 0 15,0-1-8-15,3 1 0 0,-3 3 0 0,0-3 0 16,3 0 0-16,-3-1 0 0,3-1 0 0,0 2 0 16,-3-6-42-16,3 1-1 0,0-1 0 0,0-2 0 15,0-2-134-15,0-1-27 0,3-3-6 0</inkml:trace>
  <inkml:trace contextRef="#ctx0" brushRef="#br0" timeOffset="99933.785">21077 8946 1721 0,'0'0'72'16,"0"0"-57"0,0 0 112-16,-3-3 22 0,-3 1 5 0,6 2 1 15,-6-5-22-15,3 2-4 0,3 3-1 0,-3-5 0 16,3 5-39-16,-6-3-8 0,6 3-1 0,0 0-1 15,0 0-27-15,0 0-4 0,0 0-2 0,0 0 0 16,0 0-34-16,0 0-12 0,0 0 0 0,0 0 9 16,0 0 23-16,-6 5 4 0,3 1 0 0,-3 1 1 15,3 4-27-15,0 0-10 0,0 2 0 0,3 0 9 16,-3 3-9-16,3 3 0 0,-3-1 0 0,3 3 0 16,3 0-37-16,0-2 0 0,0 2 0 0,3-2 0 0,0-1 37 0,0-5 0 0,3 3 0 15,0-5 0-15,0-1-59 16,0-2-4-16,3 0-1 0,0-2 0 0,-1-6-1 15,4 2-1-15,-3-4 0 0,0-1 0 0,3 0 54 0,0-2 12 0,-3 0 0 16,3-3 0-16,-3 0 0 0,0-3 0 0,-4 3 0 0,1-2 0 16,-3-1 29-16,0 1 3 0,0-4 1 15,0 4 0-15,-3-1 11 0,0 1 1 16,-3-1 1-16,3 0 0 0,-3 1-5 0,0-1-1 0,-3 3 0 0,3 0 0 16,-3 0-12-16,3 3-4 0,-3 0 0 0,3 5 0 15,0 0-12-15,0 0-4 0,0 0 0 0,-6 2 0 16,0 6-8-16,0 0 0 0,0 3 0 0,3 2 8 15,0 3-8-15,3 0-16 0,-3 0 4 0,6 2 1 16,-3-2-7-16,3-3-2 0,3 3 0 0,0-3 0 16,0-2 1-16,3 0 0 0,0-1 0 0,0-2 0 15,0-3 9-15,3 1 2 0,-3-4 0 0,3 4 0 16,-3-6 8-16,-3 2 0 0,3-2 0 0,-3-2-8 16,-1 2 8-16,1-6 8 0,0 4-8 0,0-1 11 15,0-2 11-15,-3-3 2 0,3 0 1 0,0 0 0 16,-3-3-17-16,0-2-8 0,3-3 8 0,-3 0-8 15,0 1 0-15,3-4 0 0,-3-2 0 0,0 2 0 0,3-2 56 16,0 0 7-16,-3 3 1 0,3-1 0 0,0 0-64 16,-3 4-26-16,3-4 2 0,-3 3 0 15,3-2-13-15,-3 2-3 0,0 0 0 0,0 0 0 16,-1 3-70-16,-2-3-14 0,3 3-4 0</inkml:trace>
  <inkml:trace contextRef="#ctx0" brushRef="#br0" timeOffset="100548.365">21642 9250 1824 0,'0'0'38'0,"0"0"8"15,0 0-37-15,0 0-9 0,0 0 0 0,0 0 0 16,0 0 156-16,0 0 28 0,0 0 7 0,0 0 1 15,0 0-103-15,0 0-20 0,0 0-4 0,0 0-1 16,0 0-51-16,6 0-13 0,0-2 0 0,3 2 0 16,-3 0 54-16,3-3 8 0,-3 3 2 0,3-3 0 0,0 3-52 0,0 0-12 15,0 0 0-15,-3 0 0 0,3 0 54 0,0 3 8 0,-1 0 2 16,-2-1 0-16,3 1-52 0,-3 0-12 0,0-1 0 0,0 4 0 16,0-1 0-16,0 0 0 0,-3 3 0 15,3-3 0 1,-3 3-48-16,-3 3-13 0,3 0-3 0,-3-1 0 15,-3 1-102-15,0-1-21 0,0 1-4 0,-3 2-1 0,3-2 94 16,-3-1 18-16,-3 1 4 0,3 2 1 0,-3-2 15 16,3 2 4-16,-5-2 0 0,5-1 0 0,-3 1 65 0,3-1 14 0,3 1 2 0,0-3 1 15,3 0 56-15,0 0 11 16,0-3 3-16,6 3 0 0,-3-5-19 0,6-1-3 0,0 1-1 0,-1-1 0 16,1-2-7-16,3 0-2 0,0 0 0 0,0 0 0 15,0-2 0-15,3 2-1 0,3-3 0 0,0 3 0 16,-1 0-50-16,1-2-13 0,0-1 0 0,3 3 0 15,0 0 0-15,0-3 0 0,-3 3 0 0,2-2 0 16,-2-1 0-16,0 0 0 0,0 1 0 0,-3-1 0 16,3 0 0-16,-3 1 0 0,0-1 0 0,-4-2 0 15,1-1-251-15,-3 1-55 0</inkml:trace>
  <inkml:trace contextRef="#ctx0" brushRef="#br0" timeOffset="102357.543">16811 11568 1284 0,'-6'0'27'0,"0"3"5"0,0-3-32 0,1 3 0 0,2-3 0 0,-6 0 0 16,3 2 78-16,0-2 9 0,-3 0 1 0,3 3 1 16,-3 0-22-16,0-3-5 0,0 2-1 0,0 1 0 15,0-1-9-15,0-2-3 16,0 3 0-16,0 0 0 0,0-1 1 0,1-2 0 0,-1 3 0 0,3 0 0 16,-3-1-23-16,3 1-5 0,0 0-1 0,0-1 0 15,6-2 35-15,0 0 6 0,-6 3 2 0,6-3 0 16,0 0-52-16,0 0-12 0,0 0 0 0,0 0 0 15,0 0 0-15,0 0 0 0,0 0 0 0,0 0 0 16,0 0 0-16,6 3 0 0,3-1 0 0,0-2 0 16,0 0 0-16,6 0 0 0,-1 0 0 0,4 0 0 15,0 0 16-15,3-2 1 0,0-1 0 0,3 0 0 16,-1 3-27-16,1-2-6 0,0-1 0 0,0 0-1 16,0 3 17-16,-1-2 0 0,-2-1 0 0,3 3 0 15,-3 0 0-15,6-3 0 0,0 3 0 0,-1-2 0 16,4 2 21-16,0 0 8 0,0 0 2 0,2 0 0 15,-2 0-22-15,0 2-9 0,0-2 8 0,-4 0-8 16,1 3 28-16,0-3 1 0,-3 3 0 0,3-3 0 16,2 2-29-16,1 1 0 0,0 0 0 0,3-1 0 15,-4 4-13-15,1-6-9 0,0 2-2 0,0 1 0 16,0 0 24-16,-7-1 0 0,1 3 0 0,0-2 0 16,0 0 17-16,0-1 5 0,2 1 1 0,1 0 0 15,3-1-23-15,-3 1-10 0,5 0 1 0,-2-1 0 0,0 1 9 0,0 0 0 16,0-3 8-16,-4 2-8 0,-2 1 9 0,0-1-9 15,0 1 12-15,0 2-12 0,-1-2 0 0,1 0 0 16,3-1 0-16,0 1 0 0,-3 0 0 0,2-1 0 0,1 1 0 16,0 0 0-16,-3-3 0 0,0 2 0 0,-4-2 0 15,4 3 0-15,-3 0 55 0,-3-1 7 0,0 1 2 0,0-3 0 16,-1 2-52-16,1-2-12 0,-3 0 0 0,3 3 0 16,0 0 0-16,0-1 0 0,0-2 0 0,3 3 0 15,-4 0 0-15,1-1 0 0,3-2 8 0,-3 3-8 16,-3-3 0-16,3 3 9 0,0-3-9 0,-4 2 8 15,1-2-8-15,0 3 8 0,-3 0-8 0,3-3 8 16,-3 2-8-16,0 1 0 0,3-3 0 0,-3 3 8 16,-3-3-8-16,2 0 8 0,-2 2-8 0,3 1 8 15,-3-3-8-15,3 0 0 0,0 2 9 16,0-2-9-16,0 0 0 0,3 0 0 0,-3 0 0 0,-1 0 8 16,4 0-8-16,-3 0 0 0,0 0 0 0,0 0 0 15,3 0 0-15,-3 0 0 0,0 0 0 0,0-2 0 16,0 2 8-16,0 0-8 0,2 0 10 0,-5 0-10 15,3 0 8-15,0 0-8 0,-3 0 0 0,3 0 9 16,-3 0-9-16,0 0 0 0,3 0 0 0,-3 0 0 16,0 0 0-16,0 0 0 0,-1 0 8 0,1 0-8 15,0 0 0-15,-3 0 0 0,3-3 0 0,-3 3 8 16,0-2-8-16,3 2 0 0,-3 0 0 0,0-3 0 0,3 3 0 16,-3 0 0-16,3 0 0 0,0 0 0 0,-3 0 0 15,3 0 0-15,0 0 0 0,-4 0 0 0,4 0 0 0,0 0 0 16,-3 0 0-16,3 0 0 0,-3 0 0 0,3 0 0 15,0 0 0-15,-3 0 0 0,3 0 0 0,0 0 0 0,-3 0 0 16,3 0 0-16,-3 0 0 0,3-3 0 16,0 3 8-16,-1 0-8 0,-2-2 0 0,3 2 0 15,-3 0 0-15,3 0 0 0,-3 0 0 16,3 0 0-16,-3 0 0 0,0 0 0 0,0 0 0 0,0-3 0 0,0 3 0 0,0-3 0 16,0 3-14-16,0 0 2 0,0-2 0 0,0 2 0 15,0 0-21-15,0-3-4 16,-1 0-1-16,4 1 0 0,-3-1-108 0,0-2-22 15,3 2-4-15</inkml:trace>
  <inkml:trace contextRef="#ctx0" brushRef="#br0" timeOffset="104102.293">16692 12648 938 0,'0'0'40'15,"-3"0"-32"1,3 0 92-16,-6 3 18 0,6-3 4 0,0 0 1 15,-6 2-48-15,6-2-10 0,0 0-1 0,0 0-1 16,0 0-14-16,0 0-2 0,0 0-1 0,0 0 0 16,0 0-36-16,0 0-10 0,0 0 0 0,0 0 0 15,0 0 55-15,0 0 6 0,0 0 2 0,0 0 0 16,0 0-28-16,0 0-6 0,6 3-1 0,0-1 0 0,3 1-6 16,0 0-2-16,0-1 0 0,0-2 0 0,3 3-4 0,0-3 0 15,0 3-1-15,3-1 0 0,-1-2-15 16,1 3 0-16,3 0 8 0,-3-1-8 15,0-2 12-15,3 3 0 0,-3 0 0 0,3-3 0 0,-4 2-12 16,-2-2-16-16,3 0 3 0,0 0 1 0,0 3 12 16,0-3 0-16,0 0 0 0,3 3 0 15,0-1 16-15,-1-2 7 0,4 3 1 0,3-1 0 16,-3 1-10-16,3 2-2 0,-1-2 0 0,1 2 0 0,0-2-4 0,-3 2-8 0,3-2 11 16,-3 2-11-16,-4-2 24 0,4-1-1 0,-3 1-1 15,3 2 0-15,-3-2-22 0,3-3 0 0,0 3 0 0,-1-1 0 16,4 1 0-16,0 0 0 0,0-1 8 0,3 1-8 15,-1 0 8-15,-2-1-8 0,0 1 10 0,0 2-10 16,-3-2 8-16,-1-1-8 0,-2 4 0 0,3-4 0 16,-3 1 0-16,0 2-8 0,0-2-1 0,3 0 0 15,-4-1 9-15,7 4 0 0,0-4 0 0,0 1 0 16,0 0 10-16,3-1 4 0,-1 3 1 0,1-2 0 16,0-3-24-16,-3 3-5 0,2-1-1 0,-5-2 0 15,0 0 33-15,-3 3 6 0,0 0 2 0,0-1 0 16,-3-2-6-16,2 3-2 0,-2 0 0 0,0-1 0 15,3 1 2-15,0-3 0 0,-3 3 0 0,3-3 0 16,0 2-20-16,-1-2 10 0,1 0-10 0,0 0 8 16,0 0 1-16,0 0 0 0,0 0 0 0,-3 0 0 15,2 0-9-15,-2 0 8 0,3-2-8 0,-6 2 8 16,3 0-8-16,-3-3 12 0,0 3-12 0,0-3 12 16,-3 3-28-16,3 0-6 0,-1-2-1 0,1 2 0 15,-3 0 23-15,3-3 0 0,0 3 0 0,0-3 0 0,0 3 0 16,3 0 0-16,-3-2 0 0,3 2 0 0,-4 0 0 0,4-3 0 15,0 3 0-15,0-3 0 0,0 3 0 16,0 0 0-16,0-2 0 0,0-1 0 0,0 3 0 0,-4-3 0 0,4 3 0 16,-3-2 0-16,0 2 0 0,0-3 0 0,0 3 0 0,0-2 0 31,0 2 0-31,0-3 0 0,-3 0 0 0,0 1 0 0,2 2 0 0,-2 0 0 0,3-3 0 0,-3 0 0 16,0 1 0-16,3 2 0 0,0-3 0 0,-3 0 0 15,3 1 0-15,0-1 0 0,0 0 0 0,2 1 0 16,-2-1 19-16,0 0 8 0,3 3 1 0,-3-2 1 15,3-1-29-15,-3 1 0 0,3 2 0 0,0-3 0 16,-3 0-17-16,2 1-10 0,1-1-1 0,0 0-1 16,-3 3 29-16,0 0 0 0,-3-2 0 0,3-1 0 15,-3 3 0-15,3 0 0 0,-3-3 0 0,0 3 0 16,-3 0 0-16,2-2 0 0,-2-1 0 0,0 3 0 16,0 0 0-16,0-3 0 0,0 3 0 0,0-2 0 15,0 2 0-15,0-3 0 0,0 3 0 0,-3 0 0 16,3-3 45-16,0 3 15 0,0-2 4 0,0 2 0 15,0 0-52-15,0-3-12 0,0 3 0 0,0 0 0 16,-6 0 0-16,9 0 0 0,-6-2 0 0,2 2 0 16,1 0 0-16,-6 0 0 0,6 0 0 0,0 0 0 15,-6 0 0-15,6-3 0 0,0 3 0 0,-6 0 0 16,6 0-27-16,-6 0-8 0,6 0-1 0,0 0-1 16,-6 0 8-16,6 0 1 0,0 0 1 0,-6 0 0 15,9-3-28-15,-3 3-5 0,0 0-2 0,0-2 0 16,0 2-108-16,0-3-22 0,0 3-4 0</inkml:trace>
  <inkml:trace contextRef="#ctx0" brushRef="#br0" timeOffset="106128.73">19547 12669 1337 0,'0'0'56'0,"0"0"-44"15,0 0 130-15,0 0 26 0,0 0 6 0,0 0 1 32,0 0-75-32,0 0-16 0,0 0-2 0,0 0-1 15,0 0-13-15,0 0-4 0,0 0 0 0,0 0 0 16,0 0 0-16,0 0 0 0,0 0 0 0,0 0 0 0,3 8-51 0,-3-8-13 0,0 5 0 16,3-2 0-16,0 2 0 0,0 1 0 0,0-1 0 0,0-3 0 15,0 1 0-15,3 2 0 0,0-5 0 0,0 3 0 16,2-3-48-1,1 3-13-15,3-3-3 0,0-3 0 0,0 0-153 16,3-2-31-16</inkml:trace>
  <inkml:trace contextRef="#ctx0" brushRef="#br0" timeOffset="107043.606">20047 11677 1523 0,'0'0'32'0,"0"0"7"16,0 0-31-16,0 0-8 0,-3 0 0 0,3 0 0 16,-6-3 115-16,0 0 21 0,6 3 5 0,-6-2 1 15,3-1-30-15,3 3-7 0,-6 0-1 0,0 0 0 16,0 0-12-16,0 0-2 0,0 3-1 0,-3-1 0 15,3-2-71-15,-2 6-18 0,2-4 0 0,-3 1 0 16,0 2 55-16,0 1 7 0,0-4 2 0,0 6 0 16,0-2-46-16,0 1-9 0,0-1-1 0,0 2-8 15,0 2 9-15,0 1-9 0,3-3 0 0,0 2 9 16,3 4-9-16,-3-4-14 0,4 1 3 0,-1-1 1 16,0 1 10-16,3 0 0 0,3-4 0 0,0 4 0 0,-1-3 0 15,1 0 9-15,3 0-1 0,3 0-8 0,-3-3 0 0,3-2 0 16,3-1-10-16,0 1 10 0,0 0 0 0,3-3 0 0,3-3 0 15,-3 3 0-15,2-5-21 0,-2 2 3 0,3-2 1 16,0 0 0-16,-3-1 17 0,3 1 0 0,-3 0 0 16,0-3 0-16,-1 0 0 0,-2 2 0 0,-3-1 8 0,3-1-8 15,-6 0 12-15,0 2-3 0,0-2-1 0,-3 1 0 16,3 1-8-16,-3-2 8 0,-3-2-8 0,0 2 8 16,-3 0 24-16,0 0 5 0,-3-3 1 0,0 3 0 15,0 0-21-15,-3 0-4 0,3 3-1 0,-6-3 0 16,3 3 2-16,-3 0 0 0,4-1 0 0,-4 4 0 15,0-1-14-15,-3 0 0 0,3 1 0 0,0 2 0 16,0 0-48-16,3 0-13 0,-3 0-3 16,0 0 0-16,3 0-109 0,4 2-23 0,-4 1-4 15</inkml:trace>
  <inkml:trace contextRef="#ctx0" brushRef="#br0" timeOffset="107492.59">20339 11735 2310 0,'0'0'48'0,"0"0"11"0,0 0-47 0,0 0-12 0,0 0 0 0,0 0 0 16,0 0 104-16,0 0 20 0,-6 5 3 0,6-5 1 15,-6 3-103-15,6-3-25 0,-3 5 0 0,0 1 0 16,-3-1 0-16,3-3 0 0,0 4 0 0,0 2 0 15,0-3 35-15,0 3 1 0,0 0 1 16,0 0 0-16,0 0-8 0,0 0-1 0,0 2-1 16,3 1 0-1,-3-3-73-15,3 2-14 0,0 1-4 0,3 0 0 0,-3-1 52 0,3 1 12 0,0-1 0 0,3 1 0 32,-3-3-54-32,3-3-8 0,0 3-2 0,3-3 0 0,-3-2 0 0,3 0 0 15,3-1 0-15,-4 1 0 0,4-3 52 0,0-3 12 0,0 1 0 0,0-1 0 16,0 0 48-16,0-2 13 0,0 0 3 0,0-3 0 15,-3 3 0-15,0-3 0 0,0 0 0 0,-1 0 0 16,1 0 0-16,-3 0 0 0,0 0 0 0,0 0 0 16,-3 0-52-16,3-3-12 0,-6 3 0 0,3-2 0 15,-3 2 54-15,-3-3 8 0,3 3 2 0,-3 1 0 16,0-4-52-16,-3 0-12 0,3 1 0 0,-3 2 0 16,0 0 0-16,-3-3 0 0,1 6 0 0,-1-3 0 15,0 3 34-15,-3-1 4 0,0 1 1 0,0 3 0 16,-3-4-47-16,0 4-10 0,0-1-2 0,-3 0 0 15,4 3-101-15,-1-2-21 0,0 2-4 0</inkml:trace>
  <inkml:trace contextRef="#ctx0" brushRef="#br0" timeOffset="110063.89">14600 11423 1998 0,'0'0'84'15,"0"0"-67"1,0 0 96-16,-6-3 19 0,0-2 4 0,6 5 1 15,-6 0-41-15,0-3-8 0,-3 3-1 0,3 3-1 16,-3-3-26-16,3 2-4 0,-3 1-2 0,3 2 0 16,-3 1-17-16,0-1-3 0,0 0-1 0,1 3 0 15,-1 0-13-15,0 3-4 0,0 2 0 0,0 0 0 16,3 3-16-16,-3 3 8 0,3-1-8 0,0 6 0 16,3-3 0-16,0 0 0 0,0 0 0 0,3 1 0 15,0-1 0-15,3-3 0 0,0 1 0 0,0-1 0 16,3 1-8-16,3-3 8 0,0 0 0 0,3 0-9 15,0-1-7-15,0-1 0 0,2-4-1 0,4 1 0 16,-3-1-11-16,6-4-3 0,-3 2 0 0,3-6 0 16,0 1 31-16,2-3 0 0,4 0 0 0,0-5 0 0,-3 2 0 15,3-2 0-15,-1-3 0 0,1-3 0 16,-3 1 0-16,0-1 0 0,0 0-8 0,-1-2 8 0,-5 0 0 0,0 0 10 0,0-1-2 16,-3 1 0-16,-3-3 20 0,0 3 4 0,-3 0 1 0,-3-3 0 15,-1 0 8-15,-2 0 2 0,0-5 0 0,-3 3 0 16,-3-4-5-16,0 1-1 0,-2-3 0 15,-1 3 0-15,-3 0-14 0,0 3-3 0,-3-1-1 0,0 3 0 16,-3 0-11-16,0 3-8 0,-3 2 12 0,-3 1-12 16,1-1 8-16,-1 3-8 0,0 3 0 0,-3 0 0 15,0 2-14-15,3 3-6 0,-2 0-2 0,2 3 0 16,3-1-87-16,0 4-18 16,0-4-3-16</inkml:trace>
  <inkml:trace contextRef="#ctx0" brushRef="#br0" timeOffset="111131.45">15213 11656 1706 0,'0'0'36'0,"0"0"7"16,0 0-35-16,0 0-8 0,0 0 0 0,0 0 0 15,0 0 81-15,0 0 15 0,0 0 2 0,0 0 1 16,0 0-38-16,0 0-7 0,0 0-2 0,0 0 0 16,0 0-14-16,0 0-3 0,0 0-1 0,0 0 0 15,0 0-5-15,0 0-1 0,6 2 0 0,0 1 0 16,0-3-7-16,3 3-1 0,-3-3-1 0,3 0 0 16,2 2 0-16,-2-2 0 0,3 0 0 0,3 3 0 15,-3-1-6-15,0-2-1 0,0 0 0 0,0 3 0 16,3 0-2-16,0-3-1 0,-1 0 0 0,4 2 0 15,3-2 5-15,-3 0 1 0,3 0 0 0,-3 0 0 16,3-2-7-16,-1 2-8 0,4-3 11 0,-3 0-11 16,0 3 10-16,3-2-10 0,-3-1 8 0,-4 1-8 0,1-1 8 0,0 0-8 15,-3 3 0-15,3-2 8 16,-3-1-8-16,0 3 0 0,-3-3 9 0,2 3-9 0,1 0 8 0,0-2-8 16,0 2 10-16,-3 0-10 0,3 0-11 0,-3 0-8 0,3 0-1 15,-3 0-1-15,-1 0 21 0,4 0 0 0,-3 0 0 0,3 0 0 16,-3 0 13-16,0 0 7 0,0 0 2 15,0-3 0-15,0 3-22 0,0-3 0 0,-1 3 0 16,4 0 8-16,-3-2-8 0,0 2 0 0,0-3 0 0,0 3 0 16,-3 0 0-16,3 0 0 0,-3 0 0 0,0 0 0 15,0 0 0-15,0 0 8 16,-1 0-8-16,1 0 0 0,0 3-16 0,0-3-8 16,0 0-2-16,0 2 0 0,0-2 26 0,0 0 0 0,0 3 0 0,0-3 0 15,0 0 0-15,0 0 0 0,0 0 0 0,0 3 0 16,-1-3 46-16,1 0 14 0,0 0 4 0,3 0 0 15,-3 0-52-15,0 0-12 0,0 0 0 0,3 0 0 16,-3 0 0-16,3 0 0 0,-3 0 0 0,0-3 0 16,0 3 0-16,-1-3 0 0,1 3 0 0,0 0 0 15,0-2 0-15,0 2 0 0,0-3 0 0,0 3 0 16,0 0 0-16,-3-3 0 0,3 3 0 0,0 0 0 16,0-2 0-16,-3 2 0 0,0 0 0 0,3 0 0 15,-3 0 0-15,-1 0 0 0,1 0 0 0,0 0 0 16,0 0 0-16,-3 0 0 0,3 0 0 0,0 0 0 15,0 0 0-15,0 0 0 0,0-3 0 0,0 3 0 16,0 0 54-16,0 0 8 0,3 0 2 0,-3 0 0 0,0 0-52 16,0 0-12-16,3 0 0 0,-3 0 0 0,0 0-16 15,0 3-7-15,-1-3-1 0,-2 2 0 0,3-2 24 16,0 0 0-16,0 0 0 0,-6 0 0 0,6 3 0 0,0-3 0 16,-3 0 0-16,-3 0 0 0,6 3 0 15,0-3-11-15,-6 0 11 0,6 2-8 0,-6-2-13 0,6 0-3 16,-6 0 0-16,6 3 0 15,0-3-28-15,-6 0-7 0,3-3-1 0,3 3 0 16,0 0-173-16,0 0-35 0</inkml:trace>
  <inkml:trace contextRef="#ctx0" brushRef="#br0" timeOffset="114942.27">14582 12373 2269 0,'-6'-6'64'0,"0"4"15"0,3-1-63 0,3 3-16 0,0 0 0 0,-6-3 0 16,6 3 93-16,0 0 16 0,-3 0 3 0,3 0 1 15,0 0-45-15,0 0-10 0,-9 3-2 0,3 2 0 16,3 1-27-16,-3 4-5 0,0 1-2 0,3-1 0 16,-3 6-12-16,3 0-2 0,-3 3-8 0,3 2 12 15,-3-3-12-15,3 4 0 0,-2-1 0 0,-1 3 0 16,3-3 0 0,0 3 0-16,0-1-11 0,3 1 11 0,0 0-18 0,0 0 4 0,3-3 1 15,0 3 0-15,0-6-12 16,3 1-3-16,2-3 0 0,-2 0 0 15,0-6-2-15,3-2-1 0,-3 0 0 0,3-3 0 0,0-2 31 0,0-3 0 0,0 0 13 0,0-3-4 16,0-5-9-16,0 0 0 0,3 1 0 0,-3-4 0 16,0-2 0-16,-4-1 0 0,4 4 0 0,-3-3 0 15,0-1 0-15,0 1 0 0,-3 0 0 0,0 0 0 16,-3 0 53-16,0-1 9 0,0 1 2 0,0 2 0 16,-3 1-24-16,0 2-4 0,0-3 0 0,0 3-1 15,0 3-13-15,0 0-2 0,0 0-1 0,-3 2 0 16,6 3-7-16,0 0-2 0,0 0 0 0,0 0 0 15,0 0-10-15,-3 5 0 0,0 0-12 0,1 3 12 16,2 0-21-16,0 3 3 0,2 0 1 0,4 2 0 16,0 0-19-16,3 0-4 0,0 0-1 0,3 1 0 15,3-1 21-15,0-3 4 0,0-2 0 0,0 0 1 16,3 0 6-16,-4-5 1 0,4 0 0 0,0-3 0 16,-3-3 8-16,0 0 0 0,0-2 0 0,-3-3 0 0,0 0 0 15,0-2 16-15,-1-1-3 0,-5 0 0 16,3-2 21-16,-3 3 4 0,-3-4 1 0,3 4 0 0,-3-3 4 0,0 2 1 15,0-2 0-15,-3 2 0 0,0-2-11 0,0 0-1 0,0 2-1 16,0-2 0-16,0 2-18 0,-3-2-3 16,3 0-1-16,0 0 0 15,0-3-9-15,0 0 0 0,0 0 0 0,0-3 0 0,0 4 0 0,0-1-17 0,3 0 2 0,0 3 1 32,0-1-100-32,3 4-20 0,0 2-4 0</inkml:trace>
  <inkml:trace contextRef="#ctx0" brushRef="#br0" timeOffset="115497.421">15076 12688 2447 0,'-3'-6'103'0,"3"1"-83"16,0 2 109-16,0-2 22 0,0 0 4 0,0-1 1 15,0 1-74-15,3 0-14 0,3-3-4 0,0 3 0 16,0-1-32-16,3 1-6 0,0-3-2 0,0 3 0 16,3 0 4-16,-1-1 0 0,1 1 0 0,3 0 0 15,0 2-12-15,0 0-1 0,0 1-1 0,-3-1 0 16,3 3-14-16,-3 0 9 0,2 0-9 0,-2 3 8 16,-3-1-8-16,3 1 0 0,-3 2 0 0,-3 3 0 15,0 0 0-15,0 0 0 0,0 0-14 0,-3 5 5 16,-3-2-27-16,0 2-4 0,0 0-2 0,-3 3 0 15,0 0-19-15,-3 3-4 0,0-4-1 0,-3 4 0 16,0 0 11-16,0-4 3 0,-3 1 0 0,3 0 0 0,0-3 32 0,-2 1 8 16,5-4 0-16,-3 3 1 0,3-5 11 0,0 0 0 15,3-2 0-15,0 2 0 16,3-8 9-16,0 0 4 0,0 0 1 0,3 2 0 0,0 1 13 0,6-1 2 0,-3-2 1 16,3 0 0-16,0-2-10 0,2 2-3 15,-2-3 0-15,0 3 0 0,3 0 9 0,-3-2 2 16,3 2 0-16,-3 0 0 0,0 0-2 0,-3 2 0 0,3-2 0 0,-3 5 0 15,3-2-4-15,-3 0-1 0,0-1 0 0,3 4 0 16,-4-4-7-16,1 4-2 0,0 2 0 0,-3-3 0 16,0 0-2-16,-3 0-1 0,0 3 0 0,0 0 0 15,-3 0-9-15,-3 3 12 0,-3-3-12 0,4 2 12 16,-1 1-12-16,-3 0 0 0,-3 2 0 0,0 0 0 16,0-2-10-16,0 2-4 0,-3 0-1 0,0 3 0 15,0-3-9-15,-3 0-3 0,4 1 0 0,-4-1 0 16,-3 0-16-16,3-2-3 0,0-1-1 0,0-2 0 15,0-5-125-15,4 2-24 0,-4-2-6 0</inkml:trace>
  <inkml:trace contextRef="#ctx0" brushRef="#br0" timeOffset="116367.1">15880 12693 1552 0,'0'0'44'0,"0"0"10"0,0 0-43 0,0 0-11 0,0 0 0 0,0 0 0 16,0 0 53-16,0 0 9 0,0 0 2 0,0 0 0 16,0 0 0-16,0 0 0 15,0 0 0-15,0 0 0 0,0 0 28 0,0 0 7 0,0 0 1 0,0 0 0 16,0 0-42-16,0 0-8 0,3 0-2 0,3 0 0 16,0-3-9-16,-1 3-3 0,4 0 0 0,-3 0 0 15,3-2-9-15,0 2-3 0,0-3 0 16,3 0 0-16,-3 3-10 15,3-2-2-15,3-1-1 0,-3 3 0 0,3-3-11 0,-1 3 8 0,4-2-8 16,-3-1 8-16,0 0-8 0,0 1 0 0,0-1 0 0,-3 3 8 16,3-5-8-16,-3 2 0 0,2 1 0 0,-2-1 0 15,0 3 8-15,0-3-8 0,0 1 0 0,0-1 8 16,3 3 0-16,0-3 0 0,-3 3 0 0,3 0 0 16,-1-2-8-16,1 2 0 0,0 0 0 0,0 0-11 15,-3 0 11-15,3-3 0 0,0 3 0 0,0 0 0 16,-3 0 0-16,2 0 0 0,1 0 0 0,-3 0 0 15,3 0 0-15,-3-3 0 0,3 3 0 0,-3 0 0 16,-3 0 21-16,3 0 0 0,-3 3 0 0,-1-3 0 16,1 0-30-16,-3 0-7 0,3 0 0 0,0 3-1 15,0-3 17-15,0 2 9 0,-3-2-1 0,3 0 0 16,-3 3 0-16,0-3 0 0,3 3 0 0,-3-1 0 16,0 1-8-16,0-3 0 0,3 3 0 0,-3-1 0 15,2 1 0-15,-2-3 0 0,3 2 0 0,-3 1 0 16,0 0 0-16,3-1 0 0,-3-2 0 0,3 3 0 15,-3-3-35-15,3 0-5 0,0 0-2 0</inkml:trace>
  <inkml:trace contextRef="#ctx0" brushRef="#br0" timeOffset="117153.928">20080 12545 1444 0,'0'0'60'16,"-6"2"-48"-16,0 1 122 0,0-3 24 0,-3 3 5 0,3-1 1 16,0 1-49-16,0 0-10 0,-3-1-1 0,0 3-1 15,3-2-31-15,-3 2-5 0,0-2-2 16,0 2 0-16,0 1-17 15,1-1-3-15,-1 0-1 0,-3 3 0 0,3 0 0 0,0 0 0 0,0 0 0 0,0 5 0 16,0-2-44-16,3 2-8 0,-3 0-3 0,0 1 0 16,3 1 11-16,0 1 16 0,3 0-4 0,-3 0-1 15,6-3-24-15,-3 3-5 0,3-3-1 0,3 1 0 16,-3-1 31-16,3-3 5 0,3 1 2 0,0 0 0 16,0-4-67-16,3 1-12 0,0-2-4 0,3-1 0 15,3-2 52-15,0-1 12 0,0-2 0 0,3 0 0 16,-1 0 0-16,1-2 0 0,0-4 0 0,0 1 0 15,3 0 18-15,-3-3 6 0,-1 3 2 0,-2-3 0 16,0-3 10-16,-3 0 1 0,0 4 1 0,-3-7 0 16,0 4-30-16,-3-4-8 0,0 1 0 0,0 0 0 15,0 2 52-15,-3-2 10 0,0-3 2 0,-3 3 0 16,0 0-52-16,0 2-12 0,-3-2 0 0,0 0 0 16,0 2 0-16,-3-2 0 0,0 0 0 0,0 2 0 15,-6 3 0-15,0-2 0 0,0 2 0 0,-3 0 0 16,-3 0 0-16,4 3 0 0,-4-1 0 0,0 4 0 15,0-4 0-15,0 4 0 0,0-1 0 0,0 3 0 16,4-3-48-16,2 1-13 0,0 2-3 0,3 0 0 16,3-3-102-16,6 3-21 0,0 0-4 0</inkml:trace>
  <inkml:trace contextRef="#ctx0" brushRef="#br0" timeOffset="117509.836">20490 12447 2269 0,'0'0'64'0,"0"0"15"0,0 0-63 0,0 0-16 0,0 0 0 0,0 0 0 16,0 0 105-16,0 0 19 0,0 0 3 0,0 0 1 15,0 0-52-15,0 0-9 0,0 0-3 0,0 8 0 16,3-3 0-16,-3 0 0 0,0-5 0 0,0 6 0 16,0 2-51-16,0-1-13 0,0 1 0 0,0 0 0 15,0 0 54-15,0 0 8 0,-3 3 2 0,3-3 0 16,-3 5-52-16,0-2-12 0,3-1 0 0,-3 6 0 15,1-3 0-15,-1 3 0 0,-3 0 0 0,3 5 0 16,-3 0 0-16,0 1 0 0,3 4 0 0,-3 0 0 16,0-2 0-16,3 3 0 0,0-3 0 0,-3 2 0 15,3-5 0-15,0-2 11 0,0-1-11 0,0-2 10 16,0 0-10-16,3-3 0 0,-3 3 0 0,3-3 0 16,0-2 0-16,0-1 0 0,0 1 0 0,0 0 0 15,0-3 0-15,3 2 0 0,-3-2 0 0,3 0 0 16,0 0 0-16,-3 0 0 0,3-3 0 0,-3 0 0 15,3 1-24-15,-3-6 0 0,0 0 0 0,0 0 0 16,0 0-84-16,3 2-18 0,-3-2-3 0</inkml:trace>
  <inkml:trace contextRef="#ctx0" brushRef="#br0" timeOffset="118555.527">19937 13780 1782 0,'0'0'75'0,"0"0"-60"16,0 0 99-16,0 0 20 0,0 0 4 0,-6 6 1 16,3-4-18-16,3-2-3 0,-6 6-1 0,3-1 0 15,0 0-33-15,0 0-8 0,0 1 0 0,3 2-1 16,-3 0-60-16,0 0-15 0,3 2 0 16,0 1 0-16,-3-1 21 0,3 6 2 0,0-3 0 0,3 6 0 15,-3-1-37-15,0 1-7 0,3 5-2 0,-3-3 0 16,3 0 23-16,-3 0 0 0,3 0 0 0,0 1 0 15,-3-6 0-15,3 2 0 0,-3-2 0 0,3 0 0 16,0-3 0-16,-3 0 0 0,3-2 0 0,0 2 0 16,-3-2 0-16,3-1 0 0,0 1 0 0,0-1 0 15,-3 1-107-15,3-6-17 0,0 3-3 0</inkml:trace>
  <inkml:trace contextRef="#ctx0" brushRef="#br0" timeOffset="118965.288">20199 14056 1934 0,'0'0'81'15,"0"0"-65"-15,0 0 121 16,0 0 24-16,0 0 5 0,-6 0 1 16,6 0-70-16,0 0-13 0,-6 2-4 0,0 1 0 0,3 2-28 0,0 0-7 0,0 1-1 0,0 2 0 15,3-3-35-15,-3 3-9 0,0 2 0 0,3-2 0 16,0 0 0-1,0 3 0-15,0 0 0 0,0-4 0 0,0 4 0 0,3 0 0 0,-3-3 0 0,3 2 0 16,-3 1 0-16,3-3 0 0,0 0 0 0,0 0 0 31,3-1-49-31,-3 1-12 0,3-2-3 0,0-1 0 0,3-2 52 0,-3-1 12 0,3-2 0 0,-1 0 0 16,1-2 0-16,0-1 0 0,3-2 0 0,0-1 0 16,0 1 0-16,0 0 0 0,0-3 0 0,0 0 0 15,0-3 0-15,0 3 0 0,-4 0 0 0,4 3 0 16,-3-3 48-16,0 0 13 0,0-2 3 0,-6 2 0 15,3-3-24-15,-3 1-5 0,0-1-1 0,-3 0 0 16,-3-2 1-16,0 0 0 0,0-3 0 0,-3 0 0 16,-3 0-35-16,0 0 0 0,-3-2 0 0,3-1-9 15,-2 6 9-15,-1-3 0 0,0 3 0 0,-3 3 0 16,3-1 0-16,-3 3 0 0,0 3 0 0,0-3 0 16,3 2 0-16,1 1 0 0,-4 0 0 0,3 2 0 15,-3-2-188-15,-3 2-35 0,0-2-7 0</inkml:trace>
  <inkml:trace contextRef="#ctx0" brushRef="#br0" timeOffset="120332.338">17445 12841 1569 0,'0'0'66'15,"0"0"-53"-15,0 0 95 0,0 0 18 0,-3-5 4 16,3 5 1-16,-3-6-8 0,3 6-2 0,-3-5 0 0,3 5 0 31,0 0-51-31,-3-2-10 0,3 2-3 0,0 0 0 16,0 0-34-16,0 0-7 0,-6 2-2 0,6-2 0 15,-5 3 18-15,-1-1 4 0,3 4 1 0,0 2 0 0,0-3-29 0,3 0-8 0,-3 1 0 0,3-1 0 32,0 0-26-32,0 0-10 0,3 1-1 0,-3-1-1 0,3 0 38 0,3 1 0 0,0-4 0 0,-3 1 0 31,2 0 0-31,4-1 0 0,-3-2 0 0,3 0 0 0,3 0 0 0,-3-2 0 0,0 2 0 0,3-6 0 16,0 4 13-16,0-6 11 0,0 2 1 0,0-2 1 15,-1 3-26-15,-2-3 0 0,0 0 0 0,0 0 0 16,-3 3 9-16,-3-3-9 0,3 3 10 0,-6 0-10 15,3-1 26-15,-3 1-1 0,-3 0 0 0,3-1 0 16,-3 1-1-16,-3 2-1 0,3-2 0 16,-3 2 0-16,-3-2-7 0,3 5-2 0,-3-2 0 0,1 2 0 15,-1 0-34-15,0 0-8 0,-3 2 0 16,0 1-1-16,3-1 50 0,0 1 11 0,3 2 1 0,-3 1 1 16,3-1-34-16,3-2 0 0,-3 5 0 0,3-3 0 15,0 0-23-15,3 0-8 0,0 3-1 0,0-2-1 16,0-1 33-16,3 0 0 0,0 3 0 0,0-3 0 15,3 1 0-15,0-1 0 0,0-2 0 0,0 2 0 16,3-2-16-16,0-3 3 0,-3 2 1 0,3-2 0 16,3-2 12-16,-3 2 0 0,0-3 0 0,-4 0 0 15,4 1 0-15,-3-1 0 0,0-2 0 0,0-1 0 16,-3 1 0-16,0 3 0 0,-3-4 8 0,3 1-8 0,-3 0 25 16,-3-1-1-16,3 1-1 0,-3 2 0 0,0-2 0 15,-3 0 0-15,0 0 0 0,-3-1 0 0,3 4-5 0,-2-4-1 0,-4 4 0 0,3-1 0 16,-3 3-7-16,3-3-2 15,0 3 0-15,-3 3 0 0,3-3-8 0,0 3 0 0,0-1 0 0,3 4 0 16,-3-4 0-16,3 4 0 0,3-1 0 16,-2 0 0-16,5 0 0 15,-3 1 0-15,3 2 0 0,0-3 0 0,3 0-13 0,-1 1 1 0,1 1 1 16,3-1 0-16,0-1 19 16,3-2 4-16,0 2 1 0,3-2 0 0,0-1-13 0,0-2 0 0,3 0 0 15,3-2 0-15,-3 2-24 16,-4-6-7-16,4 4-1 0,0-1-1 0,-3-2 33 0,0-1 0 0,0 1 0 0,-3 3 0 15,0-4 0-15,-3 1 0 0,0 0 0 0,-3-1 0 16,0-2 12-16,-3 3 2 0,0 0 1 0,-3 0 0 16,0-3 6-16,-3 2 2 0,0 1 0 0,0 0 0 15,-6-1-8-15,3 1-2 0,-3 3 0 0,0-1 0 16,-3 0-13-16,0 3 11 0,1 0-11 0,-1 0 10 16,0 3-28-16,3 0-6 0,-3-1 0 0,3 3-1 15,3-2 41-15,0 2 9 0,0 1 2 0,0-1 0 16,3 0-27-16,3 3 0 0,0-2 0 0,1 1 0 15,2 1-12-15,0-2 1 0,2 2 1 0,1 0 0 16,0-1-5-16,3-1-1 0,0-1 0 0,3 0 0 16,0 1 7-16,0-1 1 0,6-2 0 0,-3-1 0 15,0 1 8-15,6 0-8 0,-3-3 8 0,-1 0-8 16,1-3 8-16,0 0 0 0,-3 1 0 0,0-1 0 16,0 0 0-16,0 1 0 0,-3-1 0 0,-3 0 0 15,-3 1 0-15,3-4 8 0,-3 4 0 0,-3 2 0 0,0-6 11 0,0 1 2 16,-3 0 1-16,0 0 0 0,-3-1-3 15,0 4-1-15,0-6 0 0,-3 2 0 0,-3 1-8 16,0 0-2-16,0 0 0 0,0-1 0 0,-3 1-8 0,0 2 0 0,4-2 9 16,-4 2-9-16,0 1 0 0,3-1 0 0,3 0 0 0,-3 1 0 31,6 2-36-31,-3-3-6 0,3 3-1 0,0 0 0 0,6 0-118 0,0 0-24 16,0 0-5-16</inkml:trace>
  <inkml:trace contextRef="#ctx0" brushRef="#br0" timeOffset="120898.364">17597 12875 2200 0,'0'0'46'0,"0"0"10"16,0 0-45-16,0 0-11 0,0 0 0 0,-3 6 0 15,3-6 111-15,-6 2 20 0,6-2 4 0,-3 6 1 16,3-6-53-16,-3 5-11 0,3 0-1 0,-3 1-1 15,3-6-24-15,0 7-5 0,0-1-1 0,0-1 0 16,0 0-15-16,0 3-3 0,3 0-1 0,-3 0 0 16,0-3-9-16,3 3-1 0,-3 0-1 0,0 3 0 15,3-1-2-15,-3-2 0 0,3 6 0 0,0-4 0 16,-3 3-8-16,3 1 0 0,0 2 0 0,-3 2-11 16,3 1 11-16,0 2 0 0,0 0 0 0,0 0 0 15,0 0 0-15,0-2 0 0,0 2 0 0,0-2 0 0,0-1 0 0,0-2 0 16,3-3 0-16,-3 3 0 0,0-3 0 15,3 0 0-15,-3-2 0 0,0 2 0 0,0-2 0 0,0-1 0 16,0 1 0-16,0 2 0 0,3-2 0 16,-3-1 0-16,0 4 0 0,2-4 0 0,-2 3 0 15,0-2 0-15,0 2 0 0,0 1 0 0,0-1 0 16,-3 0 0-16,3 0 0 0,0 0 8 0,0 3-8 0,-3-2 0 16,3-1 0-16,-3-3 0 0,3 4 15 0,-3-1-2 0,3-3 0 0,-3 1 0 15,0 0-13-15,3-3-18 0,-3 5 4 0,3-5 1 16,0 0 35-16,-3 0 7 0,3 0 2 0,-3 2 0 15,0-2-22-15,3 0-9 0,-3-3 8 0,3 3-8 16,-3 0 0-16,0 0 8 0,3 0-8 0,-3 3 0 16,3-3 8-16,-3 2-8 0,0-2 0 0,0 3 8 15,0-1-8-15,0-2 0 0,0 3 9 0,0-1-9 16,0 1 8-16,0-3-8 0,0 2 10 0,-3 1-10 16,3 0 11-16,0-1-11 0,-3 1 12 0,3-1-12 15,0 1 9-15,-3-3-9 0,3 2 0 0,-3-2 9 16,3 0-9-16,0 0 0 0,0 0 0 0,0 0 0 15,0 0 0-15,0-3 0 0,0 1 0 0,0-6 0 16,0 0 0-16,0 5-17 0,0-5 4 0,0 0 1 16,0 0-36-16,0 0-8 0,0 0 0 0</inkml:trace>
  <inkml:trace contextRef="#ctx0" brushRef="#br0" timeOffset="122330.174">17791 13955 1507 0,'0'0'31'0,"0"0"9"0,0 0-32 0,0 0-8 0,0 0 0 0,0 0 0 16,6 0 68-16,0 0 12 0,-3 0 2 0,2 3 1 15,-2-3-15-15,3 2-4 0,0 1 0 0,0 0 0 16,0-1-4-16,3 1 0 0,-3 0-1 0,3 2 0 16,0-3-43-16,0 4-16 0,3-1 11 0,0 0-11 15,0 1 25-15,3-1-1 0,2-2 0 0,-2 4 0 16,3-4-24-16,-3 2 0 0,3-2 0 0,0 2 0 16,3-2-14-16,-4 2-8 0,4-2-2 0,-3 0 0 15,0-1 24-15,0 4 0 0,0-4 0 0,-3 1 0 16,-1-1 0-16,4 1 0 0,0 0 0 0,-3-1 0 15,3 1 15-15,0 0 7 0,0-3 2 0,2 2 0 0,-2-2-24 16,0 3 0-16,0-3 0 0,0 3 0 0,0-3 0 16,0 0 0-16,-3 2 0 0,2-2 0 0,1 0 0 0,-3 0 0 15,3 0 0-15,-3 0 0 0,0 0 0 0,0 0 0 0,0 0 0 16,-1 0 0-16,1 0-15 0,0 0-7 16,0 0-2-16,3 0 0 0,-3 0 48 0,0 0 10 0,3 0 2 0,-1 0 0 15,1 0-16-15,-3-2-4 0,3 2 0 16,0 0 0-16,-3 0 0 0,3 0 0 0,-6 0 0 0,5 0 0 15,-2 0-1-15,0 0-1 0,0-3 0 0,0 3 0 16,0 0-5-16,-3 0-1 0,0 0 0 0,0 3 0 16,-1-3 24-16,-2 0 5 0,0 2 1 0,3-2 0 15,-3 0-30 1,3 3-8-16,-3 0 0 0,3-1 0 0,0-2 0 0,-3 3 0 0,3 0 0 0,-1-3 0 16,1 2 0-16,0-2 0 0,0 3 0 0,0-3 0 15,0 2 0-15,0-2 0 0,0 0 0 0,0 0 0 16,0 0 0-16,0 0 0 0,-1 0 0 0,1 0 0 15,-3 0 0-15,3 0 0 0,0 0 0 0,-3 0 0 16,0 0 0-16,3 0 0 0,0 0 0 0,-3 0 0 16,0 0 0-16,0 0 0 0,0 0 0 0,-4 0 0 15,1 0 0-15,0 0 0 0,0 0 0 0,0 0 0 16,0 3 0-16,-3-3 0 0,3 3 0 0,0-3 0 16,-3 0 0-16,3 0 0 0,0 0 0 0,-3 0 0 15,3 2 52-15,0-2 10 0,-3 0 2 0,3 3 0 16,0-3-52-16,-3 3-12 0,3-3 0 0,0 0 0 15,-3 2 0-15,3-2 0 0,0 0 0 0,-3 0 0 0,2 3 0 16,1-3 0-16,0 0 0 0,0 0 0 0,0 3 0 16,0-3 0-16,0 0 0 0,0 0 0 15,-6 0 0-15,6 2-16 0,0-2 3 0,0 0 1 16,-6 0 12-16,9 0 8 0,-3 0 0 0,0 0-8 16,0 0 13-16,0 0-4 0,-6 0-1 0,6 0 0 0,0 0 0 0,-6 0-8 0,6 0 12 15,-6 0-4-15,0 0-8 0,3 0 12 0,-3 0-12 16,6 3 12-16,-6-3-4 0,0 0-8 0,5 0 12 0,-5 0-4 15,0 0-8-15,0 0 0 0,0 0 0 0,0 0 8 16,0 0-8-16,0 0 0 0,0 0 9 0,0 0-9 16,3 0-18-16,-3 0-8 15,0 0-2-15,0 0 0 0,0 0 28 0,0 0 0 0,6 3 0 0,-6-3 0 16,0 0 0-16,0 0 0 0,6-3 0 0,-6 3 0 16,3 0-56-16,-3 0-7 0,6-3-1 0</inkml:trace>
  <inkml:trace contextRef="#ctx0" brushRef="#br0" timeOffset="124235.443">19970 15087 2169 0,'0'0'45'0,"0"0"11"0,0 0-45 0,0 0-11 0,0 0 0 0,0 6 0 16,0-6 84-16,0 8 14 0,0-3 3 15,0 3 1-15,0-3-36 0,0 3-7 0,0 0-2 0,0 0 0 16,0 0-41-16,0 0-8 0,0 3-8 0,0 2 12 16,0 0 20-16,0 3 5 0,0 0 1 0,0 0 0 15,0 2-26-15,0-2-12 0,0 3 10 0,0-4-10 16,0 4 0-16,0-3 0 0,0 0 0 0,0-3 0 16,0 0-36-16,0 0-3 0,0 1-1 15,0-1 0-15,0-3-24 0,0 4-4 0,0-4-2 0,0 1 0 16,0-6-144-1,2 3-29-15</inkml:trace>
  <inkml:trace contextRef="#ctx0" brushRef="#br0" timeOffset="124566.884">20228 15201 2310 0,'-5'-16'48'0,"2"11"11"16,0 0-47-16,0 0-12 0,0-3 0 0,0 2 0 15,0 1 104-15,0 0 20 0,0-1 3 0,-3 1 1 16,3 2-52-16,3 3-9 0,0 0-3 0,0 0 0 16,-3-2-22-16,3 2-5 0,0 0-1 0,0 0 0 15,0 0-14-15,0 0-3 0,0 0-1 0,-3 8 0 16,0 2-10-16,0 1-8 0,3 2 12 0,-3 3-12 0,3 0 10 0,-3 2-10 0,3 1 8 16,0-1-8-16,-3 1 0 0,3 0 0 15,0-4 0-15,-3 4 0 0,3-3 0 0,-3 0 0 0,3-3 0 16,-3 3 0-16,3-6 0 0,-3 6 0 0,0 0 0 15,0-3 0-15,3 3 0 0,-3-3 0 16,0 1 0-16,0-1 0 0,3-3-9 0,-3 1 9 16,3 0-12-16,0-3 12 0,-3 0-24 0,3-1 1 15,0-1 1-15,0-6 0 16,0 0-70-16,0 0-13 0,0 0-3 0,0 0-1 16,0 0-70-16,6-3-13 0,0 0-4 0</inkml:trace>
  <inkml:trace contextRef="#ctx0" brushRef="#br0" timeOffset="126536.802">16377 15437 1337 0,'-15'8'28'0,"6"-6"6"0,3 4-34 0,-3-4 0 0,3 1 0 0,0 0 0 16,0-1 0-16,0 1 0 0,0-3 0 0,0 3 0 16,0-3 57-16,0 2 5 0,0-2 1 0,1 3 0 15,-1-3-50-15,0 2-13 0,0-2 0 0,0 0 0 16,6 0 52-16,-6 3 6 0,6-3 1 0,-6 3 0 16,6-3-43-16,-6 0-16 0,6 0 11 0,0 0-11 15,0 0 53-15,0 0 5 0,0 0 1 0,0 0 0 16,0 0-43-16,0 0-16 0,0 0 11 0,0 0-11 15,0 0 0-15,6 5 0 0,0-5 0 0,0 3 0 16,3-3 0-16,0 0 0 0,2-3 0 0,1 3 0 16,0 0 0-16,0 0 0 0,3 0 0 0,0 0 0 15,3 0 29-15,0 0 0 0,-3 0 0 0,5 3 0 16,-2-3-17-16,3 0-4 0,0 0-8 0,0 2 12 16,0-2-4-16,-1 0 0 0,1 0-8 0,0 0 12 0,3 0 0 15,-3 0 0-15,3 0 0 0,2 3 0 0,-2-3-4 16,3 0 0-16,0 3-8 0,3-3 12 0,-4 2-12 0,1 1 9 15,3-3-9-15,0 3 8 0,-1-3-8 0,-2 2 0 16,0-2 0-16,0 3 0 0,3-1 0 16,-4-2 0-16,1 3 0 0,3 0 0 0,-3-1 0 15,2 1 0-15,-2-3 0 0,3 3 0 0,-3-1 0 0,0 1 18 16,-1-3-3-16,4 0-1 0,-6 0-22 0,3 0-5 16,0 0-1-16,-1 3 0 0,1-3 62 0,3 0 13 0,0 0 3 15,-4 2 0-15,4-2-64 0,0 3-12 0,0-3-2 0,-4 3-1 16,1-3 15-16,0 0 0 0,-3 0 0 0,3 2 0 15,-4-2 9-15,1 3-9 0,3-3 0 0,0 3 9 16,-3-1-9-16,2 1 12 0,1-3-12 0,0 5 12 16,-3-2-12-16,0-1 10 0,2 1-10 0,1 0 10 15,-3-1 0-15,-3 1 0 0,3 0 0 0,-3-1 0 16,2 1-10-16,-2 0-17 0,0-3 4 16,3 2 1-16,-3 1 60 0,3 0 13 15,-4-1 3-15,1-2 0 0,3 3-73 0,-3-1-15 0,3 1-2 0,-4-3-1 16,1 3 27-16,3-1 0 0,-3-2 0 0,0 3 8 15,0-3-8-15,-1 3 0 0,-2-3 8 0,3 0-8 16,-3 0 20-16,3 0 0 0,0 0 0 0,0 0 0 16,-1 0-20-16,4 0 0 0,-3 0 0 0,0 0 0 15,3 0-9-15,-3 0-7 0,-4 0 0 0,4 0-1 16,0 0 17-16,0 0 0 0,0 0 8 0,0 2-8 16,-4-2 11-16,4 3-11 0,-3-3 12 0,0 0-12 15,0 0 9-15,0 0-9 0,0 0 0 0,-1 0 9 16,1 0-9-16,0 0 0 0,3 0 9 0,-3 0-9 15,0 0 0-15,0 0 0 0,-1 0 0 0,1 0 0 0,0 0 0 0,-3 0 0 16,0 0 0-16,3 0 0 0,-3-3 0 0,0 3 0 0,-1-2 0 16,-2 2 0-16,3 0 0 0,-3 0 0 0,3 0 0 0,-3 0 0 15,0 0 40-15,0 0 4 0,0 0 1 16,0 2 0-16,-4-2-29 0,4 3-7 0,-3-3-1 0,3 0 0 16,-3 0 3-16,0 3 0 0,3-3 0 15,-3 0 0-15,0 2-11 0,0 1 0 0,0-3 0 0,-3 3 0 16,3-1 0-16,-4-2 0 0,4 0 0 0,-3 3 0 15,0-3 0-15,-3 0 0 0,3 0 0 0,-6 0 0 16,0 0 0-16,0 0 0 0,0 0 0 0,0-8 0 16,-3-3-203-16,0-2-42 15</inkml:trace>
  <inkml:trace contextRef="#ctx0" brushRef="#br0" timeOffset="127460.771">15192 15196 1337 0,'0'0'56'0,"0"0"-44"15,0 0 41-15,0 0 9 0,0 0 2 0,0 0 0 16,0-5 32-16,0 5 6 0,0 0 2 0,0 0 0 15,0 0-16-15,0 0-2 0,0 0-1 0,0 0 0 16,0 0-16-16,0 0-3 0,0 0-1 0,0 0 0 16,0 0-8-16,0 0-1 0,0 0-1 0,0 0 0 15,6 2-9-15,-3 4-2 0,0 2 0 0,3-1 0 16,-3 4-11-16,0 2-2 0,3 1-1 0,-3 1 0 16,0 1-6-16,3 0-2 0,-3 3 0 0,0-1 0 15,3 3-6-15,-3 1 0 0,3-1-1 0,-3 3 0 16,0 2-7-16,-1 0 0 0,1 4-8 0,0-1 12 15,0 0-12-15,-3 3 0 0,3-1 0 0,0 4 0 16,-3-6 0-16,3 0 8 0,0 0-8 0,-3-3 0 16,0 4 0-16,0-4 0 0,0 0 0 0,0 4 0 15,0-7 0-15,0 4 0 0,0-1 0 0,-3-2 0 16,3-3-13-16,0-2-3 0,0-1 0 0,0-2 0 16,0-3-25-16,0 1-6 0,3-6-1 0,0-3 0 15,3-2-150-15,0-3-30 0,3-3-7 0</inkml:trace>
  <inkml:trace contextRef="#ctx0" brushRef="#br0" timeOffset="128110.847">15677 15466 1337 0,'0'0'56'0,"0"0"-44"16,0-5 41-1,0 2 9-15,0-2 2 0,3-1 0 0,-3 1-1 0,0 5 0 0,0-5 0 0,3-1 0 16,-3 6 1-16,3-5 1 0,-3 3 0 0,0 2 0 16,0 0-52-16,0 0-13 0,3-3 0 0,-3 3 0 15,6-3 53-15,-6 3 8 0,3-2 2 16,3 2 0-16,0 0-50 0,0 0-13 0,0 0 0 0,0 2 0 15,3 1 56-15,-3 0 7 0,3-3 1 0,-3 5 0 16,3-3-52-16,2 1-12 0,-2 0 0 0,3-1 0 16,0 1 0-16,3 0 0 0,3-3 0 0,-3 2 0 15,3 1 0-15,0 0 0 0,-1-1 0 16,1 1 0-16,3 0 0 0,0-1 0 0,0 1 0 0,0 0 0 16,-1-1 0-16,4 1 0 0,0-1 0 0,-3 1 0 15,3 0 0-15,-3-1 0 0,-1-2 0 0,1 3 0 16,0-3 0-16,0 3-13 0,3-3 2 0</inkml:trace>
  <inkml:trace contextRef="#ctx0" brushRef="#br0" timeOffset="134166.136">17567 12828 1094 0,'0'0'23'0,"0"0"5"0,0 0-28 0,-6 2 0 0,6-2 0 0,-6 0 0 16,6 0 102-16,0 0 15 0,0 0 3 0,0 0 1 16,-3 0-41-16,3 0-8 0,0 0-1 0,0 0-1 15,0 0-16-15,0 0-3 0,0 0-1 0,-5-2 0 16,5 2 10-16,0 0 1 0,0 0 1 0,0 0 0 15,-3-5-10-15,3 5-3 0,0-6 0 0,0 6 0 16,0-5-19-16,0 5-4 0,0 0-1 0,0 0 0 16,0 0-14-16,-3-5-3 0,3 5-8 0,0 0 12 15,0 0 42-15,-3-3 8 0,3 3 2 0,-6-3 0 16,0 3-52-16,0 3-12 0,0 0 0 0,-3-1 0 16,3 1 0-16,0 2-15 0,-3 1 3 0,3-1 1 15,-3 3 11-15,3 0 16 0,0-3-4 0,0 3-1 16,0 0-23-16,3-3-5 0,0 3-1 0,0-3 0 15,3 1 0-15,0-6 0 0,0 5 0 0,3 0 0 16,0-2-8-16,3 0-2 0,0-1 0 0,0-2 0 0,3 0 28 16,3 0 0-16,0-2 0 0,0-4 0 0,6 4 0 15,-3-6-8-15,2 2 8 0,1-4 0 16,0 2 0-16,3-3 0 0,-3-2 0 0,0 2 0 0,0-2 0 0,-4 3 0 16,4-4 0-16,-3 1 0 0,-3 0 0 0,0 2 0 15,-3 1 0-15,0-1 0 0,-3 3 0 0,-3-2 0 16,3 2 0-16,-3 0 0 0,0 0 39 15,-3 3 6-15,0-3 2 0,0 2 0 0,-3 1-24 0,3 0-5 0,-3-1-1 0,0 4 0 16,-3-3 38-16,0 2 7 0,0 0 2 16,-3 1 0-16,-3 2-55 0,0-3-9 0,0 3 0 15,0 0 0-15,0 0 0 0,1 3 0 0,-1-1 0 0,-3 1 0 16,3 0 0-16,-3 2 0 0,3-3 0 0,0 6 0 16,3-2 0-16,-3-1 0 0,3 3 0 0,0 0 0 15,1 0 0-15,2 0 0 0,0 0 0 0,0 0 0 16,0 0-16-16,3 2-8 0,0 1-1 0,3-1-1 15,0-2-10-15,0 3-1 0,0-1-1 0,3-2 0 16,0 0 38-16,3 0 0 0,-3 0 0 0,3-3 0 16,3 1-26-16,-3-4 2 0,2 4 1 0,4-4 0 15,-3-2 11-15,3 0 1 0,0 0 1 0,0-2 0 16,0-1 10-16,0 0 0 0,0-2-9 0,0 2 9 16,-3-2 0-16,2 0 0 0,-2 0 0 0,0-1 0 15,-3 1 0-15,3-3 13 0,-6 3-3 0,0-1-1 16,0 1 15-16,0 3 2 0,-3-6 1 0,0 2 0 15,-3 1 7-15,0-3 2 0,-3 3 0 0,0-1 0 0,0 1-9 0,0-3-2 16,-3 3 0-16,0-3 0 0,1 5-5 16,-1-2-2-16,0 0 0 0,-3 0 0 15,0 2-6-15,0 0-2 0,0 1 0 0,0-1 0 16,0 3-10-16,0 0 8 0,0 0-8 0,4 3 8 16,-4-1-8-16,3 1 0 0,-3 2 0 0,3 0 0 0,3-2 0 0,-3 2 0 0,3 1 0 0,0-1 0 31,0 0-20-31,3 3-8 0,0-3-3 0,0 1 0 0,3-6 31 0,-3 5 0 0,3 3 0 0,0-3 0 15,0-5-57 1,0 6-6-16,0-6-1 0,3 2 0 0,3 4 52 0,-3-6 12 0,3 2 0 0,3-2 0 16,0 0-218-1,0-2-41-15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3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 6448 0 0,'0'0'585'0'0,"-6"0"384"0"0,-5 1 313 0 0,9-1-1071 0 0,1 1 0 0 0,0-1 0 0 0,-1 0 0 0 0,1 0 0 0 0,-1 0-1 0 0,1 0 1 0 0,-1 0 0 0 0,1 0 0 0 0,-1 0 0 0 0,-1-1 0 0 0,1-1 540 0 0,1 2-773 0 0,-12 1 1827 0 0,6-1-1335 0 0,6 0-56 0 0,-4 5-214 0 0,-16 7-126 0 0,15-4-74 0 0,6-7 5 0 0,-1 1 23 0 0,0 0 0 0 0,1 0 0 0 0,-1-1 0 0 0,0 1 0 0 0,0-1-1 0 0,0 1 1 0 0,0-1 0 0 0,-1 1 0 0 0,1-1 0 0 0,0 1 0 0 0,-1-1 0 0 0,-1 2 0 0 0,3 8 277 0 0,0 10-698 0 0,1-12 246 0 0,6 2 118 0 0,7 8 29 0 0,-12-16 0 0 0,1 0 0 0 0,9 7 0 0 0,-10-9 0 0 0,-1 0 0 0 0,1 0 0 0 0,0 0 0 0 0,-1-1 0 0 0,1 1 0 0 0,0 0 0 0 0,-1-1 0 0 0,1 1 0 0 0,0-1 0 0 0,0 0 0 0 0,0 1 0 0 0,-1-1 0 0 0,1 0 0 0 0,0 0 0 0 0,0 0 0 0 0,0-1 0 0 0,2 1 0 0 0,4-2 0 0 0,-1 0 0 0 0,14-6 0 0 0,-14 5 0 0 0,-4 2 0 0 0,0 0 0 0 0,0 0 0 0 0,-1 0 0 0 0,1-1 0 0 0,0 1 0 0 0,-1-1 0 0 0,4-3 0 0 0,7-5 0 0 0,-2-5 53 0 0,-11 15-27 0 0,1-1-1 0 0,-1 1 1 0 0,0-1 0 0 0,1 1 0 0 0,-1-1 0 0 0,1 0 0 0 0,-1 1-1 0 0,0-1 1 0 0,1 0 0 0 0,-1 1 0 0 0,0-1 0 0 0,0 0-1 0 0,1 0 1 0 0,-1 1 0 0 0,0-1 0 0 0,0 0 0 0 0,0 1-1 0 0,0-1 1 0 0,0 0 0 0 0,0 0 0 0 0,0 1 0 0 0,0-1-1 0 0,-1 0 1 0 0,1 0 0 0 0,0 1 0 0 0,0-1 0 0 0,0 0-1 0 0,-1 1 1 0 0,0-2 0 0 0,-1 0 120 0 0,0 0 1 0 0,0 0-1 0 0,-1 0 0 0 0,1 0 0 0 0,-1 0 1 0 0,-4-2-1 0 0,-5-3-14 0 0,9 5-123 0 0,0 0 0 0 0,-1 0-1 0 0,1 1 1 0 0,-1-1-1 0 0,1 1 1 0 0,-1-1-1 0 0,1 1 1 0 0,-1 0-1 0 0,0 0 1 0 0,1 1-1 0 0,-1-1 1 0 0,0 1-1 0 0,0 0 1 0 0,0 0-1 0 0,1 0 1 0 0,-1 1 0 0 0,0-1-1 0 0,0 1 1 0 0,-5 1-1 0 0,1 1-242 0 0,6-3 36 0 0,1 1 0 0 0,-1-1 0 0 0,0 1 0 0 0,1-1 0 0 0,-1 1 0 0 0,1 0 0 0 0,-1-1 0 0 0,1 1 0 0 0,-1 0 0 0 0,1 0-1 0 0,0 0 1 0 0,-1 0 0 0 0,1 1 0 0 0,0-1 0 0 0,0 0 0 0 0,0 0 0 0 0,0 1 0 0 0,-1 1 0 0 0,-5 8-1506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4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 10136 0 0,'0'0'4472'0'0,"-2"1"-4083"0"0,-25 9 340 0 0,27-9-723 0 0,0-1 0 0 0,-1 0-1 0 0,1 1 1 0 0,0-1 0 0 0,0 0-1 0 0,0 1 1 0 0,0-1 0 0 0,0 1 0 0 0,0-1-1 0 0,0 0 1 0 0,0 1 0 0 0,0-1-1 0 0,0 1 1 0 0,0-1 0 0 0,0 0 0 0 0,0 1-1 0 0,0-1 1 0 0,0 1 0 0 0,0-1-1 0 0,1 1 1 0 0,-1 0-23 0 0,0 0-1 0 0,-1 0 1 0 0,1 0-1 0 0,0 0 1 0 0,-1 0-1 0 0,1-1 1 0 0,0 1-1 0 0,-1 0 1 0 0,1 0-1 0 0,-1 0 1 0 0,0 0-1 0 0,1-1 1 0 0,-1 1 0 0 0,-1 1-1 0 0,2-1 3 0 0,-1 0 0 0 0,0-1 0 0 0,0 1 0 0 0,1 0 0 0 0,-1 0 0 0 0,0 0 0 0 0,1 0-1 0 0,-1 0 1 0 0,1 0 0 0 0,-1 2 0 0 0,1 0 10 0 0,0 0-1 0 0,0 0 1 0 0,0 0-1 0 0,0 0 0 0 0,1 4 1 0 0,0 12 12 0 0,-2-16-7 0 0,-1 14 0 0 0,2-5 0 0 0,-3-4 0 0 0,3-7 0 0 0,0-1 0 0 0,0 0 0 0 0,0 1 0 0 0,1-1 0 0 0,-1 0 0 0 0,0 1 0 0 0,0-1 0 0 0,0 0 0 0 0,0 1 0 0 0,1-1 0 0 0,-1 0 0 0 0,0 1 0 0 0,0-1 0 0 0,0 0 0 0 0,1 0 0 0 0,-1 1 0 0 0,0-1 0 0 0,0 0 0 0 0,1 0 0 0 0,-1 0 0 0 0,1 1 0 0 0,2 0 3 0 0,0 1 0 0 0,0-1 1 0 0,1 0-1 0 0,-1 0 0 0 0,0 0 1 0 0,1 0-1 0 0,-1 0 0 0 0,1-1 1 0 0,-1 0-1 0 0,1 0 0 0 0,-1 0 1 0 0,1 0-1 0 0,-1 0 0 0 0,1-1 1 0 0,-1 1-1 0 0,4-2 0 0 0,0 0 25 0 0,0 0 0 0 0,1-1 0 0 0,-1 0 1 0 0,0 0-1 0 0,-1 0 0 0 0,9-6 0 0 0,-10 5 217 0 0,0-1 0 0 0,0 1 0 0 0,5-7 0 0 0,6-5 136 0 0,-15 15-336 0 0,0 0-1 0 0,0 0 0 0 0,0 0 1 0 0,0 0-1 0 0,-1 0 1 0 0,1 0-1 0 0,0 0 0 0 0,0 0 1 0 0,-1-1-1 0 0,1 1 1 0 0,0 0-1 0 0,-1 0 0 0 0,1-1 1 0 0,-1 1-1 0 0,0 0 1 0 0,1-1-1 0 0,-1 1 1 0 0,0-2-1 0 0,0 0 161 0 0,-1 0 0 0 0,1-1 0 0 0,-1 1 1 0 0,0 0-1 0 0,0 0 0 0 0,-2-4 0 0 0,3 6 94 0 0,0-1-71 0 0,-1 1-217 0 0,1 0 0 0 0,0 1 0 0 0,0-1-1 0 0,0 0 1 0 0,-1 0 0 0 0,1 0 0 0 0,0 0 0 0 0,-1 1 0 0 0,1-1 0 0 0,-1 0 0 0 0,1 1 0 0 0,-1-1 0 0 0,1 0 0 0 0,-1 1 0 0 0,0-1 0 0 0,1 0 0 0 0,-1 1 0 0 0,0-1 0 0 0,1 1 0 0 0,-1-1-1 0 0,0 1 1 0 0,0-1 0 0 0,-1 1 0 0 0,-23-9-495 0 0,23 8 452 0 0,-1 1 93 0 0,0-1 0 0 0,0 1 0 0 0,0 0 1 0 0,0-1-1 0 0,1 1 0 0 0,-1 1 0 0 0,0-1 0 0 0,0 0 0 0 0,0 1 0 0 0,0-1 0 0 0,1 1 0 0 0,-6 2 0 0 0,-1 1-1448 0 0,1 0-1 0 0,-12 8 1 0 0,14-8-894 0 0,-7 4-3709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 4144 0 0,'0'0'6574'0'0,"-1"-1"-5783"0"0,-1 0-696 0 0,0 1 1 0 0,0 0-1 0 0,0-1 0 0 0,0 1 1 0 0,0 0-1 0 0,-1 0 0 0 0,1 0 1 0 0,0 0-1 0 0,0 0 0 0 0,0 1 1 0 0,0-1-1 0 0,0 1 0 0 0,0-1 1 0 0,0 1-1 0 0,0 0 0 0 0,0-1 1 0 0,0 1-1 0 0,1 0 0 0 0,-1 1 1 0 0,0-1-1 0 0,-2 2 0 0 0,-1 2 191 0 0,-1 0-1 0 0,1 0 1 0 0,1 0-1 0 0,-1 1 1 0 0,-3 7 0 0 0,5-10-260 0 0,0 0 0 0 0,1 1 0 0 0,0 0 1 0 0,0-1-1 0 0,0 1 0 0 0,0 0 0 0 0,1 0 1 0 0,-1 0-1 0 0,1 0 0 0 0,0 0 1 0 0,0 0-1 0 0,1 1 0 0 0,-1-1 0 0 0,1 0 1 0 0,0 0-1 0 0,0 1 0 0 0,0-1 1 0 0,1 0-1 0 0,0 0 0 0 0,-1 0 0 0 0,1 1 1 0 0,1-1-1 0 0,2 7 0 0 0,9 16-395 0 0,-12-25 584 0 0,8 4 235 0 0,-6-5-445 0 0,0 0 0 0 0,0 0 1 0 0,1-1-1 0 0,-1 0 0 0 0,0 1 0 0 0,1-1 0 0 0,-1 0 0 0 0,0-1 0 0 0,6 0 0 0 0,30-10-13 0 0,-31 9 7 0 0,-4 0 25 0 0,0 0 0 0 0,-1 0 0 0 0,1 0 0 0 0,0 0 0 0 0,-1-1-1 0 0,1 1 1 0 0,-1-1 0 0 0,0 0 0 0 0,4-4 0 0 0,-7 6-11 0 0,0 1-1 0 0,1 0 1 0 0,-1-1-1 0 0,0 1 0 0 0,0-1 1 0 0,1 1-1 0 0,-1 0 1 0 0,0-1-1 0 0,0 1 0 0 0,0-1 1 0 0,0 1-1 0 0,1-1 1 0 0,-1 1-1 0 0,0-1 0 0 0,0 1 1 0 0,0-1-1 0 0,0 1 1 0 0,0-1-1 0 0,0 1 0 0 0,0-1 1 0 0,0 1-1 0 0,-1-1 1 0 0,1 1-1 0 0,0-1 0 0 0,0 1 1 0 0,0 0-1 0 0,0-1 1 0 0,-1 1-1 0 0,1-1 0 0 0,0 1 1 0 0,-1-1-1 0 0,1 0 14 0 0,-1 1-1 0 0,1-1 1 0 0,0 1-1 0 0,0 0 0 0 0,-1-1 1 0 0,1 1-1 0 0,0-1 1 0 0,0 1-1 0 0,0-1 1 0 0,-1 0-1 0 0,1 1 0 0 0,0-1 1 0 0,0 1-1 0 0,0-1 1 0 0,0 1-1 0 0,0-1 1 0 0,0 1-1 0 0,0-1 0 0 0,0 1 1 0 0,1-1-1 0 0,-1 1 1 0 0,0-1-1 0 0,0 0 0 0 0,0 1 1 0 0,0-1-1 0 0,1 1 1 0 0,-1 0-1 0 0,0-1 1 0 0,0 1-1 0 0,1-1 0 0 0,-1 1 1 0 0,1-1-1 0 0,-1 1 1 0 0,1-1-1 0 0,5-4 84 0 0,-5 4-86 0 0,1 0 0 0 0,-1 0 0 0 0,0-1 0 0 0,1 1 1 0 0,-1 0-1 0 0,0-1 0 0 0,0 1 0 0 0,0-1 0 0 0,0 1 1 0 0,0-1-1 0 0,0 1 0 0 0,-1-1 0 0 0,2-2 0 0 0,-2 4 0 0 0,0-1-1 0 0,0 0 1 0 0,1 0-1 0 0,-1 0 1 0 0,0 0-1 0 0,0 0 1 0 0,0 1-1 0 0,0-1 1 0 0,-1 0-1 0 0,1 0 1 0 0,0 0-1 0 0,0 0 1 0 0,0 1-1 0 0,-1-1 1 0 0,1 0-1 0 0,0 0 1 0 0,-1 1-1 0 0,1-1 1 0 0,-1 0-1 0 0,1 0 1 0 0,-1 1-1 0 0,1-1 1 0 0,-1 0-1 0 0,1 1 1 0 0,-1-1-1 0 0,0 1 1 0 0,1-1-1 0 0,-2 0 1 0 0,-4-4 302 0 0,3 2-272 0 0,-1 1 1 0 0,1 0-1 0 0,-1 0 0 0 0,0 0 1 0 0,0 1-1 0 0,0-1 1 0 0,0 1-1 0 0,0 0 1 0 0,0 0-1 0 0,0 0 0 0 0,-1 0 1 0 0,1 1-1 0 0,-7 0 1 0 0,6 0-261 0 0,1 1 1 0 0,0 0-1 0 0,0 0 1 0 0,0 1-1 0 0,0-1 0 0 0,0 1 1 0 0,0 0-1 0 0,1 0 1 0 0,-7 4-1 0 0,8-5 59 0 0,1 0-501 0 0,1 14-6245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5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25 9096 0 0,'0'0'3216'0'0,"1"-1"-2408"0"0,0 0-599 0 0,-1 0 0 0 0,0 0 1 0 0,1 0-1 0 0,-1 0 0 0 0,0 1 1 0 0,1-1-1 0 0,-1 0 0 0 0,0 0 1 0 0,0 0-1 0 0,0 0 0 0 0,0 0 1 0 0,0 0-1 0 0,0 0 0 0 0,0 0 1 0 0,0 0-1 0 0,0 0 0 0 0,-1 0 0 0 0,1 0 1 0 0,0 1-1 0 0,0-1 0 0 0,-1 0 1 0 0,-1-3 2400 0 0,2 5-2562 0 0,0 0-1 0 0,-1 0 1 0 0,1 0-1 0 0,0 0 0 0 0,-1 0 1 0 0,1 0-1 0 0,-1-1 1 0 0,1 1-1 0 0,-1 0 0 0 0,1 0 1 0 0,-2 0-1 0 0,-4 9 88 0 0,6-9-125 0 0,0 0 0 0 0,0 0 0 0 0,-1 1 0 0 0,2-1 0 0 0,-1 0 0 0 0,0 0 0 0 0,0 0 0 0 0,0 1 0 0 0,0-1 0 0 0,1 2 0 0 0,0-2-3 0 0,-1 1-1 0 0,1-1 0 0 0,-1 1 0 0 0,0-1 0 0 0,0 1 0 0 0,0-1 0 0 0,0 1 1 0 0,0 2-1 0 0,-1 1 3 0 0,1 0 0 0 0,-1 0 0 0 0,1 0 0 0 0,0 0 0 0 0,1 0 1 0 0,0 7-1 0 0,0-5 1 0 0,-1 1 0 0 0,-1-1 0 0 0,1 0 0 0 0,-1 0 0 0 0,-2 9 0 0 0,1-6 7 0 0,-1 21 0 0 0,3-10 7 0 0,-2 1-1 0 0,-3 22 1 0 0,3-28-95 0 0,1 0 1 0 0,0 0-1 0 0,3 17 1 0 0,-1 1-1507 0 0,-1-32 1031 0 0,1 0-1 0 0,-1 0 0 0 0,1 0 0 0 0,0 1 0 0 0,-1-1 0 0 0,1 0 0 0 0,0 0 0 0 0,0 0 1 0 0,1 0-1 0 0,-1 0 0 0 0,3 3 0 0 0,4-1-5066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 2304 0 0,'0'0'5514'0'0,"-4"-7"-2519"0"0,4-5 5164 0 0,0 13-8157 0 0,1-1 0 0 0,-1 1 0 0 0,1 0 0 0 0,-1 0 1 0 0,1 0-1 0 0,-1-1 0 0 0,0 1 0 0 0,1 0 0 0 0,-1 0 0 0 0,0 0 0 0 0,0 0 0 0 0,0 0 0 0 0,0 0 0 0 0,0 0 0 0 0,0 1 0 0 0,-6 78 9 0 0,-1-1-12 0 0,6-68 0 0 0,-3 22 0 0 0,2-22-102 0 0,-1 21-1 0 0,1 6-174 0 0,1-30 103 0 0,0 1 0 0 0,0 0 0 0 0,1-1 0 0 0,1 1 0 0 0,0 0 0 0 0,2 10 0 0 0,-3-10-31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32 8288 0 0,'-5'5'5364'0'0,"4"-4"-4820"0"0,-2 0-450 0 0,0 1 0 0 0,0 0 1 0 0,1 0-1 0 0,-1 0 0 0 0,0 0 1 0 0,1 0-1 0 0,0 1 0 0 0,-1-1 1 0 0,1 1-1 0 0,0-1 0 0 0,-3 6 1 0 0,5 21-95 0 0,0-24 0 0 0,1 0 0 0 0,-1 0 0 0 0,-1-1 0 0 0,0 10 0 0 0,-2-1 0 0 0,4-9 0 0 0,1-1 0 0 0,0 9 0 0 0,5-4 0 0 0,-5-7 0 0 0,-1 0 0 0 0,0 0 0 0 0,1 0 0 0 0,-1 0 0 0 0,0 0 0 0 0,0 0 0 0 0,0 0 0 0 0,0 0 0 0 0,0 0 0 0 0,0 1 0 0 0,0-1 0 0 0,1 2 0 0 0,1 1 0 0 0,9 0 0 0 0,-8-4 66 0 0,1 0 1 0 0,-1 0-1 0 0,0 0 1 0 0,0-1-1 0 0,0 0 1 0 0,0 0-1 0 0,0 0 1 0 0,0 0 0 0 0,0-1-1 0 0,0 1 1 0 0,0-1-1 0 0,6-4 1 0 0,-2 1 136 0 0,0-1 1 0 0,0 0-1 0 0,-1 0 1 0 0,9-10-1 0 0,-11 11-91 0 0,-4 4-104 0 0,1-1 1 0 0,-1 0-1 0 0,0 1 1 0 0,0-1-1 0 0,0 0 1 0 0,0 0-1 0 0,0 1 1 0 0,0-1-1 0 0,0-3 1 0 0,3-4 31 0 0,-3 5 133 0 0,1 0-1 0 0,-1 0 0 0 0,0 0 0 0 0,0 0 0 0 0,0 0 0 0 0,0-1 1 0 0,-1 1-1 0 0,0 0 0 0 0,0 0 0 0 0,0-1 0 0 0,-1-6 0 0 0,0 9-63 0 0,1-1 0 0 0,-1 0 0 0 0,0 0 0 0 0,0 1-1 0 0,0-1 1 0 0,-1 0 0 0 0,1 1 0 0 0,-1-1-1 0 0,1 1 1 0 0,-1 0 0 0 0,0-1 0 0 0,0 1-1 0 0,0 0 1 0 0,0 0 0 0 0,0 0 0 0 0,0 0 0 0 0,-3-1-1 0 0,3 2-112 0 0,0 0-1 0 0,0 1 0 0 0,0-1 0 0 0,0 1 1 0 0,0-1-1 0 0,0 1 0 0 0,0 0 0 0 0,0 0 0 0 0,0 0 1 0 0,-1 0-1 0 0,1 0 0 0 0,-3 1 0 0 0,-26 5-206 0 0,29-5 182 0 0,-11 2-799 0 0,0 1 0 0 0,0 1 0 0 0,0 0 1 0 0,1 1-1 0 0,0 1 0 0 0,-18 11 0 0 0,15-3-826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7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3224 0 0,'0'0'13535'0'0,"-1"2"-13303"0"0,-4 12 99 0 0,1 0 0 0 0,-5 26-1 0 0,4-14-330 0 0,-7 25 0 0 0,9-41 0 0 0,1 1 0 0 0,0 0 0 0 0,0 13 0 0 0,-2 10 0 0 0,3-22-911 0 0,0-1 0 0 0,1 1 1 0 0,1 15-1 0 0,-1 3-1387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37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 9184 0 0,'0'0'421'0'0,"0"-1"-12"0"0,0-3 2466 0 0,-1 5-2708 0 0,0-1 0 0 0,0 1 0 0 0,0-1 0 0 0,0 1 0 0 0,0-1 0 0 0,0 1-1 0 0,0-1 1 0 0,0 0 0 0 0,0 1 0 0 0,0-1 0 0 0,0 0 0 0 0,0 0 0 0 0,-2 0 0 0 0,0 1 165 0 0,0-1-67 0 0,-1 1-165 0 0,-7 12 1751 0 0,9-11-1870 0 0,1 0 0 0 0,-1 1 0 0 0,1-1 0 0 0,0 0 0 0 0,0 0 0 0 0,0 0 0 0 0,0 1 0 0 0,1-1 0 0 0,-1 0 0 0 0,0 1 0 0 0,1-1 0 0 0,-1 5 0 0 0,-2 14 991 0 0,0-12-656 0 0,2 8-134 0 0,0 26-1 0 0,1-32-142 0 0,0 1 1 0 0,-1-1 0 0 0,0 0-1 0 0,0 1 1 0 0,-6 19-1 0 0,5-24-68 0 0,0 0-1 0 0,1 0 0 0 0,0 0 1 0 0,0 0-1 0 0,0 0 0 0 0,1 13 0 0 0,8 14-568 0 0,-8-32 235 0 0,0 0-405 0 0,0-1 599 0 0,0 0 100 0 0,0-1-1 0 0,-1 1 1 0 0,1-1 0 0 0,0 1-1 0 0,0-1 1 0 0,0 1 0 0 0,0-1-1 0 0,0 1 1 0 0,0-1 0 0 0,0 1-1 0 0,0-1 1 0 0,0 1 0 0 0,1-1-1 0 0,-1 1 1 0 0,0-1 0 0 0,0 1-1 0 0,0-1 1 0 0,1 1 0 0 0,3 6-443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29 1376 0 0,'0'0'12406'0'0,"-1"1"-12287"0"0,-6 5-10 0 0,6-5-99 0 0,-1 0 0 0 0,0 0 0 0 0,1 0 0 0 0,0 1 1 0 0,-1-1-1 0 0,1 0 0 0 0,0 1 0 0 0,-1-1 0 0 0,1 0 0 0 0,0 1 0 0 0,0-1 0 0 0,0 1 0 0 0,0 2 1 0 0,-1-3-11 0 0,0 2 0 0 0,1 12 0 0 0,1-8 0 0 0,1 2 0 0 0,3 1 0 0 0,-2-8-8 0 0,-2 0-1 0 0,1-1 0 0 0,0 0 1 0 0,-1 0-1 0 0,1 0 0 0 0,0 0 1 0 0,0 0-1 0 0,0 1 0 0 0,0-2 1 0 0,0 1-1 0 0,0 0 0 0 0,0 0 1 0 0,0 0-1 0 0,0 0 0 0 0,1-1 1 0 0,-1 1-1 0 0,0-1 0 0 0,0 1 1 0 0,1-1-1 0 0,-1 1 0 0 0,0-1 1 0 0,1 0-1 0 0,-1 1 0 0 0,3-1 1 0 0,2 1 8 0 0,-4-1 0 0 0,0 0 0 0 0,-1 0 0 0 0,1 0 0 0 0,0 0 0 0 0,-1 0 0 0 0,1 0 0 0 0,0 0 0 0 0,-1-1 0 0 0,1 1 0 0 0,0-1 0 0 0,-1 1 0 0 0,1-1 0 0 0,1 0 0 0 0,25-11 0 0 0,-20 7 0 0 0,-3-3 0 0 0,-4 5-3 0 0,-1 1 4 0 0,0 1 1 0 0,0 0-1 0 0,1 0 0 0 0,-1 0 1 0 0,1 0-1 0 0,-1 0 0 0 0,1 0 1 0 0,-1 0-1 0 0,1 0 0 0 0,0 0 1 0 0,-1 0-1 0 0,2-2 0 0 0,-1 1 82 0 0,0 0 0 0 0,0 0 0 0 0,0 0 0 0 0,-1 0 0 0 0,1 0 0 0 0,-1 0 0 0 0,1 0 0 0 0,-1 0 0 0 0,0 0 0 0 0,0 0-1 0 0,0 0 1 0 0,0 0 0 0 0,0-1 0 0 0,-1 1 0 0 0,1 0 0 0 0,0 0 0 0 0,-1 0 0 0 0,0 0 0 0 0,1 0 0 0 0,-1 0 0 0 0,0 0 0 0 0,0 0 0 0 0,0 1 0 0 0,-2-4 0 0 0,1 4-70 0 0,1-1 1 0 0,-1 0 0 0 0,0 0 0 0 0,0 0 0 0 0,0 1 0 0 0,0-1-1 0 0,0 1 1 0 0,0-1 0 0 0,0 1 0 0 0,0 0 0 0 0,-1 0 0 0 0,1 0-1 0 0,0 0 1 0 0,-1 1 0 0 0,1-1 0 0 0,-1 0 0 0 0,1 1 0 0 0,-1 0-1 0 0,1 0 1 0 0,-1-1 0 0 0,1 2 0 0 0,-1-1 0 0 0,1 0 0 0 0,-1 0-1 0 0,1 1 1 0 0,-1-1 0 0 0,1 1 0 0 0,-3 1 0 0 0,-28 20-4369 0 0,31-20 2861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3224 0 0,'0'0'7474'0'0,"-1"2"-6950"0"0,-11 21 294 0 0,6-9-780 0 0,6-10-17 0 0,1-2-16 0 0,-1 20-5 0 0,1-12 0 0 0,5 7 0 0 0,-4-15 0 0 0,-2-1 0 0 0,1 1 0 0 0,0 0 0 0 0,0-1 0 0 0,0 0 0 0 0,0 1 0 0 0,0-1 0 0 0,0 1 0 0 0,2 1 0 0 0,5-1 0 0 0,-4-2 0 0 0,-2 1 5 0 0,1-1 1 0 0,-1 0-1 0 0,0 1 1 0 0,0-1-1 0 0,1 0 1 0 0,-1 0-1 0 0,0 0 1 0 0,1-1-1 0 0,-1 1 1 0 0,0 0-1 0 0,1-1 1 0 0,-1 1-1 0 0,0-1 1 0 0,0 0 0 0 0,0 0-1 0 0,3-1 1 0 0,3-2 28 0 0,-6 3 15 0 0,0 0 0 0 0,0-1 0 0 0,0 1 0 0 0,0 0 0 0 0,-1-1 0 0 0,1 1 0 0 0,0-1 0 0 0,1-2 0 0 0,5-5 448 0 0,-6 8-305 0 0,0-1-1 0 0,-1 0 0 0 0,1 1 1 0 0,-1-1-1 0 0,1 0 1 0 0,-1 0-1 0 0,0 0 0 0 0,0 0 1 0 0,0 0-1 0 0,0 0 1 0 0,0 0-1 0 0,0-1 0 0 0,0 1 1 0 0,-1 0-1 0 0,1 0 1 0 0,-1-1-1 0 0,0-3 0 0 0,-9-9 820 0 0,8 14-964 0 0,0-1-1 0 0,1 1 1 0 0,-1 0-1 0 0,0-1 1 0 0,0 1-1 0 0,0 0 1 0 0,0 0 0 0 0,0 0-1 0 0,0 0 1 0 0,0 0-1 0 0,-1 0 1 0 0,1 0-1 0 0,-2 0 1 0 0,-7-7 106 0 0,9 7-57 0 0,-1 1-33 0 0,-1 0-89 0 0,1 0-21 0 0,1 0 1 0 0,0 0-1 0 0,-1 0 1 0 0,1 0-1 0 0,0 0 0 0 0,-1 0 1 0 0,1 1-1 0 0,0-1 1 0 0,-1 0-1 0 0,1 1 0 0 0,0-1 1 0 0,-1 1-1 0 0,1-1 0 0 0,-2 2 1 0 0,-5 3-1315 0 0,1 0 0 0 0,-11 4 0 0 0,15-8-173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7920 0 0,'0'0'2628'0'0,"-2"0"-1647"0"0,-28 6 1916 0 0,27-6-2518 0 0,1 0-26 0 0,1 1-297 0 0,-1-1 0 0 0,1 0 0 0 0,-1 1 0 0 0,1-1 0 0 0,-1 0 1 0 0,1 1-1 0 0,0 0 0 0 0,-1-1 0 0 0,1 1 0 0 0,0 0 0 0 0,0-1 0 0 0,-1 1 0 0 0,1 0 0 0 0,0 0 0 0 0,0 0 0 0 0,0 0 0 0 0,0 0 0 0 0,0 1 0 0 0,0-1 0 0 0,1 0 0 0 0,-1 0 0 0 0,0 1 0 0 0,0 1 0 0 0,-13 18-56 0 0,13-19 0 0 0,0 0 0 0 0,0 1 0 0 0,1-1 0 0 0,-1 0 0 0 0,0 1 0 0 0,1-1 0 0 0,-1 1 0 0 0,1-1 0 0 0,0 1 0 0 0,0-1 0 0 0,0 1 0 0 0,1 3 0 0 0,-1 13 0 0 0,0-9 0 0 0,1 4 15 0 0,2-10 17 0 0,-2-2-12 0 0,8 7-7 0 0,-6-7-27 0 0,0-1-1 0 0,1 1 0 0 0,-1-1 0 0 0,0 1 0 0 0,1-1 0 0 0,-1 0 0 0 0,1 0 0 0 0,-1-1 0 0 0,1 1 1 0 0,0-1-1 0 0,-1 0 0 0 0,1 0 0 0 0,5-1 0 0 0,-1 1 2 0 0,-4 0 14 0 0,0-1-1 0 0,0-1 0 0 0,0 1 1 0 0,0-1-1 0 0,0 0 0 0 0,0 1 1 0 0,0-2-1 0 0,0 1 0 0 0,0 0 1 0 0,-1-1-1 0 0,0 0 0 0 0,1 0 1 0 0,-1 0-1 0 0,0 0 0 0 0,3-4 1 0 0,-2 1 143 0 0,-3 4-118 0 0,0 0 0 0 0,1 0 1 0 0,-1 1-1 0 0,0-1 1 0 0,0 0-1 0 0,-1 0 0 0 0,1 0 1 0 0,0 0-1 0 0,0-3 0 0 0,-7-14 445 0 0,5 15-400 0 0,-1 0 1 0 0,0 1-1 0 0,0-1 0 0 0,0 0 1 0 0,0 1-1 0 0,0-1 0 0 0,-1 1 1 0 0,0 0-1 0 0,1 0 0 0 0,-1 0 0 0 0,0 0 1 0 0,-1 0-1 0 0,1 1 0 0 0,0-1 1 0 0,-1 1-1 0 0,1 0 0 0 0,-1 0 1 0 0,0 0-1 0 0,0 0 0 0 0,-6-1 0 0 0,8 2-362 0 0,0 1 0 0 0,-1-1-1 0 0,1 1 1 0 0,0-1 0 0 0,0 1-1 0 0,0 0 1 0 0,-5 0-1 0 0,7 0 14 0 0,-1 1 0 0 0,0-1 0 0 0,1 1 0 0 0,-1-1 0 0 0,0 0-1 0 0,1 1 1 0 0,-1-1 0 0 0,1 1 0 0 0,-1-1 0 0 0,1 1 0 0 0,-1-1-1 0 0,1 1 1 0 0,-1 0 0 0 0,1-1 0 0 0,0 1 0 0 0,-1 1 0 0 0,-4 5-4766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8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8840 0 0,'4'-6'7932'0'0,"-7"11"-5353"0"0,2-2-2642 0 0,0-1 0 0 0,1 1 1 0 0,-1 0-1 0 0,0 0 0 0 0,1-1 0 0 0,-1 6 0 0 0,-4 49 159 0 0,5-54-95 0 0,0 14 41 0 0,1 0-1 0 0,2 18 1 0 0,-1-19-230 0 0,-1-1 1 0 0,-2 32-1 0 0,0-10-3094 0 0,1-27 1768 0 0,0-8-12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8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8288 0 0,'0'0'4630'0'0,"0"8"-4218"0"0,0-5-208 0 0,-1 0 0 0 0,1 0 1 0 0,-1 0-1 0 0,0-1 0 0 0,-1 5 0 0 0,-2 7 403 0 0,-2 19-552 0 0,1 0 0 0 0,-1 48 1 0 0,1-32-458 0 0,5-16-1604 0 0,0-31 1494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9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24 4144 0 0,'0'0'8950'0'0,"-2"1"-8227"0"0,0 0-604 0 0,0 0-1 0 0,0 0 1 0 0,0 0 0 0 0,0 1 0 0 0,0-1-1 0 0,1 1 1 0 0,-1-1 0 0 0,0 1-1 0 0,1 0 1 0 0,-1 0 0 0 0,1-1 0 0 0,0 1-1 0 0,-1 0 1 0 0,1 0 0 0 0,0 1 0 0 0,0-1-1 0 0,0 0 1 0 0,1 0 0 0 0,-2 3 0 0 0,2-3-80 0 0,0 0 0 0 0,0-1 0 0 0,-1 1 1 0 0,1 0-1 0 0,0 0 0 0 0,-1-1 0 0 0,-1 4 1 0 0,1-3-34 0 0,1-1 0 0 0,-1 1 1 0 0,1-1-1 0 0,-1 1 1 0 0,1-1-1 0 0,-1 1 0 0 0,1 3 1 0 0,0 34 3 0 0,0-38-10 0 0,0 0 0 0 0,-1-1 0 0 0,1 1 0 0 0,0 0 0 0 0,0-1 0 0 0,0 1 0 0 0,0 0 0 0 0,0 0 0 0 0,0-1 0 0 0,1 1 0 0 0,-1 0 0 0 0,0-1 0 0 0,0 1 0 0 0,0 0 0 0 0,1 0 0 0 0,-1-1 0 0 0,0 1 0 0 0,1-1 0 0 0,-1 1 0 0 0,0 0 0 0 0,1-1 0 0 0,-1 1 0 0 0,1-1 0 0 0,-1 1 0 0 0,1-1 0 0 0,0 1 0 0 0,1 1 0 0 0,10 10 0 0 0,-8-11 0 0 0,-1-1 0 0 0,-1 0 3 0 0,1 1 0 0 0,-1-1-1 0 0,1 0 1 0 0,-1 0 0 0 0,1 0-1 0 0,-1 0 1 0 0,1 0 0 0 0,-1-1-1 0 0,0 1 1 0 0,1-1 0 0 0,-1 0-1 0 0,1 0 1 0 0,-1 1 0 0 0,0-1-1 0 0,0-1 1 0 0,0 1 0 0 0,1 0-1 0 0,-1 0 1 0 0,0-1 0 0 0,-1 0-1 0 0,1 1 1 0 0,0-1 0 0 0,0 0-1 0 0,1-2 1 0 0,15-19 289 0 0,-14 18-100 0 0,-1 0-1 0 0,1 0 1 0 0,0 0 0 0 0,4-10 0 0 0,-7 13-123 0 0,-1 0 1 0 0,1 0-1 0 0,0-1 0 0 0,-1 1 0 0 0,0 0 1 0 0,1 0-1 0 0,-1-1 0 0 0,0 1 0 0 0,0 0 1 0 0,0-1-1 0 0,-1 1 0 0 0,1 0 0 0 0,0-1 0 0 0,-1 1 1 0 0,0 0-1 0 0,-1-5 0 0 0,1 5-16 0 0,0 0 0 0 0,0-1 0 0 0,0 1 0 0 0,0 0-1 0 0,0 0 1 0 0,-1 0 0 0 0,1 0 0 0 0,-1 0 0 0 0,1 0 0 0 0,-1 0 0 0 0,0 0-1 0 0,0 0 1 0 0,0 1 0 0 0,0-1 0 0 0,0 1 0 0 0,0-1 0 0 0,0 1 0 0 0,0 0 0 0 0,-3-1-1 0 0,-8-1 60 0 0,12 2-112 0 0,-1 1 0 0 0,1-1 1 0 0,-1 1-1 0 0,1 0 0 0 0,-1-1 0 0 0,1 1 0 0 0,-1 0 0 0 0,1 0 1 0 0,-1 0-1 0 0,0 0 0 0 0,1 0 0 0 0,-1 0 0 0 0,1 0 1 0 0,-1 1-1 0 0,1-1 0 0 0,-1 1 0 0 0,1-1 0 0 0,-1 1 1 0 0,1-1-1 0 0,0 1 0 0 0,-1 0 0 0 0,-1 1 0 0 0,-8 6-309 0 0,0 1 0 0 0,1 0 0 0 0,1 0-1 0 0,-10 12 1 0 0,-2 7-5435 0 0,12-13 159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4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8840 0 0,'0'0'1996'0'0,"0"2"-1424"0"0,0 4-81 0 0,-1-1 0 0 0,0 0 0 0 0,-3 9 0 0 0,2-7-402 0 0,1-1 0 0 0,-1 1-1 0 0,1-1 1 0 0,0 8 0 0 0,1-11-96 0 0,0 12-148 0 0,-1 0 0 0 0,-2 20 0 0 0,2-31 95 0 0,1 0 0 0 0,0 1 1 0 0,0-1-1 0 0,1 0 1 0 0,0 6-1 0 0,0-6-56 0 0,0 1 0 0 0,-1-1-1 0 0,0 1 1 0 0,0 6 0 0 0,-2 11-1163 0 0,0 37-1 0 0,2-46-1481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3:36:5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 5528 0 0,'1'-1'5717'0'0,"3"-6"16"0"0,-5 8-5408 0 0,-11 37 546 0 0,10-31-816 0 0,0 0-1 0 0,0 0 1 0 0,0 0-1 0 0,1 0 1 0 0,0 1-1 0 0,1 9 1 0 0,-2 10 40 0 0,-4 22-72 0 0,2-31-163 0 0,2 1-1 0 0,0 0 1 0 0,1 38-1 0 0,2-32-521 0 0,1 0-301 0 0,-1-13 452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2:58:09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14231 3043 1824 0,'0'0'38'0,"-6"-5"8"0,6 5-37 0,-3-3-9 0,3 3 0 0,-6 0 0 16,0 3 104-16,0-3 20 0,3 5 3 0,-3 3 1 31,0 0-52-31,0-3-9 0,0 11-3 0,0-5 0 0,0 7-51 0,3-2-13 0,-3 0 0 0,0 5 0 16,3 0 0-16,0-5 0 0,0 5 0 0,0-5 0 16,3 5 0-16,0-5 0 0,0 0 0 0,3 2 0 15,0-2 0 1,0-5 0-16,3 2 0 0,0 0 0 0,3-5 0 0,0-5 0 0,0 2 0 0,0-2 0 31,3-3-48-31,0-3-13 0,0 1-3 0,0-4 0 0,-1-2 77 0,1 0 15 0,0-5 4 0,-3 5 0 16,3-5-20-16,-3 0-4 0,0 2-8 0,0-2 12 15,0 0 11-15,-3 2 1 16,3-5 1-16,-6 6 0 0,3-1 27 0,-3-5 6 0,0 3 1 16,-3 0 0-16,3 0-11 0,-3 2-1 0,0-2-1 0,-3 2 0 15,3 6-18-15,-3-3-4 0,3 0-1 0,0 8 0 16,0 0-23-16,0 0 0 0,0 0 0 0,0 0 0 15,0 0 0-15,0 11 0 0,-3-3 0 0,6 5 0 16,-3 0 10-16,3-2-2 0,3 7-8 0,-1-7 12 16,1 2-12-16,3 0 0 0,0 0 0 0,0 3-10 15,3-8-2-15,0 3 0 0,0-3 0 0,3 2 0 16,-3-2 12-16,0-5 0 0,0 2-9 0,-1-2 9 16,1-3 0-16,-3 0 0 0,0 0 0 0,0-3 0 15,0 3 12-15,0-8-4 0,0 3 0 0,-3-3 0 16,0 3 17-16,0-3 3 0,0-3 1 0,-3 3 0 15,0-5 11-15,3 0 1 0,-3 2 1 0,-3-5 0 16,3 3-9-16,-3-5-1 0,3-1-1 0,-3 1 0 16,0-1-17-16,0-2-3 0,-3-3-1 0,3 3 0 0,0 2-10 0,-3 1 0 15,0-1 0-15,3 3 8 16,-3 1-20-16,0 7-4 0,3 0 0 0,-3 0-1 16,3 0-96-16,0 8-19 0,0 0-4 0</inkml:trace>
  <inkml:trace contextRef="#ctx0" brushRef="#br0" timeOffset="301.874">14817 3199 2264 0,'0'0'96'0,"0"0"-77"15,0 0 100-15,0-5 20 0,0 5 4 0,0 0 1 16,0-3-48-16,0 3-8 0,0 0-3 0,0 0 0 15,0 0-39-15,0 0-8 0,0 0-2 0,0 0 0 16,0 0-16-16,0 0-4 0,3 3-1 0,0 2 0 16,-3 3-7-16,3 0-8 0,-3 5 11 0,0-2-11 15,0 2 8-15,0 3-8 0,0 2 0 0,-3 3 0 16,3 3 0-16,0-3 0 0,0 1 0 0,-3 4 0 16,3 1 0-16,0-6 0 0,-3 3 0 0,3-3 0 15,0 0 0-15,-3-3-12 0,3-2 0 0,0 3 0 16,0-3-33-16,0-3-7 0,0 3 0 0,0-8-1 15,3-3-173-15,0 0-34 0</inkml:trace>
  <inkml:trace contextRef="#ctx0" brushRef="#br0" timeOffset="944.914">15162 3016 2318 0,'-3'-15'48'0,"0"1"11"0,0 4-47 0,3 2-12 16,0-5 0-16,-3 5 0 16,3 0 103-16,0 0 18 0,0 2 4 0,0 1 1 15,0 3-50-15,0 2-9 0,0 0-3 0,0 0 0 0,0 0 0 0,0 0 0 0,0 0 0 0,0 0 0 16,0 5-64-16,0 5 0 0,0 4-8 16,0 7-1-16,0-3 9 0,3 4 12 0,-3 4-2 0,0 3-1 15,3-2-9-15,-3 2 0 0,0 0 0 0,3 0-11 16,-3 5 11-16,3-2 0 15,0 5 8-15,-3 5-8 0,3-2 0 0,0 2 0 16,-3 1 0-16,3 10 0 0,0-8 0 0,0 0 0 16,0 5 0-16,0-2 0 0,0 7 0 0,0-5 0 15,0 3 0-15,3 3 0 0,-6-1 0 0,3-10 0 16,0 3 0-16,-3 2 0 0,0-5 0 0,0 0 0 0,0 3 0 0,0-8 0 16,-3-3 0-16,3-3 0 0,-3-2 0 0,0 2 0 15,0-10 0-15,0 2 0 0,0-2 0 0,-3 0 0 16,3-3 0-16,0 0 0 0,0-2 0 0,0-1 0 15,0-4-47-15,3-4-13 0,-3-2-4 16,3 0 0-16,0-8-176 0,0 0-36 0</inkml:trace>
  <inkml:trace contextRef="#ctx0" brushRef="#br0" timeOffset="1615.745">13671 3773 1579 0,'-18'-2'32'0,"12"2"10"0,0 0-34 0,6 0-8 0,-3 0 0 0,3 0 0 16,0 0 52-16,0 0 9 0,0 0 2 0,0 0 0 16,0 0-6-16,0 0-1 0,0 0 0 0,0 0 0 15,0 0-37-15,3 5-8 0,3 0-2 0,3-5 0 16,0 3 44-16,3 2 9 0,0-5 2 0,3 3 0 15,3-3-52-15,2 0-12 0,4 0 0 0,3-3 0 16,6 3 54-16,3 0 8 0,2 0 2 0,7 0 0 16,2 0-55-16,1-5-9 0,6 2 0 0,5 3 0 15,1-5 0-15,5 2 0 0,4 1 0 0,11-1 12 16,-6 0-4-16,10 1 0 0,-1-4 0 0,15 1 0 16,-8 0 37-16,5 2 7 0,3-5 2 0,12 0 0 0,-11 3-43 0,-1 0-11 15,3-3 0-15,12 5 0 0,-15-5 0 16,1 3 0-16,2 0 0 0,6 2 0 15,-12-2-21-15,0 2-7 0,1 3 0 0,2-5-1 0,-12 2 29 0,-5 3 0 0,-1 0 0 16,0-5 0-16,-11 5 0 0,-7-3 0 16,-2 3 0-16,-4 0 0 15,-8 0-27-15,-3 0-9 0,-7 0-1 0,-2 3-1 16,-6-3-72-16,-6 5-14 0,-4-5-4 0</inkml:trace>
  <inkml:trace contextRef="#ctx0" brushRef="#br0" timeOffset="2248.936">16025 2987 1653 0,'3'-16'69'0,"0"1"-55"16,0 1 104-16,-3-2 21 0,3 3 4 0,-3 3 1 15,0 2-32-15,-3-6-5 0,3 7-2 0,-3-1 0 16,0 0-29-16,-2 0-5 0,2 2-2 0,-3-1 0 15,0 1-21-15,-3 4-4 0,3 2 0 0,-3-6-1 16,0 6-21-16,0 0-4 0,0 6-1 0,0-6 0 16,-3 2-17-16,0 4 0 0,0 1 8 0,3 1-8 15,-2 6-8-15,-1 1-6 0,3-1-1 0,-3 4 0 16,6 9 15-16,-3-3 0 0,3 5 0 0,3 2 0 16,0-2 0-16,0 1 0 0,3-1 0 0,3 0 0 15,-3 0 0-15,3 0 0 0,0 0 0 0,0 0 0 16,3 3 0-16,-3 2 0 0,3-2 0 0,0 3 0 15,0-6 0-15,0 0 0 0,-3 0 0 0,3 3 0 16,-3-9 0-16,-3-1 0 0,3-1 0 0,-3 0 0 16,0-3 0-16,-3-2 0 0,0-2 0 0,-3 1 0 15,0-1 0-15,0-1 0 0,-3-3 0 0,0 1 0 16,0-3-54-16,0 0-8 0,0-3-2 0,0 1 0 16,-3-6-153-16,0 0-31 0</inkml:trace>
  <inkml:trace contextRef="#ctx0" brushRef="#br0" timeOffset="2447.796">15737 3302 1934 0,'3'-5'40'0,"0"2"9"0,0-5-39 0,3 8-10 0,-3-5 0 0,0 5 0 16,3-3 92-16,0 1 17 0,-1 2 3 0,1 0 1 15,0-3-43-15,3 3-9 0,0-3-1 0,3 3-1 16,0-2-30-16,3 2-5 0,0 0-2 0,0-3 0 15,3 3 9-15,2 0 1 0,1 0 1 0,3 0 0 16,3 0-137-16,0 3-27 0,-1-3-5 0</inkml:trace>
  <inkml:trace contextRef="#ctx0" brushRef="#br0" timeOffset="3166.794">15130 4551 1579 0,'0'0'32'0,"-6"5"10"16,6-5-34-16,-3 0-8 0,3 0 0 0,0 0 0 16,0 0 104-16,0 0 20 0,0 0 3 0,-3 6 1 15,3-6-52-15,0 8-9 0,0-8-3 0,0 5 0 16,3 3 0-16,0 2 0 0,0-4 0 0,0 4 0 16,0 4-51-16,2-7-13 0,-2 7 0 0,0 2 0 0,3-6 43 15,-3 3 5-15,0 3 2 0,0 0 0 16,0 3-23-16,0-6-5 0,0 3-1 0,-3 2 0 0,3 1-21 15,-3-1 0-15,0 4-12 0,0-1 4 0,0 3 32 16,0 2 8-16,0-5 0 0,0 8 1 0,0-2-18 16,-3 2-4-16,0 0-1 0,3 0 0 15,-3 0 9-15,3-2 1 0,-3-4 1 0,3 1 0 0,-3 0-21 16,3-3 0-16,0 0 0 0,-3 1 0 0,3-1 0 0,0-3 0 0,-3 1 0 16,3-1 0-16,-3 3 0 0,3-5 0 0,0 3 0 0,-3-6 0 31,3 0-47-31,0 1-13 0,0-7-4 0,3 1 0 0,-3 0-52 0,0-5-12 15,0-3-1-15</inkml:trace>
  <inkml:trace contextRef="#ctx0" brushRef="#br0" timeOffset="3783.842">14528 4088 2149 0,'-6'0'44'0,"0"3"12"0,3-1-44 0,-3 4-12 0,0-6 0 0,1 2 0 16,-1 4 71-16,3-4 12 0,-3 1 2 0,0 5 1 15,0 0-45-15,3 0-9 0,0 0-1 0,-3 2-1 16,3 3-20-16,3 3-10 0,-3-2 10 0,3 4-10 16,0-2 0-16,0 2 0 0,3-2 0 0,0 3 0 15,0-3 0-15,3 0 0 0,0-1 0 0,3-1 0 16,0-1 0-16,-1 0 0 0,4-2 0 0,-3-1 0 16,3-2 0-16,0-2 0 0,0-1 0 0,3 0 0 15,-3-5-13-15,3-5 1 0,0 5 0 0,-1-5 0 16,-2-1 40-16,3-2 9 0,0 3 2 0,0-8 0 15,-3 0-11-15,0 2-3 0,3-5 0 0,-6 0 0 16,3 3 31-16,-3-8 7 0,-4 2 1 0,1 1 0 16,0-6 0-16,-3 5 0 0,0-2 0 0,-3 3 0 15,0-3-49-15,-3 5-15 0,0-5 8 0,-6 5-8 16,3 0 0-16,-2 3 0 0,-1-6 0 0,-3 9 0 16,3-6 0-16,-3 5 10 0,-3 3 0 0,3 0 0 15,-3 6-10-15,0-4-14 0,0 4 3 0,1 4 1 16,-1 4-172-16,0 1-34 0,0 4-8 0</inkml:trace>
  <inkml:trace contextRef="#ctx0" brushRef="#br0" timeOffset="4464.312">14615 4877 2017 0,'-6'-11'42'0,"6"11"10"0,-3-3-42 0,3 3-10 0,-3-8 0 0,0 3 0 16,3 5 110-16,-3-3 20 0,3 3 4 0,0 0 1 15,0 0-52-15,0 0-11 0,0 0-1 0,0 0-1 16,0 0-9-16,0 0-1 0,0 0-1 0,0 0 0 16,0 0-31-16,-3 6-7 0,3 2-1 0,0 5 0 15,0-2-9-15,0 4-3 0,0 1 0 0,3 8 0 16,-3-5-8-16,0 4 10 0,3 4-10 0,-3 2 10 16,0-3-10-16,3 1 0 0,-3-1 0 0,3 1 0 15,-3-3 0-15,0-1 0 0,3-1 8 0,-3-1-8 16,0 3 0-16,3-9 0 0,-3 7 0 0,3-9 0 15,-3 5-22-15,3-2-6 0,-3-2-2 0,0 1 0 16,0-1 30-16,0-1 0 0,3 0 0 0,-3-2 0 16,0 2-113-16,3-10-17 0,-1 4-3 0</inkml:trace>
  <inkml:trace contextRef="#ctx0" brushRef="#br0" timeOffset="10430.999">8236 4781 1364 0,'0'0'28'0,"0"0"7"15,0 0-35-15,0 0 0 0,0 0 0 0,0 0 0 0,0 0 105 0,-3 6 15 0,3-6 2 0,0 8 1 16,0-3-37-16,0 0-7 0,0 3-2 0,-3-3 0 16,3 3-28-16,0 3-5 0,-3-8-2 0,3 4 0 15,-3 1-14-15,3 0-4 0,0 3 0 0,-3-6 0 16,3 6-8-16,0-3-1 0,0 5-1 0,0-5 0 15,0 2-14-15,0 1 8 0,3 2-8 0,-3 1 0 16,0-1 8-16,3 0-8 0,-3 3 0 0,0 0 0 16,0-3 0-16,0 3 8 0,3 0-8 0,-3 0 0 15,0-1 0-15,0 1 8 0,0-5-8 0,0 2 0 16,-3 0 8-16,3-2-8 0,0 0 0 0,0 4 0 16,-3-7 8-16,3 3-8 0,0-3 0 0,0 2 0 15,0 1 0-15,0-3 0 0,0 3 0 0,0-3 0 16,0-1 0-16,3 1 0 0,-3-2 0 0,0 4 0 15,0-4 0-15,0-1 8 0,0 3-8 0,0 0 0 16,0 0 0-16,0 0 0 0,0 0 0 0,0 0 0 16,0-1 0-16,0 1 0 0,0 0 0 0,0 0 0 15,0 3 0-15,0-6 0 0,0 3 0 0,0 0 0 16,0 3 0-16,0-3 11 0,0 2-3 0,0-2-8 16,-3 3 0-16,3-3 0 0,0 2-15 0,0-2 5 15,-3 3 10-15,3-3 0 0,0 0 0 0,0-1 0 0,0 1 0 16,0 0 0-16,0 0 0 0,0 0 0 0,0 0 0 15,0 0 0-15,0-3 0 0,0 1 0 0,0 2 0 16,0-3 0-16,0 0 0 0,0 3 8 0,0-3-8 0,0 1 9 16,0-1-9-16,0 0 10 0,0 3-2 15,-3-2 0-15,3-6 0 0,0 7 0 16,0-1-8-16,-3 2 12 0,3-3-12 0,0 3 12 0,0-3-12 0,-3 1 0 0,3-1 0 16,0 3 0-16,0-3 0 0,-3 0 0 0,3 1 0 15,0 2 0-15,0-3 16 0,0 3 0 0,0 0 1 16,0 2 0-16,0-2-9 0,-3 3-8 0,3-3 12 0,0 5-12 15,0-2 11-15,0-1-11 0,0 3 10 0,0 1-10 16,0-1 12-16,0 0-4 0,0 0-8 0,0 3 12 16,0 0 2-16,0-3 0 0,0 3 0 0,3 0 0 15,-3 0 2-15,0-3 0 0,3 3 0 0,-3 0 0 16,0-3 4-16,3 3 2 0,-3-3 0 0,3 6 0 16,-3-1 2-16,0 6 0 0,3 3 0 0,-3 2 0 15,0 2 10-15,0 6 2 0,0 6 1 0,0-3 0 16,0-3 4-16,0-3 1 0,0-2 0 0,0 5 0 15,0 2-24-15,0 4-5 0,0 4-1 0,0 1 0 16,0-3-3-16,0-3-1 0,0-5 0 0,0 6 0 16,-3-4-8-16,3 1 0 0,-3 0 0 0,0 5 8 15,0-3-8-15,-3 3 0 0,3 3 0 0,-3-1 0 16,3-7 8-16,-3 0-8 0,0-3 8 0,-3 5-8 16,3 0 14-16,0 6-2 0,0 2-1 0,-3 1 0 15,3-6-11-15,1-6 0 0,2-2 0 0,-3 3 0 16,0 0 0-16,3 2 0 0,0 0 0 0,-3 3 8 15,3-5-8-15,3 2 0 0,-3-5 0 0,0 3 0 0,3-5 0 16,0-4 0-16,0-2 0 0,0 6 0 16,0-3-33-16,3 5-3 0,-3 0 0 0,3 0 0 0,-3 0 58 0,3-3 11 15,-3-2 3-15,3-3 0 16,0 0-58-16,-3-5-11 0,3 2-3 0,0-2 0 0,0 0 80 0,-3 2 16 0,3-2 4 16,-3 5 0-1,3 0-72-15,-3 1-15 0,0 4-2 0,0-2-1 0,3-3 26 0,-3-3 0 0,3 1 0 0,-3-3 0 16,0-3 0-16,3 0 0 0,-3-3 0 15,0 1 0-15,2 2 0 0,-2-2 0 16,0 2 0-16,3 0 0 0,-3 3 0 0,0 2 0 0,3 1 0 16,-3-1 0-16,3 1 18 0,0-4 6 0,-3 1 0 0,3-3 1 15,-3 1-41 1,3-4-9-16,0 1-2 0,0-3 0 0,0-3 27 0,0 3 0 0,0-3 0 0,0-3 0 16,3 4 0-16,-3-1 0 0,0-3 0 0,0 1 0 15,0 2 0-15,0-2 0 0,0 2 0 0,0 3-8 16,0-3 8-16,0 0 0 0,0 3 0 0,0 0 0 15,0-3 0-15,0 3 0 0,0 0 0 0,0-3 0 16,0 3 0-16,-3-2-10 0,3-1 10 0,0 0 0 16,0-2-12-16,-3-1 4 0,3 1 8 0,0-1-13 15,-3-2 13-15,3 0 0 0,-3 0-10 0,3 0 10 16,-3 0 0-16,0 0 0 0,3-3 0 0,-3 3 0 16,0 0 0-16,3 0 0 0,-3-3 0 0,0 3 0 15,0 0 0-15,3-2 0 0,-3 1 0 0,0 1 0 16,0-2 0-16,0 2 0 0,0 0 0 0,0-1 0 15,0 1 0-15,0 3 0 0,0 0 0 0,0-1 0 0,0 1 0 16,0 2 0-16,0 0 0 0,0 3 0 0,0 0-8 16,0 0 8-16,0 0 0 0,0 0 0 0,0 2 0 0,0-2 0 15,0 0 0-15,0 2 0 16,0-4 0-16,0 2 0 0,0-1 0 0,0 1 0 0,0 0 0 0,0 3 0 0,0-1 0 16,0 6 0-16,-3 0 31 15,3 2 10-15,-3 1 3 0,3 4 0 0,-3 1-44 0,0 5-17 16,0 0 1-16,0-2 0 0,0-4 16 0,0 1 0 0,0-5 0 0,0 2 0 15,-3 3 11-15,3 2-11 0,0 0 12 0,-3 3-12 16,0 3 12-16,0 0-12 0,3 2 12 0,-3-2-12 16,0-3 8-16,3-3-8 0,0-2 0 0,-3 2 0 15,0 3 0-15,3 3 0 0,-3 2 0 0,0 3 0 16,0-2 11-16,3-6-2 0,0 2 0 0,-2-1 0 16,2-4-9-16,0 0 10 0,0 1-10 0,0 2 10 15,0 0-10-15,3 5 8 0,-3 3-8 0,0-3 8 16,3-2-8-16,0-5 0 0,0-4 9 0,0 1-9 15,0 0 0-15,0-3 8 0,0 3-8 0,0 2 0 16,0 3 0-16,3 0 0 0,-3 0 0 0,3 3 8 16,-3-6-8-16,0-5 0 0,3-2 0 0,-3-1 8 15,3-2-8-15,-3 0 0 0,3-3 0 0,-3 6 8 16,0-4-8-16,3 6 0 0,-3 1 0 0,0-1 8 16,0 0 20-16,0 0 5 0,3-3 1 0,-3 3 0 15,0-5-51-15,0-5-11 0,0-1-1 0,0 1-1 16,0-6 30-16,0 3 0 0,0-3 0 0,-3 0 0 15,3-2 23-15,0 2 4 0,-3-2 1 0,3 2 0 0,-3-2-28 16,3-1 0-16,0 1 0 0,-3 2 0 0,3-2 0 16,-3-1 0-16,3 3 0 0,-3-2 0 0,3 2 0 0,-3-2 0 15,3-1 0-15,0-2 0 16,-3 3 0-16,3-3 0 0,0 2 0 0,0-2 0 0,-3 0 0 0,3-2 0 16,0-1 0-16,0 0 0 0,0-5 0 0,0 0 0 0,0 0 0 15,0 0 0 1,0 0-46-16,0 0-14 0,0 0-4 0,0 0 0 0,0 0-20 15,3-10-4-15,-3-1 0 0,3-5-1 0,0-5-165 0,0-3-33 16</inkml:trace>
  <inkml:trace contextRef="#ctx0" brushRef="#br0" timeOffset="12266.951">7477 9060 1094 0,'-24'8'23'0,"15"-3"5"0,0-2-28 0,0-1 0 0,3 1 0 0,-3 2 0 15,0-2 108-15,3 0 16 0,-3-1 3 0,3-2 1 16,0 3-52-16,1-3-9 0,-1 3-3 0,6-3 0 0,-9 0 0 15,3 0 0-15,6 0 0 0,-6-3 0 16,6 3 0-16,-6 0 0 0,0 0 0 0,6 0 0 16,-6-3 0-16,0 3 0 0,6 0 0 0,-6-2 0 15,6 2-51-15,-6-3-13 0,6 3 0 0,0 0 0 16,-6-3 0-16,6 3 0 0,0 0 0 0,0 0 0 0,-6 0 0 0,6 0 0 16,0 0 0-16,0 0 0 0,0 0 0 0,0 0 0 0,0 0 0 0,0 0 0 15,0 0 0-15,0 0 0 0,0 0 0 0,0-5 0 16,3 0 0-16,0 2 0 0,0-2 0 0,3 2 0 15,0 1 0-15,0-1 0 0,3-2 0 0,-3 2 0 16,3 0 0-16,0 1 0 0,0-4 0 0,2 4 0 16,-2-1 0-16,3 0 0 0,0 1 0 0,0-3 0 15,0 2 0 1,3 0 0-16,-3 3 0 0,3-2 0 0,-3-1 0 0,2 0 0 0,-2 3 0 0,3-2 0 16,-3 2 0-16,3-3 0 0,-3 3 0 15,3-3 0-15,-3 3 0 0,0 0 0 0,0-2 0 0,-1 2 0 16,-2-3 0-16,3 3 0 0,0-3 0 0,-3 1 0 15,3-1 0-15,0 3 0 0,0-3 0 0,-3 1 0 16,3 2 0-16,0-3 0 0,3 3 0 0,-4-2 0 16,4 2 0-16,0-3 0 0,-3 3 0 0,3-3 0 15,0 3 11-15,3 0-1 0,-3 0 0 0,-1 0 0 16,4-2-10-16,-3 2 0 0,3-3 0 0,0 3 0 16,-3 0 0-16,3 0 0 0,0-3 0 0,-1 3 0 15,-2 0 0-15,0-2 0 0,0-1 0 0,-3 3 0 16,3 0 0-16,0-3 0 0,0 1 0 0,-3 2 0 15,2 0 0-15,1-3-14 0,0 3 3 0,0 0 1 16,0 0 10-16,3 0 14 0,-3 0-3 0,3 0-1 0,-4 3-10 16,1-3 0-16,3 0 0 0,-3 0 0 0,3 2 0 15,-3-2 0-15,0 3 0 0,0-3 0 16,-1 0 0-16,-2 3 0 0,3-3 0 0,-3 0 0 0,0 0 0 16,-3 0 0-16,3 0 0 0,0 0 0 0,0 0 0 0,-3-3 0 0,3 3 0 0,2 0 0 15,-2-3 0-15,0 3 0 16,0-2 0-16,3 2 0 0,-3 0 0 0,3-3 0 0,-3 3 0 15,6 0 8-15,-4-3-8 0,1 3 0 0,0 0 9 16,0 0-9-16,0 0 0 0,0 0 8 0,3 0-8 0,-3 0 0 16,2 0 0-16,-2 0 0 0,0 0 0 0,3 0 8 15,-3 0-8-15,0 0 0 0,-3 0 0 0,0 0 0 16,3 0 0-16,-1 0 0 0,1 0 0 0,0 0 0 16,0 0 0-16,0 0 0 0,3 0 0 0,0 0 0 15,0 3 0-15,-1-3 0 0,4 3 0 0,0-3 0 16,-3 2 0-16,3 1 0 0,-3 0 0 0,-1-1 0 15,4 1 0-15,-3 0 0 0,0-1 0 0,0 1 0 16,0-3 0-16,0 3 0 0,-3-1 0 0,2 1 0 16,1-3 0-16,3 2 0 0,-3-2 0 0,6 3 0 15,-3 0 0-15,-1-1 0 0,4 1 0 0,0 0 0 16,3 2 0-16,-3-2 0 16,-1 2 0-16,1 0 0 0,0 1 0 0,-3-4 0 0,0 3 0 0,3-2 0 15,-4 2 0-15,1-2 0 0,0 0 0 0,0-1 0 16,3 1 0-16,0 0 0 0,2-1 0 0,1 4 0 15,0-4 0-15,0 3 0 0,-1-2 0 0,1 2 0 16,-3-2 0-16,0 2 0 0,0-2 0 0,0 0 0 16,-4-1 0-16,1 1 0 0,0 0 0 0,3-1 0 15,-3-2 0-15,2 3 0 0,-2 0 8 0,6-1-8 16,-3-2 8-16,0 5-8 0,3-5 10 0,-4 3-10 0,4 2 10 0,-3-5-10 16,0 3 10-16,-3-3-10 0,2 3 11 0,-5-3-11 15,3 2 12-15,-3-2-12 0,0 0 15 0,0 3-4 16,0-3-1-16,-1 0 0 0,4 0 1 0,-3 0 0 0,3 0 0 15,0 0 0-15,0-3-3 0,-4 3-8 0,4 0 12 16,-3-2-4-16,3 2-8 0,-3-3 10 0,0 0-10 16,0 3 10-16,-4-2-10 0,1 2 10 0,0-3-10 15,0 0 10-15,0 3-10 0,-3-2 0 0,0-1 9 16,0 1-9-16,0-1 0 0,0 0 8 16,-1-2-8-16,4 2 0 0,-3 1 0 0,3-1 0 0,-3 0 0 15,3 1 8-15,-3-4-8 0,3 4 0 0,0-1 0 0,2 0 0 16,-2 1 0-16,0-1 0 0,-3 3 0 0,3-2 0 15,-3-1 0-15,0 3 0 0,3-3 0 0,-3 3 0 16,-1-2 0-16,1 2 0 0,0-3 0 0,-3 3 8 16,0 0-8-16,0-3 0 0,0 3 0 0,0 0 0 15,0-2 0-15,0 2 0 0,0-3 0 0,-3 3 0 16,0-3 0-16,3 3 0 0,0-2 0 0,-4 2 0 16,4-3 0-16,-3 3 8 0,3-3-8 0,-3 3 0 15,3 0 0-15,-3-2 8 0,3-1-8 0,-3 3 0 16,3 0 9-16,-3-2-9 0,3 2 12 0,-3 0-12 15,0-3 15-15,0 3-4 0,3 0-1 0,-3 0 0 16,2-3-2-16,-2 3 0 0,3-2 0 0,-3 2 0 16,3 0 0-16,0 0-8 0,0-3 12 0,-3 3-4 15,3 0-8-15,0-3 8 0,-3 3-8 0,3 0 8 16,-3-2-8-16,3 2 0 0,-3-3 0 0,3 3 0 16,-3 0 0-16,-1-3 0 0,-2 3 0 0,3 0 0 15,0-2-28-15,0 2-10 0,0-3-2 0</inkml:trace>
  <inkml:trace contextRef="#ctx0" brushRef="#br0" timeOffset="81705.84">11099 6369 1052 0,'-3'-5'44'16,"0"2"-35"-16,0-2 79 0,0 2 15 0,0-2 3 16,0-1 1-16,0 1-1 0,-3 0 0 0,3-3 0 15,0 0 0-15,0 0-34 16,1 0-8-16,-1 0 0 0,3 0-1 0,-3-2-16 0,3 2-3 0,0-3-1 15,-3 1 0-15,3-1 0 0,0 0 0 16,3 3 0-16,-3-2 0 0,3 2-9 0,-3-3-2 0,3 3 0 16,-1 0 0-16,1 1-6 0,3 1-2 15,-3 1 0-15,3 0 0 16,0 2-5-16,3 0-2 0,-3 1 0 0,0-4 0 0,3 6-4 16,0-2-1-16,0-1 0 0,0 3 0 0,0 0-12 0,0 0 9 0,0 0-9 0,0 0 8 15,-3 3-8-15,2-1 0 0,1 1 0 0,-3 0 8 16,3 2-8-16,-3-2 0 0,0 2 0 0,0 0 0 15,-3 1 0-15,3 1 0 0,-3 1 0 0,0 0 0 16,0 0 0-16,0 0 0 0,0 3 0 0,0-1 0 16,-3 4 0-16,0-1 0 0,3-3 0 0,-3 6 0 15,0-2 0-15,-3 1 0 0,3 1 0 0,-3 0 0 16,3 0 0-16,-3 0 0 0,3 0 0 0,-3 0 0 16,0 0 0-16,0-1 8 0,0 4-8 0,0-3 0 15,0 2 0-15,-3 1 0 0,3 2 0 0,0 0 0 16,0 3 0-16,-3 0 0 0,3 2 0 0,0 3 0 15,0-2 0-15,0-1 0 0,0 1 0 0,-3-1 0 16,3 1-14-16,0-3 2 0,1-1 0 0,-1-2 0 16,0 1 2-16,3-1 1 0,-3 0 0 0,3 0 0 15,0 0 9-15,0 0-12 0,3 1 12 0,0 1-12 16,0-1 4-16,-1-4 0 0,1 3 0 0,3-2 0 16,0-1-12-16,0-2-3 0,0 0 0 0,3 0 0 15,-3-3 23-15,0-2 0 0,3 2 0 0,-3 0 0 16,0-5 0-16,-3 3 0 0,3-1 0 0,-3-2 0 0,3 0 0 15,-3 0 0-15,0-3 0 0,0 3 0 0,0-5 0 16,-3 2 0-16,3-2 0 0,-3-3 0 0,0 0 0 0,3 5 0 0,-3-5 0 16,0 0 0-16,0 0 0 0,0 0 0 15,0 0 0-15,0 0 0 0,-3 6 47 0,3-6 13 0,-6 2 4 0,6-2 0 16,-6 6-52-16,0-4-12 0,0-2 0 16,-3 3 0-16,3-1 0 0,-3 1 0 0,3 0 0 15,-3-1 0-15,3 1 0 0,-3 0 0 0,3-1 0 0,-3 4 0 16,3-1 0-16,1 0 0 0,-1 1 0 15,-3 1 0-15,6 1 11 0,-3 3-1 0,0 0 0 0,3 2 0 16,-3 0-10-16,3 3-14 0,0 2 3 0,0 4 1 16,0-4 10-16,0 6 0 0,0-3 0 0,3 3 0 15,-3 0 0-15,3 0 0 0,-3-1 0 0,3 4 0 16,0-3 0-16,-3 2 0 0,3 3 8 0,0 0-8 16,0 3 0-16,0 0 0 0,0 2 0 0,3 1-8 15,-3-4 0-15,3-2 0 0,0 1 0 0,-3-4 0 16,3 0 8-16,0-2 0 0,0 3 0 0,0-3 8 15,0-1-8-15,0 4 9 0,0-3-9 0,0 5 10 16,0-5 13-16,-3-1 2 0,3 1 1 0,-3 0 0 16,0 0-10-16,0-6-1 0,0 1-1 0,-3-1 0 15,0-2-2-15,0 0-1 0,0-3 0 0,-3 3 0 16,0-3-3-16,-3 1-8 0,3-1 12 0,-3 0-4 16,0 0-8-16,0 1 10 0,0-1-10 0,0 0 10 15,0 3-10-15,-2-3 0 0,5 0 0 0,-3 3 0 0,3 0 0 16,0 0 0-16,0-3 0 0,0 3 0 0,3-3 0 15,-3 3 0-15,3-2 0 0,0-1 0 0,3 0 0 0,-3-2 0 16,3-1 0-16,0 1 0 0,0-3 0 16,0 0-9-16,0-3 0 0</inkml:trace>
  <inkml:trace contextRef="#ctx0" brushRef="#br0" timeOffset="83276.862">11531 7261 2213 0,'0'-6'63'0,"3"1"13"0,0 2-60 0,-3-2-16 0,3 2 0 0,-3 3 0 16,0-5 91-16,0 5 15 0,0-2 3 0,0 2 1 16,0 0-38-16,0 0-8 0,0 0-2 0,0 0 0 15,0 0-22 1,0 0-4-16,0 0 0 0,-3 2-1 16,-3 6-35-16,0 3 0 0,0-1 0 0,0 6 0 15,0-3 0-15,-3 3 0 0,3 3 0 0,0 2 0 0,0 0 0 0,3 0-14 0,-3 6 2 0,3-3 1 31,3-1-33-31,0-1-6 0,3 1-2 0,0-4 0 0,0-1 30 0,3-4 6 0,0-1 0 16,3-5 1-16,-3 0-11 16,3-3-2-16,3-2-1 0,-3 2 0 0,3-5 13 0,-3-5 2 0,3 2 1 0,-1-2 0 15,1-3 13-15,3-3 0 0,-3 1 0 0,3-1 0 16,-6-5-8-16,0 3 8 0,0-3-13 16,0 0 5-16,-3 0 57 0,-3 0 12 0,3 1 3 0,0-1 0 15,-6 0 0-15,3 3 0 16,-3-3 0-16,3 2 0 0,-6 4-52 0,3-1-12 0,-3 3 0 0,0 0 0 15,0 3 40-15,3 5 4 0,0 0 2 0,-9 0 0 16,3 0-34-16,0 3-12 0,0 2 0 0,0 0 9 16,0 3-9-16,3 3 0 0,-3-1 0 0,3 4-11 15,0-1 1-15,3 3 0 0,3 2 0 0,0 1 0 16,0-3-6-16,3 0-2 0,3 2 0 0,0 1 0 16,0-6 7-16,0 0 2 0,0-2 0 0,0-1 0 15,-1-2 9-15,1 0 0 0,3-3 0 0,-6 1 0 16,3-6-11-16,0 0 11 0,0 0-13 0,0 0 5 15,0-6 29-15,0 1 7 0,0-3 0 0,0 0 1 16,-3-2 5-16,0-1 1 0,0 1 0 0,-1-4 0 0,-2-2-35 16,3 1 0-16,-3-4 0 0,0 0 0 0,0-2 47 0,-3 3 2 15,3-1 1-15,-3 1 0 0,3-1-40 16,-3 3-10-16,3-2 0 0,-3 2 0 0,0 0 13 0,3 3 1 16,-3 0 0-16,3 2 0 15,0 0-102-15,-3 4-20 0,3-4-4 0,3 8 0 16,-3-2-128-16,6 5-24 0</inkml:trace>
  <inkml:trace contextRef="#ctx0" brushRef="#br0" timeOffset="83638.53">12019 7552 2290 0,'0'0'48'0,"3"-6"11"0,0 1-47 0,0 0-12 0,3 0 0 0,0-3 0 16,0 2 99-16,3 1 17 0,-3 0 4 0,3-1 1 16,0 1-57-16,-4 0-11 0,1 0-2 0,3 2-1 15,-3-2-19-15,0 2-4 0,0 0-1 0,0 3 0 16,0 0-26-16,-3 3 0 0,-3-3 0 0,6 5 0 16,-3 1 0-16,0 1 0 0,0 4 0 0,-3 0 0 15,0 2-56-15,0-3-3 0,-3 4-1 0,0-1 0 16,-3 3 16-16,0-3 2 0,0 0 1 0,-3 3 0 15,0-3-8-15,0 1-2 0,-3 1 0 0,1-1 0 16,-1-1 35-16,3 0 8 0,-3-2 8 0,3-1-13 16,3-2 25-16,0 0 4 0,0 0 2 0,3 0 0 0,3-8 0 15,0 5 0-15,0-5 0 0,6 6 0 16,0-1-10-16,3-5-8 0,0 3 9 0,0-3-9 16,3-3 0-16,0 3 0 0,-1-3 0 0,1-5 0 15,0 0-115-15,3-2-22 0</inkml:trace>
  <inkml:trace contextRef="#ctx0" brushRef="#br0" timeOffset="83979.767">12588 7493 2066 0,'0'0'43'0,"0"0"10"15,0 0-42-15,0 0-11 0,0 0 0 0,0 0 0 16,0 0 96-16,0 0 18 0,2 0 3 0,4 0 1 16,0 0-35-16,3 0-7 0,-3 0-2 0,3 0 0 15,3-2-59-15,0 2-15 0,3 0 0 0,0-3 0 16,0 3 0-16,3-2 0 0,-1 2 0 0,4-3 0 15,0 3 0-15,-3 0 0 0,3-3 0 0,-3 1 0 16,-1 2 0-16,1 0 0 0,0-3 0 0,-3 3 0 16,0-3 0-16,-3 3 0 0,0 0 0 0,0-2 0 15,-3 2-151-15,3 0-33 0,-4-3-6 0</inkml:trace>
  <inkml:trace contextRef="#ctx0" brushRef="#br0" timeOffset="84271.863">12858 7343 2445 0,'0'0'69'0,"0"-6"15"0,0 6-67 0,0 0-17 0,0-5 0 0,0 5 0 15,0 0 68-15,0 0 11 0,0 0 1 0,0 0 1 16,0 0-21-16,0 0-5 0,0 0-1 0,0 0 0 15,0 0-23-15,3 5-5 0,0 1-1 0,0 2 0 16,-3 0-13-16,3 2-2 0,-3 3-1 0,0 3 0 16,0 3-9-16,-3-3 0 0,3 5 0 0,0 0 8 15,-3 0-8-15,3 0 0 0,0 0 0 0,-3 1 8 16,3-4-28-16,-3 1-7 0,3-3-1 0,0 2 0 16,0-5-28-16,0 3-7 0,0-3-1 0,0 1 0 15,0-1-51-15,0-3-10 0,0 1-3 0</inkml:trace>
  <inkml:trace contextRef="#ctx0" brushRef="#br0" timeOffset="84777.554">12855 7181 2067 0,'-20'-5'87'0,"-4"2"-70"15,3 1 101-15,0-1 20 0,-3 3 4 0,3 3 1 16,-2 2-75-16,2 0-16 0,0 3-2 0,0 3-1 16,0 2-39-16,3 3-10 0,4 0 0 0,-4 2 0 15,3 3 0-15,0 1 0 0,3 1 0 0,0 1 0 16,3 5 0-16,0 0 0 0,0 1 0 0,3 1 0 16,3-2 0-16,0 3 0 0,0-3 0 0,3 3 0 15,3-6 0-15,0 1 0 0,3-1 0 0,0 1 0 16,0-3 0-16,3-1 0 0,0 1 0 0,0 0 0 15,3 0 0-15,0-3-11 0,3-2 3 0,0-1 0 16,-1-2 8-16,1-3 11 0,0 0-3 0,3-2 0 16,3-3-57-16,0-3-12 0,0 1-3 0,-1-6 0 15,1 0 50-15,0-6 14 0,0 1 0 0,0-3 0 16,0 0 0-16,-3 0 0 0,2 0 0 0,1-2 0 16,-6-4 0-16,3 1 0 0,-3-3 0 0,0-2 0 15,-3-1 50-15,2-2 11 0,1 0 3 0,-3 0 0 16,0 2 0-16,0-5 0 0,0 3 0 0,-3-3 0 15,0 1 0-15,0-4 0 0,0-2 0 0,-3 0 0 16,0 0-52-16,-3 0-12 0,-3-3 0 0,0 0 0 16,0 6 54-16,-3 2 8 0,-3 0 2 0,-3 3 0 15,0 0-64-15,-3 0-16 0,-3 2-2 0,0-2 0 0,0 5 18 16,-3 0 0-16,3 0 0 0,-5 3 0 0,2 0-15 16,-3 0-2-16,0 2-1 0,0 3 0 15,-3 0-28-15,4 3-6 0,-4 0 0 0,0 2-1 16,6 3-164-16,-3 3-33 0</inkml:trace>
  <inkml:trace contextRef="#ctx0" brushRef="#br0" timeOffset="85627.798">13460 7284 2066 0,'0'0'43'0,"0"0"10"0,-6 0-42 0,6 0-11 0,0 0 0 0,-6 0 0 15,0 0 104-15,6 0 20 0,-6 0 3 0,0 3 1 16,0 2-52-16,0 1-9 0,0 2-3 0,0 0 0 16,0 2-51-16,0 3-13 0,-3 3 0 0,3 3 0 15,0-1 0-15,0 3 0 0,3 1 0 0,-3 1 0 16,1-1 0-16,2 1 0 0,0-1 0 0,0-1 0 16,3 0 0-16,0-5 0 0,0 0 0 0,0 2 0 15,3-5-48-15,0 1-13 16,0-1-3-16,2-3 0 0,1-2 0 0,3-2 0 0,-3-1 0 15,3-2 0-15,3-1 48 0,-3-4 16 0,0-1-12 0,3 0 12 16,-3-2 0-16,3-3 0 0,0 0 0 0,0 0 0 16,-4-2 48-16,1-1 7 0,0 0 1 0,-3 1 0 15,0-3 14-15,0-1 3 0,0-1 1 0,-3 1 0 16,0-2-8-16,-3-2-2 0,0 2 0 0,0-2 0 16,-3 4 0-16,3 1 0 0,-3 0 0 0,0 2 0 15,0 3-51-15,-3 6-13 0,3-4 0 0,3 6 0 16,-6 6 0-16,0 2 0 0,0 0 0 0,0 5 0 15,0 3 0-15,1 2 0 0,2 3 0 0,0-2 0 16,3 2 0-16,0-2-12 0,3-1 3 0,0-2 0 16,5 0-37-16,1 0-7 0,0-3-2 0,3 0 0 15,3-2 44-15,-3-1 11 0,3 1 0 0,0-3 0 16,0-3 0-16,0-2 0 0,-1 2 0 0,1-5 0 16,-3 3 0-16,0-6 0 0,0 3 0 0,-3-5 0 0,0 2 49 15,0-2 12-15,-3-3 3 0,0 0 0 0,0 0-52 0,-3 0-12 16,3-2 0-16,-3-1 0 0,0-2 54 15,0-1 8-15,-3-1 2 0,3-4 0 0,0 1-52 16,-1-6-12-16,-2 0 0 0,3 0 0 0,0-2 0 0,-3 2 0 0,3-3 0 16,0 4 0-16,-3 1 0 0,3 1 0 0,-3 3 0 0,3-1 0 15,-3 6 0 1,3 0 0-16,-3-1 0 0,3 4 0 16,0-1-151-16,0 6-33 0,0 0-6 0</inkml:trace>
  <inkml:trace contextRef="#ctx0" brushRef="#br0" timeOffset="86195.876">13867 7634 2553 0,'0'0'53'0,"-5"-3"12"16,-1 0-52-16,6 3-13 0,-3-5 0 0,3 5 0 15,-3-3 92-15,3 3 15 0,-3-5 3 0,3 0 1 16,0 0-44-16,0-1-9 0,3 1-2 0,-3 0 0 16,3 2-24-16,3-2-6 0,-3 2-1 0,2 0 0 15,4-2-25-15,0 3 0 0,0-1 0 0,3 0 0 16,-3 1 0-16,3 2 0 0,0 0 0 0,0 0 0 16,0 2 0-16,0 1 0 0,0 0 0 0,-4 2 0 15,1 0 0-15,0 0 0 0,-3 3 0 0,0-2 0 16,0 2 0-16,-3 0 0 0,0-1 0 0,0 4 0 15,-3-3-46-15,-3 3-14 0,3-1-4 0,-3 1 0 16,0-1 0-16,-3 1 0 0,0-3 0 0,-3 0 0 0,3 0 52 0,0 0 12 16,-3-3 0-16,4 3 0 0,-4-3 0 0,3-2 0 15,0 2 0-15,-3-2 0 0,3 2 0 0,0-2 0 0,0-1 0 16,6-2 0-16,0 0 0 0,0 0 0 0,0 0 0 16,0 0 0-16,0 0 0 0,0 0 0 0,0 0 0 0,0 0 0 15,6 0 48-15,3 0 13 0,0 0 3 16,3-2 0-16,-3 2-52 0,2-3-12 0,1 3 0 0,-3 0 0 15,3 0 0-15,-3 3 0 16,0-1 0-16,0 1 0 0,-3 0 0 0,3-1 0 0,-3 4 0 16,0-1 0-16,-3 3 0 0,3-3 0 0,-3 3 0 0,-3 0 0 15,0 0 54-15,0 0 8 0,-3 2 2 0,0 1 0 16,-3-3-52-16,0 5-12 0,-3-2 0 0,0-1 0 16,-3 4 0-16,-3-4 0 0,0 1 0 0,-3 2 0 15,1-2 0-15,-1-1 0 0,-3 3 0 0,0-5 0 16,0 3 0-16,3-1 0 0,1-2 0 0,-1 0 0 15,3 0 0-15,-3 0 0 0,6-2 0 0,-3 1 0 16,3-1-119-16,0-4-17 0,0 4-3 0</inkml:trace>
  <inkml:trace contextRef="#ctx0" brushRef="#br0" timeOffset="92661.542">11025 9491 1094 0,'0'-5'46'16,"0"0"-37"-1,0-3 120-15,0 2 24 0,0 1 5 0,0-3 1 16,0 3-50-16,0-3-9 0,3 0-3 0,0 3 0 0,0-3 9 0,0 2 2 0,0 1 0 0,3 0 0 16,-3 0-20-16,0-1-3 0,3 1-1 0,-1 0 0 15,1 2-67-15,0-2-17 0,0 2 0 0,0 0 0 16,0 1 0-16,0-1 0 0,0 1 0 15,0 2 0-15,0-3 27 0,0 3 1 0,0 0 1 16,0 3 0-16,0-3 5 0,-3 2 1 16,3 1 0-16,0-1 0 0,-3 4-35 15,3-1 0-15,-3 3 0 0,3 0 0 0,-3 3 0 16,0 2 0-16,0 3 0 0,3 2 0 16,-6 3 0-16,2 3 0 0,-2 5 0 0,0-2 0 0,0 2 0 0,0 0 0 0,0 3 0 15,0-1 0-15,-2-1 0 0,2-4-14 0,0 3 1 0,-3 5 0 16,3-2 13-16,0 5-12 0,0 0 12 0,0 3-12 15,3-3 3-15,-3-3 1 0,2 1 0 0,4-3 0 16,0-3 8-16,0 0-13 0,3-3 5 0,0-2 8 16,0 3-10-16,0-4 10 0,0 4 0 0,3-3-9 15,-3-1 9-15,0-1 0 0,3-4 0 0,-3 3 0 16,0-5 0-16,2 0 0 0,-2-3 0 16,0-2 0-16,0-1-26 0,0-2 0 0,-3 0 0 0,3-2 0 15,-6-4 72-15,3 4 14 0,-6-6 4 0,0 0 0 16,0 0-52-16,0 0-12 0,0 0 0 0,0 0 0 15,0 0 49-15,-6 0 7 0,0 2 2 0,0-2 0 16,-3 3-30-16,3 0-5 0,-3-1-2 0,0 1 0 16,0 2-6-16,1-2-2 0,-1 2 0 0,-3 0 0 15,3 3-13-15,0 0 0 0,0 3 0 0,0-3 0 16,0 2 0-16,3 4 0 0,0-1 0 0,0 0 0 16,0 3-8-16,0 2 8 0,3 1 0 0,0 5 0 15,0 2-8-15,0 3 8 0,3 3 0 0,0 2 0 16,0-2-14-16,0-3 4 0,0 3 1 0,3 0 0 0,-3-3 9 15,3 0-12-15,0 0 12 0,-3 0-12 0,3 6 12 0,0-4-12 0,0 6 12 16,0-2-12-16,-3-1 12 0,3-2 0 0,0 0-9 16,0-1 9-16,0-1 0 0,0-4 0 0,0 3 0 0,0 0 0 15,0 0 0-15,-3 0 0 0,3 1 0 0,0 1 0 16,0-4 0-16,-3-1 0 0,3 3 0 0,-3-2 0 16,3-3 0-16,-3-3 0 0,0 0 0 0,3 3 0 15,-6-6 0-15,3 1 0 0,-3-3 0 0,-3 0 0 16,3-1 56-16,0 4 7 0,-3-6 1 0,0 6 0 15,0-3-52-15,0-1-12 0,0 4 0 0,0-3 0 16,0 2 0-16,0-2 0 0,0 3 0 16,0-1 0-16,3-2 18 0,-2 0 1 0,-1 0 0 0,3 0 0 15,-3-3-19-15,0-2 0 0,3 2 0 0,-3-3 0 16,3 1 0-16,0-3 0 0,0 0 0 0,0 0 0 16,0 0 0-16,0 0 0 0,3 0-10 0,0-3 10 15,-3 0-80-15,3 1-8 0,0-4-1 0,0-2-1 16,0 0-150-16,0 0-31 0</inkml:trace>
  <inkml:trace contextRef="#ctx0" brushRef="#br0" timeOffset="102297.879">11781 10730 1824 0,'-6'-8'38'0,"3"0"8"0,0 0-37 0,0 2-9 0,0-2 0 0,3 3 0 16,-3 0 104-16,3-3 20 0,-3 3 3 0,3-1 1 15,0 1 0-15,-3 0 0 0,3 2 0 0,0 3 0 16,0 0-68-16,0 0-12 0,0 0-4 0,0 0 0 16,0 0-19-16,0 0-4 0,0 0-1 0,-3 8 0 15,-3 3 3-15,3 5 0 0,0 5 0 0,0 3 0 16,-3-1-37-16,3 1-7 0,0 5-2 0,0-2 0 15,0-3 31-15,0 2 7 0,3-2 1 0,-3 0 0 16,3-1-44-16,0-1-9 0,0-1-2 0,0 0 0 16,3-3-18-16,0 1-4 0,0-3-1 0,0 0 0 15,3-6 15-15,3-2 3 0,-3-2 1 0,3-4 0 16,3-2-17-16,-3-2-3 0,3-4-1 0,0-2 0 16,3-2 75-16,-1-1 14 0,1-2 3 0,0 0 1 0,3-1 0 15,-3 1 0-15,3 0 0 0,0 0 0 0,-3 0 7 16,-4-1 2-16,1 4 0 0,-3-1 0 0,0 1 8 15,-3-1 2-15,-3 0 0 0,0 3 0 0,0 3-1 16,-3 0 0-16,0 5 0 0,0 0 0 0,0 0-14 0,-6-3-2 16,-3 3-1-16,3 3 0 0,0 2-16 0,-3 0-3 0,3 3-1 15,1 0 0-15,2 3-10 16,-3-1-11-16,3 1 3 0,0 2 0 16,0 1-14-16,6 1-2 0,0-1-1 0,0-1 0 0,3 3-12 0,-1-3-3 0,4 0 0 0,0 0 0 15,0-2 19-15,3 0 3 0,0-3 1 0,0-1 0 16,3-1 17-16,-6-4-8 0,3 1 8 0,-3-6 0 15,0 1 0-15,0-4 14 0,-1 1-1 0,1-3 0 16,-3-2 16-16,-3 2 3 0,3-5 1 0,0 2 0 16,0 0-1-16,-3-2 0 0,0 3 0 0,0-4 0 15,0 1-5-15,0 2-2 0,-3-2 0 0,3 0 0 16,-3-3-8-16,0 3-1 0,0-3-1 0,0 0 0 16,0-2-15-16,0-4 9 0,0 1-9 0,0 0 8 15,3 3-8-15,-3-4 0 0,0 4 0 0,3-1 0 16,0 4-60-16,0 1-4 0,3 1 0 0,0 2-1 15,0 4-153-15,0 1-30 0,3 1-7 0</inkml:trace>
  <inkml:trace contextRef="#ctx0" brushRef="#br0" timeOffset="102673.164">12305 10920 2363 0,'0'0'49'0,"0"0"11"0,0 0-48 0,0 0-12 0,0 0 0 0,0 0 0 16,0 0 92-16,6 0 15 0,0 3 3 0,0-3 1 16,3 0-46-16,-4 0-9 0,4-3-1 0,0 3-1 15,-3 0-26-15,3 0-6 0,0 0-1 0,-3 0 0 16,0 0-21-16,0 3-8 0,0-1 0 0,0 1 0 16,0 0 8-16,-3 5 0 0,-3-3 0 0,3 3 0 15,-6 2-14-15,0-2-1 0,0 6 0 0,-6-4 0 16,3 6-46-16,-6 3-10 0,3-1-1 0,-3 1-1 15,-3 2-23-15,3 3-5 0,-2-3-1 0,-1 3 0 16,3-6 32-16,0 1 6 0,3-1 2 16,3 1 0-16,0-6 53 0,3 0 9 0,0-2 0 0,0-1 8 15,3-2 36-15,3-3 7 0,0 1 1 0,3-4 1 16,0 1-8-16,3-3-1 0,3 0-1 0,0 0 0 16,0-3-12-16,3 1-3 0,2-4 0 0,-2 4 0 15,3-6-11-15,0 3-2 0,0-3-1 0,0 0 0 16,0-3-14-16,-1 1 0 0,-2-4 8 0,0 1-8 15,0 0-116-15,0-3-25 0,3-3-6 0</inkml:trace>
  <inkml:trace contextRef="#ctx0" brushRef="#br0" timeOffset="103193.097">12781 10939 1580 0,'0'0'67'15,"0"0"-54"1,0 0 85-16,0 0 17 0,0 0 3 0,0 0 1 16,3 0-37-16,3 0-7 0,3 0-2 0,-3 0 0 15,3 0-7-15,3 0-2 0,0 0 0 0,-1 0 0 16,4 0-51-16,-3 0-13 0,3 0 0 0,0 0 0 16,0 0 54-16,0 0 8 0,0 0 2 0,3 0 0 15,2 0-52-15,-2-3-12 0,3 3 0 0,0-3 0 0,3 3 0 16,-3 0 0-16,2-2 0 0,-2 2 0 15,-3-3-25-15,0 3-8 0,-3-3-2 0,0 1 0 16,-3-1-97-16,-1 3-20 0,-2-3-4 0</inkml:trace>
  <inkml:trace contextRef="#ctx0" brushRef="#br0" timeOffset="103494.056">12974 10737 1797 0,'0'0'76'0,"-3"-5"-61"15,3 5 96-15,0 0 19 0,0 0 4 0,0 0 1 16,0 0-31-16,0 0-5 0,0 0-2 0,0 0 0 16,0 0-42-16,0 0-9 0,0 0-2 0,-2 11 0 15,2-1-14-15,-3 4-3 0,3-1-1 0,0 5 0 16,0 1-26-16,0-1 8 0,0-2-8 0,0 5 0 15,0-2 9-15,0-1-9 0,0 1 10 0,0 2-10 16,0-2 0-16,3 2 8 0,-3 0-8 0,2 0 0 16,-2 0 16-16,3 1 1 0,0 1 0 0,0-2 0 15,0-2-73-15,0-3-16 0,0 0-2 0,3 0-1 16,-3-6-93-16,0 1-20 0,3-3-3 0</inkml:trace>
  <inkml:trace contextRef="#ctx0" brushRef="#br0" timeOffset="103980.593">12989 10671 2269 0,'-12'-10'64'0,"1"2"15"0,2 0-63 0,-3 3-16 0,3-1 0 0,-3 4 0 15,0 2 77-15,-3 0 13 0,0 2 2 0,0 4 1 16,-3 1-50-16,-2 4-11 0,-1 0-1 0,0 7-1 15,0 1-18-15,-3 5-3 0,3-1-1 0,1 4 0 16,2-1-8-16,3 1 8 0,0-3-8 0,0 2 8 16,6 0-8-16,-3-2-9 0,6 3 9 0,-3 2-13 15,6 0 13-15,0 3 0 0,0-1 0 0,6 6 0 16,0-7-10-16,3 1 1 0,3-2 0 0,3 1 0 16,0-7-27-16,6-1-6 15,0-1-1-15,3-3 0 0,2-2-14 0,1-3-3 0,3 1-1 16,0-4 0-16,0-2 16 0,-4-5 3 0,4 2 1 15,-3-2 0-15,0-3 2 0,3-3 1 0,-4-2 0 0,4-3 0 16,0 0 38-16,0-3 0 0,3-2 0 0,-1 0 12 16,-2 0-12-16,0-3 0 0,0-3-12 0,0 1 12 15,-7-4 35-15,1-1 14 0,-6-1 3 0,0-3 1 16,-3 4 11-16,0-7 1 0,-3 4 1 0,0-3 0 16,0 2-6-16,-3 1 0 0,0 0-1 0,-4-1 0 15,1-2-6-15,0 0-1 0,-3 0 0 0,0-3 0 16,0 0-20-16,-3 3-5 0,-2-3-1 0,2 3 0 15,-3 3-26-15,0 2 0 0,-3 3 0 0,0 2 0 0,-6 3 34 0,0 3 2 16,0 0 0-16,-3 2 0 0,-3 3-24 16,-2 1-4-16,-1 1 0 0,-3 4-8 0,0 2-11 0,3 0-9 0,-2 2-1 15,2 4-1 1,0-1-102-16,3 5-20 0,3 1-4 0</inkml:trace>
  <inkml:trace contextRef="#ctx0" brushRef="#br0" timeOffset="104998.632">13745 10687 1824 0,'-3'-8'76'0,"3"3"-60"16,-3 0 140-16,3-1 29 0,0 1 6 0,0 5 1 15,-3-3-103-15,3 3-20 0,0 0-4 0,0 0-1 16,0 0 9-16,-5 0 2 0,5 0 0 0,-6 6 0 15,0 4-45-15,-3 4-9 0,3 1-1 0,-3 4-1 16,3 2-19-16,-3 3 8 0,0 2-8 0,0 1 0 16,0-3 0-16,3-1 0 0,-3 1-10 0,3-3 10 15,3 1-32-15,0-1 2 0,3 0 0 0,0-3 0 16,3 4-29-16,3-6-5 0,0 2-2 0,3-2 0 16,0-3-11-16,0 0-3 0,0-2 0 0,0 0 0 15,3-6 31-15,-3 0 5 0,0-5 2 0,0 0 0 16,0-3 34-16,-1-2 8 0,4-3 0 0,-3 0 0 15,0 0 0-15,0-2 0 0,0-3 0 0,0 2 0 0,0 0 68 16,0-2 15-16,-6 5 3 0,3-2 1 0,-3-1-23 16,0 3-5-16,0-2-1 0,-3 2 0 0,0-3-10 15,0 3-3-15,0 0 0 0,-3 3 0 0,0 0-14 16,3-1-3-16,-3 4-1 0,3 2 0 16,0 0-11-16,-6 0-3 0,0 0 0 0,3 2 0 0,-3 4 11 0,3 1 1 15,0 1 1-15,0 0 0 16,3 6-72-16,0-4-14 0,0 3-4 0,0 1 0 0,3 2 44 0,3-3 9 0,-3 3 2 0,6-3 0 15,-3 3-24 1,6-6-5-16,-3 4-1 0,3-4 0 0,-1 1 19 0,4-3 4 0,0-3 1 0,0 0 0 16,3-2 15-16,-6-3 0 0,3 0 0 0,-3-5 0 15,0 2 17-15,-1-2 10 0,1-3 1 0,0-3 1 16,-3 1 11-16,0-1 1 0,-3 0 1 0,3-2 0 16,-3 0-3-16,0 0-1 0,0-1 0 0,-3 1 0 15,3 0-7-15,-3 0-2 0,0 0 0 0,-3-1 0 16,3 1-12-16,0-3-2 0,0 0-1 0,-3 0 0 15,3-2-14-15,-3-1 9 0,3-2-9 0,0-3 8 16,0 3-8-16,-3 3 0 0,3-3 0 0,0 2 0 16,3 3-15-16,-4 3-5 0,1 0 0 0,0 2-1 15,0 6-83-15,3 0-16 0,0 2-3 0,-6 3-1 16,0 0-74-16,6 5-15 0</inkml:trace>
  <inkml:trace contextRef="#ctx0" brushRef="#br0" timeOffset="105509.373">14177 11066 2048 0,'0'0'86'0,"0"0"-69"16,0 0 93-16,3-6 18 0,0 1 4 0,0 0 1 15,3-1-24-15,0-2-5 0,0 3 0 0,0 0-1 16,0 0-63-16,3-3-12 0,0 2-2 0,2 1-1 15,-2 2 31-15,3-2 7 0,0 2 1 0,0 3 0 16,0-2-52-16,0-1-12 0,0 3 0 0,-3 0 0 16,3 0 0-16,-3 0 0 0,0 3 0 0,-3-1 0 15,-1-2 0-15,1 3 0 0,0 0 0 0,-6-3 0 16,3 5 0-16,-3-5 0 0,0 8 0 0,0-3 0 16,-3 3-48-16,0 0-13 0,0-3-3 0,0 3 0 15,0-2 0-15,-2 2 0 0,-1 0 0 0,3 0 0 16,-3-1-51-16,3-1-10 0,-3 2-3 0,3-3 0 15,0 0 103-15,0 1 25 0,3-6 0 0,0 0 0 16,0 0-11-16,0 0 11 0,0 0-13 0,0 0 5 16,3 5 25-16,-3-5 6 0,6 2 1 0,0 1 0 15,0-3 17-15,3 3 4 0,-1-3 1 0,1 0 0 16,0 0 6-16,0 0 0 0,3 0 1 0,-3 0 0 16,0 0-8-16,0 0-1 0,0 0-1 0,0 2 0 15,0 1-9-15,-3 0-2 0,0-1 0 0,-3 4 0 16,0-1-5-16,0 0-2 0,0 3 0 0,0 0 0 15,-6 3-6-15,3-1-2 0,-3 1 0 0,0 2 0 0,0-2-6 16,-3 2-2-16,-3-3 0 0,3 4 0 0,-3-4-9 16,-3 1 0-16,0-1 0 0,0 1 0 0,-3 0 0 15,-3-1-19-15,1 1 3 0,-1-1 1 16,-3 1-13-16,0 0-4 0,0-1 0 0,0 1 0 16,3-1-28-16,-2 1-7 0,-1 2-1 0,0-2 0 15,-3-1-116-15,0-2-24 0,-2-2-5 0</inkml:trace>
  <inkml:trace contextRef="#ctx0" brushRef="#br0" timeOffset="106548.437">11805 10399 1302 0,'0'0'27'0,"0"0"7"0,0 0-34 0,0 0 0 0,0 0 0 0,0 0 0 16,0 0 58-16,0 0 5 0,0 0 1 0,0 0 0 16,0 0-8-16,0 0-2 0,0 0 0 0,0 0 0 15,0 0-28-15,0 0-6 0,0 0 0 0,0 0-1 16,0 0 14-16,3 5 3 0,0 0 1 0,0-2 0 16,0 2-8-16,0-2-1 0,3 0-1 0,-1-1 0 15,1 4-1-15,0-6 0 0,3 2 0 0,0 1 0 16,3-3-8-16,0 2-2 0,0-2 0 0,6 0 0 15,-3 3-4-15,3-3-2 0,-1-3 0 0,1 3 0 16,0 0-10-16,0 0 8 0,0 0-8 0,3 0 8 16,-3 0 0-16,-1 0-8 0,1 0 12 0,3 0-4 15,0 0-8-15,3 0 0 0,0 0 0 0,2 0 0 16,4 0 13-16,0 0-2 0,0-2-1 0,2 2 0 16,-2 0-10-16,-3 0-14 0,0 0 3 0,0 0 1 15,-1 0 39-15,-2 0 8 0,3 0 2 0,0 0 0 16,-1 0-19-16,1 0-3 0,3 0-1 0,0 0 0 15,0 0 0-15,2 0-1 0,-2 0 0 0,0-3 0 16,0 3-5-16,-7 0-1 0,1 0 0 0,-3 0 0 0,3 3-19 16,0-3-4-16,-3 2-1 0,5-2 0 0,-2 3 35 0,3-3 6 15,0 3 2-15,2-3 0 16,-2 2-18-16,0-2-10 0,0 3 12 0,0 0-12 16,-7-3 10-16,1 2-10 0,0 1 8 0,0 0-8 0,-3-3 9 15,-3 2-9-15,3 1 10 0,-1 0-10 0,1-3 23 0,0 2-2 16,0 1 0-16,3-3 0 0,-3 3-31 0,3-3-6 15,-1 0-2-15,1 0 0 0,-3 0 18 0,3-3 0 0,0 3 0 0,0-3 9 16,-1 3 0-16,-2 0 0 0,-3-2 0 0,3 2 0 16,-3-3-9-16,-3 0 12 0,0 3-12 0,0 0 12 15,0-2-12-15,-1 2 12 0,1 0-12 0,0-3 12 16,0 3-12-16,0-3-9 16,3 3 9-16,-3 0-13 0,3-2 13 15,-3 2 0-15,3-3 0 0,-1 0 0 0,1 3 0 0,0 0 0 0,0-2 0 0,0 2 0 16,-3-3 0-16,0 3 0 0,3-3 0 0,-3 3 0 15,-1 0 0-15,1-2 0 0,-3 2 0 16,3-3 0-16,-3 3 48 0,3 0 13 0,-3 0 3 0,0 0 0 16,-3 3-52-16,3-3-12 0,-3 0 0 0,0 2 0 15,0-2 0-15,0 0 0 0,-3 0 0 0,3 3 0 16,-3-3 0-16,-1 3 0 0,4-1 0 0,-6-2 0 16,3 0 0-16,-3 0 0 0,3 3 0 0,-3-3 0 15,6 0 0-15,-6 0 0 0,3 3 0 0,-3-3 0 16,0 0 0-16,0 0 0 0,0 0 0 0,0 0 0 15,3-3-100-15,0 0-22 0,0 1-5 0</inkml:trace>
  <inkml:trace contextRef="#ctx0" brushRef="#br0" timeOffset="109599.033">15624 4046 2149 0,'0'0'44'0,"0"0"12"16,-6-3-44-16,6 3-12 0,-3-5 0 0,3 5 0 16,0 0 108-16,-6-3 19 0,6 3 4 0,-6-2 1 15,6 2-76-15,-6 0-14 0,0 2-3 0,0 1-1 16,0-1-15-16,0 4-3 0,0 2-1 0,-3 2 0 16,3-2-31-16,0 5-5 0,-3 1-2 0,3-1 0 15,3 5 19-15,-3 1 0 0,3-1 0 0,0 1 0 16,3 5 0-16,0-6 0 0,0 1 0 0,3-1 0 15,3-2-18-15,-3 0 0 0,3 0 0 0,0-5 0 16,3-4-22-16,-3 4-5 0,0-8-1 0,3 2 0 0,-3-2 37 16,0-3 9-16,0 0 0 0,0-3 0 0,0-2 0 0,0 2 0 15,0-8 0-15,3 4-8 0,-6-1 8 0,3-3 0 0,0-2 0 16,-3 2 0-16,0 1 56 0,-1-4 6 0,-2 4 2 16,3-3 0-16,-3 2-52 0,0 0-12 0,0 1 0 15,-3-1 0-15,3 3 0 0,0 0 0 16,-2 6 0-16,2-4 0 0,0 6 54 0,0 0 8 0,0 0 2 15,0 0 0-15,0 0-52 0,0 0-12 0,0 6 0 16,2 2 0-16,1 2 0 0,0 1 0 0,0-3 0 16,3 2 0-16,0 1-24 0,3 0-7 15,0-4-1-15,0 4-1 0,0-3 33 0,0 0-8 0,0-3 8 0,0 1 0 16,0-4 0-16,0-2 0 0,0 0 0 0,-3 0 0 16,3-2 8-16,-4-1 8 0,1-2 1 0,0 2 1 15,0-8 18-15,0 3 3 0,-3-2 1 0,0 2 0 16,0-5 1-16,0 2 1 0,-3-2 0 0,3 2 0 15,0-2-18-15,-3 2-4 0,0-2-1 0,3 0 0 16,-3 2-19-16,0-2 0 0,0 3 0 0,3-4 0 16,-3 4 0-16,0-1-11 0,3 3 0 0,0 0 0 15,-3-2-102-15,3 4-21 0,0 1-4 0</inkml:trace>
  <inkml:trace contextRef="#ctx0" brushRef="#br0" timeOffset="109939.442">15945 4316 2310 0,'0'0'48'0,"6"-3"11"0,0 3-47 16,0-5-12-16,0 2 0 0,0-2 0 0,3-1 104 0,0 4 20 0,0-3 3 0,-3 2 1 15,3 0-52-15,-3 1-9 0,-1-1-3 0,1 3 0 16,0 0-51-16,-6 0-13 0,3 0 0 0,-3 0 0 15,6 3 0-15,-3-1 0 0,-3 4 0 0,3 1 0 16,-6 4 0-16,3-3 0 0,-3 0 0 0,-3 2 0 16,3 4 0-16,-6-4 0 0,3 4 0 0,1-4 0 15,-4 3 0-15,3-2 0 0,-3 2 0 0,0-2 0 16,3-1 0-16,0 1 0 0,0-3 0 16,0 0 0-16,3-3-48 0,3 0-13 0,0 3-3 15,0-8 0-15,3 8 52 0,0-8 12 0,3 3 0 0,0 0 0 16,3-1 0-16,0-2 0 0,0 0 0 0,3 0 0 15,2 0 0-15,-2-2 0 0,3 2 0 0,0-3 0 16,0 0 0-16,0-2 0 0,0 2 0 0</inkml:trace>
  <inkml:trace contextRef="#ctx0" brushRef="#br0" timeOffset="110254.873">16392 4252 2269 0,'0'0'64'0,"0"0"15"0,0-5-63 0,0 5-16 0,0 0 0 0,0-8 0 15,3 8 71-15,0-5 11 0,3-1 2 0,-1 4 1 16,1-1-31-16,3 0-6 0,0-2-2 0,0 2 0 15,0 1-46-15,3 2 0 0,0-6 0 0,0 4 0 16,0 2 51-16,0-5 10 0,0 2 3 0,-1 3 0 16,1-3-52-16,0-2-12 0,3 2 0 0,-3 1 0 15,0-1-17-15,0 0-7 0,0 3 0 0,0-2-1 16,0 2-11-16,-3-6-3 0,2 6 0 0,-2-2 0 16,0 2-173-16,-3-5-36 0</inkml:trace>
  <inkml:trace contextRef="#ctx0" brushRef="#br0" timeOffset="110529.628">16585 4080 2014 0,'-9'-16'42'0,"6"14"9"16,0-6-41-16,-3 0-10 0,6 0 0 0,-3 3 0 15,3-3 111-15,-3 0 20 0,3 2 4 0,0 4 1 0,0 2-48 16,0 0-10-16,0 0-2 0,0 0 0 0,0 0-30 0,0 0-6 0,0 0-2 15,0 0 0-15,0 0-16 16,0 5-3-16,0 6-1 0,0-3 0 0,0 2-8 0,0 3-2 16,0 1 0-16,0-4 0 0,0 9-8 0,0-6 0 15,0 5 0-15,3 4 0 16,-3-1 0-16,0-3 0 0,3 6-12 0,-3 0 12 0,3-6-15 0,0 1 5 16,-3 2 1-16,3-2 0 15,0-4-53-15,-3-1-10 0,3-1-3 0,0 0 0 16,-6-2-174-16,0-3-35 0</inkml:trace>
  <inkml:trace contextRef="#ctx0" brushRef="#br0" timeOffset="110998.579">16594 3972 2211 0,'-15'-11'46'0,"-3"3"10"0,0 0-44 0,1 3-12 0,-1 2 0 0,-3 1 0 16,0 4 81-16,0 1 15 0,0 2 2 0,1 3 1 16,-1 0-35-16,0 5-8 0,0 1 0 0,0-1-1 15,6 3-44-15,-3 0-11 0,4-3 0 0,2 5 0 16,3 1 0-16,-3-1 0 0,6 9 0 0,0-6 0 16,6 5 0-16,0 1 0 0,0-1 0 0,3 3 0 15,3 1 0-15,3-4 0 0,0-2-11 0,3 0 11 16,2-3 0-16,1 0 0 0,0-3 0 0,3 1 11 15,3-3-33-15,0 0-6 0,0-3-2 0,-1-2 0 16,1-1 9-16,3-2 1 0,0 0 1 0,0 0 0 0,-3-5 19 16,-1-3-8-16,1-3 8 0,0 0 0 0,0-2-16 0,0-3 3 15,0 0 1-15,2 0 0 0,-2 0 60 16,0-5 13-16,0 2 3 0,-3 1 0 0,0-6-52 0,-1 3-12 16,1-6 0-16,-6 1 0 0,3-3 73 0,-6 2 12 0,3-7 3 15,-3-1 0-15,-3 6-35 0,3-8-6 16,-3 2-2-16,-3-2 0 0,0 5-14 0,-3 3-3 0,0-3-1 15,0 3 0-15,-3 3 4 0,-3-1 1 0,-3-2 0 16,0 5 0-16,0 0-32 0,-6 3 0 16,0 3 0-16,0-4 0 0,-6 6 0 0,1 0 0 0,-4 0-11 15,3 3 11-15,0 0-53 16,-3 2-3-16,4 1-1 0,-1 2 0 16,3 2-57-16,3 1-11 0,0-3-3 0</inkml:trace>
  <inkml:trace contextRef="#ctx0" brushRef="#br0" timeOffset="111953.546">17148 4033 1485 0,'3'-6'63'16,"-3"4"-51"0,3-9 113-16,0 6 23 0,0-1 4 0,0 1 0 15,0-3-20-15,0 6-5 0,2-4-1 0,-2 1 0 16,0 0-45-16,-3 5-9 0,3-3-1 0,-3 3-1 15,0 0-8-15,0 0-2 0,0 0 0 0,0 0 0 16,0 0-48-16,0 0-12 0,0 0 0 0,0 8 0 16,0 3 0-16,-3-4 0 0,0 4 0 0,0 0 0 15,3 5 0-15,-3-6 0 0,1 3 0 0,2 1 0 0,-3-1 0 0,3 3 0 16,3 0 0-16,-3-1 0 16,2 1-20-16,1 3-6 0,0-9-2 0,3 6 0 15,-3-5-6-15,3-1-2 0,0 1 0 0,3-3 0 0,-3 0 36 0,3-8 0 16,-3 0 0-16,3 0 0 0,0 0 0 0,-3-5 0 15,3-1 0-15,-3 1 0 0,0-3 0 0,0 3 0 16,0-3 0-16,0-5 0 0,-3 5 0 0,0 0 0 16,-1 0 0-16,1-5 0 0,-3 2 44 0,0 0 16 15,0 1 4-15,0 2 0 0,-3 3-52 0,3-3-12 0,0-3 0 16,-2 6 0-16,2-3 0 0,-3 5 0 16,3 3 0-16,0 0 0 0,0 0 0 0,0 0 0 0,0 0 0 0,0 0 0 15,0 0 0-15,0 0 0 0,5 5 0 0,-2 3 0 16,3 6 0-16,0-6 0 0,3 0 0 0,-3 5 0 15,3-5 0-15,0 2 0 0,0-2 0 0,0 3 0 16,3-3 0-16,-3-3 0 0,3 0 0 0,0-2 0 16,3-3 0-16,-4 0 0 0,4 0 0 0,-3-3 0 15,0-2 0-15,3 0 0 0,-3-1 0 0,0-1 0 16,0-1 0-16,0-3 0 0,0 6 0 0,-4-3 0 16,1-5 54-16,-3 5 8 0,3 0 2 0,-3-3 0 15,-3 3-52-15,3 0-12 0,-3-2 0 0,0 2 0 16,0-3 0-16,-3 1 0 0,3 2 0 0,-3-8 0 15,3 5 0-15,-3 1 0 0,0-6 0 0,0 5 0 16,0-2 0-16,0 2 0 0,0 3 0 0,0-5 0 16,0 5-100-16,0 0-22 0,0 3-5 0</inkml:trace>
  <inkml:trace contextRef="#ctx0" brushRef="#br0" timeOffset="112628.471">17752 4165 1792 0,'0'0'51'0,"0"0"10"15,0 0-49-15,0 0-12 0,0 0 0 0,-6 0 0 16,6 0 105-16,0 0 19 0,0 0 3 0,0 0 1 16,0 0-52-16,3-8-9 0,0 3-3 0,0 2 0 15,0-2 0-15,3 2 0 0,0-2 0 0,0 5 0 16,0-6-51-16,3 4-13 0,0 2 0 0,-1-6 0 15,1 4 54-15,0 2 8 0,3-3 2 0,-3 3 0 16,0 0-52-16,0 0-12 0,0 3 0 0,0-3 0 16,-3 8 0-16,0-8 0 0,0 8 0 0,0-6 0 0,-3 6 0 15,-3 0 0-15,3 3 0 0,-6-3 0 16,0 0 0-16,0 2 0 0,-3 1 0 0,0 2 0 16,0-2-48-16,-3 2-13 0,0-5-3 0,0 2 0 15,0 1 52-15,0-3 12 0,0 3 0 0,0-4 0 0,3 4 0 0,0-8 0 16,1 2 0-16,-1 0 0 0,3 1 0 0,3-6 0 15,0 0 0-15,0 0 0 0,0 0 0 0,0 0 0 0,0 0 0 16,0 2 0-16,6 3 16 0,-3-5-3 0,2 3-1 0,4-3 0 16,-3 0-21-1,6 3-5-15,-3-3-1 0,0 0 0 0,0 5 15 0,3-5 0 0,-3 0 0 16,0 3 0-16,0-3 48 0,0 5 13 0,0-5 3 0,-3 5 0 16,0-2-52-16,-1 2-12 0,4 1 0 0,-6-1 0 15,0 0 0-15,0 3 0 0,-3-3 0 0,0 1 0 16,0 2 0-16,-3 2 0 0,0-5 0 0,-3 3 0 15,-3 0 0-15,1 0 0 0,-1 0 0 0,-3-2 0 16,0 1 28-16,-3 1 2 0,0 0 1 0,0 0 0 16,-3 0-23-16,6 0-8 0,-2 0 0 0,-1 0 0 15,0 0 0-15,0 0 0 0,0 0 0 0,-3 2 0 16,3-4-34-16,-3 2-3 0,1-3-1 0,-1-2 0 16,0 2-190-16,-3 0-37 0</inkml:trace>
  <inkml:trace contextRef="#ctx0" brushRef="#br0" timeOffset="114267.2">15781 5033 2066 0,'-3'-19'43'0,"0"14"10"15,3 0-42-15,0-1-11 0,0-2 0 0,-3 6 0 16,3-4 104-16,0 6 20 0,-2-2 3 0,2 2 1 16,0 0-52-16,0 0-9 0,-3 0-3 0,-3 8 0 0,0 0-34 0,0 2-7 15,3 3-2-15,-3 1 0 0,0 4-21 0,0 1 0 16,0 2 0-16,-3 0 0 0,6 0 0 0,-3 0 0 0,3-2 0 0,0-1-8 15,0 1-8-15,3-1 0 0,-3-2-1 0,6 3 0 16,-3-6-1-16,3 0 0 0,3 1 0 16,-3-4 0-1,3-2-6-15,0 0-2 0,3-3 0 0,-3 1 0 0,3-4 5 0,-3-2 1 0,3-2 0 16,0-1 0-16,-1-2 20 0,4-1 0 16,-3-4 0-16,0 2 0 0,0 0 0 0,0 3 0 0,0-9 0 15,-3 4 0-15,0 2 47 0,0-5 13 0,-3 2 4 0,0 0 0 16,0 1 0-16,-3-1 0 0,0 1 0 15,0-1 0-15,-3 1-52 0,0 2-12 0,0 0 0 0,0 2 0 16,0 1 0-16,3 5 0 0,0 0 0 0,0 0 0 16,-6 5 8-16,0-2 0 0,3 2-8 0,0 3 12 15,0 0-12-15,3 0-13 0,0 3 2 0,0-1 1 16,6 1-5-16,-3 2-1 0,3-2 0 0,0-3 0 16,3 2-23-16,0-2-5 0,3 0 0 0,0-3-1 15,0 1 36-15,-1-4 9 0,4 4 0 0,0-6 0 16,0 2 16-16,-3-4 4 0,3 2 2 0,-3 0 0 15,0-8-2-15,-3 5-1 0,0-2 0 0,-1-1 0 16,1-1 9-16,-3-1 1 0,0-3 1 0,-3 3 0 16,0-3 5-16,0 1 1 0,0-1 0 0,-3-2 0 15,0 0-12-15,0 0-3 0,0-1 0 0,0-4 0 16,0-1-13-16,0 1-8 0,-3-1 10 0,3-4-10 16,0 4 0-16,-3 0 0 0,3 4-8 0,-3-1 8 15,3 5-104-15,0 1-13 0,-3 4-3 0</inkml:trace>
  <inkml:trace contextRef="#ctx0" brushRef="#br0" timeOffset="114683.662">16171 5284 2067 0,'3'-5'87'0,"3"2"-70"15,0-2 89-15,-3 0 18 0,3-1 3 0,0 4 1 16,3-4-52-16,-3 1-9 0,3 2-3 0,-3-2 0 16,0 2-51-16,3 1-13 0,-3-1 0 0,0 3 0 15,0-3 33-15,-6 3 4 0,3 3 1 0,-3-3 0 16,6 3-10-16,-6-3-1 0,0 5-1 0,0 3 0 16,0 3-42-1,-3-6-9-15,0 3-2 0,0 0 0 0,-3 2-8 0,-3 1-1 0,0 2-1 0,0 0 0 16,-3 3 37-16,3 0 10 0,-3 0 1 0,3 0 0 15,-3 2-11-15,3-2-9 0,0-2 9 0,3 1-13 16,-2-1 13-16,2-4 0 0,3 3 0 0,-3-5 0 16,6 0 0-16,-3 0-9 0,6 0 9 0,-3-3 0 15,3-2 0-15,3 0 16 0,-3-1-3 0,3 1 0 16,-1-3 6-16,4 0 1 0,-3 0 0 0,3 0 0 16,0-3-8-16,3 3-2 0,-3-2 0 0,0-1 0 15,3 0 8-15,0 1 2 0,0-1 0 0,-3-2 0 16,3 2-20-16,-1-2 0 0,-2 0 0 0,3-1 0 15,0-2-150-15,0 3-34 0,0-3-6 0</inkml:trace>
  <inkml:trace contextRef="#ctx0" brushRef="#br0" timeOffset="115197.185">16597 5295 1507 0,'0'0'31'0,"0"0"9"0,0 0-32 0,0 0-8 0,0 0 0 0,0 0 0 16,0 0 104-16,0 0 20 16,0 0 4-16,0 0 1 0,0 0-43 0,0 0-9 0,0 0-1 15,0 0-1-15,6 0-11 0,0 0-1 0,3 0-1 0,0 0 0 16,0 0-42-16,3 0-9 0,0 0-2 0,2 0 0 16,-2 0 44-16,3 0 9 0,0 0 2 0,3 2 0 15,-3-2-52-15,3 0-12 0,0 0 0 0,-1 0 0 16,-2 3 0-16,3-3-10 0,-3 0 2 0,0 0 0 15,0 0-11-15,0 0-1 0,-3 0-1 0,-1-3 0 16,1 3-135-16,-3-2-28 0,0 2-4 16</inkml:trace>
  <inkml:trace contextRef="#ctx0" brushRef="#br0" timeOffset="115456.542">16773 5107 1580 0,'-6'-3'67'16,"6"3"-54"0,-3-3 92-16,3 3 19 0,0 0 3 0,0 0 1 15,0 0-52-15,0 0-9 0,0 0-3 0,-6 8 0 16,6 0 0-16,-3 0 0 0,3 0 0 0,3 3 0 16,-3-1 0-16,3 1 0 0,0 2 0 0,0 0 0 15,0 1-64-15,0-1 0 0,3 3-13 0,-3-3 1 0,3 3 12 0,-1 0 0 0,-2 0 0 16,3 2 8-1,0-2-8-15,-3 5 0 0,3-2 0 0,-3-1 8 16,0 3-45-16,3-2-9 0,-3 2-2 0,0-2 0 16,0-3-130-16,0-1-26 0,0-1-6 0</inkml:trace>
  <inkml:trace contextRef="#ctx0" brushRef="#br0" timeOffset="115930.279">16930 5067 1997 0,'-12'-21'41'0,"1"0"11"0,-1 2-41 0,-3 3-11 0,3 3 0 0,-3 0 0 16,0 2 88-16,-3 3 16 0,3 3 4 0,-5 0 0 16,2 5-64-16,-3 0-12 0,0 5-2 0,0 0-1 15,0 6-21-15,0 2-8 0,4 3 0 0,-4 3 9 16,3 2-9-16,3 5 0 0,0-5 0 0,0 6 0 15,3 2 0-15,0-3 0 0,4 1 0 0,2 2 0 16,0-5 0-16,0 2 0 0,3 1-8 0,3-1 8 16,0 3 0-16,3 0-11 0,3 3 11 0,0 0-8 15,3-3 8-15,-1 0 0 0,4 0 0 0,0-2 0 16,3-1-15-16,0-7 3 0,0-1 0 0,6-2 0 16,-3 0-20-16,2-6-4 0,4-2-1 0,0 0 0 15,0-2 23-15,0-4 5 0,0 1 1 0,-1 0 0 16,1-3 8-16,0-3 0 0,-3-2 0 0,0-1 0 15,-4-4 0-15,1-1 16 0,0-2-4 0,-3 0-1 16,0-3 26-16,0 0 6 0,-3 0 1 0,-3-5 0 16,3-3 29-16,-3-2 7 0,-4-1 0 0,4-2 1 0,-3 0-65 15,-3 3-16-15,3-1 0 0,-3-2 0 0,-3 5 55 16,0-2 7-16,0-1 2 0,0 1 0 0,-6 2-52 16,3-2-12-16,-6-1 0 0,3 1 0 0,-2 2 0 0,-1 3 0 15,0-1 0-15,-3 4 0 0,3-1 0 0,-3 6 0 0,0 3 0 16,0-1 0-16,0 3 0 0,-3 3-10 0,3 2 2 0,-2-2 0 15,2 2-97 1,-3 6-19-16,3 2-4 0</inkml:trace>
  <inkml:trace contextRef="#ctx0" brushRef="#br0" timeOffset="116606.112">17258 5197 2310 0,'-3'-6'48'0,"3"-4"11"16,0 2-47-16,0 0-12 0,0 0 0 0,3 5 0 15,-3-7 115-15,0 2 21 0,3 3 4 0,-3-1 0 16,0 1-71-16,0 5-14 0,0 0-3 0,0 0-1 15,0 0-41-15,0 0-10 0,0 0 0 0,0 0 0 0,-3 5 53 0,3 3 9 0,-3 3 2 0,0 2 0 32,0 0-103-32,0 1-20 0,0-1-4 0,0 3-1 0,3-3 52 0,-3 3 12 0,3 0 0 0,0-6 0 15,0 3-15-15,0 3 0 0,3-5 0 0,0 2 0 32,0 0-33-32,0 1-8 0,0-4 0 0,3 1-1 0,-3-1 12 15,3-4 2-15,-3-1 1 0,3 3 0 0,0-8 28 0,0 0 6 0,0 0 8 16,-1-8-13-16,4 5 13 0,0-2 13 0,-3-3-2 0,0 3-1 15,0-3 10-15,0-3 3 0,-3 3 0 16,3 0 0-16,-3-2 18 0,0-1 4 0,0 1 1 0,0 2 0 16,0-3-5-16,0-2-1 0,-3 2 0 0,3 1 0 15,-3-1-12-15,3-2-2 0,-3 0-1 0,0 2 0 16,0 0-13-16,0 1-4 0,0-1 0 0,0 6 0 16,0 0-8-16,0 5 0 0,0 0 9 0,0 0-9 15,0 0 0-15,0 0 0 0,0 8 0 0,0 0 0 16,0 7-15-16,0-4 3 0,0 2 0 0,3 3 0 15,-3-3-8-15,3 3 0 0,0-5-1 0,0 2 0 16,0 0-33-16,3 1-6 0,0-4-2 0,0 3 0 16,0-5 50-16,0 3 12 0,0-6 0 0,2 3 0 15,-2-3 0-15,0-2 0 0,3-3 0 0,-3 0 0 16,0-3 48-16,3 1 13 0,-3-1 3 0,3-2 0 16,0-3-52-16,-3 0-12 0,3 0 0 0,0 0 0 15,-3 0 54-15,0-2 8 0,3-1 2 0,-3 6 0 16,-1-9-52-16,1 4-12 0,0-1 0 0,0-2 0 15,0 0 54-15,0 0 8 0,-3-3 2 0,3 2 0 16,0-7-52-16,-3 5-12 0,3-5 0 0,0 5 0 16,-3-2-30-16,0 2-9 0,3 0-1 0,-3 6-1 15,0-1-88-15,0 3-18 0,0 3-3 0,-3 5-1 16,0 0-135-16,6 8-27 0</inkml:trace>
  <inkml:trace contextRef="#ctx0" brushRef="#br0" timeOffset="117114.796">17648 5366 2067 0,'6'-3'87'0,"0"-2"-70"16,0 3 89-16,3-4 18 0,-1 1 3 0,1 0 1 16,3-1 0-16,-3-2 0 0,3 3 0 0,0-3 0 15,0 3-52-15,0-3-9 0,-3 3-3 0,3-1 0 16,-3 1-51-16,3 0-13 0,-4 2 0 0,4 3 0 15,-3-3 0-15,3 1 0 0,-3 2 0 0,0 0 0 16,0 0 0-16,0 2 0 0,-3 1 0 0,0 2 0 16,0 1 0-16,-3 2 0 0,0-6 0 0,0 4 0 15,-3 2 0-15,0-1 0 0,-3 4 0 0,0 0 0 16,-3-1-100-16,0 3-22 0,-3 3-5 0,0-2-1 16,3-1 52-16,-3 0 9 0,0-2 3 0,3-1 0 15,-3 1 0-15,3-3 0 0,0 0 0 0,0 0 0 16,0-6 51-16,4 4 13 0,2-6 0 0,0 0 0 0,0 0 27 15,0 0 8-15,0 0 1 0,0 0 1 16,0 0-8-16,0 0-1 0,0 0-1 0,5-3 0 16,1 0 29-16,0 1 7 0,3-4 1 0,0 4 0 0,0-4-52 15,0 1-12-15,3 2 0 0,0-2 0 16,-3 2 0-16,3 1 0 0,0-1 0 0,0 3 0 0,-4 0 54 16,4 0 8-16,-3 3 2 0,-3-1 0 15,3 1-52-15,-3 2-12 0,-3 3 0 0,0-2 0 16,0 2 0-16,-3 2 0 0,0-2 0 0,0 5 0 0,-3 1 0 15,-3-4 0-15,0 3 0 0,0 1 0 0,-3-4 54 0,0 3 8 16,-3-2 2-16,1 0 0 0,-4-1-103 16,0 1-20-16,0-1-4 0,-3 4-1 0,3-4 52 0,-3 1 12 0,3-1 0 0,-2 1 0 15,-1-3-12-15,0 0 0 0,-3 2 0 0,-3-4 0 32,3 2-46-32,-5-3-9 0,2 3-1 0</inkml:trace>
  <inkml:trace contextRef="#ctx0" brushRef="#br0" timeOffset="117957.91">15508 4789 1094 0,'6'0'23'0,"2"3"5"16,-2-3-28-16,3 3 0 0,3-3 0 0,-3 5 0 15,3-5 73-15,3 0 10 0,-3 0 1 0,3 0 1 16,3 0-17-16,-4 0-3 0,1 0-1 0,3 0 0 16,0 0-8-16,-3 0-3 0,3 0 0 0,-3 0 0 15,3 0-24-15,-1 0-5 0,1 0 0 0,3 0-1 16,0 2-11-16,3-2-3 0,0 0 0 0,-1 0 0 16,4 3-9-16,-3-3 0 0,3 0 0 0,0 3 8 15,-1-3 10-15,1 2 2 0,0 1 0 0,0-3 0 16,0 0-20-16,-1 3 0 0,4-3 0 0,3 0 0 15,0 2 0-15,2-2 0 0,1 0 0 0,3 3 0 16,-4-3 55-16,1 0 7 0,0 3 2 0,3-3 0 0,-4 0-52 16,1 0-12-16,3 0 0 0,-1 0 0 0,-2 2 0 0,0-2 0 0,3 0 0 15,-4 0 0-15,-2 0 54 0,0 0 8 0,-3 0 2 0,-1 0 0 32,1 0-64-32,0 0 0 0,0 0-9 0,-4 0 0 0,4 0 9 15,-3 3 0-15,3-3 0 0,-4 0 0 0,1 3 0 0,-3-3 11 16,0 5-3-16,-3-5 0 0,0 0-8 0,-1 0 0 0,1 0 0 15,-3 0 0-15,3 0 0 0,-3 0 0 16,3 0 0-16,-1 0 0 0,-2 0 0 0,3 0 0 0,0 0 0 0,3 0 0 16,-3 0 56-16,2 0 7 0,-2 0 1 0,0 0 0 15,0 0-52-15,0 0-12 0,0 0 0 0,-4 0 0 16,1 0 0-16,-3 0 0 0,3 0 0 0,-3 0 0 16,0-5 0-16,-3 5 0 0,3-3 0 0,-3 3 0 15,-1 0 0-15,1 0 0 0,-3-3 0 0,3 3 0 16,0 0 0-16,-3 0 0 0,0 0 0 0,0 3 0 15,-3-3 0-15,3 0 0 0,-3 3 0 0,0-3 0 16,0 5 0-16,0-5 0 0,-3 0 0 0,-3 0 0 16,3 3 0-16,-3-3 0 0,6 2 0 0</inkml:trace>
  <inkml:trace contextRef="#ctx0" brushRef="#br0" timeOffset="123514.627">21991 7777 1516 0,'0'0'64'0,"0"0"-52"31,0 0 117-31,0 0 23 0,0 0 5 0,3 5 1 0,-3 0-52 0,3 0-10 0,-3 1-3 0,3 2 0 16,-3-3-26-16,3 3-6 16,-3 0-1-16,3 2 0 15,-3-2-12-15,2 3-2 0,1 0-1 0,0-1 0 16,-3 1-17-16,3 2-3 0,0-2-1 0,0 2 0 0,-3 0-8 0,3 0-3 16,0 0 0-16,-3 1 0 0,3-4-2 0,-3 3-1 0,3-2 0 0,-3 2 0 15,3-2-10-15,-3 2 12 0,0-2-12 0,3 2 12 16,-3-2 0-16,0 2 0 0,3-3 0 15,-3 4 0-15,0-1-12 0,0 0 12 0,0 0-12 0,0 0 12 16,0 3-12-16,0-2 0 0,0 1 0 0,0 4 8 16,0-3-8-16,0 0 0 0,0 2 0 0,0 1 0 15,0-3 0-15,0 2 0 0,0 1 8 0,0-3-8 16,0-3 0-16,3 3 8 16,-3-3-8-16,0 0 8 0,0 0-8 0,3-2 0 15,-3 2 0-15,0 0 8 0,3-2-8 0,-3 2 0 0,0-2 0 0,3 2 8 16,-3-2-8-16,3 2 0 0,0-3 0 0,-3 4 8 15,3 2-8-15,-3-3 8 0,3 3-8 0,-3 0 8 16,3-1-8-16,0 1 8 0,-3 0-8 0,3 0 8 16,-3 3-8-16,3-4 0 0,-3 1 0 0,3 0 8 15,-3-3 5-15,3 3 1 0,-3-2 0 0,3-1 0 16,-3-3-14-16,0 1 0 0,3 2 0 0,-3-2 0 16,3 2 0-16,-3 0 0 0,0-2 0 0,3 2 0 15,-3 0 0-15,0-2-12 0,3 2 3 0,-3 0 0 16,0 1 9-16,3 1 0 0,-3 1 0 0,0 0 0 15,3 0 0-15,-3 3 0 0,0-1 0 0,3 1 0 16,-3-1 0-16,3 1 0 0,-3-1 0 0,0 3 0 0,0-2 0 0,3-3 0 0,-3 0 0 16,0-1 8-16,3 1-8 0,-3 0 0 15,0-3 0-15,3 3 8 0,-3-2-8 0,0 1 0 16,3-1 0-16,-3 2 0 0,0-1 0 0,3 1 8 16,-3 3-8-16,3-1 8 0,-3 4-8 0,0-4 0 15,3 3-8-15,-3 3 8 0,2-5 0 0,-2 2 0 0,3-3 0 16,-3 1 0-16,3-1 0 0,-3 1 0 15,0-3 0-15,3 0 0 0,-3 2 0 16,0-2 0-16,3 5 0 0,-3-2 8 0,0-1-8 0,0 1 0 16,0-1 0-16,0 3 0 0,-3 1 0 0,3 1 8 0,0 1-8 15,0 3 8-15,0-6-8 0,0 3 0 16,0-1 8-16,0-1-8 0,0-1 8 0,0 0-8 0,0-3 10 0,0 1-10 16,0-1 8-16,0 1-8 0,0 0 0 0,0-1 9 15,0 1-19-15,0-1-4 0,0-2-1 0,0 5 0 16,0-2 15-16,0 2 0 0,0 0 0 0,0 0 0 15,0-2 0-15,0 2 0 0,0-3 0 0,0 4 0 16,0-4 19-16,0-2 6 0,0 0 2 0,0 0 0 16,0-3-27-16,0 3 0 0,0-6 8 0,0 6-8 15,0-3 0-15,0 1 0 0,0 2 0 0,0-3 0 16,0 0-20-16,0 0-7 0,0 1-1 16,0-1 0-16,0 0 28 0,0 3 0 0,0 0 0 0,0 0 0 15,0-3 24-15,0 3 11 0,0 0 1 0,0-3 1 16,0 3-28-16,0-3-9 0,3 0 0 0,-3-2 0 15,0 2 27-15,0-2-2 0,0-1 0 0,0-2 0 16,0 3-37-16,0-1-7 0,0-2-1 0,0 0-1 16,0-3 21-16,0 3 0 0,0-5 0 0,0 2 0 15,0-5 0-15,-3 6 0 0,3-1 0 0,0-5 0 16,0 0 20-16,0 0-2 0,0 0 0 0,0 0 0 16,0 0-66-16,0 0-12 0,0 0-4 0,0 0 0 15,0 0-51-15,-3-8-10 0,0 0-3 0</inkml:trace>
  <inkml:trace contextRef="#ctx0" brushRef="#br0" timeOffset="126892.804">22056 7747 851 0,'0'0'36'0,"0"0"-36"16,0-5 109-16,0 5 15 0,0 0 4 0,0-5 0 16,0 5-52-16,0 0-9 0,-6-3-3 0,6 3 0 15,0 0 0-15,-3-2 0 0,3 2 0 0,-6 0 0 16,6 0 0-16,-6 0 0 0,0 0 0 0,6 0 0 16,-9 2 0-16,3 1 0 0,0 0 0 0,6-3 0 15,-5 2-29-15,2 3-7 0,3-5 0 0,-6 3-1 16,6-3-2-16,-6 5 0 0,6-5 0 0,0 0 0 15,-3 6-2-15,3-6-1 0,0 5 0 0,0-5 0 16,0 5-2-16,0 1-1 0,3-1 0 0,0 0 0 16,0 0 1-16,3 1 0 0,-3-1 0 0,2 0 0 15,1-2 1-15,3 2 1 0,-3 1 0 0,3-1 0 16,0 0 0-16,0 0 0 0,0 3 0 0,0-2 0 16,3-1-8-16,-3 0-2 0,0 3 0 0,3-3 0 15,-3 3 0-15,2 0-1 0,-2-2 0 0,3 2 0 16,-3 0 0-16,3-1 0 0,-3-1 0 0,0 2 0 15,0 0-3-15,0 0 0 0,0 0 0 0,3 2 0 16,-3-2-8-16,0 0 12 0,2 0-12 0,-2 0 12 16,3 0-12-16,0 0 12 0,-3 0-12 0,3 0 12 0,0-3-25 15,0 3-5-15,0 0-1 0,0-3 0 0,3 0 32 0,-4 3 7 0,4-2 0 16,-3 2 1-16,0-3-21 0,0 3 0 16,0-3 0-16,0 3 0 0,0 0 0 15,-3-3 8-15,6 3-8 0,-3-3 0 0,-4 3 0 0,4 0 8 0,-3 0-8 0,0 0 0 16,0 0-16-16,0 0-7 0,0 3-1 0,0-3-1 15,-3 2 25-15,3 1 0 0,-3-3 0 0,0 5 0 16,0-2 46-16,0-1 14 0,0-2 4 0,0 3 0 16,2 2-52-16,-2-5-12 0,0 2 0 0,3 1 0 15,-3 0 0-15,0-1 0 0,3-2 0 16,0 3-10-16,0-1 10 0,0-2 0 0,0 0 8 0,0 0-8 16,0 0 0-16,0 0 0 15,3-3 0-15,-1 3 0 0,-2-3 0 0,3 1 0 0,0-1 0 0,0 0 0 16,-3-2 0-16,0 2 0 0,3-2 0 0,-3 2 0 15,-3-2 0-15,3-1 0 0,-3 1 0 0,0 2 0 16,0-5 0-16,-1 3 0 0,1 0 0 0,-3-1 0 16,3 1 29-16,-3 0 2 0,3-1 0 0,-6-2 0 15,3 3-50-15,-3-3-9 0,3 3-3 0,-3-3 0 16,6 2 31-16,-6-2 0 0,0 0 0 0,3 6 0 16,-3-6 0-16,0 0 18 0,0 0-2 0,0 0-1 15,3 2-91-15,-3-2-17 0,0 0-4 0</inkml:trace>
  <inkml:trace contextRef="#ctx0" brushRef="#br0" timeOffset="129299.491">23015 8491 1337 0,'0'0'28'0,"0"0"6"0,0 0-34 0,0 0 0 0,0 0 0 0,0 0 0 16,0 0 109-16,0 0 15 0,0 0 4 0,0 0 0 16,0 0-38-16,0 0-7 15,0 0-2-15,0 0 0 0,0 0-27 16,0 0-6-16,0 0 0 0,-3 5-1 16,3 1 15-16,-3 2 3 0,0-6 1 0,3 6 0 0,0-3-34 0,-3-2-6 15,3 2-2-15,0 3 0 0,0-2-7 0,-3 2-1 0,3-3-1 0,0 3 0 16,0 2 6-16,0-2 2 0,0 3 0 0,0-1 0 15,-3 4-23-15,3-4 0 0,0 3 0 0,0 1 0 16,0 2 20-16,0-3-1 0,0 3 0 0,0 0 0 16,0-1-19-16,0-1 10 0,0 2-10 0,0-1 8 15,0-1-8-15,0 2 0 0,3-3 0 0,-3 0 0 16,0-2-16-16,3 2-6 0,-3 0-1 16,0-2 0-16,0 2 23 0,0-3 0 0,0 1 0 15,0 2 0-15,0-2 0 0,0-1 0 0,0 1 0 0,0 0 0 16,0-1 25-16,0 3 10 0,0-2 1 0,0 0 1 15,-3 2-8-15,3-3-1 0,0 4-1 0,0-1 0 16,-3-3-27-16,3 4 0 0,0-1 0 0,0 0 0 16,0 0-8-16,0 1-8 0,0-4 0 0,0 6-1 15,-3-5 17-15,3-1 0 0,0 3 0 0,0-2 9 16,0 0 3-16,0-1 1 0,0 1 0 0,0-3 0 16,-3 2-13-16,3-2 0 0,0 3 0 0,0-3 0 15,-3 0 0-15,3 0 0 0,0 0 0 0,0-1 0 16,-3 1 0-16,3-2 0 0,0 2 0 0,0 0 0 15,-3 0 0-15,3-3 0 0,0 3 0 0,0 0 0 16,-3 0 0-16,3 0 0 0,0 0 0 0,0-1 0 0,-3 4 0 16,3-3 0-16,0 3 0 0,0-1 0 0,-3 1 28 15,3-1 2-15,0 1 1 0,0 2 0 0,-3-2-23 0,3-1-8 16,0 4 0-16,-3-1 0 0,3-3 0 16,-3 1 8-16,3 0-8 0,-3-1 0 0,3 3 0 15,0-2 0-15,-3-3 0 0,3 2 0 0,0 1 0 0,-3-3 0 0,3 0 0 16,-3 2 0-16,3 1 0 0,-3-3 0 15,3 0 0-15,-3 0 0 0,3 0 0 0,0 0 0 16,-3 0 0-16,3 0 0 0,0 0 0 0,-3 0 0 16,3-1 0-16,0 1 0 0,-3 0 0 0,3 3 0 15,-3-3 0-15,0 2 0 0,3-2 0 0,-3 0 0 0,3 3 0 16,0-1 0-16,-3 1 0 0,3 0 8 0,0-1-8 0,-3 3 0 16,3-2 0-16,0 0 0 0,0 2 0 0,0 0 0 15,0-2 0-15,0 2 0 0,0-3 0 0,0 4 0 16,0-4 0-16,0 1 0 0,0-1 0 0,-3 1 0 15,3-3 0-15,0 3 0 0,-3-3 0 0,3-1 0 16,0 1 0-16,0 0 0 0,0 0 8 0,0 0-8 16,0 0 0-16,0 0 0 0,0 0 0 0,0 0 0 15,0 0 0-15,0 0 0 0,0 0 0 0,0 0 0 16,-3 2 0-16,3-2 0 0,0 0 0 0,-3 0 0 16,3 0 0-16,0 0 0 0,0 0 0 0,0 2 0 15,-3-2 0-15,3 3 8 0,0 0-8 0,0-1 0 16,0 1 0-16,0-1 8 0,0 1-8 0,0 2 0 15,0-2 0-15,0-1 0 0,3-2 0 0,-3 5 0 16,0-5 0-16,3 3 0 0,-3 0 0 0,0-3 0 16,3 2 8-16,0-2-8 0,-3 0 0 0,3 0 0 15,-3 0 10-15,3-3-10 0,-3 6 10 0,3-6-10 16,0 0 10-16,-3 3-10 0,3-2 10 0,0-1-10 16,-3 0 8-16,0 0-8 0,0-5 0 0,3 6 0 0,-3-1 8 15,3 0-8-15,0 1 0 0,-3-1 9 0,3 0-9 0,-3-5 0 16,3 5 0-16,-3 1 0 0,3-4 0 0,-3-2 8 0,3 6-8 15,-3-1 0-15,3 0 0 0,-3-5 0 0,3 6 8 0,0-1-8 16,-3-5 0-16,0 5 0 0,0-5 0 0,3 5 0 16,-3-5 0-16,0 8 0 0,0-8 0 0,0 6 0 15,3-1 0-15,-3-5 8 0,0 5-8 0,0-5 0 16,0 6 0-16,0-6 0 0,0 0 0 0,0 8 0 16,0-8 0-16,0 5 0 0,0-5 8 15,0 5-8-15,0-5 0 0,0 0 0 0,0 8 0 0,0-8 0 16,0 0 0-16,0 5 8 0,0-5-8 0,0 0 0 15,0 0 8-15,0 6-8 0,0-6 0 0,-3 5 8 16,3-5-8-16,-3 8 0 0,3-8 0 0,0 0 0 16,0 5 0-16,0-5 0 0,0 0 8 0,-3 5-8 15,3-5 0-15,0 0 0 0,-3 6 0 0,3-6 0 16,-3 8 0-16,3-8 0 0,-3 5 8 0,3-5-8 16,-3 5 0-16,0 1 0 0,0-1 0 0,-3 0 8 15,3 0-8-15,0 1 0 0,-3-1 9 0,3 0-9 16,-3 1 0-16,0-1 9 0,0 3-9 0,0-3 0 15,1 3 12-15,-1 0-12 0,0-3 12 0,0 3-12 16,0 0 9-16,-3 3-9 0,3-3 0 0,-3 2 9 16,0-2-9-16,3 0 0 0,-3 0 0 0,0 3 0 0,0-3 0 15,0 0 0-15,0-3 0 0,0 5 0 0,0-4 0 16,4-1 0-16,-4 3 8 0,0-3-8 0,3 1 0 16,-3 1 0-16,0-1 0 0,3-1 0 0,-3 0 0 15,3 3 0-15,-3-2 0 0,3-1 0 0,-3 0 0 16,3 3 0-16,0-3 0 0,-3 3 0 0,3-2 0 0,-3 2 0 0,4-3 0 15,-4 3 8-15,3-3-8 0,0 3 0 0,0-3 0 16,-3 3 0-16,3-2 8 0,-3 1-8 16,3-1 8-16,0 2-8 0,0 0 8 0,-3-3-8 0,3 0 8 0,-3 3-8 15,0 0 0-15,3-3 8 0,-3 3-8 0,4 0 0 16,-4 0 0-16,0 0 0 0,0 0 8 0,3 0-8 16,-3 3 0-16,0-3 0 15,3 2 0-15,-3 1 0 0,3-3 0 0,-3 2 0 0,3-2 0 0,-3 3 0 16,3-3 0-16,-3 2 0 0,3-2 0 0,-3 0 0 15,1 0 0-15,2 0 0 0,-3-3 8 0,3 1-8 16,0-1 0-16,0 0 0 0,0 0 0 0,0 1 8 16,0-1-8-16,0-2 0 0,0 2 0 0,0-2 8 15,0 2-8-15,3-2 0 0,-3 2 0 0,3 0 0 16,-3-2 0-16,6-3 0 0,-3 5 0 0,-3-2 0 16,0 2 0-16,3 0 0 0,-3 1 0 0,3-1 0 15,1 0 0-15,2-5 0 0,-6 6 0 0,3-1 0 16,0 0 0-16,3-5 0 0,-6 5 0 0,3 1 0 15,0-1 0-15,3-5 0 0,-3 5 0 0,3-5 0 16,-6 6 0-16,3-1 0 0,3-5 0 0,-3 5 0 16,3-5 0-16,-3 8 0 0,3-8 0 0,-6 5 0 15,6-5 0-15,0 0 0 0,0 0 0 0,-3 6 0 16,3-6 0-16,0 0 0 0,-3 5 0 0,3-5 0 16,0 0 0-16,0 0 0 0,0 0 0 0,0 0 0 15,0 0-16-15,0 0 2 0,0 0 0 0,0 0 0 16,0 0-28-16,0 0-6 0,0 0 0 0,0 0-1 15,0 0-91-15,0 0-19 0,-3-3-3 0</inkml:trace>
  <inkml:trace contextRef="#ctx0" brushRef="#br0" timeOffset="129790.088">22184 10819 1333 0,'0'0'56'16,"0"0"-44"-1,0 0 120-15,0 0 24 0,0 0 4 0,0 0 2 16,0 0-33-16,0 0-6 0,-3 6-2 0,3-6 0 16,-3 5-33-16,0 0-8 0,3-5 0 0,-3 8-1 15,3-2-22-15,-3-1-4 0,3 0-1 0,0 3 0 16,-3 0-12-16,3 0-4 0,0 0 0 0,0 0 0 16,0 2-10-16,0-2-2 0,0 3-1 0,0 0 0 0,0-1-7 15,-3 1 0-15,3-1-1 0,0 4 0 0,0-4-1 0,-3 3 0 0,3 3 0 16,0-3 0-1,0 6-5-15,-3 0-1 0,3-1 0 0,0 1 0 0,-3 2-8 16,3 0 0-16,0-3 0 0,-3 4 0 0,3-4 0 16,0 1 0-16,0-4 0 0,0 1 8 0,3-2-8 0,-3-1 0 15,0 0 0-15,0-2 0 0,3-3 0 0,-3 2 0 0,0 1 0 0,0-3 0 16,3 0 0-16,-3-3 0 0,0 3 0 0,0-8 0 16,3 5 0-1,-3 0 0-15,0-5 0 0,0 0 0 0,0 0 0 0,3 3 0 0,-3-3 0 0,0 0 0 16,6 0-97-16,0-3-25 0,-3-2-5 0</inkml:trace>
  <inkml:trace contextRef="#ctx0" brushRef="#br0" timeOffset="131095.396">22568 8150 1121 0,'0'0'47'15,"0"0"-38"1,0 0 95-16,0 0 20 0,0 0 3 0,0 0 1 16,0 0-40-16,0 0-7 0,0 0-1 0,0 0-1 15,0 0-30-15,-3-6-5 0,3 6-2 0,-3-5 0 16,3 0 53-16,0 0 10 0,0 2 3 0,-3-2 0 16,3-3-40-16,0 2-8 0,0-2-2 0,-3-2 0 15,3-1-26-15,0 1-4 0,0-4-2 0,-3 1 0 16,3-5 26-16,-3-1 6 0,0-5 1 0,3 1 0 15,0-1-25-15,-3-3-5 0,3-2-1 0,0 0 0 16,0 0 11-16,3 2 1 0,-3 1 1 0,0-6 0 0,0 1-33 16,-3-4-8-16,3-5 0 0,-3 1 0 0,0-4 0 0,-3 1 0 15,3 0 0-15,-3-3 0 0,3 5 53 0,-2 3 9 0,2 3 2 16,0-6 0-16,0 3-52 0,0-3-12 0,3-2 0 0,0 2 0 16,-3 3 0-16,3 5 0 0,0 1 0 0,0 1 0 15,0 7 0-15,0-1 0 0,3 3 0 16,-3-3 0-16,3 3 0 0,0-3 0 0,0 0 0 15,0 0 0-15,-1-2 0 0,1-1 0 0,3 1 0 0,-3-1 0 16,0 1 0-16,3 5 0 0,-3-3 0 0,3 5 0 16,-3 1 0-16,0 2-13 0,0 0 2 0,0 3 1 15,0 2 10-15,0 1 0 0,0 2 0 0,0 0 0 16,0 0 0-16,-3 3 8 0,0-3-8 0,0 5 0 16,3-2 0-16,-3 0 0 0,0-1 0 0,0 6 8 15,0 0-8-15,0 0 0 0,0 0 0 0,0 0 0 16,0 0 0-16,0 0 0 0,0 0 0 0,0 0 0 15,0 0-21-15,0 0 1 0,0 0 0 0,0 0 0 16,0 0-17-16,0 0-3 0,0 0-1 0,-3 8 0 16,0-3-69-16,0 3-14 0,3-8-2 0,0 6-1 15,0-6-91-15,0 0-18 0</inkml:trace>
  <inkml:trace contextRef="#ctx0" brushRef="#br0" timeOffset="132400.669">22913 6096 2418 0,'0'-8'68'0,"3"-2"16"0,-3-1-67 0,3 3-17 0,-3 0 0 0,3 3 0 15,-3 0 69-15,0 0 11 0,0 5 1 0,0 0 1 16,0 0-31-16,0 0-7 0,0 0 0 0,0 0-1 16,0 0-18-16,-6 2-3 0,0 3-1 0,3 3 0 15,-3 0-21-15,1 3 8 16,-1 2-8-16,-3 0 0 16,3 3 0-16,0 3 0 0,3 2 0 0,-3 3 0 0,3 0-8 15,3-1-4-15,-3 6 0 0,3-2 0 16,0-3-19-16,3-3-4 0,3-3-1 0,-3 1 0 0,3-3-1 15,3-3-1-15,-3-2 0 0,3-3 0 0,-1-3 14 0,1-2 4 0,3-1 0 0,-3 1 0 16,0-6 10-16,0 1 10 0,0-1-13 0,0-2 5 16,0-3 8-16,-3 0 11 0,3 0-3 0,-3 0 0 15,0-5 26-15,-3 2 5 0,3-2 1 0,-3-3 0 16,0 3 1-16,0-3 1 0,-1-3 0 0,-2 1 0 16,3-1-6-16,-3 3-2 0,3-2 0 0,-3 2 0 15,3 3-9-15,-3 0-1 0,0-1-1 0,0 4 0 16,0 2-11-16,0 2-1 0,0 1-1 0,0 5 0 15,0 0-10-15,0 0 0 0,0 0 0 0,0 0 8 16,0 8-8-16,0 0 0 0,0 3 0 0,0 2 0 16,3 3-14-16,0 0 5 0,0 2 1 0,3 1 0 15,3-1-18-15,0 1-3 0,0-1-1 0,3 1 0 16,0-3 30-16,0-3 0 0,3-3 11 0,0 1-3 16,-1-6-8-16,1 1-10 0,0-1 10 0,0-5-13 15,-3 0 13-15,3 0 0 0,0-5 0 0,0-1 10 16,-3-2 2-16,-1-2 0 0,1-1 0 0,0-2 0 0,-3-3 17 15,-3 3 4-15,3-6 1 0,-3 3 0 0,0 1 4 0,0-4 1 16,-3 1 0-16,0 2 0 16,0-3-8-16,0 3-2 0,0 0 0 0,-3-2 0 0,0-1-16 0,0 4-3 15,0-7-1-15,-3 4 0 0,3-1-9 0,-3-2 0 16,0 0 0-16,0 2 8 0,3 1-20 0,-3 2-4 16,0 0 0-16,3 3-1 15,0 2-89-15,0 3-18 0,0 3-3 0,0 5-1 0,0 0-60 16,6 0-13-16,0 3-3 0</inkml:trace>
  <inkml:trace contextRef="#ctx0" brushRef="#br0" timeOffset="132656.65">23547 6133 2488 0,'0'0'52'0,"-3"6"12"0,3-6-52 0,-3 5-12 0,3-5 0 0,-3 5 0 15,3-5 68-15,0 6 10 0,0-6 2 0,-3 2 1 16,3 4-13-16,0 1-4 0,0-1 0 0,-2 2 0 15,2 2 0-15,0-2 0 0,0 5 0 0,-3 1 0 16,3 2-51-16,0-1-13 0,-3 7 0 0,3-1 0 16,-3-3 34-16,3 1 4 0,0-1 1 0,-3 1 0 15,3-1-27-15,-3-2-12 0,0 0 10 0,3 3-10 16,-3-3 8-16,0-3-8 0,3 3 0 0,-3 2 0 16,3-2 0-16,-3 3 0 0,3-1 0 0,0 6 0 15,0-3-87-15,0 0-17 0,0 3-3 0,3 2-1 16,0-4-118-16,0 1-24 0</inkml:trace>
  <inkml:trace contextRef="#ctx0" brushRef="#br0" timeOffset="133389.094">22994 9600 1599 0,'0'0'33'0,"-3"5"8"0,3-5-33 0,-6 5-8 0,6-5 0 0,0 0 0 15,-6 3 95-15,6-3 17 0,-3 5 3 0,3-5 1 16,0 0-25-16,-3 3-5 0,3-3-1 0,0 0 0 15,-3 5-25-15,3-5-4 0,0 0-2 0,0 0 0 16,0 5-19-16,3 1-4 0,0-4-1 16,0 4 0-16,3-4 0 0,3 1 0 0,0 0 0 0,3-1 0 15,2 1 6-15,4 2 0 0,3-5 1 0,3 3 0 16,6-1-8-16,5-2-1 0,1 0-1 0,3 0 0 16,3 0-6-16,-7-2-1 0,4 2 0 0,6-3 0 15,-4 3-7-15,7 0-1 0,0 0-1 0,2 0 0 16,-2 0-11-16,-1 0 0 0,-2 0 0 0,3 0 8 15,-4 0-8-15,1 0 10 0,0 0-10 0,2 0 10 16,-8 0-10-16,0 0 0 0,-4 0 0 0,-2 0 8 16,-3 0-8-16,-6 0 0 0,-1 3 9 0,-2-3-9 15,-6 0 0-15,3 0 0 0,-6-3 0 0,3 3-12 16,-3 0-20-16,-3-2-5 0,3 2-1 0,-1-3 0 16,-2 0-137-16,0-2-27 15,0 2-6-15</inkml:trace>
  <inkml:trace contextRef="#ctx0" brushRef="#br0" timeOffset="134021.307">24393 9991 2560 0,'3'-13'72'0,"3"0"17"0,0 2-71 0,0 3-18 0,3 0 0 0,2 0 0 16,-2 3 44-16,6 0 4 0,-3 0 2 0,3 2 0 16,0 0 14-16,3 3 4 0,-3 0 0 0,3 3 0 15,-4-3-38-15,4 3-7 0,-3-3-2 0,3 0 0 16,0 2-37-16,0-2-7 0,0 3-1 0,2-3-1 16,1 2 25-16,3 1 0 0,0 0 0 0,0-3 0 15,2 2-261-15,1 1-47 0</inkml:trace>
  <inkml:trace contextRef="#ctx0" brushRef="#br0" timeOffset="135981.805">24795 9420 2064 0,'6'-8'59'0,"-1"3"12"15,1-1-57-15,0 4-14 0,0-4 0 0,0 4 0 16,-3-1 93-16,-3 3 16 0,0 0 3 0,0 0 1 16,0 0-26-16,0 0-6 0,0 0-1 0,0 0 0 15,0 0-24-15,0 0-4 0,-6-3-2 0,0 3 0 16,-3 0-17-16,3 3-3 0,-2 0-1 0,2-1 0 0,-3 4-9 0,0-1-1 0,3 0-1 0,-3 3 0 16,0 0-10-16,0 3-8 0,3 2 12 0,-3 3-12 15,0 2 0-15,3 1 0 0,-3 2 0 0,3 3 0 16,0-3 0-16,0 3 0 0,3-3 0 0,-2 3 0 15,2-3 19-15,-3 3-3 0,3-3-1 0,0 0 0 16,0 3-15-16,0 0 0 0,0 2 0 0,0 1 0 16,0 2 0-16,3 2 0 0,0 4 0 0,0-1 0 15,-3-2 0-15,3-3 0 0,0 3 0 0,0-3 0 16,0 0 0-16,0-5-15 16,0 2 3-16,0 1 1 0,0-1 11 0,-3 1-8 0,0-1 8 0,3 6-8 15,-3-6 8-15,3 1 0 0,0-1 0 0,-3 1 0 16,0-3 0-16,3-1 0 0,-3-1 0 0,0-4 11 15,0 1-11-15,0-4-11 0,0 1 3 0,-3-2 0 16,3-1-30-16,0 0-6 0,0-2 0 0,-3-1-1 16,3 1 24-16,-3-3 5 0,3 0 0 0,-3 0 1 15,3-3-129-15,-3 0-27 0,3-2-5 0</inkml:trace>
  <inkml:trace contextRef="#ctx0" brushRef="#br0" timeOffset="138725.647">22336 8528 1580 0,'-3'-3'67'15,"3"3"-54"-15,-3-5 136 0,3 5 27 0,0 0 6 0,-6 0 1 16,6 0-88-16,-6-3-18 0,0 3-3 0,6 0-1 16,-6 0-7-16,0 3-2 0,0 0 0 0,0-1 0 15,0 4-51-15,0 2-13 0,0-3 0 0,0 3 0 16,1 0 54-16,-1 2 8 0,0-2 2 0,3 6 0 31,-3-4-103-31,3 3-20 0,-3 1-4 0,3-1-1 0,0 3 52 0,3-3 12 16,0 0 0-16,0 0 0 0,3 1 0 0,0-1 0 0,0-3 0 0,0 1 0 15,3 0 0-15,0-3 0 16,3-1 0-16,-1 1 0 0,1-2 0 0,0-1 0 16,3-2 0-16,0-1 0 0,0 1 0 0,0-6 0 0,3 1 0 0,0-1 0 15,0 0 18-15,-1-5 6 0,1 3 2 0,0 0 0 16,-3-3 2-16,0-3 0 0,0 3 0 0,0-2 0 16,-3-1 8-16,-3 1 3 0,0-1 0 0,-3 0 0 15,3 1 2-15,-6-3 1 0,3-1 0 0,-6 4 0 16,0-3-11-16,-3 2-3 0,0-2 0 0,-3 0 0 15,0 2-13-15,0-2-3 0,0 2-1 0,-3 1 0 16,0-1-11-16,-3 0 0 0,3 1 0 0,-2-1 0 16,2 3-32-16,0 3-12 0,-3-3-3 0,3 3 0 15,0-1-13-15,0 1-4 0,3 0 0 0</inkml:trace>
  <inkml:trace contextRef="#ctx0" brushRef="#br0" timeOffset="140770.089">17014 7798 991 0,'0'0'20'0,"0"0"6"0,-6 5-26 0,3 0 0 0,3-5 0 0,-6 6 0 16,3-1 84-16,0 0 11 0,-3 1 2 0,3-1 1 15,-3 0-5-15,6-5-1 0,-3 5 0 0,3-5 0 16,-6 3-20-16,6-3-4 0,-3 5 0 0,3-5-1 16,0 0-33-16,0 0-6 0,0 0-2 0,-3 8 0 15,3-8 29-15,0 6 5 0,3-4 2 0,0 3 0 16,0-2-26-16,3 2-6 0,0-5-1 16,3 3 0-16,0 0-1 0,3-1 0 0,0-2 0 0,3 3 0 15,2-3-15-15,1 3-3 0,6-3-1 0,0 2 0 16,3-2 15-16,-1 0 4 0,4 3 0 0,3-3 0 15,-3 3-10-15,-1-3-2 0,4 0 0 0,3 0 0 16,0 0 4-16,5 0 0 0,1 0 0 0,6 0 0 16,-7 0-1-16,4 0 0 0,3 0 0 0,2 0 0 15,-2-3 21-15,2 3 4 0,4-3 0 0,3 1 1 16,-7-1-36-16,1 3-9 0,-4-3 0 0,7 1 0 16,-3-1 0-16,-4 0 0 0,7 1 0 0,-4-1 0 15,-2 3 0-15,-3-3 0 0,-1 3 0 0,-2-2 12 16,0-1-12-16,-4 3 8 0,-2-2-8 0,3 2 8 15,-7-3-8-15,1 3-9 0,0-3 9 0,-3 3-13 16,-3 0 13-16,-4 3 16 0,-2-3-3 0,0 0-1 16,-3 3-12-16,-3-3 8 0,-3 0-8 0,-3 2 0 15,0 1 8-15,-4-1-8 0,1-2 0 0,-3 3 0 0,3 0 0 16,-6-3-15-16,3 2 2 0,-3-2 0 16,3 6-36-16,0-1-7 0,-3 0-2 0,0-5 0 15,0 8-119-15,-3-2-24 0,3 1-5 0</inkml:trace>
  <inkml:trace contextRef="#ctx0" brushRef="#br0" timeOffset="141636.548">17186 8872 1347 0,'-6'3'38'0,"0"-1"9"0,1-2-38 0,-1 3-9 0,6-3 0 16,-6 0 0-16,0 3 80 0,0-3 15 0,6 0 2 0,-6 2 1 15,6-2-28-15,-6 3-6 0,6-3 0 0,0 0-1 16,-6 0-33-16,6 0-6 0,0 0-2 0,0 0 0 16,0 0 34-16,0 0 6 0,0 0 2 15,0 0 0-15,0 0-30 0,0 0-6 0,0 0 0 0,0 0-1 16,0 0 8-16,0 0 1 0,6 5 1 0,-3-2 0 15,6-3-29-15,-3 2-8 0,3 1 0 0,2-3 0 16,-2 0 22-16,3 3 3 0,3-3 1 0,0 0 0 16,0 0-11-16,3 0-3 0,3 0 0 0,-3 0 0 15,2 0 0-15,1 0 0 0,0 0 0 0,0-3 0 16,0 3 2-16,3 0 0 0,-1-3 0 0,4 3 0 16,0 0-14-16,3-2 0 0,-4 2 0 0,4 0 0 15,0 0 11-15,3 0-1 0,-3 0 0 0,-1 0 0 16,4 2-10-16,0-2-14 0,0 3 3 0,2-3 1 15,1 0 10-15,0 3 0 0,2-1 0 0,4 1 0 16,-3-3 20-16,-4 0 5 0,1 3 2 0,3-3 0 16,-3 0-19-16,2 0-8 0,-2 0 8 0,3 2-8 15,-4-2 9-15,4 0-9 0,-3 0 10 0,0 0-10 16,-4 0 9-16,1 0-9 0,-3 0 8 0,0-2-8 16,-4 2 24-16,1 0 0 0,-3-3 0 0,0 3 0 15,0 0-24-15,-4-3 0 0,-2 3 0 0,0-2 0 16,-3 2 0-16,0 0-19 0,-3 0 3 0,0 0 1 15,0 0 15-15,-3 0 0 0,-3 0 9 0,2 0-9 0,-2 0 9 16,0 0-9-16,0 0 8 0,0 0-8 16,-3 0 0-16,3 0 8 0,0 0-8 0,-3 2 0 0,3-2 8 15,0 3-8-15,0-3 8 0,0 0-8 0,3 0 0 0,-3 0 0 0,3 0 0 16,-3 0 0-16,0-3-16 0,3 3 4 0,0-2 0 0,-4-1 1 31,4 0-37-31,0 1-7 0,-3-1-1 0</inkml:trace>
  <inkml:trace contextRef="#ctx0" brushRef="#br0" timeOffset="142480.301">18529 7470 1241 0,'-12'-3'25'0,"3"3"8"0,0-3-33 0,3 3 0 0,-3 0 0 0,3 0 0 16,0 0 95-16,0 0 12 0,0 0 2 0,3 0 1 15,3 0-24-15,-6 0-5 0,6 0-1 0,-6 3 0 16,6-3-11-16,0 0-2 0,-2 5-1 0,-1 1 0 15,3-6-27-15,-3 8-6 0,3-1-1 0,3 1 0 16,-3 0 1-16,3 3 0 0,2-3 0 0,-2 2 0 16,6 1-6-16,-3 0-2 0,6 2 0 0,-3-5 0 15,3 5-1-15,0-2-1 0,0 2 0 0,3 0 0 16,0 0 2-16,0 3 1 0,-1-3 0 0,1 1 0 16,3 2-10-16,0-3-1 0,3 3-1 0,0-1 0 15,0 4-14-15,2 2 0 0,-2 0 0 0,3 3 0 16,-3 0 0-16,0 2 0 0,-1-2 0 0,1 5 0 15,-3-5 33-15,-3 3 4 0,3-4 1 0,-3 1 0 16,-3 0-25-16,0 0-5 0,-3 0 0 0,-1 0-8 16,-2-1 12-16,3 1-12 0,-3 0 12 0,-3 2-12 15,0 1 11-15,0-1-11 0,0 1 10 0,-3 2-10 16,3-3 9-16,-3 1-9 0,0-3 8 0,0 2-8 16,-3-5 8-16,0 3-8 0,3 0 0 0,-3-3 8 15,0 3-8-15,0 0 0 0,-3-1 0 0,3 1 0 0,0 3 0 0,0-3 8 16,-3 2-8-16,4 1 0 15,-4-1 0-15,0-2 0 0,-3 0 8 0,3-1-8 0,-3-1 0 16,0 1 0-16,3 1 0 0,-3 0 0 0,0-3 0 16,0 0 8-16,0 1-8 0,-3-1 0 15,3 0 0-15,-3 3 0 0,-2-1-9 0,2 4 9 0,-3-3 0 0,0-3 0 16,-3 0 0-16,3 3 0 0,0-6 0 0,0-2 0 0,-2 0 0 0,2 3 0 16,0-3 0-16,0-3 0 0,0 0 0 15,0 3 0-15,0-6 0 0,3 4 17 0,-3-6-1 0,1 0-1 16,2 0-15-16,0-1 0 0,-3-1 8 0,3-1-8 15,3 0 0-15,-3 1 0 0,3-4 0 0,0 1 0 16,-3-3 0-16,6 0-18 0,-3 0 4 0,4 0 1 16,-1 0-29-16,0-3-6 0,3 1 0 0,-3-1-1 15,3-2-134-15,3-1-26 0,-3 1-6 0</inkml:trace>
  <inkml:trace contextRef="#ctx0" brushRef="#br0" timeOffset="144065.448">18922 7462 1094 0,'0'0'46'16,"-6"-6"-37"-1,0 4 95-15,3-4 20 0,0 4 3 0,-3-3 1 16,6 5-52-16,-6-6-9 0,3 4-3 0,0-4 0 16,3 6-51-16,-6-2-13 0,3-4 0 0,3 6 0 15,0 0 54-15,-3-2 8 0,3 2 2 0,0 0 0 16,0 0-20-16,0 0-4 0,0 0-1 0,0 0 0 0,0 0-11 15,0 0-3-15,0 0 0 0,0 0 0 16,0 0-25-16,0 0 0 0,6 2 0 0,0 4 0 0,0-4 0 16,3 4 0-16,-3-4 0 0,3 4 0 0,0 1 56 15,0-1 7-15,0 2 1 0,2 0 0 0,-2 2-52 0,0 1-12 16,3-3 0-16,-3 2 0 0,6 4 54 0,-3-4 8 0,3 3 2 16,0 1 0-1,0-1-52-15,2 3-12 0,1-3 0 0,0 3 0 0,0-3 0 0,0 3 0 0,3 0 0 0,-3 0 0 16,-1 0 16-16,4-1 1 0,-6 1 0 15,3 3 0-15,-3-1-5 0,0 4-2 0,0-1 0 0,0 3 0 16,-4-1 1-16,1-2 0 0,-3 3 0 0,3 3 0 16,-3-3-2-16,0-3 0 0,-3 3 0 0,3-1 0 15,-3-1-1-15,-3-1-8 0,3-3 12 0,-3 3-4 16,0-2-8-16,0-1 0 0,0 1 0 0,0 2 0 16,-3 0 8-16,0 3-8 0,3-3 8 0,-3 3-8 15,0 0 8-15,0-3-8 0,0 3 8 0,0 0-8 16,0-3 0-16,0 0 0 0,0 0 0 0,-3 0 0 15,3-2 0-15,0-1 0 0,-3 1 0 0,3-1 0 16,-3-2 0-16,3 0 0 0,-3 3 0 0,3-1 0 16,0-2 0-16,-3 3 0 0,3-1 0 0,-3 1 0 15,3 2 0-15,-3-3 8 0,3 1-8 0,-3-1 0 16,3 1 0-16,-3-1 0 0,0 1 0 0,3-3 0 16,-3 0 0-16,0 0 0 0,0-3 0 0,0 0 0 15,0 3 0-15,0-3 0 0,0 0 9 0,0 1-9 16,-3-1 0-16,3 0 0 0,-3 0 0 0,0 1 0 0,0-1 0 0,0-3 9 15,-3 4-9-15,4-4 0 0,-4 3 0 16,0 1 0-16,3-4 0 0,-3 3 0 0,0-2 0 0,0 0 0 16,-3 2 0-16,3-3 0 0,-3 4 0 0,3-4 0 15,-3 4 0-15,0-4 0 0,1 3 0 0,-1-2 0 16,-3-1-10-16,3 1 10 0,0-3 0 0,3 3 0 0,-3-3 0 16,0-1 0-16,3 1 0 0,-3-2 0 15,3 2 0-15,0-3 0 16,1 0 0-16,-1 3 0 0,0-3 0 0,3 3 0 0,-3-2 0 0,3 2 0 15,0-3 0-15,0 3 0 0,3-3-23 0,-3 0 0 0,0 1 0 0,3-1 0 16,-3 0-14-16,3-2-3 16,-3 2-1-16,3-2 0 0,3-3 51 0,0 0 10 0,0 0 3 0,-3 8 0 15,3-8-23-15,0 0-15 0,0 0 3 0,0 0 0 16,0 0 0-16,0 0 1 0,0 0 0 0,0 0 0 16,0 0 11-16,0 0 0 0,0 0 0 0,0 0 0 15,0 0 0-15,3 2 0 0,-3-2 0 0,3 3 0 16,3-3 0-16,0 0 0 0,0-3 0 0,-3 3 0 15,3-2 0-15,0-1 0 0,3 1 0 0,-3 2-8 16,3-3 8-16,0-2 0 0,0 2 0 0,0-2 0 16,-1 2 0-16,4-2 0 0,0-1 0 0,0 4 0 15,0-4 0-15,0 1 0 0,3 0 0 0,0 0 0 16,-3-3 0-16,3 2 0 0,2 1 0 0,-2 0-12 16,0-3 12-16,0 3 0 0,3-3 0 0,-3 0 0 15,0 2 0-15,0-2 0 0,-1 1 0 0,1 1 0 16,-3-2 0-16,3 3 0 0,-3 0 0 0,0-1 0 15,0-2 0-15,3 1 0 0,-3 1 10 0,3-2-10 16,-1 0 0-16,-2 0 0 0,3 1 0 0,0-4 0 16,0 3 0-16,3-3 0 0,-3 1 0 0,3 2 0 15,-4-3 0-15,1 3 0 0,3-2 0 0,0 2 0 0,-3 0 22 0,0 0-2 16,0-3 0-16,0 3 0 0,-1 1-32 0,-2-1-6 16,3 0-2-16,0 0 0 15,-3 0 54-15,-3 0 10 0,3-3 3 0,0 3 0 0,-3-2-31 0,3-1-7 0,0 1-1 0,-1-1 0 16,-2 0 1-16,3 1 0 0,0-3 0 0,0 2 0 15,0 0-9-15,-3 1 0 0,3-3 0 0,-3 2 0 16,3 0 38-16,0-2 6 0,-1 0 0 0,-2 0 1 16,3-1-22-16,-3-1-5 0,0 1-1 0,0-1 0 15,0 1-2-15,0 1-1 0,0 0 0 0,0 2 0 16,0-2-5-16,-3 2-1 0,0 1 0 16,3-1 0-16,-3 3-8 0,-1 0 0 15,1 3 9-15,0-3-9 0,0 3 0 0,0 0 0 0,-3-1 0 0,3 1 0 16,-3 2 0-16,3-2 0 0,-3 2 0 0,0-2 0 15,-3 2-29-15,0 3-4 0,3-2-1 0,-3 2 0 16,0 0-84-16,3-3-17 0,0 1-3 0</inkml:trace>
  <inkml:trace contextRef="#ctx0" brushRef="#br0" timeOffset="145032.285">18919 7398 1325 0,'3'-2'37'0,"3"2"9"0,-3 0-37 15,3 0-9-15,0 0 0 0,0 0 0 0,-1 0 69 0,4 0 12 0,-3 0 3 0,0 0 0 32,3 0-35-32,0 2-6 0,-3-2-2 0,6 3 0 15,-3 0 19-15,3-1 3 0,0 1 1 0,0-1 0 16,3 4-20-16,2 2-4 0,-2-3-1 0,6 3 0 0,0 0-8 0,0 0-2 0,0 0 0 0,2 2 0 31,-2 1 1-31,3-3 0 0,-3 2 0 0,3 1 0 0,-3 0 0 0,-1-1 0 0,1 1 0 16,0 2 0-16,-3-2-30 0,3-1 0 0,3 1 0 0,-4 2 0 15,1-2 57-15,3-1 6 0,0-2 1 0,0 3 0 16,-3-1-52-16,-1 1-12 0,4 2 0 16,-3-2 0-16,0-1 0 0,-3 1 0 0,0 2 0 0,-1-2 0 15,1-1 0-15,0 3 0 0,-3-2 0 0,0 2 0 16,0-2 0-16,-3 2 0 0,3 0 0 16,0 3 0-16,-1-3 0 0,-2 1 0 0,3-1 0 0,0 0 0 15,-3 3 18-15,0-3 1 0,0 0 0 0,3-2 0 16,-3 0-11-16,2-1-8 0,-2 1 9 0,0-1-9 15,0-2 13-15,0 0-3 0,-3-3-1 0,3 3 0 16,-3-2 3-16,3 2 0 0,-3-6 0 0,0 4 0 16,-3-1 0-16,2 0 1 0,1-2 0 0,-3 2 0 15,3-2-5-15,0-1-8 0,0 1 11 0,-3 0-11 16,0-1 0-16,0 4 0 0,0-4 0 0,0 4 0 16,-3-4 0-16,0 1 0 0,3 0 0 0,-3-1 0 15,0 1 0-15,3-3 0 0,-3 2 0 0,3 1 0 16,-3 0 0-16,0-1 0 0,3 1 0 0,-3 0 0 15,0-1 0-15,2 1 0 0,-2 0 0 0,-3-3 0 16,6 2 0-16,-3 1 0 0,3 0 0 0,-6-3 0 16,6 0 0-16,-6 0 0 0,3 5 0 0,-3-5 0 0,6 3 0 0,-6-3 0 15,6 2 0-15,-6-2 0 0,3 3 18 0,-3-3-3 16,0 0-1-16,6 2 0 0,-6-2-22 0,3 6-5 16,-3-6-1-16,3 2 0 0,-3-2 14 0,0 0 0 15,3 6 0-15,-3-6 0 16,6 2-105-16,-6-2-19 0,3 3-3 0</inkml:trace>
  <inkml:trace contextRef="#ctx0" brushRef="#br0" timeOffset="145704.645">20172 8578 1552 0,'0'0'44'0,"0"0"10"15,0 0-43-15,0 0-11 0,0 0 0 0,0 0 0 16,0 0 53-16,0 0 9 0,0 0 2 0,0 0 0 15,0 0 0-15,0 0 0 0,3-5 0 0,-3 5 0 16,0-5 0-16,3 2 0 0,0-2 0 0,-3 2 0 16,3-2 51-16,-3 0 10 0,3-1 3 0,0 1 0 15,0-3-103-15,0 0-25 0,0 0 0 0,0-2 0 16,0-1 0-16,3 0 0 0,-3 1 0 0,3-3 0 16,-3-1 0-16,2 1 0 0,1-3 0 0,0 0 0 15,0 1 0-15,0-4 0 0,3 3 0 0,-3-2 0 16,3 2 0-16,-3 0 0 0,0 0 0 0,0 3 0 15,0 0 0-15,0-1 0 0,0 4 0 0,0 2 0 16,-3 0 18-16,3 0-2 0,-3 3 0 0,0-1 0 16,3 1-128-16,-3 2-25 0,-3-2-6 0</inkml:trace>
  <inkml:trace contextRef="#ctx0" brushRef="#br0" timeOffset="146903.081">20246 8234 1337 0,'0'0'28'0,"0"0"6"0,0 0-34 0,0 0 0 0,0 0 0 0,0 0 0 15,0 0 58-15,0 0 5 0,0 0 1 0,0 0 0 16,3 0 0-16,3 0 0 0,0 0 0 0,0 0 0 16,0 0-8-16,3 0 0 0,0 0-1 0,0 0 0 15,0 0-37-15,3 0-7 0,0 3-2 0,0-3 0 16,2 3-9-16,1-3 0 0,0 2 0 0,3 1 0 15,0 0 46-15,0-1 7 0,0 1 2 0,0 0 0 16,2-1-37-16,-2 1-7 0,3-3-2 0,0 5 0 16,-3-5-9-16,3 3 0 0,-1-3 0 0,1 2 0 15,0-2 0-15,0 3 0 0,3-3 0 0,0 3 0 16,-4-3 0-16,1 0 0 0,0 0 0 0,0 2 0 16,-3 1 53-16,0 0 9 0,-1-3 2 0,1 2 0 15,0 1-52-15,-3-3-12 0,0 0 0 0,0 3 0 16,0-1 0-16,-3-2 0 0,0 0 0 0,-1 3 0 15,1-3 0-15,3 0 0 0,-3 0 0 0,0 0 0 16,0 0 0-16,0 0 0 0,0 0 0 0,0 0 0 16,3-3 54-16,-1 3 8 0,1 0 2 0,0 0 0 15,0-2-52-15,0 2-12 0,0 0 0 0,0 0 0 16,0 0 0-16,-1 0 0 0,1 0 0 0,0 0 0 16,0 0 0-16,0 0 0 0,0 0 0 0,0 0 0 15,-3-3 0-15,0 3 0 0,0 0 0 0,-1 0 0 0,1 0 0 16,-3 0 0-16,3 0 0 0,-3 0 0 0,3 3 0 15,0-3 0-15,-3 0 0 0,3 2 0 0,0-2 0 0,-3 0 0 0,2 3 0 16,1-3 0-16,-3 0 0 0,3 2 0 0,0-2 0 16,0 3 0-16,0-3 8 0,0 3-8 0,0-3 11 15,0 2-11-15,-3-2 9 0,2 3-9 0,1-3 0 0,0 0 9 16,0 0-9-16,-3 0 10 0,3 0-10 0,-3 0 10 16,3 0-2-16,-3 0 0 15,0 0 0-15,3 0 0 0,-3 0 0 0,0 0-8 0,-1 0 12 0,1 0-4 16,0 0-8-16,0 0 8 0,-3-3-8 0,3 3 8 15,-3 0-8-15,0 0 10 0,3-2-10 0,-3 2 10 16,0 0-2-16,3 0-8 0,-3-3 12 0,0 3-4 16,3 0 1-16,-3 0 0 0,0 0 0 0,2 0 0 15,-2 0 3-15,0 0 0 0,3 0 0 0,-3 0 0 16,0 0-4-16,3 0 0 0,-3 0 0 0,3 0 0 16,0 0-8-16,-3 0 0 0,3 0 0 0,0 0 8 15,0 0-8-15,-3 0 0 0,3 3 0 0,0-3 0 16,-4 0 0-16,4 2 0 0,-3-2 0 0,0 0 0 15,3 3 0-15,-3-3 8 0,0 0-8 0,-3 3 0 16,3-3 0-16,-3 2 0 0,3 1 8 0,0-3-8 16,0 3 0-16,-3-3 0 0,3 2 0 0,-3 1 0 15,3-3 0-15,-3 0 0 0,3 3 0 0,-6-3 0 16,3 0 0-16,-3 0 0 0,6 0 0 0,-6 0 0 16,6 0 0-16,-3 0 0 0,-3 0 0 0,6 0 0 15,-4 0-36-15,4-3 0 0,-3 3 0 0,0-3 0 16,3 1-90-16,-3 2-18 0,0-3-3 0</inkml:trace>
  <inkml:trace contextRef="#ctx0" brushRef="#br0" timeOffset="148196.976">15424 7655 2269 0,'0'-8'64'0,"0"0"15"0,0 0-63 0,0 0-16 0,0 3 0 0,0 0 0 16,0 5 90-16,0 0 15 0,0 0 3 0,0 0 1 15,0 0-21-15,0 0-4 0,0 0 0 0,0 0-1 16,-3 7-67-16,0 1-16 0,-3 3 0 0,0 5 0 15,3 0 0-15,-3 0 0 0,3 2 0 0,0 3 0 16,1 0 0-16,-1 3 0 0,0-3 0 0,3 3 0 16,0 0-10-16,0-3-6 0,3 0 0 0,2 1-1 15,-2-4-24-15,3 1-5 0,3-3-1 16,-3-3 0-16,3-3 38 0,3-2 9 0,-3 0 0 0,3-3 0 16,0-2 0-16,0-3 0 0,0 0 0 0,0-3 0 15,-1-2 0-15,4-3 0 0,-3 3 0 0,3-6 0 16,-3 1 0-16,-3-1 0 0,3-2 0 0,-3-3 0 15,-3 3 0-15,3 0 0 0,-3-3 0 0,-3 3 0 16,0-3 49-16,0 2 12 0,-3 1 3 0,0 0 0 16,0 0-52-16,-3 2-12 0,0 1 0 0,0 2 0 15,0-3 0-15,-3 6 0 0,3-1 0 0,0 4 0 16,3 2 0-16,0 0 0 0,-6 0 0 0,6 0 0 16,-3 5 0-16,0 3 0 0,3 3 0 0,0-1 0 15,0 3 11-15,3 3-1 0,0 0 0 0,3 0 0 0,0 3-10 16,3-4 0-16,0 1 0 0,0 0 0 0,2-3 0 0,1-2 0 15,0 0 0-15,0-3 0 0,0-3 0 0,0-2 0 0,0 2 0 16,-3-3 0-16,0-2 0 0,0-2 0 16,0-1 0-16,0-2 0 0,-4-3 11 0,4 0 0 15,-3-3 0-15,0 1 0 0,0-3 14 0,-3-1 3 0,3-2 1 16,-3 3 0-16,3-3-6 0,-3 1-2 0,0-1 0 16,0-3 0-16,0 3-11 15,0 0-2-15,0-2-8 0,3 2 12 0,-3-3-12 0,0 1 0 16,0-1 0-16,3 1 0 0,0-3-8 0,0 2-5 0,0 1-1 15,0-1 0-15,3 3-40 16,0 3-8-16,-1 0-2 0,1 5 0 16,0 3-108-16,3 2-23 0,-3 3-4 0</inkml:trace>
  <inkml:trace contextRef="#ctx0" brushRef="#br0" timeOffset="148558.959">16034 7872 2336 0,'-6'10'48'0,"1"-4"12"15,-1-1-48-15,3 0-12 0,3-5 0 0,0 0 0 16,0 0 100-16,0 0 16 0,0 0 4 0,0 0 1 16,0 0-53-16,0 0-10 0,0 0-2 0,6 0-1 15,-1 0-14-15,1 0-2 0,0-2-1 0,3-1 0 16,-3 3-13-16,3-3-2 0,0 3-1 0,-3 0 0 16,0 0-12-16,0 3-2 0,0 2-8 0,-3 1 12 15,0-1-12-15,0 3 0 0,0 2 8 0,-3 1-8 16,-3 2 0-16,0 0-10 0,-3 3 2 0,0 0 0 15,-3 0-22-15,0 0-4 0,0 2-1 0,-3-2 0 16,3 0 11-16,-3 0 1 0,4-3 1 0,-1 3 0 0,0-5 22 16,3-1 0-16,0 1 0 0,0 0 0 15,3-4 0-15,3-1 0 0,3 2 0 0,0-3 12 0,3-2-12 0,0 2 0 16,3-5 0-16,3 3 0 0,-1-3 23 0,7 0 2 0,-3-3 1 16,3 0 0-16,-3-2-14 0,3 0-2 0,0-1-1 15,2 1 0-15,-2 0 16 0,3-3 3 0,0 3 1 0,0-3 0 16,3 2-74-16,-3-2-15 15,-1 3-4-15,1 0 0 0,-3-3-159 0,3 3-32 0</inkml:trace>
  <inkml:trace contextRef="#ctx0" brushRef="#br0" timeOffset="149402.057">15555 8668 2310 0,'0'0'48'0,"0"0"11"0,0 0-47 0,0 0-12 0,0 0 0 0,0 0 0 16,0 0 104-16,-3 0 20 0,3 0 3 0,-9 3 1 16,3 2-103-16,0 3-25 0,-3 3 0 0,1 2 0 15,-1 3 56-15,0 2 7 0,-3 4 1 0,3 1 0 16,0 1-52-16,-3 0-12 0,0 0 0 0,3-3 0 16,0 3 0-16,0-3 0 0,3 0 0 0,0 0 0 15,0 0 0-15,6 1 0 0,-3-1 0 0,6-3 0 16,0 1-48-16,0-3-13 0,3 0-3 0,0-6 0 15,3-2 52-15,0 0 12 0,3-3 0 0,3-2 0 16,0-6 0-16,0-2 0 0,3-3 0 0,-1-2 0 16,1-4-24-16,0 1-1 0,3-3-1 0,-3 0 0 15,0 3 41-15,0-3 8 0,-4 0 1 0,1 3 1 16,-3-3 11-16,-3 3 1 0,0-3 1 0,0 3 0 16,-3 0-9-16,-3-1-1 0,0 4-1 0,0-3 0 15,-3 5 22-15,3-3 5 0,-6 6 1 0,0-3 0 16,3 3-31-16,0 5-7 0,0 0-1 0,0 0 0 15,-6 0-16-15,0 2 0 0,0 4-13 0,0-1 5 16,0 3 8-16,0 5 0 0,0-2 0 0,3 2 0 16,0 3 0-16,3-3 0 0,0 3 0 0,0 0 0 0,3 0-24 0,3-1 0 0,0 1 0 15,3 0 0 1,-3 0-12-16,6-3-3 0,0-2 0 0,-3-1 0 0,3-4 31 0,0-1 8 16,0 0 0-16,-1-5 0 15,1 0 0-15,0 0 0 0,0-5 0 0,3 0 0 0,-6-1 0 0,3-4 0 0,0-1 0 0,-3 1 0 16,0-1 35-16,0 1 8 0,-3-1 1 0,2-2 1 15,-2 2-21-15,-3-2-4 0,3 0 0 0,-3-1-1 16,0 1 36-16,-3-3 7 0,3 3 2 0,-3-5 0 16,3-1-52-16,0 1-12 0,-3-4 0 0,3-1 0 15,0-1 0-15,0 0 0 0,0-5 0 0,0 2 0 16,0 4 0-16,0 1-8 16,3 1 8-16,0 5-13 0,-3 0-27 15,3 6-6-15,0-1-1 0,0 3 0 0,0 3-127 0,3 2-26 16,0 3-4-16</inkml:trace>
  <inkml:trace contextRef="#ctx0" brushRef="#br0" timeOffset="149986.786">16115 8925 2222 0,'0'0'46'0,"0"0"11"0,0 0-45 15,0 0-12-15,0 0 0 0,0 0 0 0,0 0 106 0,0 0 19 0,0-5 4 0,3-1 1 16,0 1-41-16,0 0-8 0,0 2-1 0,3-2-1 16,-3 2-23-16,3-2-4 0,0 2 0 0,2-2-1 15,-2 2-15-15,3 1-2 0,-3-1-1 0,3 0 0 16,0 3-33 0,0-2-16-16,0 2 2 0,3 2 0 15,-3-2 41-15,0 3 8 0,3-3 1 0,-3 3 1 16,-3 2-28-16,3-2-9 0,-4 2 0 0,1 0 0 0,0-2 8 0,-3 5-8 15,0-3 0-15,0 3 0 0,-3-3 0 0,0 3 0 0,0 0-12 16,-3 0 3-16,0 0-19 16,0 0-4-16,0 3-1 0,-3-3 0 0,0 2 33 0,1-2 0 0,-1 0 0 0,0 3 0 15,0-3-58-15,0-1-5 16,0 1-1-16,0 0 0 0,3-2 52 0,-3-1 12 0,3 0 0 0,3-5 0 16,0 0 0-16,0 0 0 0,0 0 0 15,0 0 0-15,0 0 0 0,0 0 0 0,6 0 0 0,0 0 0 16,0-2 0-16,3-1 0 0,0 0 0 0,0 1 0 15,-1-1 48-15,4 0 13 0,-3 1 3 0,0-1 0 16,0 3-52-16,3-3-12 0,-3 3 0 0,0 3 0 16,0-3 0-16,0 3 0 0,-3-1 0 0,0 1 0 15,3 2 0-15,-3 3 16 0,0-3-2 0,-3 3 0 16,2 0-1-16,-2 0 0 0,3 3 0 0,-3-1 0 16,-3 1 2-16,0 0 0 0,0-1 0 0,0 3 0 15,-6 1-3-15,3-1-1 0,-2 0 0 0,-4 0 0 16,0 1 2-16,-3-1 1 0,-3-3 0 0,0 4 0 15,0-4-14-15,0 1 0 0,-3-1 0 0,3 4 0 16,-2-4 0-16,2 1 0 0,0-1 0 0,0 4 0 0,3-1 0 16,-3-3 0-16,3 1-8 0,0 0 8 15,-3-3-26-15,4-1-2 0,-4 4 0 0,3-6 0 16,0 1-140-16,-3-1-28 0,3-2-5 0</inkml:trace>
  <inkml:trace contextRef="#ctx0" brushRef="#br0" timeOffset="154400.544">20931 8261 1208 0,'0'0'51'0,"0"0"-41"15,0 0 113-15,0 0 22 0,0 0 5 0,0 0 1 16,0 5-27-16,0 0-6 0,0 1-1 0,0 2 0 15,0 0-33-15,0-1-6 0,0 4-2 16,0 0 0-16,0-1-28 0,0 1-5 0,0-1-2 0,0 1 0 16,3 2-10-16,-3-2-3 0,0 2 0 0,3 0 0 15,-3 1-4-15,0-1-2 16,3 0 0-16,-3 5 0 0,0-2-7 16,0 0-2-16,0 0 0 0,0 5 0 0,0-2-5 15,0 5 0-15,0-3-8 0,-3 5 12 0,3 1-12 0,0-1 0 16,0 1 0-16,-3 2 0 0,3-3 27 0,0-2-1 0,0 0 0 0,0-3 0 15,0 0-26-15,0-2 0 0,0-1 0 0,3 1 0 16,-3-3 0-16,0-3 0 0,0 0 0 0,0 0 0 16,0 1 0-16,3-1 0 0,-3 0 0 0,0-2 0 15,0-1 0-15,3 3 0 0,-3-5 0 0,0 3 0 16,0-1 0-16,3-2 0 0,-3 3 0 0,0-3 0 16,3-3 0-16,-3 3 0 0,0-3 0 0,3 3 0 15,-3-5-61-15,3 2-18 0,0 1-3 0</inkml:trace>
  <inkml:trace contextRef="#ctx0" brushRef="#br0" timeOffset="154815.227">20630 9182 1824 0,'0'0'38'0,"0"0"8"0,0 0-37 0,0 0-9 0,0 0 0 0,0 0 0 16,0 0 106-16,0 0 19 0,0 0 4 0,0 0 1 15,3 5-54-15,3-2-12 0,0-1-1 0,3 1-1 16,3-1 2-16,3-2 0 0,3 0 0 0,0-2 0 16,5-1-52-16,1 1-12 0,0-1 0 0,6 0 0 15,-3-2 0-15,-1 2 0 0,-2-2 0 0,3 0 0 16,-3-1 19-16,-3 1 1 0,0 0 0 0,-4 0 0 16,1-1-32-16,0 1-7 0,-3-3-1 15,0 5 0-15,-3-2 20 0,0 0 0 0,0 2 0 0,-3 1 0 16,-4-1 0-16,1 0 0 0,0 3 0 0,-6 0 0 15,0 0-55-15,0 0-7 0,0 0-2 0,0 0 0 16,0 0-102-16,0 0-21 0,-6 6-4 0</inkml:trace>
  <inkml:trace contextRef="#ctx0" brushRef="#br0" timeOffset="155340.171">20636 9258 2066 0,'0'0'43'0,"0"0"10"0,0 0-42 0,0 0-11 0,0 0 0 0,0 0 0 16,0 0 104-16,0 0 20 0,0 0 3 0,0 0 1 15,0 0-52-15,0 0-9 0,6 6-3 0,-3-4 0 16,3 1-51-16,0 0-13 0,0-1 0 0,0 4 0 16,0-1 0-16,0 0 0 0,3 0 0 0,0 3 0 15,3 0 0-15,-3 0 0 0,3 0 0 0,-1 0 0 16,1 0 0-16,0 0 0 0,0 0 0 0,3 0 0 16,0 0 18-16,0 2 1 0,3 1 0 0,-3-3 0 15,-1 2-42-15,1 1-8 0,0 0-1 0,0-3-1 16,0 2 0-16,-3-2 0 0,3 0 0 0,-3 0 0 15,-3-5 18-15,2 2 4 0,-2 0 1 0,0-2 0 16,0-3 10-16,-3 0-13 0,3 0 5 0,-3 0 8 16,3-3 34-16,-3-2 14 0,0 2 4 0,3-2 0 15,-3-3-3-15,0 0 0 0,3 0 0 0,-3-2 0 16,0-1-17-16,3 3-4 0,-1-3-1 0,1 1 0 16,0-3 15-16,0 2 3 0,0 0 1 0,0-2 0 15,3 0-22-15,-3 0-5 0,3 0-1 0,-3-3 0 16,3 0-18-16,0-3 0 0,0 1 0 0,-4-3 0 0,1-1 0 15,0 1 0-15,0 0 0 0,-3 0 0 16,0 2 0-16,0 4 0 0,0-4 0 0,-3 6 0 0,0 0-16 16,0 2-8-16,0 0 0 0,-3 3-1 15,0-2-207-15,3 5-42 0</inkml:trace>
  <inkml:trace contextRef="#ctx0" brushRef="#br0" timeOffset="156107.046">21047 9600 2138 0,'-6'-3'44'0,"0"3"12"0,0-3-45 0,0 3-11 0,0-2 0 0,0 2 0 16,-3 2 89-16,3-2 16 0,-2 3 3 0,-1 0 1 15,0 2-87-15,-3 0-22 0,0-2 0 0,0 5 0 16,0 2 56-16,0-2 6 0,0 0 2 0,0 3 0 16,0-1-52-16,3 1-12 0,-2 0 0 0,2 2 0 15,0-3 0-15,0 4 0 0,3-4 0 0,0 4 0 16,3-1 0-16,0 0 0 0,3-2 0 0,0 2 0 15,3-3 0-15,3 4 0 0,0-4 0 0,0 3 0 16,6-2 0-16,-3 0 0 0,2-1 0 0,4 1 0 16,-3-6-24-16,3 0-7 0,3 1-1 0,-3-4-1 15,0-2 1-15,3 0 1 0,-3-2 0 0,-1-4 0 16,1 1 31-16,0-3 0 0,3-2 0 0,-3-1 0 16,0 0 32-16,-3 1 12 0,3-1 2 0,-3 1 1 15,-1-1-24-15,1 0-5 0,-6 1-1 0,3-1 0 16,-6 1 38-16,3-1 7 0,-3 1 2 0,-3-1 0 15,-3-2 0-15,0 2 0 0,-3-2 0 0,0 0 0 16,-3-1-52-16,0 1-12 0,-3 0 0 0,1-3 0 16,-1 3 0-16,-3 0 0 0,3-1 0 0,0 4 0 15,-3-1-48-15,3 1-13 0,0-1-3 0,-6 3 0 16,4 0-102-16,-1 0-21 0,0 3-4 0</inkml:trace>
  <inkml:trace contextRef="#ctx0" brushRef="#br0" timeOffset="156487.194">21086 9100 1824 0,'0'0'38'0,"0"0"8"16,0 0-37-16,0 0-9 0,0 0 0 0,0 0 0 15,0 0 53-15,0 0 9 0,6 0 2 0,0-3 0 16,3 3 0-16,-3-3 0 0,2 3 0 0,4-2 0 16,-3-1-48-16,3 0-8 0,3 3-8 0,0-2 9 15,0-1-25-15,3 0-4 0,3 3-2 0,-1-2 0 16,-2-1-174-16,0 0-34 0</inkml:trace>
  <inkml:trace contextRef="#ctx0" brushRef="#br0" timeOffset="157752.529">21026 9817 1579 0,'0'0'32'0,"0"0"10"0,0 0-34 0,0 8-8 0,0 0 0 0,0-3 0 15,0 3 97-15,0 2 18 0,3-2 3 0,-3 3 1 16,0 2-35-16,0 0-8 0,0 1 0 0,-3 1-1 16,3 1-20-16,0 0-4 0,0 3-1 0,0-1 0 15,0 1-10-15,0-3-1 0,0 2-1 0,-3 1 0 16,3 2-12-16,0-5-2 0,0 2-1 0,-3 1 0 16,3 2-1-16,0-3 0 0,-3 4 0 0,3-1 0 15,0 0-12-15,-3 5-2 0,3-2-8 0,0 0 12 16,0 2-20-16,0-2-5 0,0-3-1 0,0 3 0 15,0-3 30-15,3 1 5 0,-3-4 2 0,0 1 0 16,3-1-37-16,-3-2-7 0,3 0-2 0,-3 0 0 16,0 0 37-16,3-3 7 0,-3 0 2 0,0 0 0 15,0 1-23-15,0-1 0 0,0 0 0 0,0 0 0 16,0 1-16-16,0-1-5 0,0 0-1 0,0 0 0 16,0-2 48-16,0 2 10 0,0-2 1 0,0-1 1 15,0-2-22-15,0 0-4 0,0 0 0 0,0 0-1 16,0 0 2-16,3-3 1 0,-3 0 0 0,0 3 0 15,0-8 2-15,0 6 0 0,3-1 0 0,-3-5 0 0,0 0-7 0,0 5-1 0,0-5 0 16,0 0 0-16,3 3-8 0,-3-3 12 0,3 5-12 0,-3-5 12 16,6 3-12-16,-6-3 12 0,3 3-12 0,0-1 12 15,0-2-12-15,3 3 12 0,0-3-12 0,-3 0 12 16,3 0-4-16,0 0 0 0,0-3 0 0,3 3 0 16,-3 0-8-16,3-2 0 0,-1-1 9 15,1 3-9-15,3-3 0 0,-3 1 8 0,3-1-8 0,0 0 0 16,0-2 0-16,3 5 0 0,0-3 0 15,0 1 0-15,-1-1 0 0,1 0 0 0,-3 1 0 0,3 2 0 16,-3-3 0-16,3 3 0 0,-3 0 0 0,0 0 0 16,0 0 0-16,0 0 0 0,-1 0 0 0,-2 0 0 15,0 3 0-15,0-3 0 0,0 0 0 0,0 0 8 16,0 0-8-16,3 0 0 0,0 0 0 0,-3 0 0 16,3 0 0-16,0-3 0 0,3 3 0 0,-4 0 0 15,4-3 0-15,-3 3 0 0,6-2 0 0,-3 2 0 16,0 0 0-16,0 0 0 0,0 0 0 0,-1 0 0 15,1 0 0-15,0 0 14 0,-3 0-3 0,0 0-1 16,0 0-10-16,0 2 0 0,0-2 0 0,0 0 0 16,0 3 0-16,-3-3 0 0,-1 0 0 0,1 0 0 15,0 0 0-15,0 0 0 0,-3 0 9 0,3 0-9 16,-3 3 0-16,0-3 9 0,3 0-9 0,-3 0 0 0,3 2 8 16,-3-2-8-16,0 3 0 0,0-3 0 0,3 0 0 15,-3 3 8-15,0-3-8 0,-1 2 0 0,1-2 0 0,0 3 0 16,0 0 0-16,0-1 0 0,3-2 8 0,-3 3-8 0,0-3 0 15,0 3 0-15,3-3 0 0,-3 2 0 16,0-2 0-16,0 3 0 0,3-3 0 0,-3 0 0 16,0 0 0-16,0 0 0 0,3 0 0 0,-3 0-14 0,0 0 2 0,2 0 1 15,-2-3-42 1,3 1-9-16,0-4-2 0,0 1 0 16,3 0-167-16,0-3-33 0</inkml:trace>
  <inkml:trace contextRef="#ctx0" brushRef="#br0" timeOffset="158541.478">22517 10438 1539 0,'0'0'64'16,"0"0"-51"-1,0 0 113-15,0 0 22 0,0 0 5 0,0 0 1 16,0 0-38-16,0 0-8 0,0 0-2 0,0 0 0 16,0 0-28-16,0 0-6 0,0 0 0 0,0 0-1 15,0 0-24-15,0 0-5 0,0 0-1 0,-2 8 0 16,2 0-8-16,-3 0-1 0,3 0-1 0,-3 3 0 16,3-3-7-16,-3 2 0 0,3-2-1 0,-3 5 0 0,3-2-5 0,0 0-1 15,-3 2 0-15,3-3 0 0,0 4-4 0,0-1-1 16,0 0 0-16,0 0 0 0,0 1-12 0,0 4 9 0,3 1-9 15,-3-1 8-15,3 1-8 0,-3 2 0 16,3 0 0-16,0 0 0 0,-3-2 0 0,3-1 0 16,-1 1 0-16,1-3 0 0,0 0 0 0,0-3 0 15,0-3 0-15,0 1 0 0,0 0 53 0,0-1 9 16,0-2 2-16,0 0 0 0,0-3-52 0,0 3-12 0,0-3 0 16,0-2 0-16,0 2-48 15,-3-5-13-15,3 3-3 0,0 0 0 16,3-1-3-16,-6-2-1 0,3 3 0 0,3-3 0 0,-3 0-122 0,3 0-25 15,0 0-5-15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1:59.50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5709 4660 1386 0,'0'0'28'0,"0"0"8"16,0 0-28-16,0 0-8 0,0 0 0 0,0 0 0 16,0 0 89-16,0 0 17 0,0 0 3 0,0 0 1 15,0 0-26-15,0 0-4 0,0 0-2 0,0 0 0 16,0 0-25-16,0 0-5 0,0 0 0 0,0 0-1 16,-3 5-16-16,0 0-3 0,0 3-1 0,3-3 0 15,-3 3-5-15,3 0-1 0,0-2 0 0,0 2 0 16,0-1-7-16,0 1-2 0,0 3 0 0,0-3 0 15,0 0-12-15,3 2 11 0,-3-2-11 0,0 3 10 0,0 0-10 16,3-1 0-16,-3 3 9 0,0-2-9 0,0 2 0 16,3-2 0-16,-3-1 0 0,0 4 0 0,3-1 0 15,-3 3 8-15,0-3-8 0,3 8 0 0,-3-8 0 16,0 6 0-16,3 2 0 0,-3 0 0 0,0 0 0 16,0 1 0-16,0 1 0 0,3-2 0 0,-3 3 0 15,0-3 9-15,2-2-9 0,-2 2 0 0,0 0 14 16,0 0-4-16,0 1-1 0,0 1 0 0,3 1 2 0,-3 0 0 15,0 5 0-15,0 0 0 0,3-2 1 0,-3 5 1 16,0-3 0-16,3 0 0 0,-3 0 0 0,0-3 0 0,3 1 0 0,-3-1 0 16,3 1 1-16,-3-4 0 0,0 4 0 15,0-1 0-15,0 4-2 0,0 1 0 0,0 4 0 0,0-1 0 16,0-2-1-16,3-3-1 0,-3 3 0 0,0-1 0 16,3-4-2-16,-3-3-8 0,0 0 12 0,-3 2-4 15,3-2-8-15,0 2 0 0,0 1 9 0,0-1-9 16,3 3 0-16,-3 0 0 0,0 0 0 0,3 1 8 15,-3-1-8-15,0-5 0 0,3-1 0 0,-3 1 0 16,3-3 0-16,-3-2 0 0,3 2 0 0,-3-2 0 16,3 2 0-16,-3-3 0 0,0 3 0 0,3 1 0 15,-3 1 0-15,0 1 0 0,0 0 0 0,3 2 0 16,-3 1 0-16,3-3 8 0,0 0-8 0,-3-1 0 16,3-4 0-16,0-1 0 0,-3 1 0 0,3-1 8 15,-3-2-8-15,0 0 0 0,3 0 0 0,-3 0 0 16,0 0 0-16,0 0 0 0,0 0 0 0,0-1 0 15,0 4 0-15,0-1 0 0,0 4 0 0,0 1 8 16,0-1-8-16,-3 1 0 0,3 1 0 0,0-3 0 16,0 1 0-16,0-1 0 0,0-3 0 0,0 1 0 15,0-3 0-15,0 0 0 0,0-1 0 0,0 1 0 0,0-2 0 16,-3 1 0-16,3-1 0 0,0 2 0 16,0-3 0-16,-3 5 0 0,3-2 0 0,0 3 0 0,-3-1 0 0,3 3 0 15,0 1 0-15,0-1 0 0,-3 0 0 0,3 0 0 0,0 0 0 16,0 0 8-16,0-2-8 0,0-3 0 0,0 0 0 15,0 0 0-15,0-3 0 0,0 0 0 0,0 0 0 0,0 0 0 16,0 1 0-16,0-1 0 0,0-2 0 0,0 2 0 16,0-3 0-16,0 4 0 0,0-1 0 0,0 0 0 15,0 0 0-15,3 3 0 0,-3-3 0 16,0 3 0-16,0 0 0 0,0 0 0 16,0 2 8-16,0-2-8 0,0 0 0 0,0 0 0 0,0 0 0 0,0-3 0 15,0 3 0-15,0-3 9 0,0 1-9 0,0-4 0 16,0 1 10-16,0-1-10 0,0 1 8 0,-3-1-8 15,3-2 8-15,0 0-8 0,0 3 8 0,0-3-8 16,0 2 10-16,0-2-10 0,0 3 12 0,-3 0-12 16,3-3 8-16,0-1-8 0,-3 4 0 0,3 0 0 15,-3-1 8-15,3 1-8 0,0 2 0 0,-3-2 0 16,3 2 0-16,-3 0 0 0,3-2 0 0,0 2 0 16,-3 0 8-16,3 0-8 0,0 1 0 0,0-1 0 15,0 0 0-15,0 0 0 0,0-2 0 0,-3 2 0 16,3 0 0-16,0-5 8 0,0 3-8 0,0-3 0 15,0 0 10-15,0 0-10 0,0 0 8 0,0-3-8 16,0 3 0-16,0-3 0 0,0 0 8 0,0 3-8 0,0-5 0 16,0 2 0-16,0 1 9 0,0-1-9 15,0 0 0-15,0-5 8 0,0 5-8 0,0 1 0 0,0-6 8 16,0 5-8-16,0 0 8 0,0-5-8 0,3 8 8 0,-3-2-8 16,0-6 8-16,0 7-8 0,0-1 8 15,0-6-8-15,0 5 10 0,0 0-10 0,0 3 0 16,0-8 8-16,0 6-8 0,3 2 0 0,-3-3 0 0,0 0 8 0,0 0-8 0,0 3 0 15,0-2 0-15,0 2 8 0,3-1-8 0,-3 1 0 16,0 0 0 0,0 0 0-16,0 0 0 0,0 3 0 0,0-1 0 0,0 1 0 0,0 0 0 15,0-1 0-15,0 1 0 0,0-1 0 0,0 1 0 16,0 0 0-16,0-4 8 0,0 4-8 0,0 0 0 0,0-1 0 16,0-2 0-16,0 3 0 0,0-3 0 0,0 0 0 15,0 0 0-15,0-1 8 0,0 1-8 0,0-2 0 16,0-1 0-16,0 0 0 0,0 1 0 0,-3-1 0 15,3 0 0-15,0 0 0 0,0-5 0 0,0 6 0 16,0-1 0-16,0-5 0 0,0 5 0 0,0-5 0 16,-3 6 0-16,3 2 8 0,0-8-8 0,0 5 0 15,-3 0 0-15,3-5 0 0,0 5 0 0,0-5 0 16,0 6 0-16,0-6-16 0,0 8 3 0,0-8 1 16,3 5-87-16,-3-5-17 15,0 0-3-15</inkml:trace>
  <inkml:trace contextRef="#ctx0" brushRef="#br0" timeOffset="1200.862">11403 3027 1907 0,'0'-11'80'16,"3"4"-64"-1,-3 4 21-15,3-8 4 0,-3 6 1 0,0 5 0 16,0 0 46-16,0 0 10 0,0 0 2 0,0 0 0 16,0 0-58-16,-6 8-11 0,0 3-3 0,3 2 0 15,-3 3-28-15,0 5 0 0,0 0 0 0,0 0 0 16,0 3 0-16,0-3 0 0,0 0 0 0,0 3 0 16,3-3 0-16,0 0 0 0,3 3 0 0,-3-3 0 0,3-2 0 0,3 2 0 0,-3-2 0 15,3-4 0-15,0 1 0 16,3-2 0-16,-3-4 0 0,3 3 0 0,0-7 0 0,3-4 0 15,0 1 0-15,-3-3 0 0,3-3 8 0,0-2-8 16,3 2 0-16,-3-5 0 0,0-7 0 0,2 4 0 16,1 0 0-16,-3-7 0 0,0 7 8 0,3-5-8 0,-6 3 0 15,3-3 0-15,-3 3 20 0,0 0-3 0,-3 2 0 16,0-2 0 0,0 5 10-16,-3 0 1 0,0 0 1 0,3 0 0 0,-3 8-12 0,0 0-2 0,0 0-1 0,0 0 0 15,0 0-6-15,0 0-8 0,0 0 11 0,0 0-11 16,-3 8 0-16,0 0 0 0,3 0 0 0,0-3 0 15,0 3 0-15,6 3 0 0,0-6 0 0,0 3 0 16,0 0 0-16,3-3 0 0,0 3 0 0,2-5-9 16,-2 2 9-16,3-5 0 0,0 0 0 0,0 0 0 15,0 0 0-15,0-5 0 0,-3 2 0 0,0-5 0 16,0 0 12-16,0 3 5 0,-3-3 1 0,0-5 0 16,2 2 13-16,-5 6 2 0,3-8 1 0,0 2 0 15,-3 1-16-15,0-1-3 0,0-5-1 0,0 3 0 16,0-5-6-16,0-1 0 0,0-7-8 0,0 2 12 15,0 0-12-15,0-3 0 0,0 1 0 0,0 5 0 16,0 0-17-16,0-1-7 0,0 7 0 0,-3 7-1 16,3 0-122-16,3-3-24 0,-3 8-5 0,-3 3 0 15,0 0-27-15,0 0-5 0</inkml:trace>
  <inkml:trace contextRef="#ctx0" brushRef="#br0" timeOffset="1549.87">11858 3294 1824 0,'0'3'38'0,"0"5"8"0,3-6-37 0,0 4-9 0,0-4 0 0,3 1 0 16,-3 2 104-16,3-5 20 0,3 0 3 0,-3 0 1 15,0 0-52-15,3-5-9 0,0 5-3 0,-3 0 0 16,0-3 0-16,3 3 0 0,-3 0 0 0,-3 3 0 16,-1-3-64-16,-2 0-17 0,3 5-2 0,-3-5 0 15,0 8 31-15,-3-2 5 0,1 2 2 0,-1 2 0 16,-6 3-19-16,0 1 0 0,-3 4 0 0,0-2 0 15,0 3-48-15,0-4-12 0,0 7-4 0,0-9 0 16,3 3 52-16,0-3 12 0,0 3 0 0,4-6 0 16,-1 1-23-16,3 0-1 0,0 2-1 0,0-5 0 15,3-3 25-15,3 0-8 0,0 1 8 0,0-1 0 16,5 3 16-16,-2-8 9 0,6 2 2 0,0-2 0 16,0 0-27-16,3 0 0 0,3-2 0 0,3 2 0 15,-3-6-8-15,2 4-8 0,1-3 0 0,0 2-1 16,-3-2 17-16,0-1 0 0,0-2 8 0,0 0-8 15,-1 1 8-15,-2-1-8 0,3 0 0 0,0 0 0 16,0 0-160-16,3-8-37 0</inkml:trace>
  <inkml:trace contextRef="#ctx0" brushRef="#br0" timeOffset="2059.628">12513 2792 2066 0,'3'-8'43'0,"-3"8"10"16,0-6-42-16,0 6-11 0,3 0 0 0,-3 0 0 15,0 0 53-15,0 0 9 0,0 0 2 0,0 0 0 16,0 0 0-16,3 3 0 0,-3 8 0 0,3 4 0 15,-3-1-52-15,0 4-12 0,-3 9 0 0,3 2 0 16,0 0 32-16,0 11 4 0,0 5 1 0,0 5 0 16,0-5-23-16,-3 5-5 0,3-5-1 0,0 13 0 15,0-5 9-15,-3 8 2 0,3 3 0 0,0 2 0 16,-3 0-19-16,3 0 0 0,-3 0 0 0,0 6 0 16,0-6 0-16,0-5 0 0,0 2 0 0,0 1 0 15,0-6 0-15,0 3 0 0,3-1 0 0,-3-1 0 16,0-6 55-16,-3-6 7 0,3 1 2 0,0-3 0 0,0-3-52 15,0-2-12-15,0 2 0 0,1-5 0 16,-1-2-48-16,0-6-13 0,3-5-3 0,0-6 0 16,-3-2-52-16,3-3-10 0,0-2-2 0</inkml:trace>
  <inkml:trace contextRef="#ctx0" brushRef="#br0" timeOffset="2718.172">12799 3310 2322 0,'6'-13'66'0,"0"2"14"0,3-2-64 0,0 5-16 0,0 0 0 0,2 0 0 15,-2-2 60-15,3 4 8 0,0 4 3 0,0-1 0 16,0-2-31-16,0 2-7 0,0-2-1 0,3 2 0 15,0-2-16-15,2 2-4 0,1 1-1 0,3-1 0 16,0 3-11-16,0 0 8 0,3 0-8 0,-1 3 8 16,1-1-30-16,0 1-6 0,0 2-2 0,0-2 0 15,-6 2-196-15,-1-2-39 0</inkml:trace>
  <inkml:trace contextRef="#ctx0" brushRef="#br0" timeOffset="3203.162">10727 4019 2105 0,'-12'-2'60'0,"3"-1"12"0,3 0-57 0,0 1-15 0,6 2 0 0,3-6 0 16,0 1 8-16,3 2-8 0,3-4 11 0,3 1-11 16,3-2 36-16,3 0 0 0,6 0 0 0,0 0 0 15,2-2 6-15,4 2 2 0,3-3 0 0,5 1 0 16,4-3-18-16,9 2-3 0,2-5-1 0,13 0 0 15,-4 0-1-15,4 3 0 0,2-3 0 0,13-2 0 16,-7 2-4-16,6 0-1 0,7 3 0 0,11-3 0 16,-9 3 4-16,7 2 1 0,2-2 0 0,15 5 0 15,-15 0-7-15,6 0-2 0,0-3 0 0,16 3 0 16,-19 6-12-16,3-6 11 0,0 3-11 0,6-1 10 16,-12 4-10-16,-2-1-16 0,-1 0 4 0,6 1 1 15,-15 2 22-15,-2-3 4 0,-4 3 1 0,4 0 0 16,-10 3-16-16,-6-3 0 0,1 2 0 0,-1-2 0 0,-11 0-10 15,-6 0-5-15,-4 0-1 0,-2 0 0 0,-7 3 16 0,-5-3 0 16,0 0 0-16,-6 3 0 16,-3-3-32-16,-7 2-3 0,-2-2-1 0,-6 0 0 15,-3 0-103-15,-6 0-21 0,0 0-4 0</inkml:trace>
  <inkml:trace contextRef="#ctx0" brushRef="#br0" timeOffset="3819.853">11870 3892 1824 0,'0'0'76'0,"0"0"-60"16,-6 0 69-16,0 0 15 0,0 3 2 0,0 0 1 15,-3 2-63-15,3-3-12 0,1 6-2 0,-4 0-1 16,0 0 31-16,0 3 7 0,3 2 1 0,-3 0 0 16,3 3-52-16,-3 0-12 0,3 0 0 0,0 3 0 15,0-1 0-15,3 1-15 0,-3-1 3 0,6 3 1 16,-3 0 11-16,3-2 16 0,3-1-4 0,0 1-1 15,0-1-11-15,3-4 0 0,0-1 0 0,3-2 0 16,0-1 0-16,3-5 0 0,0 1 0 0,3-4 0 16,-1-2 0-16,4-5 0 15,-3 0 0-15,6-3 0 0,-3 0 46 0,3-8 7 0,-3 5 2 0,2-4 0 16,-5-1-37-16,3 2-7 0,-3-1-2 16,0 1 0-16,-3-2 37 0,0 3 7 0,-3 3 2 0,0-9 0 15,-6 9-37-15,3-6-7 0,-3 0-2 0,-3 3 0 16,0-3-9-16,0 2 0 0,-3-4 0 0,-3 7 0 15,0-5 0-15,-3 3 0 0,-3 0 0 0,0 5 0 16,0-3-12-16,-6 4-4 0,3 1 0 0,-3 6-1 16,1 0-140-16,-4 0-28 0,0 6-6 0</inkml:trace>
  <inkml:trace contextRef="#ctx0" brushRef="#br0" timeOffset="4447.813">12501 4707 1824 0,'0'0'38'0,"0"0"8"16,0 0-37-16,0 0-9 0,0 0 0 0,0 8 0 15,0-3 80-15,-3 3 13 0,3-2 3 0,0-1 1 16,0 3-36-16,-3 3-7 0,3-4-2 0,0 4 0 16,0 2-7-16,-3 3-1 0,3-3-1 0,-3 6 0 0,3-3-27 0,-3 5-6 0,0-5-1 15,3 5 0-15,-3 3 7 0,3 0 0 0,-3 5 1 16,3 0 0-16,0 0-1 16,0-3-1-16,0 3 0 0,-3-2 0 0,3-1-3 15,0 1 0-15,0-3 0 0,-3 2 0 0,3 1-4 0,0-9-8 0,-3 3 11 16,3 3-11-16,-3-3 9 0,3-2-9 0,0 2 0 15,-3-3 9-15,1 1-9 0,-1 0 0 0,0-4 9 0,0-1-9 16,0-1-11-16,-3 0-6 0,0-2-2 0,3-3 0 31,0 0-177-31,0-1-36 0</inkml:trace>
  <inkml:trace contextRef="#ctx0" brushRef="#br0" timeOffset="4961.207">11870 4840 1824 0,'0'-3'76'0,"0"3"-60"16,0-8 81-16,0 8 17 0,0 0 3 0,0 0 1 16,0 0-24-16,0-3-5 0,0 3-1 0,0 0 0 15,0 0-37-15,0 0-8 0,3-2-2 0,-3 2 0 16,6 0-14-16,-3 2-3 0,3-2-1 0,-3 6 0 16,0-1-3-16,3 3-1 0,-3 0 0 0,0 2 0 15,3 4-7-15,-3 1 0 0,0 4-1 0,0-1 0 16,0 6-11-16,0 3 10 0,0 2-10 0,0 0 10 15,0 0-10-15,0-2 0 0,-3-4 0 0,3 4 8 16,-3-6-8-16,0 5 0 0,-3-7 9 0,3 2-9 16,0-2 0-16,-3-3 0 0,3-1 0 0,-3 4 8 15,0-6-32-15,3 3-5 0,0 0-2 0</inkml:trace>
  <inkml:trace contextRef="#ctx0" brushRef="#br0" timeOffset="10215.013">4637 7306 896 0,'0'0'38'16,"0"0"-30"0,0 0 69-16,0 5 15 0,0-5 2 0,0 5 1 15,0-2-12-15,0-3-3 0,0 0 0 0,0 0 0 16,0 2-2-16,0-2-1 0,0 0 0 0,0 0 0 16,0 0-12-16,3 0-2 0,-3 0-1 0,0 0 0 15,0 0-9-15,0 0-1 0,0 0-1 0,0 0 0 16,0 0-14-16,0 0-2 0,0 0-1 0,0 0 0 15,0 0-5-15,0 0-1 0,0 0 0 0,0 0 0 16,0 0 4-16,0-2 1 0,3-1 0 0,-3 3 0 0,0 0-13 0,0 0-2 16,0 0-1-16,0 0 0 0,0 0-7 15,3 0-2-15,0-2 0 0,-3 2 0 0,0 0-8 0,0 0 0 16,0 0 9-16,0 0-9 16,0 0 8-16,0 0-8 0,0 0 8 0,0 0-8 0,0 0 0 0,0 0 9 0,0 0-9 15,0 0 0-15,0 0 0 0,0 0 0 0,0 0 0 0,0 0 0 16,0 0 0-16,0 0 0 0,0 0 0 0,0 0 0 15,0 0 0-15,0 0 0 0,0 0 0 0,0 0 0 16,0 0 8-16,0 0-8 0,0 0 0 0,0 0 0 16,0 0 8-16,0 0-8 0,0 0 0 0,0 0 0 15,0 0 0-15,0 0 0 0,-6 2 0 0</inkml:trace>
  <inkml:trace contextRef="#ctx0" brushRef="#br0" timeOffset="11460.694">5720 7351 2664 0,'0'0'118'0,"0"0"24"15,0 0-114-15,0 0-28 0,0 0 0 0,0 0 0 16,0 0 0-16,-5-3 0 0,-1 3 0 0,6 0 0 15,0 0 0-15,0 0 0 0,0 0 0 0,0 0 0 16,0 0 0-16,0 0 0 0,0 0 0 0,0 0 0 16,0 0 0-16,9 0 0 0,-4 3 0 0,1-3 0 15,3 0 0-15,-3-3 0 0,3 3 0 0,0 0 0 16,0 0 0-16,0 0 0 0,3 0 0 0,-3 0 0 16,3 0 0-16,0-3 0 0,0 3 0 0,-1 3 0 15,1-3 0-15,0 0 0 0,3-3 0 0,-3 6 0 16,-3-3 8-16,3 0-8 0,0 3 0 0,0-3 0 15,0 0 0-15,0 0 0 0,-1 2 0 0,1-2 0 16,0 0 0-16,-3 0 0 0,0 0 0 0,3 0 0 16,-3 0 0-16,0 0 8 0,-3 0-8 0,3 0 0 0,-3 0 0 0,3-2 0 15,-3 2 0-15,3 0 0 0,-1-3 0 0,-2 3-8 16,3-3 8-16,-3 3-13 0,3-2 13 0,0 2 0 16,0-3 0-16,0 3 0 0,0-3 0 0,0 3 0 15,0 0 0-15,0-2 0 0,0 2 0 16,0 0 0-16,-3 0 0 0,2 0 0 0,1 0 0 0,0 0 0 15,0 0 0-15,0 0 0 0,0 2 0 0,-3-4 0 16,3 2 0-16,0 2 0 0,0-2 0 0,0 0 0 16,0 3 0-16,0-3 0 0,-3 3 0 0,3-3 0 15,-1 0 0-15,-2 0 0 0,3 2 0 0,0-2 0 0,-3 0 0 0,3 3 0 16,-3-3 0-16,3 0 0 0,0 0 0 0,-3 0 0 16,3 0 0-16,-3 0 0 0,0 0 0 0,0 0 0 15,-3 0 0-15,3 0 0 0,0 0 0 0,-3 0 0 16,3 0 0-16,-1 0 0 0,1 0 0 0,0 0 0 15,0-3 0-15,0 3 0 0,0 0 0 0,0-2 0 16,3 2 0-16,-3 0 0 0,0-3 0 0,3 3 0 16,-3-3 0-16,3 3 0 0,0 0 0 0,-3-2 0 15,3 2 0-15,0-3 0 0,-3 3 0 0,2-3 0 16,-2 3 12-16,3 0 6 0,0 0 1 0,0 0 0 16,-3 0-19-16,3 0 0 0,0 0 0 0,0 0 0 15,0 0 0-15,0 3 0 0,0-3 0 0,0 0 0 16,0 3 8-16,3-3-8 0,-7 0 0 0,4 2 0 15,0-2 0-15,-3 0 0 0,6 0 0 0,-6 3 0 16,3-3 0-16,0 3 0 0,0-3 0 0,0 0 0 16,0 2 0-16,0-2 0 0,-3 0 0 0,3 0 0 15,-3 0 0-15,2 0 0 0,-2 0 0 0,0 3 0 0,3-3 0 16,-3 0 0-16,0 0 0 0,3 0 0 16,-3 0 0-16,3 0 0 0,0 0 0 0,0 0 0 0,0 0 0 15,0 0 0-15,0-3 0 0,0 3 0 0,3 0 0 0,-4 0 0 16,4 0 0-16,0 0 0 0,0 0 0 0,-3 0 0 0,6 0 0 0,-6 3 0 15,3-3 0-15,0 0 0 0,0 0 0 0,-3 0 0 16,2 3 0-16,1-3 0 0,0 0 0 0,-3 0 0 16,3 2 9-16,0-2-9 0,-3 0 0 0,3 3 9 15,0-3-9-15,0 0 12 0,-3 0-12 0,3 0 12 16,-4 0-12-16,1 0 0 0,0 0 0 0,-3 0 0 16,3 0 0-16,-3 0 0 0,3 0 0 0,0 0 0 15,-3 0 0-15,3 0 0 0,0 0 0 0,0 0 8 16,0 0-8-16,0-3 0 0,0 3 0 0,-1 0 0 15,-2 0 8-15,3 0-8 0,0 0 8 0,0 0-8 16,-3 0 9-16,3 0-9 0,0 0 10 0,0 0-10 16,0 0 11-16,-3 0-11 0,3 0 12 0,0 0-12 15,0 0 12-15,0 0-4 0,-3 0 0 0,2 0-8 16,1 0 12-16,-3 0-12 0,0 0 12 0,3 0-12 16,-3 0 11-16,0 0-11 0,3 0 10 0,-3 0-10 15,0 0 9-15,0 3-9 0,0-3 8 0,0 0-8 16,0 3 10-16,0-3-10 0,0 0 12 0,0 0-12 15,0 0 12-15,0 0-4 0,-1 0 0 0,1 0-8 16,0 0 11-16,-3 0-11 0,3 0 10 0,0 0-10 16,-3 0 9-16,3 0-9 0,0 0 8 0,-3 0-8 0,3 0 0 15,3 0 8-15,-3-3-8 0,0 3 0 0,0-3 8 16,3 3-8-16,-3 0 0 0,3-2 8 0,0 2-8 0,0 0 0 16,-1-3 0-16,1 3 0 0,-3-3 0 15,3 3 0-15,0 0 8 0,0-2-8 16,0 2 0-16,-3 0 0 0,3 0 9 0,-3 0-9 0,3 0 0 15,-3 0 0-15,3 0 0 0,-3 0 0 0,3 0 0 0,-3 0 8 0,2-3-8 16,1 3 0-16,-3 0 0 0,0 0 0 0,3 0 0 0,-3 0 0 16,0 3 0-16,0-3 0 15,0 0 0-15,0 0 0 0,0 2 0 0,0-2 0 0,0 0 0 16,0 3 0-16,-3-3 0 0,-3 0 0 0,6 3 0 0,0-1 0 16,-3-2 0-1,-3 0 0-15,6 3-9 0,0 0 9 0,-6-3-9 0,6 0 9 0,-3 2-12 0,-3-2 12 16,0 0-12-16,5 3 12 0,-5-3-12 0,0 0 12 15,0 0-12-15,0 0 4 0,3 2 8 0,-3-2-13 16,0 0-4-16,0 0-1 0,0 0 0 0,0 0 0 16,0 0-26-16,0 0-4 0,0 0-2 0,0 0 0 15,0 0-172-15,0 0-34 0</inkml:trace>
  <inkml:trace contextRef="#ctx0" brushRef="#br0" timeOffset="12408.954">5756 7343 1458 0,'0'0'30'0,"0"0"8"0,0 0-30 0,0 0-8 0,0 0 0 0,0 0 0 16,0 0 81-16,0 0 15 0,-6 0 4 0,6 0 0 16,-6 0-35-16,6 0-6 0,-6 0-2 0,6 0 0 15,-6 2-9-15,6-2-3 0,0 0 0 0,-6 0 0 16,6 0-9-16,0 0-1 0,-6 0-1 0,6 0 0 16,0 0-2-16,-5 3 0 15,5-3 0-15,0 0 0 0,-6 3-4 0,6-3 0 0,0 0-1 0,-6 2 0 16,6-2-3-16,0 0 0 0,0 0 0 0,0 0 0 15,-6 0-2-15,6 0-1 0,0 0 0 0,0 0 0 16,0 0-9-16,0 0-1 0,0 0-1 0,0 0 0 16,0 0-10-16,-6-2 12 0,6 2-12 0,0 0 12 15,0 0-1-15,0 0 0 0,0 0 0 0,0 0 0 16,0 0-3-16,0 0-8 0,0 0 12 0,0 0-4 16,0 0 0-16,-6-3 0 0,6 3 0 0,0 0 0 15,0 0 0-15,0 0 0 0,0 0 0 0,0 0 0 16,-3-5 0-16,3 5-8 0,0 0 12 0,0 0-4 15,0 0 0-15,0-6-8 0,0 6 12 0,0 0-4 16,0 0-8-16,0 0 12 0,0-2-12 0,0 2 12 16,0 0-12-16,0 0 10 0,0 0-10 0,0 0 10 15,0 0-10-15,0 0 0 0,0 0 9 0,0 0-9 0,0 0 0 16,0 0 0-16,0-3 0 0,0 3 8 16,0 0-8-16,0 0 0 0,0 0 0 0,0 0 0 15,0 0 0-15,0 0 0 0,0 0 0 0,0 0 0 16,-21-3 0-16,21 3 0 0,-12 0 0 0</inkml:trace>
  <inkml:trace contextRef="#ctx0" brushRef="#br0" timeOffset="16308.629">7691 6012 1579 0,'0'0'32'0,"0"0"10"0,0 0-34 0,0 0-8 16,0-6 0-16,0 6 0 16,0-5 53-16,3 2 9 0,0-2 2 0,-3 5 0 0,3-2 37 0,3-1 8 0,-6 3 2 0,3-3 0 15,-3 3-75-15,6 0-16 0,0 0-2 0,-3 0-1 16,-3 0 38 0,6 6 7-16,0-1 2 0,-3 0 0 0,0 3-52 0,0 0-12 0,-3 0 0 0,3 3 0 15,-3 2-15-15,3 0-5 16,-3 0-2-16,0 3 0 0,0 3 22 0,-3-4 0 0,3 4 0 15,0 2 0-15,0 0-8 0,3 1 8 16,-3-1-10-16,3 2 10 0,2-4-15 16,-2 2 3-16,3-2 1 0,0-1 0 0,0-5-12 15,0 3-2-15,3-5-1 0,-3 0 0 0,3-1 26 0,-3-2 19 0,3 0-3 0,0 0-1 16,-3-3-15-16,3 0 0 16,-3-2 0-16,0 2 0 0,-3-2 20 0,-3-3 0 0,6 3 1 0,-6-3 0 15,0 0 29-15,0 0 6 0,0 0 0 0,0 0 1 16,0 0 17-16,0 0 3 0,0 0 1 0,-3 2 0 15,-3 1-29-15,0 2-5 0,-3-2-2 0,3 2 0 16,-3 1-14-16,0-1-4 0,-3 3 0 0,3 0 0 16,0 0-24-16,-3 0 0 0,3 2 0 0,0 1 0 15,1-1 20-15,2 6 0 0,0-3-1 0,0 3 0 16,0 0-19-16,3 3 0 0,0-1 0 0,0 1 0 16,3-1 0-16,0 1 0 0,3-1 0 0,0 3 0 15,0-2 0-15,0 0 0 0,0-4 0 0,3 4 0 16,-3-1-13-16,3 1-7 0,-3-1 0 0,2 4-1 15,1-1 21-15,-3 0 0 0,3-2 0 0,-3 7 0 16,0-2 0-16,3 0 0 0,-3 5 0 0,-3-3 0 16,3 1 12-16,-3-4 8 0,0 1 0 0,0 0 1 15,0-3-31-15,-3-2-6 0,0-1-2 0,0 1 0 16,0-3 29-16,-3 0 5 0,0-1 2 0,0 1 0 0,0 0-18 16,1-3 0-16,-1 3 0 0,0-2 0 15,0-1 28-15,0 0 3 0,0-2 0 0,0 2 0 0,3-3-20 0,-3 1-11 16,3 0 12-16,-3-4-12 0,3-1 8 0,-3 2-8 0,6-6 0 0,0-2 0 15,0 0 0-15,0 0-12 0,0 0 0 0,0 0 0 16,0 0-115 0,0 0-22-16,-3-5-5 0</inkml:trace>
  <inkml:trace contextRef="#ctx0" brushRef="#br0" timeOffset="17553.03">8521 6297 1824 0,'-3'-7'76'0,"3"1"-60"16,0 1 89-16,-2 0 19 0,2-1 3 0,0 6 1 15,0 0 0-15,0 0 0 0,0-2 0 0,0 2 0 16,0 0-44-16,0 0-9 0,0 0-2 0,0 0 0 16,-6 0-65-16,0 2-8 0,0 4-13 0,0-1 3 15,3 6 59-15,-3-1 12 0,0 3 3 0,0 1 0 16,0 1-52-16,0-1-12 0,3 2 0 0,-3-1 0 15,3-1-48-15,0 2-13 0,3-1-3 0,-3-1 0 16,3 2 52-16,0-3 12 0,0 0 0 0,0-2 0 16,3-1 0-16,0 1 0 0,0-1 0 0,3-2 0 15,0-2 0-15,-3-1 0 0,3-3 0 0,0 1 0 16,0-3 0-16,3-3 0 0,-3 1 0 0,0-3 0 16,3-1 0-16,-4 1 0 0,4-3 0 0,-3 0 0 15,3-2 0-15,-3 2 0 0,0-3 0 0,0 0 0 16,-3 1 0-16,3 2 0 0,0-3 0 0,-3 1 0 15,0-1 32-15,-3 1 8 0,3 2 3 0,-3-3 0 16,0 0-18-16,0 1-3 0,0 2-1 0,0 0 0 16,0 0-21-16,0 3 0 0,0 5 0 0,0 0 0 15,0 0 0-15,0 0 0 0,0 0 0 0,0 0 0 16,-3 5 13-16,3 0-1 0,0 6-1 0,0 0 0 0,3-1-11 16,-3 1 0-16,3 2-12 0,0-3 12 0,3 4-23 0,0-4 3 15,0 4 1-15,3-4 0 16,-3 1-25-16,6-1-4 0,-3-2-2 0,-1 0 0 0,4 0 40 0,-3-3 10 0,3-2 0 15,-3 2 0-15,3-5 0 0,-3 0 0 16,0 0 0-16,3-2 0 0,-3-1 0 0,0-2 0 16,0-1 0-16,0-1 0 0,-4 1 49 0,4-2 12 15,-3-2 3-15,3 2 0 0,-3-3-52 0,0 1-12 16,0-1 0-16,-3-2 0 0,3 0 54 0,-3-3 8 0,0 0 2 16,0-3 0-16,3 1-64 0,-3-3-13 0,0-1-3 15,0 1 0-15,0 0 26 0,-3 0 5 0,3 2 1 0,0 1 0 16,-3 2-16-16,3 3 0 0,0 0 0 0,-3 5 0 15,3 0-60-15,0 2-16 0,0 1-2 0,3 5-1 16,-6 0-93-16,3 3-20 0,3 5-3 0</inkml:trace>
  <inkml:trace contextRef="#ctx0" brushRef="#br0" timeOffset="18041.533">8929 6446 2553 0,'0'0'53'0,"0"0"12"16,0 0-52-16,0 0-13 0,0-6 0 0,0 4 0 16,3-4 105-16,0 1 19 0,3 0 3 0,0-3 1 0,3 3-62 0,0-3-12 15,0 2-2-15,3-2-1 0,-3 3-11 0,3 0-3 16,0 0 0-16,-1-1 0 16,-2 1-14-16,3 2-3 0,0 1-1 0,-6-1 0 0,3 3-10 15,0 0-1-15,-3 0-8 0,0 3 12 0,-6-3 2 0,3 2 0 0,0 1 0 0,-3-3 0 31,0 8-34-31,-3-3-8 0,0 1 0 0,0 1-1 16,-3-1-5-16,-3 2-1 0,3 0 0 0,-3-3 0 16,0 3-23-16,-3 0-5 0,3 0-1 0,0 0 0 15,1 0 0-15,2-3 0 0,-3 3 0 0,3-3 0 0,0 0 52 0,0 1 12 0,6-6 0 16,0 0 0-16,0 0 0 0,0 0 0 16,0 0 0-16,0 0 0 0,6 2 0 0,0 1 0 0,0 0 0 15,3-1 0-15,3-2 48 16,-1 0 13-16,4-2 3 0,0 2 0 0,0-3-52 0,-3 3-12 0,3 0 0 0,-3 0 0 15,0 0 28-15,0 3 2 0,-3-3 1 0,2 2 0 16,-5 1-6-16,0 0-1 0,0 2 0 0,0 0 0 16,-6 0-1-16,3 1-1 0,-3 2 0 0,-3 0 0 15,0 0-6-15,0 2-2 0,-3-2 0 0,-3 5 0 16,-3 1-14-16,1-1 11 0,-4 3-11 0,0 0 10 16,-3-1-10-16,-3 1 0 0,3 3 0 0,-6-1 0 15,7-2-26-15,-4-3-4 0,0 3-1 0,3-2 0 16,-3-1 7-16,3-3 0 0,0-2 1 0,-2 0 0 15,-4 0-84-15,-3-3-17 0,3-2-3 0</inkml:trace>
  <inkml:trace contextRef="#ctx0" brushRef="#br0" timeOffset="18713.799">6268 4570 2310 0,'-6'-8'48'0,"3"2"11"0,0-2-47 0,0 1-12 0,0-1 0 16,3 2 0-1,-3-2 53-15,3 3 9 0,-3 0 2 0,3-1 0 16,0 4-3-16,0 2 0 0,0 0 0 0,0 0 0 15,0 0-46-15,0 0-15 0,0 0 8 0,0 0-8 0,0 0 22 0,0 0 1 0,0 0 0 0,3 2 0 16,0 6-23-16,0 0 0 0,3-5 0 0,-3 5 0 16,3-3 0-16,3 1 0 0,-3-1 0 0,3 0 0 15,0 0-16-15,0-2-5 0,3 0-1 0,-3-3 0 16,0 0 22-16,3 0 0 0,-1-3 0 16,1 0 0-16,0-2 14 0,0 2 7 0,3-2 2 15,-3 0 0-15,-3-3-37 0,3 0-7 16,-3 0-2-16,3 0 0 0,-3-2 23 0,-1 4 0 0,4-2 0 0,-3-5 0 15,0 5 0-15,-3 0 0 16,0 0 0-16,0-5 0 0,0 2 0 0,-3 6 0 0,3-8 0 0,-3 5 0 16,-3 0-56-16,3 0-6 0,-3-2-2 0,-3 2 0 15,3 2-53-15,-3 1-11 0,0-3-3 16</inkml:trace>
  <inkml:trace contextRef="#ctx0" brushRef="#br0" timeOffset="19137.733">6471 4427 2112 0,'0'0'60'0,"0"0"13"0,0 0-58 16,0 0-15-16,0 0 0 0,0 8 0 0,0 2 36 0,0-2 5 0,0-2 1 0,0 1 0 15,0 4 18-15,3 2 3 0,-3-5 1 0,0 3 0 16,3 2-52-16,0-2-12 16,-3 2 0-16,2 0 0 0,-2 0 0 0,3-2-13 0,0 2 2 0,3-2 1 15,-3-1 10-15,0-2 14 0,3 3-3 0,-3-3-1 16,3-3 43-16,0 0 9 0,0 1 2 0,0-4 0 15,0 1-52-15,0-3-12 0,0 0 0 0,3 0 0 16,0-3 54-16,0 1 8 0,0-4 2 0,0 1 0 16,3-3-64-16,-1 0-8 0,4-2-4 0,0-4-1 15,0 4 13-15,0-3 0 0,3-1 0 0,0 1 10 16,0 0-10-16,-1 0 0 0,-2-1 0 0,3 1 0 16,-3 0-44-16,3-3-8 0,-3 0-2 15,0 0 0-15,-3-2-122 0,-1 7-24 0</inkml:trace>
  <inkml:trace contextRef="#ctx0" brushRef="#br0" timeOffset="20660.096">7756 7687 1579 0,'0'0'32'0,"0"-6"10"0,0 1-34 0,3 0-8 0,-3 2 0 0,3-2 0 16,0 2 104-16,0-2 20 0,0 0 3 0,0 2 1 15,3 0-52-15,-3 1-9 0,3-1-3 0,-3-2 0 16,3 2 0-16,0 3 0 0,0-3 0 0,-3 1 0 16,3 2 0-16,0-3 0 0,-3 3 0 0,3 0 0 15,-6 0-51-15,3 3-13 0,3-1 0 0,-3 1 0 16,0 0 0-16,-3 2 0 0,3 3 0 0,-3 0 0 15,0 0 0-15,-3 2 0 0,3 1 0 0,-3 2 0 16,0 0 0-16,0 3 0 0,0 0 0 0,0 3 0 16,0-1 0-16,3 3 0 0,-3 3 0 0,0-3 0 15,3 3 20-15,0-3 2 0,0 3 0 0,3-3 0 16,0-2-22-16,0-1 0 0,0-4 0 0,3 1 0 16,0-1 0-16,0-4-8 0,0 4 8 0,0-4 0 15,3-2 0-15,-1 0 0 0,1 0 0 0,-3-3 0 16,3 1 0-16,-3-1 0 0,0-3 0 0,-3 4 0 15,3-4 0-15,-3 1 0 0,-3-3 0 0,0 0 0 0,0 0 28 16,0 0 0-16,0 5 1 0,0-5 0 16,-3 6 4-16,0-1 1 0,0 3 0 0,-3-5 0 0,0 2-12 15,3 0-2-15,-3 0-1 0,0 3 0 0,0 0-11 0,-3 0-8 16,4 0 9-16,-1 3-9 0,3-1 8 0,-3 4-8 16,3-1 0-16,-3 3 0 0,3 2 0 0,0 1 0 0,0-1 0 15,0 3 0-15,0-2 0 0,3 2 0 0,0-5 0 0,-3 2 0 16,3 1 0-16,0-3 0 0,3-3 0 0,-3 3 0 15,3 0 0-15,-3-3 0 16,3 0 0-16,0 3 0 0,0 0 0 0,0-3 0 0,0 3 0 0,0-3 0 16,-3 3 0-16,3 0 0 0,0 0 0 0,-3 0 0 15,0 0 0-15,3-3 0 0,-3 0 0 16,0 0 0-16,3-2 0 0,-3 0 0 0,0-1 0 16,0-2 0-16,-3-3 0 0,3 1 8 15,0-1-8-15,0-5 0 0,0 0 0 0,0 0 0 0,0 0-12 0,0 0 12 16,0 0-90-16,0 0-11 0,0 0-3 15,0 0 0-15,0 0-110 0,0 0-22 0</inkml:trace>
  <inkml:trace contextRef="#ctx0" brushRef="#br0" timeOffset="22860.264">8670 8158 2298 0,'0'0'48'0,"-3"-8"11"0,0 2-47 0,3 1-12 0,-3 2 0 0,0-2 0 15,3 5 107-15,-6-5 19 0,3 0 4 0,-2 2 1 16,5 3-54-16,-9-3-10 0,3 1-3 0,-3 2 0 15,3 0 0-15,0 2 0 0,0 1 0 0,-3 0 0 16,3-1-64-16,0 4 0 0,0-1-18 0,0 0 4 16,0 0 14-16,0 6 0 0,3-6 0 0,-3 6 0 15,3-1 0-15,0 1 0 0,0 0 0 0,0 2-9 16,3 0 1-16,0 0 0 0,0 1 0 0,3-1 0 16,0 0-15-16,0-2-2 15,3-1-1-15,0 1 0 0,0-3-6 0,0 0-2 0,0-3 0 16,3-2 0-16,0-1-9 0,-3-2-1 0,3-2-1 15,0-1 0-15,0 0 36 0,0-5 9 0,0 3 0 0,-4-3 0 16,1 0 0-16,0 0 0 0,0-2 0 0,0 2 0 16,-3 0 49-16,3 0 12 0,-3 0 3 0,-3-3 0 15,3 3-52-15,-3 0-12 0,0 0 0 0,0 1 0 16,0 1 54-16,-3 1 8 0,3 0 2 0,-3 2 0 16,3 3-37-16,0 0-7 0,0-5-2 0,0 5 0 15,0 0-18-15,0 0 8 0,0 0-8 0,0 0 0 16,0 0 0-16,0 0 0 0,0 0 0 0,3 10 0 15,3 1 0-15,0 2 0 0,0 0 0 0,0 3 0 16,3 0-15-16,0 0-3 0,0 0-1 0,3 0 0 16,0 0 19-16,-3-3 0 0,2-3 0 0,1 1 0 15,0 0-14-15,3-3 1 0,-6-1 0 0,3-1 0 0,-3-4 13 16,0 1 0-16,0 0 0 0,-3-3 0 16,0-3 0-16,0 0 0 0,3-2 0 0,-6 0 0 0,2 0 0 0,-2-6 0 15,0 3 13-15,0-5-4 0,0 2 7 0,0-5 0 16,0 3 1-16,-3-3 0 0,3 0-6 0,0 3-2 15,0-3 0-15,-3 3 0 0,3-3-9 0,-3 3 0 0,3 0 9 16,-3-1-9-16,0 1-14 0,3 0-7 0,-3 0-2 16,0 0 0-16,0 2 23 0,0 0 0 0,3 1 0 0,-3 2 0 15,0 0-56 1,3 0-6-16,-3 3-2 0,3-1 0 16,-3 6-116-16,3-2-23 0,3 2-5 0</inkml:trace>
  <inkml:trace contextRef="#ctx0" brushRef="#br0" timeOffset="23340.199">9051 8300 2480 0,'0'0'52'0,"0"0"12"16,0 0-52-16,3-5-12 0,0 0 0 0,3-3 0 15,0 3 120-15,0-3 22 0,3 0 4 0,0 3 1 16,0-1-67-16,3 1-12 0,-3 0-4 0,3-1 0 15,0 1-51-15,-4 2-13 0,4 1 0 0,-3 2 0 16,0 0 34-16,0 0 4 0,0 0 1 0,-3 5 0 16,0-2-27-16,0 2-12 0,0 0 10 0,-3 1-10 15,-3 2 8-15,3-1-8 0,-3 4 0 0,0-3 9 16,-3 3-25-16,3-1-6 0,-3 1-1 0,-3 2 0 16,0 0-24-16,0 0-5 0,0 1 0 0,-3-1-1 15,3-3-16-15,-3 1-3 0,0 2-1 0,3-2 0 16,-3-3 16-16,1 0 3 0,2 0 1 0,0-3 0 0,3 0 36 15,0 1 7-15,3-6 2 0,0 0 0 0,0 0 34 0,3 2 7 16,3 1 2-16,0-3 0 0,0 0-35 0,2-3 0 0,4 3 0 16,-3-5 0-16,3 2 0 0,0-2 0 0,0 2 0 0,-3-2 0 15,3 2 25-15,0-2-1 0,-3 2-1 16,0 1 0-16,-3-1 2 0,0 3 1 0,-1 0 0 0,1 0 0 16,-3 3-4-16,3-1-1 15,-3 1 0-15,-3 2 0 0,3-2-6 0,-3 5-2 0,0 0 0 0,-3 0 0 16,0 2-5-16,0-2-8 0,-3 3 11 0,0 0-11 15,-2-1 0-15,-1 1 0 0,-3-1 0 0,-3 1 0 16,3-1-21-16,-3-2-5 0,-3 3-1 16,3 0 0-16,-3-1-31 0,1 1-6 0,-1-3-2 15,-3 2 0-15,3-2-78 0,0 3-16 0,3-6-4 16</inkml:trace>
  <inkml:trace contextRef="#ctx0" brushRef="#br0" timeOffset="23802.505">8521 8052 1824 0,'0'0'38'0,"0"0"8"0,-3-6-37 0,1-1-9 16,-1 1 0-16,0 4 0 0,3-4 97 0,0 1 18 0,-3 0 3 0,3-3 1 16,0 2-37-16,0 1-7 0,0-3-2 0,0 3 0 15,3-3-11-15,-3 0-2 0,3 3-1 0,2 0 0 16,-2-3 8-16,6 2 1 0,0 4 1 0,0-4 0 15,3 1-55-15,6 0-14 0,0-1 0 0,3 1 0 16,6 0 27-16,-1 2 2 0,4 1 1 0,0-4 0 16,0 6 3-16,-4-2 1 0,1-1 0 0,3 3 0 15,-3-3-34-15,0 1 0 0,2-1-12 0,1 3 3 16,-3 0 9-16,0 0 11 0,2 0-3 0,-2 0 0 16,-6 3-8-16,0-1 0 0,0-2 0 0,-6 3 0 15,-1 2 0-15,-2-2 0 0,0 0 0 0,-6 2 0 16,0-2-12-16,0 2-5 0,-3 0-1 0,-3 0 0 15,0-5-13-15,0 6-2 0,0-1-1 0,0-5 0 16,-3 5-88-16,0 1-18 0,3-6-3 0</inkml:trace>
  <inkml:trace contextRef="#ctx0" brushRef="#br0" timeOffset="27498.569">13105 2889 1744 0,'3'-5'73'15,"0"2"-58"1,-3-4 92-16,0 1 18 0,0 4 4 0,0 2 1 15,0-8-43-15,0 8-9 0,-3-6-2 0,3 6 0 0,-6-2-11 0,6 2-2 16,-5-3-1-16,-4 3 0 16,3 3-29-16,-3-3-5 0,0 8-2 0,3-6 0 15,-3 4-34-15,3 2-8 0,-3 2 0 0,0 1-1 16,3 5 17-16,-3-3 0 0,3 5 0 0,0 4 0 0,0-1 0 0,0 0 0 0,3 0 0 0,0 3 0 31,0 0 0-31,0-3 0 0,3 0 0 0,-3 0 0 0,3-2 0 0,0 2 0 0,0-3 0 16,0 1 0-16,-2-1 0 0,2-2 0 0,0 0 0 15,-3 5 0-15,3-5 48 0,0-3 12 0,0 3 4 16,-3 5 0-16,3-5-72 16,0-2-15-16,0 1-2 0,-3-1-1 0,0 2 42 0,0-6 8 15,0 6 1-15,-3-3 1 0,3-2-50 0,-3-1-11 16,0 4-1-16,0-4-1 0,-3-2-27 0,3 3-6 16,-3-3-1-16,0 2 0 0,3-2-179 0,-3 3-36 15</inkml:trace>
  <inkml:trace contextRef="#ctx0" brushRef="#br0" timeOffset="28353.706">13013 3847 1824 0,'-3'-8'76'16,"0"0"-60"-1,0 3 89-15,3 0 19 0,-3 2 3 0,0-5 1 16,3 8-26-16,0 0-5 0,-3-5-1 0,3 5 0 16,-6-3-51-16,6 3-10 0,-6 3-3 0,0 2 0 15,0 3 26-15,1 0 5 0,-1 3 1 0,-3 7 0 16,3-5-52-16,0 11-12 0,-3-8 0 0,3 8 0 16,0 2 0-16,0-7 0 0,-3 5 0 0,3 2 0 15,3-2-48-15,0-3-13 0,0 0-3 16,0 3 0-16,3-5 0 0,0-1 0 15,3 1 0-15,0-1 0 0,3-5 0 0,0 1 0 0,3-4 0 0,0-4 0 16,0-1 52-16,0-2 12 0,0-3 0 0,3 0 0 16,-1-3 0-16,-2-5 0 0,3 0 0 0,0-3 0 15,0 1 0-15,0-1 0 0,0-2 0 0,0 0 0 16,-3 0 48-16,3-1 13 0,-3 4 3 0,0-3 0 16,-1-1 0-16,-2 4 0 0,0-1 0 0,-3 1 0 0,3 2 0 0,-3-3 0 15,-3 3 0-15,3 0 0 0,-3 6-52 0,0 2-12 16,0 0 0-16,0 0 0 0,0 0 0 0,0 0-16 15,0 0 3-15,0 0 1 0,0 5 12 0,0 0 16 0,0 3-3 0,3 3-1 16,0-3-12-16,0-3 0 16,3 5 0-16,0-2 0 0,0 6-24 15,3-12-7-15,0 6-1 0,0 3-1 0,0-9 25 0,0 4 8 0,3-4 0 16,-3 1 0-16,2-3 0 0,1 0 0 16,0-3 0-16,-3 1 0 0,0 2 24 0,0-8 8 0,0 0 1 0,0 3 1 15,-3-3-14-15,0 0-2 0,-3-3-1 0,3 3 0 16,-3-2 23-16,0-4 5 0,-3 1 1 0,3 3 0 15,-3-6-36-15,3 0-10 0,-3 3 0 0,0-6 0 16,0 3 29-16,0-2 2 0,0-1 0 0,0-2 0 16,0 2-31-16,0 1 0 0,3-1 0 0,-3 6 0 15,0-3-19-15,0 0-9 0,0 6-3 0,0 2 0 16,0 0-77-16,0 3-16 0,3-1-4 0</inkml:trace>
  <inkml:trace contextRef="#ctx0" brushRef="#br0" timeOffset="28847.335">13463 4091 2310 0,'0'0'48'0,"0"0"11"0,0 0-47 15,3-6-12-15,0 1 0 0,3 0 0 0,-1 0 104 0,4-3 20 0,3 0 3 0,0 0 1 16,0 2-39-16,0-1-7 0,0-1-2 0,0 0 0 15,3 0-30-15,-3 2-6 0,0 1-2 0,-1 2 0 16,1-2-16 0,-3 3-3-16,0-4-1 0,3 6 0 0,-6-2-13 0,0 2-9 0,0 2 12 0,0 4-12 15,-3-6 0-15,0 2 0 0,0 3 0 0,0-5 0 16,-3 0 0-16,0 8-9 0,-3-2-1 0,0 2 0 16,-3 0-28-16,3 0-6 0,-3-3 0 0,0 3-1 15,0-3 1-15,0 6 0 0,0-9 0 0,0 6 0 16,0-3 12-1,0 1 4-15,3-4 0 0,3-2 0 0,-6 6 4 0,6-6 0 0,0 0 1 0,0 0 0 16,0 8 34-16,0-8 6 0,0 0 2 0,3 2 0 16,3 4-6-16,-3-4-1 0,3 1 0 0,0-3 0 15,0 3 4-15,3-1 1 0,0 1 0 0,-3-3 0 16,0 2 1-16,3 4 0 0,-3-6 0 0,0 2 0 16,0 4-1-16,0-1 0 0,0 0 0 0,0 1 0 15,0-1 0-15,-3 3 0 0,2 0 0 0,-2 0 0 16,0 0 2-16,-3 5 0 0,3-3 0 0,-3 1 0 15,-3 5-5-15,3-8-1 0,-3 5 0 0,-2 3 0 16,-1-5-5-16,0-1 0 0,-3 6-8 0,-3-5 12 16,3-1-12-16,-6 1 0 0,3-1 0 0,-3 1 0 15,-3 2-15-15,3-5-9 0,-2 5-1 0,-1-2-1 16,0-1-98-16,-3 4-20 0,3-4-4 0</inkml:trace>
  <inkml:trace contextRef="#ctx0" brushRef="#br0" timeOffset="29669.544">13037 5014 2310 0,'0'-16'48'0,"-3"6"11"16,0 2-47-16,3 0-12 0,-3 0 0 0,0 3 0 0,-3-1 103 0,3 4 18 0,-3 2 4 0,0 0 1 15,0 5-65-15,0 0-13 0,0 3-2 0,0 5-1 16,-3 3-33-16,4 3-12 0,-4 5 9 0,3-3-9 15,0 3 0-15,0-1 0 0,0-1 0 16,3 4 0-16,-3-5 0 16,3 0 0-16,0 1-11 0,3-1 11 0,-3-3-25 0,3 1 0 0,3-3 0 0,0 0 0 31,-3-3-14-31,3-3-2 0,3 1-1 0,-3-6 0 0,3 1 19 0,0-4 4 0,3-2 1 0,-3 0 0 16,5-2-2-16,-2-4 0 0,0-2 0 0,0 0 0 15,3 0 41-15,-3 0 8 0,3-2 2 0,-3-1 0 16,0 1 1-16,0-1 1 0,0-2 0 0,-3 0 0 15,0 2 25-15,0-2 5 0,0 2 1 0,-3 1 0 16,0-1-25-16,-1 3-5 0,-2-2-1 0,3 2 0 16,-3 2-12-16,0 6-2 0,0 0-1 0,0 0 0 15,0 0-4-15,0 0-1 0,0 0 0 0,0 0 0 16,0 8-21-16,0 3-5 0,0-1-1 0,0 4 0 16,0-4 6-16,3 3 8 0,0 1-13 0,0 2 5 15,3-8-12-15,0 5-1 0,0-3-1 0,3 1 0 16,-3 0 1-16,3-1 0 0,3-2 0 0,-3 0 0 15,3-3 21-15,-3 1 0 0,3-4 0 0,-3 1 0 16,0-3 0-16,-1 0 0 0,-2-3 0 0,3 1 0 16,-3-1 0-16,3-2 0 0,-3-1 0 0,0-2 0 15,0 0 47-15,-3-2 13 0,3 2 4 0,-3-3 0 16,0-2-52-16,0 0-12 0,0-3 0 0,3 0 0 16,-3-2 0-16,0 2 0 0,0-5 0 0,0 2 0 0,0-2 0 15,0 2 0-15,0-7 0 0,0 5 0 0,0 2 0 0,0-5 0 16,3 6 0-16,-3-1 0 0,3 6 0 0,-1-3 0 15,1 6 0-15,0 2 0 16,0 5-159-16,3-2-34 0,-3 5-7 0</inkml:trace>
  <inkml:trace contextRef="#ctx0" brushRef="#br0" timeOffset="30139.065">13439 5244 2002 0,'0'0'84'0,"0"0"-67"15,0 0 103-15,6-2 20 0,-3-1 4 0,3-2 0 16,3 2-12-16,-3-2-4 0,3 0 0 0,2-1 0 16,1 4-76-16,0-4-15 0,0 4-3 0,0-4-1 15,0 4 3-15,-3-1 1 0,3 0 0 0,-3 3 0 16,0 0-11-16,0-5-2 0,0 5-1 0,-4 0 0 16,1 0-23-16,-3 5 8 0,3-5-8 0,-6 6 0 15,3-1-20-15,-3-2-9 0,0 5-2 0,-3-3 0 16,0 3 31-16,-3 0 0 0,0 0-8 0,1 0 8 15,-4 2-60-15,3-2-10 0,-3 3-2 0,0-3 0 16,0 0 14-16,0 0 2 0,0 0 1 0,0-1 0 16,3 1-7-16,3-2-2 0,-3-1 0 0,3 0 0 15,3-5 52-15,0 0 12 0,0 0 0 0,0 0 0 16,3 6 32-16,3-4 8 0,0 1 3 0,0-3 0 16,3 3-18-16,0-3-3 0,0-3-1 0,3 3 0 15,-3 0 21-15,0 3 4 0,2-3 1 0,-2 2 0 16,0 1-24-16,0-1-5 0,0-2-1 0,-3 3 0 15,0 2-17-15,0-2 0 0,0 2 0 0,0 1 0 16,-3-1 55-16,0 3 7 0,0 0 2 0,-3 0 0 0,3 0-52 0,-6 0-12 16,3 0 0-16,-3-1 0 0,0 4 0 0,-3 0 0 0,0-1 0 0,0 1 0 15,-3-1 0-15,-3 4 0 0,3-4 0 16,-3 1 0 0,-5-1-48-16,2 1-13 0,0 0-3 0,-3 2 0 0,0-5 0 15,0 2 0-15,0-2 0 0,-2 0 0 0,2 0-51 0,0-3-10 0,0 1-3 16</inkml:trace>
  <inkml:trace contextRef="#ctx0" brushRef="#br0" timeOffset="30583.386">12897 4763 1337 0,'-6'2'56'15,"0"4"-44"-15,0-6 100 0,0 2 21 0,6-2 4 0,-6 0 1 16,6 0-16-16,0 0-3 0,0 0-1 0,0 0 0 16,0 0-16-16,0 0-3 0,0 0-1 0,0 0 0 15,0 0-3-15,0 0-1 0,0 0 0 0,0 0 0 32,0 0-60-32,0 0-12 0,0 0-2 0,0 0-1 0,6-2 7 15,0 2 2-15,3-6 0 0,0 4 0 0,3 2-10 0,3-5-2 0,0 2 0 0,6 3 0 16,2 0-16-16,4 0 0 0,3 0 0 0,3 0 0 15,2 3 0-15,1 2 0 0,3-5 0 0,0 2 0 16,-1 4 0-16,-2-4 0 0,0 4 0 0,-1-1 0 16,1 0 0-16,-3-2 0 0,3 5 0 0,-1-8 0 15,-5 2-205-15,0 1-39 0</inkml:trace>
  <inkml:trace contextRef="#ctx0" brushRef="#br0" timeOffset="38373.013">13486 6668 1690 0,'0'0'48'0,"0"0"11"0,0 0-47 0,0 0-12 0,0 0 0 0,0 0 0 32,0 0 75-32,0 0 13 0,0 5 2 0,-3 3 1 15,3-3 29-15,-3-2 7 0,3 5 1 0,0-3 0 0,-2 1-52 0,2 2-9 0,0-1-3 0,0 1 0 16,0 0-51-16,0 0-13 16,0 0 0-16,0 0 0 0,0 3 0 0,2-3 0 0,-2 0 0 0,0 0 0 15,3 2 54-15,-3-2 8 0,0 3 2 0,3-3 0 16,0 2-64-16,-3 1 0 0,3-3-16 0,0 2 3 15,-3 1 22-15,3-3 5 0,0 0 1 0,0 2 0 16,-3 1-4-16,3 0-1 0,0-1 0 0,-3 3 0 16,3 1 0-16,-3-1 0 0,3 3 0 0,-3 0 0 15,0 2 2-15,3 3 1 0,-3 0 0 0,0 1 0 16,0-1 4-16,0-3 1 0,0 3 0 0,-3-2 0 16,3-1-6-16,0 1-2 15,-3-3 0-15,3 0 0 0,0 0-2 0,-3-3 0 0,3 0 0 0,0 3 0 16,-3-3 0-16,3 3 0 0,0 0 0 0,-3 2 0 15,3 1-19-15,0 2-4 0,0 0-1 0,0 0 0 16,0 3 16-16,0 0 0 0,0 3 0 0,0-4 0 16,0-1 33-16,0-1 10 0,0-3 1 0,3 1 1 15,-3-1-35-15,0-2-10 0,3 0 0 0,-3-3 0 16,0 3 8-16,3 0-8 0,-3-3 8 0,0 6-8 16,3-1 16-16,-3 3-2 0,0 3 0 0,0 0 0 15,0 3-14-15,0-1-10 0,3 0 2 0,-3-2 0 16,0 0 8-16,0 0 0 0,3-6 0 0,-3 4 0 15,0-4 0-15,3-2 9 0,-3 0-9 0,0 0 0 16,3-3 9-16,-3 3-9 0,0 0 0 0,3 0 9 0,-3-1-9 0,0 7 0 16,0-1 9-16,0 3-9 0,0-1 0 0,0 1 9 0,0 3-9 15,0-1 0-15,0-5 8 0,0 3-8 16,0-5 0-16,0 2 0 0,0-3 8 16,0 1-8-16,3-3 0 0,-3 2 0 0,0-2 8 15,0-3-8-15,0 3 0 0,0 0 0 0,3 3 0 0,-3 2 0 16,0 0 8-16,0 3-8 0,3 0 0 0,-3 2 0 15,0 1 0-15,3 2 0 0,-3-6 8 0,0 1-8 16,3-3 0-16,-3 1 0 0,0-4 8 0,0-2-8 0,0 0 0 16,0 0 0-16,0 0 0 0,0-3 0 0,0 3 8 15,3 0-8-15,-6 0 0 0,3-1 0 0,0 4 8 16,-3-1-8-16,3 4 0 0,0-1 0 0,0 0 8 0,0 3-8 16,0-6 0-16,0 3 0 0,0-2 0 0,0-1 0 15,0-2 0-15,0-2 0 0,0-4 0 0,0 3 0 16,0-2 8-16,0 0-8 0,0-3 0 0,0-1 0 15,0 1 0-15,0-2 0 0,0 2 0 0,-3-3 0 16,3 0 8-16,0 0-8 0,-3 1 0 0,3-6 0 16,0 2 0-16,0-2 0 0,-3 8 0 0,3-8 0 15,0 0 0-15,0 0 0 0,0 0 0 0,0 0 0 16,-6 0-32-16,6 0-1 0,-3 0 0 0,-3-5 0 16,3 0-117-16,3-6-23 0,0-2-5 15</inkml:trace>
  <inkml:trace contextRef="#ctx0" brushRef="#br0" timeOffset="39311.078">13540 6657 1333 0,'0'0'28'0,"0"0"6"0,0 0-34 16,-3-2 0-16,3 2 0 0,-6-3 0 0,6 3 100 0,-6-3 12 0,0 1 4 0,6 2 0 15,-6 0-34-15,6 0-6 0,-6 2-2 0,6-2 0 16,0 0-17-16,0 0-3 0,0 0-1 16,0 0 0-16,-6 3-10 0,6-3-3 15,0 8 0-15,0-3 0 0,0 1-2 0,0-1-1 0,3 0 0 0,0 0 0 16,0 1-29-16,0-1-8 0,3 0 0 0,0 3 0 16,0-2 52-16,0 1 5 0,3-1 2 0,0 2 0 15,0 0-19-15,0-3-3 0,0 3-1 0,3 0 0 16,0 0-16-16,-1 2-3 0,1-2-1 0,0 3 0 15,0-1 1-15,0 1 0 0,3 0 0 0,-3-1 0 16,0 1-17-16,0-3 0 0,0 2 0 0,2 1 0 16,-2-1 0-16,3-2 0 0,0 3 0 0,0-3 0 15,3 3 0-15,0 2 0 0,0 0 0 0,-1 0 0 16,1 3 0-16,0 0 0 0,0 0 0 0,0 0 0 16,0 2 0-16,-3 1 0 0,-1-1 0 0,1 1 0 15,0-3 24-15,0 0 2 0,-3-1 0 0,0 1 0 16,0-2-15-16,0-1-3 0,-3 0-8 0,-3-2 12 15,3-1 0-15,0 3-1 0,-4-5 0 0,1 3 0 16,3-1 2-16,-3-2 1 0,3-2 0 0,-3 2 0 16,3 0-4-16,-3-3-1 0,0 0 0 0,3 0 0 15,-3 1-9-15,0-1 0 0,3 0 0 0,-3 1 0 0,3-4 0 16,-3 4 0-16,3-4 0 0,-3 4 0 16,2-4 12-16,-2 3 9 0,0-2 3 0,3 2 0 15,-3-2-39-15,0 2-7 0,0-2-2 0,0 0 0 0,0-1 47 0,-3 4 9 16,3-4 1-16,0 1 1 0,-6-3-3 0,3 3-1 15,-3-3 0-15,6 0 0 16,-6 0-50-16,6 2-11 0,-6-2-1 0,6 0-1 0,-3-2-60 16,-3 2-12-16,9 0-3 0</inkml:trace>
  <inkml:trace contextRef="#ctx0" brushRef="#br0" timeOffset="41203.154">14368 7396 1094 0,'0'0'46'16,"0"0"-37"-1,0 0 95-15,0 0 20 0,0 0 3 0,0 0 1 16,0 0-14-16,0 0-2 0,0 0-1 0,0 0 0 16,0 0-24-16,0 0-5 0,0 5-1 0,0 0 0 15,0-5-65-15,0 8-16 0,0-3 0 0,0 3 0 16,0 0 55-16,0 0 7 0,3 0 2 0,-3 3 0 16,0-3 0-16,2 2 0 0,-2 3 0 0,0-2 0 15,3 2-52-15,-3-2-12 0,3 2 0 0,-3 0 0 16,0 1 0-16,0-4 0 0,3 3 0 0,-3-2 0 15,0 0 0-15,3-1 0 0,-3 1 0 0,0-1 0 16,3 1 54-16,0-3 8 0,-3 2 2 0,3 1 0 16,0-3-52-16,-3 3-12 0,3-4 0 0,0 4 0 15,-3-3 0-15,3 3-12 0,3-1 3 0,-6 1 0 16,3-1 9-16,0 1 11 0,-3 2-3 0,3 0 0 16,0-2-8-16,-3 5 0 0,3-3 0 0,0 3 0 15,-3-3 0-15,0 3 0 0,3 0 0 0,-3 2 0 0,0-4 0 16,0 2 0-16,0-3 0 0,0 0 0 0,3 0 0 0,-3-2 0 15,0-1 0-15,0 4 0 0,0-4 56 0,0 1 7 16,0-3 1-16,-3 2 0 0,3 1-52 0,0-3-12 0,0 0 0 16,0 2 0-16,0-2 0 0,0 0 0 0,0-2 0 15,0 1 0-15,0 1 0 0,0 0 0 0,0-2 0 0,0 2 0 16,0-1 0-16,0 4 0 0,0-3 0 16,0 0 0-16,0 0 0 15,0 0 0-15,0 0 0 0,0 0 0 0,0 2 0 0,0 1 0 0,0-3 0 16,0 5 0-16,0-2 0 0,0-1 0 0,0 1 0 15,0-1 0-15,0 1 0 0,0 2 0 0,0-5 0 0,0 5 0 16,0-2 0-16,0-3 0 0,0 2 0 0,0 1 0 16,0-3 0-16,-3 3 0 0,3-3 0 0,0-1 0 15,0 1 0-15,-3 0 0 0,3-2 0 0,0 2 0 16,-3-1 0-16,3 1 0 0,0 0 0 0,-3 0 0 16,3-2 0-16,0 2 0 0,-3-3 0 0,3 3 0 15,0-3 0-15,-3 0 0 0,3 3 0 0,0-2 0 16,0-1 0-16,0 0 0 0,0 3 0 0,0-3 0 15,0 3 0-15,-3-2 0 0,3-1 0 0,0 3 0 16,0-3 0-16,0 3 0 0,0 0 0 0,0 0 0 16,0 0 0-16,0 0 0 0,0 0 0 0,0 0 0 15,0 0 0-15,0 0 0 0,0-3 0 0,0 3 0 16,0 0 0-16,0 0 0 0,0-3 0 0,0 3 0 0,0-3 0 16,0 1 0-16,0 1 0 0,0-1 0 0,0-1 0 0,0 3 0 15,0-3 0-15,0 1 0 0,0 1 0 16,0-1 0-16,0-1 0 0,0 3 0 0,0-3 0 15,-3 1 0-15,3-1 0 0,0 0 0 16,0 0 54-16,-3 1 8 0,3-1 2 0,0 0 0 16,0 1-103-16,0-6-20 0,0 5-4 0,0 0-1 0,0 1 103 0,-3-1 20 0,3 0 4 0,0 0 1 15,0-5-52-15,0 6-12 0,-3 2 0 0,3-3 0 16,-3 0 0-16,3 3 0 0,0-3 0 16,-3 1 0-16,3-1 0 15,0 0 0-15,-3 1 0 0,3-1 0 0,0-5 0 0,-3 8 0 0,3-8 0 0,0 5 0 16,-3 3 0-16,3-8 0 0,0 5 0 0,-3 1 0 15,3-1 0-15,0-5 0 0,-3 8 0 0,3-3 0 16,-3 3 0-16,3-8 0 0,0 5 0 0,0 3 0 16,-3-2 0-16,3-1 0 0,0-5 0 0,0 8 0 15,-2-3 0-15,2 3 0 0,0 0 0 0,-3-3 0 16,3 3 0-16,0 0 0 0,0-3 0 0,0 3 0 16,0-2 0-16,-3 2 0 0,3-3 0 0,0 3 0 15,0 0 0-15,0-3 0 0,0 3 0 0,0 0 0 16,0-3 0-16,0 1 0 0,0 2 0 0,0-3 0 15,0 0 0-15,0 0 0 0,0 3 0 0,0-2 0 16,0-1 0-16,0 0 0 0,0-5 0 0,0 5 0 16,0 1 0-16,0-1 0 0,0-5 0 0,0 5 0 15,0 1 0-15,0-6 0 0,0 5 0 0,0 0 0 16,0-5 0-16,0 6 0 0,0-6 0 0,0 5 0 16,0-5 0-16,0 5 0 0,0-5 0 0,0 0 0 0,0 5 0 15,0-5-13-15,-3 6 2 0,3-6 1 0,0 0 10 16,0 2 14-16,0-2-3 0,-3 6-1 0,3-6-10 0,0 0 0 15,-6 2 0-15,3 4 0 0,3-6 0 0,-6 2 0 0,0 1 0 16,0 0 0-16,3-1 0 0,-3 1 0 16,0-1 0-16,0 1 0 0,0 0 0 0,0-3 0 0,-3 2 0 0,3 1 0 15,-3 0 0-15,3-1 0 0,-3 1 0 0,0 0 0 16,1 2 0-16,-1-2 0 0,0-1 9 0,0 3-9 16,0-2 0-16,3 2 0 0,-3 1 0 0,0-1 0 15,3 0 0-15,-3 1 0 0,0-4 0 16,0 4 0-16,3-1 0 0,-3 0 0 0,0 0 0 15,0 1 0-15,1-1 0 0,-1-2 0 0,0 2 0 0,0 0 0 16,0 1 0-16,-3 1 0 0,3-1 0 0,-3 2 0 16,3-3 0-16,-3 3 0 0,3-3 0 0,-3 3 0 15,1 0 0-15,2 0 0 0,-3 0 0 0,0 0 0 16,3 2 0-16,-3-2 0 0,0 3 0 0,3 0 0 16,-3-3 0-16,3 2 0 0,0-2 0 0,0 0 0 15,3 3 0-15,-2-3 0 0,2-1 0 0,-3 4 0 16,3-3 0-16,0 0 0 0,-3 0 0 0,3-3 0 15,-3 3 0-15,3-3 0 0,0 3 0 0,0-2 0 16,0-1 0-16,3 0 0 0,-3 0 0 0,0 3 0 16,3-5 0-16,-3 2 0 0,3 1 0 0,-3-1-8 15,3-2 8-15,0 2 0 0,3-5 0 0,-6 5 0 16,3 0 0-16,1 1 0 0,2-6 0 0,-6 5 0 16,3 0 0-16,3-5 0 0,-3 6 0 0,3-6 0 15,-6 5 0-15,6-5 0 0,0 0 0 0,0 0 0 0,-3 5 0 0,3-5 0 16,-6 6 0-16,6-6 0 0,0 0 0 15,0 0-15-15,0 0 4 0,0 0 1 0,0 0-10 0,0 0-1 0,0 0-1 16,0 0 0 0,0 0-25-16,-6 0-5 0,6 0 0 0,-3-3-1 15,-3-2-146-15,6-3-29 0,-3 0-5 0</inkml:trace>
  <inkml:trace contextRef="#ctx0" brushRef="#br0" timeOffset="41573.296">13495 9266 2094 0,'0'0'60'0,"0"0"12"16,0 0-58-16,0 0-14 0,0 0 0 0,0 0 0 15,6 3 82-15,-6-3 14 0,6 3 2 0,-3-1 1 16,3 4-31-16,-3-1-5 0,0 0-2 0,0 0 0 16,0 3-10-16,0 0-3 0,0 3 0 0,0-3 0 15,0 2-13-15,-3 1-3 0,3 0-1 0,0-1 0 16,0 6-11-16,-3-3-3 0,3 3 0 0,0 5 0 16,-3 0-17-16,3 3 10 0,3 3-10 0,-3-1 8 15,0-2-8-15,0 0 0 0,0 0 9 0,0-3-9 16,0 0 0-16,0-3 0 0,0 1 0 0,0 0 0 0,0-4 0 15,0 1 0-15,0 0 0 0,3-3 8 0,-4 1-8 16,-2-4 0-16,3 3 0 0,-3-5 0 0,3 0-24 16,-3 0 0-16,3-2 0 0,-3-6 0 15,0 0-120-15,0 0-24 0,0 0-5 0</inkml:trace>
  <inkml:trace contextRef="#ctx0" brushRef="#br0" timeOffset="42445.656">14010 7181 1178 0,'0'0'49'0,"-3"6"-39"16,3-6 82-16,0 0 17 0,0 5 3 0,0-5 1 16,0 0-23-16,0 0-5 0,0 0-1 0,0 0 0 15,0 0-12-15,0 0-4 0,0 0 0 0,0 0 0 16,0 0 6-16,0 0 1 0,0 0 0 0,0 0 0 15,0 0-8-15,0 0-2 0,0-3 0 0,3-2 0 16,-3-3-12-16,0 0-2 0,3 0-1 0,-3 0 0 16,0-5-7-16,3 0-2 0,-3-3 0 0,0 0 0 15,3 0-9-15,-3-2-1 0,3-1-1 0,-3-2 0 16,3 2-6-16,-3 1-2 0,3-3 0 0,-3-1 0 16,3 4-5-16,-3-3-1 0,3 0 0 0,-3-3 0 15,3-3-4-15,-3-2-2 0,3-3 0 0,0-2 0 16,-3 2-1-16,3-2 0 0,0 2 0 0,-3-2 0 15,3 5-1-15,0 0 0 0,0 2 0 0,-3-2 0 0,3 0-8 16,0-3 12-16,-3-2-12 0,0-1 12 0,0 1-1 0,0-3 0 16,0 0 0-16,0 2 0 0,0 4-3 15,0 4 0-15,0 3 0 0,0 1 0 0,0 4-8 0,0 1 0 0,3-1 0 16,-3 1 0-16,0 2 0 0,3 0 0 0,-3 0 8 16,0 3-8-16,0-1 8 15,3 4-8-15,-3-1 12 0,0 3-4 0,0 0-8 0,3 3 0 16,-3-3 0-16,0 6 0 0,0 2 0 0,0 0-9 0,0 0 9 15,0 0-13-15,0 0 1 0,0 0 0 0,0 0 0 0,0 0 0 16,0 0-32 0,0 0-7-16,0 7-1 0,3 4 0 0,-3-3-60 0,0 0-13 0,3 2-3 15</inkml:trace>
  <inkml:trace contextRef="#ctx0" brushRef="#br0" timeOffset="43111.616">14543 5522 2283 0,'-3'-13'48'0,"0"0"10"0,0 0-46 16,3-1-12-16,-3 1 0 0,0 2 0 0,0 1 110 0,0-1 20 0,0 3 4 0,0 3 1 15,3 2-79-15,0 3-16 0,0 0-4 0,0 0 0 16,-6 3-6 0,0 5-2-16,3 0 0 0,-2 8 0 0,-1 2-28 15,3 6 0-15,-3 3 0 0,0-1 0 16,3-2 0-16,0 2 0 0,-3-2 0 0,3 0 0 0,3 0 8 0,-3-3-8 0,3 0 0 0,0 3 0 16,0-3 0-16,3 0 0 0,0 0 0 0,0 1 0 15,3-4 0-15,0-2 0 0,0 0 0 16,0-3 0-16,0-5 0 0,-1 3-8 0,1-6 8 0,0 0 0 15,0-2 0-15,0-3 0 0,0-3 0 0,0-2 0 16,0 0 0-16,0-6 0 0,0 0 0 0,0-2 0 16,0 0 0-16,0-3 0 0,0 3 0 0,-3-3 0 15,3 0 0-15,-3 3 0 0,0-3 0 0,0 3 0 16,-3 0 0-16,3 2 0 0,-3 0 0 0,0 1 0 16,0 2 57-16,-3-3 6 0,3 3 1 15,-3 3 0-15,3 0-52 0,0 5-12 0,0 0 0 0,0 0 0 16,0 0 0-16,0 0 0 0,0 0 0 0,0 8 0 15,0 0 0-15,3 0 0 0,-3 2 0 0,6 1 0 16,-3 2 0-16,3-2 0 0,3-1 0 0,-4 1 0 16,4-1 0-16,0 1 0 0,3-3 0 0,0 0 0 15,0 0 0-15,0-3 0 0,3-2 0 0,-6-1 0 16,3-2-9-16,0-2-5 0,0-1-1 0,-1-2 0 16,1-1 23-16,-3-1 4 0,0-1 0 0,-3 0 1 15,3-3 14-15,-3 0 2 0,-3 4 1 0,3-4 0 16,-3 0-4-16,-3-2-1 0,3 3 0 0,-3-1 0 15,0-5-9-15,0 3-3 0,0-6 0 0,3 3 0 0,-6-5-13 16,3 0 8-16,0-5-8 0,-3 2 0 0,3-3 0 0,0 4 0 16,0-1 0-16,0 3 0 0,0 2 0 0,0 6-12 15,0-3 1-15,3 5 0 16,-3 1-39-16,3 5-8 0,-3 2-2 0,0 3 0 16,6 3-89-16,-3 4-19 0,3 1-3 0</inkml:trace>
  <inkml:trace contextRef="#ctx0" brushRef="#br0" timeOffset="43484.329">14936 5824 2026 0,'-3'5'57'0,"3"-5"14"0,0 0-57 0,0 0-14 16,0 0 0-16,0 0 0 0,0 0 109 0,0 0 19 0,0 0 4 0,3-3 1 16,3 1-7-16,-3-6-2 0,3 0 0 0,0 0 0 15,3-3-48-15,0 1-9 0,3-1-3 0,-3 1 0 16,2 2-38-16,1-3-8 0,0 3-2 0,0 3 0 15,0 0 1-15,0-1 0 0,-3 6 0 0,3 0 0 16,-3 0-17-16,0 0 8 0,-3 0-8 0,-3 6 0 16,3-1 9-16,-3 6-9 0,-3-1 0 0,0 3 9 15,-3 6-9-15,-3 5-14 0,0-1 3 0,0 7 1 16,-3-4-15-16,0 1-3 0,-3-1-1 0,3 3 0 16,0-5-4-16,0-3-1 0,0 0 0 15,3-2 0-15,0-1 3 0,0-2 1 0,3-3 0 0,-3 3 0 16,6-3 30-16,0 1 16 0,0-4-1 0,3 1-1 15,0-1-22-15,0-2-5 0,3-2-1 0,3-1 0 16,0-2 14-16,3-1 0 0,3-2 0 0,0 0 0 16,3-2 14-16,0-1 6 0,-1 0 0 0,4 1 1 15,0-4-13-15,0 1-8 0,-3-3 8 0,0 3-8 0,0 0 0 16,-4-1 0-16,1-2 0 0,0 3-12 16,-3 0-110-16,-3-1-22 0,3-1-5 0</inkml:trace>
  <inkml:trace contextRef="#ctx0" brushRef="#br0" timeOffset="44157.413">13793 7345 1892 0,'-9'6'40'0,"3"-4"8"0,0 4-39 0,0-1-9 0,0 0 0 0,0 0 0 15,0 1 89-15,0-1 16 0,3 0 3 0,-2 3 1 16,2-2-35-16,-3 1-7 0,3 1-2 0,0 3 0 16,0 0-52-16,0-1-13 0,0 3 0 0,0 1 0 15,3-1 0-15,0 3 0 0,0-3 0 0,0 3 0 16,0-3 0-16,0 3 0 0,3-3 0 0,0 0 0 16,0-2 0-16,0 0 0 0,0-1 0 0,3 1 0 15,-3-3 0-15,2 0 0 0,1 0 0 0,0-3 0 16,0 0 0-16,3-2 0 0,-3-1 0 0,0-2 0 15,3 0 0-15,0 0 0 0,0-2 0 0,0-1 0 16,0-2 0-16,0 0 0 0,0-3 0 0,3 0 0 16,-3 0 54-16,-1-3 8 0,1-2 2 0,0 0 0 15,0-1 0-15,-3-1 0 0,0-1 0 0,0-3 0 16,-3 1-52-16,-3 2-12 0,3-5 0 0,-6 5 0 16,0-3 0-16,0 1 0 0,-3 2 0 0,0 3 0 15,-3-1 0-15,3 1 0 0,-3 3 0 0,-2 2 0 16,-1 2 0-16,3 1 0 0,-3 0 0 0,0 2 0 15,0 0-48-15,0 3-13 0,0 3-3 0</inkml:trace>
  <inkml:trace contextRef="#ctx0" brushRef="#br0" timeOffset="44801.428">13808 8872 2062 0,'0'0'43'0,"0"0"10"0,0 0-42 16,0 0-11-16,0 0 0 0,0 0 0 15,0 0 105-15,0 0 19 0,0 0 4 0,0 0 1 0,-6 0-52 0,6 0-10 16,-6 3-3-16,6-3 0 0,-3 8-4 0,0-3 0 0,0 3-1 0,0 0 0 15,0 0-32-15,3 2-7 0,-3 1 0 0,3-1-1 16,0 4-8-16,-3-1-2 0,3 3 0 0,0 2 0 16,0 1-1-16,0 2 0 0,0 3 0 0,0 2 0 15,0-2-8-15,0 3 10 0,3-1-10 0,-3 0 10 16,0-2-10-16,3-3 0 0,0 3 9 0,-3-3-9 16,3-2 0-16,-3-3 0 15,3 0 0-15,-3 0 0 0,3-1 0 0,-3-1 0 0,0 2 0 16,0-3 0-16,0 0 0 0,0-2 0 0,0 2 0 0,0-5-12 15,0 0-17-15,0 0-4 0,0-8-1 0,0 0 0 16,0 0-193-16,0 0-38 0,0 0-8 16</inkml:trace>
  <inkml:trace contextRef="#ctx0" brushRef="#br0" timeOffset="45872.465">13513 7665 1337 0,'0'0'28'0,"0"0"6"15,0 0-34-15,0 0 0 0,0 0 0 0,0 0 0 0,0 0 109 0,0 0 15 0,0 0 4 0,0 0 0 16,0 0-52-16,0 0-9 0,0 0-3 0,0 0 0 15,-6-2 0-15,6 2 0 0,0 0 0 0,-6-3 0 16,6 3 0-16,-9-2 0 0,3-1 0 0,6 3 0 16,-6-3 0-16,1 3 0 0,-1-2 0 15,0 2 0-15,-3 0-51 0,9 0-13 0,-6 0 0 0,-3 0 0 16,0 0 0-16,0 0 0 0,3 0 0 0,-3 0 0 16,0 0 54-16,0 0 8 0,0-3 2 0,-3 3 0 15,3 0-52-15,1 0-12 0,-1-3 0 0,0 3 0 16,0 0 0-16,-3-2 0 0,0 2 0 0,0 0 0 15,0 0 0-15,-3 0 0 0,3 0 0 0,-3 0 0 16,1 0 0-16,-1-3 0 0,0 3 0 0,-3 0 0 16,-3 0 0-16,0 0 0 0,0 0 0 0,-2 0 0 15,-1 0 12-15,3 3-1 0,0-3 0 0,3 0 0 16,0 2-11-16,1-2 10 0,2 3-10 0,0-3 10 16,0 0-10-16,0 3 0 0,0-3 0 0,-3 2 0 15,3-2 0-15,-2 3 0 0,-1-3 0 0,0 3 0 16,0-3 0-16,-3 2 10 0,0-2-10 0,3 3 10 15,1-3-25-15,-1 0-5 0,0 2 0 0,0-2-1 16,3 3 21-16,0-3 0 0,0 0 0 0,0 0 0 16,4 0 19-16,-1 0 8 0,0 0 1 0,0 0 1 15,0 0-29-15,3 0 8 0,0 0-8 0,-3 0 0 0,3 0 0 16,0 0 8-16,-3 0-8 0,3 0 0 0,-2 0 31 16,-1 0 0-16,0-3 0 0,3 3 0 15,-3-2-46-15,3 2-9 0,-3 0-1 0,3 0-1 0,-3 0 26 16,3 0 0-16,0 0 0 0,0 0 0 15,1 0 0-15,-1 0 0 0,3-3 0 0,-3 3 0 0,0 0 18 0,3 0 6 16,0 0 0-16,0 0 1 0,0 0-40 0,6 0-8 0,-3 0-1 0,3 0-1 16,0 0 25-16,0 0 0 0,0 0 0 0,0 0 0 15,0 0 0-15,0 0 0 0,0 0 0 0,0 0-8 16,0 0-24-16,0 0-5 16,0 0-1-16,0 0 0 15,0 0-62-15,0 0-13 0,0 0-3 0</inkml:trace>
  <inkml:trace contextRef="#ctx0" brushRef="#br0" timeOffset="47120.196">10921 7425 1759 0,'-3'-8'74'0,"3"2"-59"15,0 6 84-15,-3-2 17 0,3 2 3 0,0 0 1 16,0 0-26-16,0 0-5 0,-6 0-1 0,0 5 0 16,0 6-39-16,0-1-8 0,0 6-1 0,0 3-1 15,0 2-27-15,3 3-4 0,-3 2-8 0,0 1 11 16,0-4-11-16,3 4 0 0,-3-3 0 0,3-1 0 16,0-1 0-16,3-4 0 0,0 3 0 0,0-2 0 15,3-1 0-15,0-2 0 0,0-3 0 0,3 3 0 16,0-5 0-16,-3 0 0 0,3-1 0 0,0-2 0 15,0-3-8-15,0-2 8 0,0 0 0 0,0-1 0 16,0-4 0-16,3-4 0 0,-3 1 0 0,0 0 0 16,0-3 0-16,-1 0 0 0,1-3 0 0,0 1 0 15,0-1 22-15,0 3-1 0,-3 0 0 0,3-2 0 16,-3 2 19-16,0 0 4 0,0 0 1 0,-3 0 0 16,3 3-21-16,-3-3-4 0,0 0 0 0,0 2-1 15,-3 1-19-15,3 5 0 0,0 0 0 0,0 0 0 16,0 0 35-16,0 0 3 0,0 0 1 0,0 0 0 0,0 0-30 0,0 0-9 15,0 0 0-15,3 8 0 0,0-3 0 16,0 3 0-16,0-2 0 0,3 2 0 0,0-3 0 0,3 0-9 16,0 3 9-16,3-3-8 0,0 1 8 15,0-4-8-15,2 4 8 0,1-4-8 0,0-2 8 0,0 0 0 16,0-2 0-16,0-1-8 0,-3 0 8 0,3 1 0 0,-3-4 0 0,-4 1 0 31,4-3 29-31,-3 0 5 0,-3 0 1 0,3 0 0 0,-3 0-17 0,0-2-3 0,-3-1-1 0,0 1 0 16,0-1 11-16,-3-2 3 0,3-3 0 15,-3 0 0-15,0-2-11 0,0-1-1 0,0-2-1 0,-3-3 0 16,3 0-7-16,0-2 0 0,-3 2-8 0,3 0 12 16,0 3-12-16,0 0 0 0,0 5 0 0,0 0-10 15,0 5-8-15,0 1-2 0,0 2 0 0,3 3 0 16,-3 2-118-16,0 3-24 0,6 0-5 0,-3 3-1 16,3 2-19-16,-3 3-4 0,3 0-1 0</inkml:trace>
  <inkml:trace contextRef="#ctx0" brushRef="#br0" timeOffset="47617.323">11337 7703 2508 0,'0'0'71'0,"0"0"16"16,0 0-70-16,0-6-17 0,3 1 0 0,-3 0 0 15,3-1 106-15,0 1 18 0,3 0 3 0,0-3 1 16,3 3-52-16,0-3-9 0,3 0-3 0,0 2 0 15,0-2 0-15,0 3 0 0,3-3 0 0,-4 3 0 0,4 0-56 16,-3 2-8-16,3-2 0 0,-3 5-12 0,-3-3 12 16,3 3 10-16,-3 3-2 0,-3-3 0 0,0 5-8 0,0-2 0 0,-6-3 9 0,3 5-9 15,-3-2 0-15,0 4 0 0,0-1-10 0,-3 2 10 32,0-3-32-32,-3 3 1 0,0 0 0 0,0 0 0 15,0 0-4-15,-3 0-1 0,0 0 0 0,0 2 0 0,0-2 14 0,0-3 2 0,0 3 1 0,3-2 0 16,-3-1-17-16,3 0-4 15,0-2-1-15,4 2 0 0,2-5 33 0,0 0 8 0,0 0 0 0,0 0 0 16,0 0 23-16,0 0 6 0,5 0 2 0,4 0 0 16,3 0-19-16,0 0-4 15,3 0-8-15,-3-2 12 0,3 2 0 0,0 0-1 0,-3 0 0 16,3 2 0-16,-4-2 1 0,1 3 0 0,3-1 0 0,-6 4 0 16,0-1 1-16,0 0 1 0,0 3 0 15,0 0 0-15,-6 3 0 0,3-1 0 0,-3 1 0 0,0 2 0 16,-3 3-2-16,0 0-1 0,0 0 0 0,-3 2 0 15,0-2-11-15,-3 3 12 0,0-1-12 0,0 1 12 16,-6-3-12-16,3 0 8 0,-3-1-8 0,-3-1 8 16,0-1-8-16,-2 0 0 0,2-2 0 0,-3-1 0 15,0 1-8-15,0-3-4 0,3 2-1 0,-3-2 0 16,4-2-16-16,-1 2-3 0,0-3-1 0,3-2 0 16,-3-1-281-16</inkml:trace>
  <inkml:trace contextRef="#ctx0" brushRef="#br0" timeOffset="49176.021">11814 7642 1051 0,'0'0'21'0,"0"0"7"15,0 0-28-15,-6 0 0 0,6 0 0 0,-6 0 0 16,6 0 66-16,-6 0 7 0,6 0 2 0,-6 0 0 16,6 0 29-16,-6 0 5 0,6 0 2 0,0 0 0 15,-6 2-42-15,6-2-8 0,-6 3-1 0,6-3-1 16,0 0-30-16,-6 3-5 0,6-3-2 0,0 0 0 15,0 0 34-15,-6 2 6 0,6-2 2 0,0 0 0 16,0 0 0-16,0 0 0 0,0 0 0 0,0 0 0 16,0 0-52-16,0 0-12 0,0 0 0 0,0 0 0 15,0 0 54-15,0 0 8 0,0 0 2 0,0 0 0 0,0 0-52 0,0 0-12 0,0 0 0 16,0 0 0-16,0 0 0 0,0 0 0 0,0 0 0 0,0 0 0 16,0 0 0-16,0 0 0 0,0 0 0 0,0 0 0 15,0 0 0-15,0 0 0 0,0 0 0 0,0 0 0 16,0 0 0-16,0 0 0 0,3 3 0 0,3-3 0 15,0 0 54-15,0 3 8 0,3-3 2 0,-3 0 0 16,6 0-52-16,-3 0-12 0,0 0 0 0,2 0 0 16,1 0-16-16,0 0-7 0,3 0-1 15,0 0 0-15,0 0 39 0,0 0 7 0,3 0 2 16,-4 0 0-16,1 0-24 0,0 0 0 0,0 0 0 0,3 0 0 16,-3 0 0-16,-3 0 0 0,0 0 0 0,0 0 0 15,0 0 0-15,-4 0 0 0,4 0 0 0,-3 0 0 16,0 2 0-16,3-2 0 0,-3 0 0 0,0 0 0 15,0 3 23-15,0-3 0 0,3 0 0 0,-3 0 0 16,0 0-12-16,3 2-3 0,-4-2 0 0,4 3 0 16,-3-3-8-16,3 3 8 0,-3-3-8 0,0 2 8 15,0-2-8-15,0 3 0 0,0 0 9 0,0-3-9 16,-3 2 0-16,3 1 0 0,0 0 0 0,-3-3 0 16,2 2 0-16,-2 1 0 0,0 0 0 0,-3-1 8 15,3-2 13-15,-6 0 3 0,6 3 1 0,-3 0 0 16,-3-3-71-16,6 2-14 0,-3-2-4 0,3 0 0 15,-3 3 64-15,0-3 0 0,3 0 12 0,-3 0-2 16,3-3-150-16,0 3-31 0,0-2-5 0</inkml:trace>
  <inkml:trace contextRef="#ctx0" brushRef="#br0" timeOffset="53139.713">12373 7758 1885 0,'0'0'53'0,"0"-5"12"16,0-1-52-16,0 1-13 0,0 5 0 0,0-5 0 15,0 5 110-15,0-3 19 0,0 3 4 0,0 0 1 16,0 0-37-16,0 0-7 0,0-5-2 0,0 5 0 16,0 0-19-16,0 0-4 0,0 0-1 0,0 0 0 15,0 0-21-15,0 0-5 0,0 0-1 0,0 0 0 16,0 0-11-16,0 0-2 0,0 0-1 0,0 5 0 16,-3 3-9-16,0-3-2 0,3 3 0 0,0 3 0 15,-3 2-12-15,3 3 11 0,0 3-11 0,0 2 10 16,0 0-10-16,0 5 0 0,0 1 0 0,0-1-11 0,3 1 11 0,-3-3 0 15,0-1 0-15,0 1 0 0,0-3 0 16,0-2 0-16,0-1 0 0,0 4 0 0,0-6 0 0,0 2 0 16,0 1 0-16,0-1 0 0,0-2 0 0,-3 2 0 15,3-2 0-15,-3 3 0 0,3-3-10 0,-3-3 0 16,0 0 0-16,3 0 0 16,-3-2-35-16,3 0-7 0,-3-3-2 0,3-1 0 15,-3-1-59-15,3-1-12 0,0-5-3 0,0 0 0 16,0 3-66-16,0-3-14 0</inkml:trace>
  <inkml:trace contextRef="#ctx0" brushRef="#br0" timeOffset="53529.935">12037 8417 1941 0,'-6'-3'82'16,"6"3"-66"-1,-6 0 116-15,6 0 24 0,0 0 4 0,0 0 0 16,0 0-76-16,0 0-16 0,0 0-4 0,0 0 0 16,3-5-51-16,0 0-13 0,0 2 0 0,3 0 0 15,0 1 54-15,3-1 8 0,0 0 2 0,3 1 0 16,-1 2-52-16,1 0-12 0,0-3 0 0,3 3 0 15,3 0 0-15,0-2 0 0,0 2 0 0,3-3 0 16,-1 3 0-16,4 0 0 0,3-3 0 0,-3 3 0 0,3-2 0 0,-4-1 0 16,1 0 0-16,-3 3 0 0,0-2 0 15,-3-1 0-15,3 0 0 0,-7 1 0 16,1-1-48-16,-3 0-13 0,0 1-3 0,0-1 0 0,-3 0 38 0,-3 1 7 0,3 2 2 16,-3-3 0-1,0 1-26-15,0-1-5 0,-3 3 0 0,-3 0-1 0,0 0-19 16,3-3-4-16,-3 3-1 0,0 0 0 0,0 0-100 0,0 0-20 15,0 0-4-15</inkml:trace>
  <inkml:trace contextRef="#ctx0" brushRef="#br0" timeOffset="54127.701">12087 8430 2066 0,'0'0'43'0,"0"0"10"16,0 0-42-16,0 0-11 0,0 0 0 0,0 0 0 16,0 0 120-16,0 0 23 0,0 0 4 0,0 0 1 15,0 0-73-15,0 0-15 0,0 0-2 0,0 0-1 0,0 0-23 0,0 0-5 0,0 0-1 0,0 8 0 16,0-8-10-1,3 5-2-15,0 3-1 0,0-2 0 0,0 2-15 0,3-1 9 16,0-1-9-16,0 2 8 0,0-3-8 0,3 6 0 16,-3-3 0-16,3-1 0 0,0-1 0 0,0 2 0 15,3-3 8-15,0 3-8 0,0 0 0 16,-1-3 0-16,1 3-14 0,3 0 5 16,-3-3-37-16,3 3-7 0,0 0-2 0,0 0 0 15,0 0 39-15,-3 0 16 0,2 0-12 0,1 0 12 16,-3 0-42-16,0 0-1 0,0 0 0 0,-3 0 0 15,3 0 11-15,-3 0 1 0,0-3 1 0,0 3 0 0,0-6 18 0,-3 4 12 0,3-4-13 0,-4 1 5 16,1-3 8-16,0 3 0 0,0-3 0 0,-3 0 0 16,0 0 11-16,3-3 4 0,-3 0 1 0,0 1 0 15,0-4 43-15,-3 6 9 0,3-5 1 0,0 0 1 16,0 0-56-16,-3-3-14 0,3 2 0 0,0-2 0 16,-3 0 53-16,3-2 8 15,-3 2 2-15,3-3 0 0,0 1-50 0,-3-1-13 0,3 1 0 16,0-4 0-16,-3 4 54 0,3-3 6 0,0-1 0 0,-3 1 1 15,3-3-36-15,0 3-7 0,0-3-2 0,-3 0 0 16,3 3-16-16,-3-3-17 0,3 0 3 0,0 3 1 16,-3-3 25-16,3 3 6 0,-3 0 1 0,3 2 0 15,-3-2-19-15,3 2 0 0,0 1-8 0,-3 2 8 16,3 0-68-16,0 0-8 0,-3 3-2 0,0-1 0 16,0 1-142-16,0 0-29 0</inkml:trace>
  <inkml:trace contextRef="#ctx0" brushRef="#br0" timeOffset="54775.434">12448 8711 1440 0,'-9'-6'60'16,"0"6"-48"0,3-2 122-16,-3-1 24 0,3 3 5 0,-3-3 1 15,3 3-46-15,-3 3-9 0,3 0-1 0,-3-1-1 16,3 1-33-16,0 0-6 0,-3 2-2 0,3 0 0 15,-2 1-37-15,-1-1-7 0,3 3-2 0,0 2 0 16,0 1 36-16,0-1 6 0,-3 1 2 0,6 2 0 16,-3 1-52-16,3-1-12 0,-3 0 0 0,3-2 0 0,0 2 0 15,3 0 0-15,0 0 0 0,0-2 0 0,3 2 0 16,0-5 0-16,3 3 0 0,0-3 0 16,0 2-48-16,3-2-13 0,0-3-3 0,3 3 0 0,0-2 52 0,2-1 12 15,-2-2 0-15,3 2 0 0,0-5 0 16,0 2 0-16,0-2 0 0,3-2 0 0,-3-1 0 0,-4 1 0 0,1-4 0 15,0 1 0-15,0-3 18 0,-3-3 0 0,0 1 0 16,0 2 0-16,-3-3 21 0,0 1 4 0,-3-1 1 0,3 1 0 16,-6-1-22-16,0-2-4 0,0 2-1 0,-6-5 0 15,3 3 24-15,-3-5 5 0,-3 2 1 0,3 0 0 16,-3-3-47-16,-3 3-21 0,3-2 1 0,-6-1 1 16,3 6 11-16,-2 0 8 0,-4 0-12 15,3-1 12-15,-3 6-46 0,0 1-2 0,3 1-1 0,-3 4 0 16,1-1-196-16,2 3-39 0</inkml:trace>
  <inkml:trace contextRef="#ctx0" brushRef="#br0" timeOffset="55670.384">12465 8912 1963 0,'0'0'40'0,"0"0"12"0,0 0-42 0,0 0-10 0,0 0 0 0,0 0 0 16,-5 2 100-16,-1 1 19 0,3 0 3 0,-3 2 1 15,3 0-40-15,0 1-8 0,0-1-2 0,-3 3 0 16,3 2-29-16,3 1-7 0,-3 0-1 0,0 2 0 16,0 0-36-16,3 3-13 0,0 2 0 0,-3 6 0 15,3-3 31-15,0 1 6 0,0 1 2 0,0 4 0 16,0-3-26-16,0-3 0 0,0 0 0 0,0 0 0 16,0-2 0-16,3-1 0 0,-3 1 8 0,0-1-8 15,0-5 0-15,0 3 8 0,0-2-8 0,0-4 8 16,0 3-31-16,3-2-6 15,-3 0-2-15,0-4 0 0,3 4 31 0,-3-3 0 0,0 0 0 0,3-3 0 16,-3 1 0-16,3-4 0 0,-3-2 0 0,3 5 0 16,3-2 0-16,-3-3 0 0,3 3 0 0,0-3 0 15,-3-3 18-15,5 3 10 0,-2-3 1 0,0 1 1 0,0-3-18 16,0 2-4-16,3-2-8 0,0-1 12 16,-3 1-1-16,3 0-1 0,0-1 0 0,3 1 0 0,0 0-2 0,0 2 0 15,0-2 0-15,-1 0 0 0,4 2 1 0,3-2 0 16,-3 2 0-16,6-2 0 0,-3 2-9 0,0 0 0 15,5 1-12-15,-2-4 12 0,3 4 0 0,-3-1 0 0,3 1 0 16,-3-1 0-16,-1 3 0 0,1-3 0 0,-3 1 0 16,0-1 12-16,0 3-12 0,0-3 0 0,-3 1 0 0,2-1 0 15,1 0 0-15,0 3 0 0,-3 0 0 0,3 0 0 16,0-2 0-16,0 2 0 0,-3 0 0 0,2 0 0 16,-2 0 0-16,-3 2 0 0,3-2 0 15,0 0-11-15,-3 3 11 0,3-3 0 0,-3 0 0 0,3 0 0 16,-4 0 0-16,1 0 0 0,3 0 0 0,-3 3 8 15,-3-3-8-15,3 0 0 0,-3 0 0 0,3 0-8 16,-3 0 8-16,0 0 0 0,0 0 0 0,-3 0 8 16,2 0-8-16,1 0 0 0,0-3 0 0,-3 3 0 15,0 0 0-15,3 0 0 0,-3 0 0 0,0 0 0 16,3 0 0-16,-3 0 0 0,0-3 0 0,-3 3 0 16,-3 0 0-16,6 0 0 0,-6 0 0 0,6 0 0 15,-6 0 0-15,6 0 0 0,-6 0 0 0,6 0 0 16,-6 0 0-16,0 0 0 0,0 0 0 0,6 0 0 15,-6 0 0-15,0 0 0 0,6 0 0 0,0 0 0 16,0-2-166-16,2-1-38 0</inkml:trace>
  <inkml:trace contextRef="#ctx0" brushRef="#br0" timeOffset="59383.508">14397 8269 896 0,'0'0'38'0,"0"0"-30"15,0 0 116-15,0 0 24 0,0 0 5 0,0 0 1 16,0 0-54-16,0 0-10 0,0 0-2 0,0 0-1 15,0 0-25-15,0 0-5 0,0 0-1 0,6 2 0 16,0 1-18-16,-3-3-4 0,3 3-1 0,0-1 0 16,-3 1-8-16,3 0-1 0,0 2-1 0,-3-2 0 15,3 2-5-15,3-3-1 0,0 4 0 0,0-1 0 16,0-2-1-16,0 2 0 0,-1 0 0 0,4 1 0 16,-3-1-16-16,3 0-19 0,3 0 4 0,0 1 1 15,0-1 55-15,3 0 11 0,0-2 3 0,2 2 0 16,1-2-37-16,3 0-7 0,0-1-2 0,0 1 0 0,2 2-9 15,-2-5 0-15,3 3 0 0,-3-1 0 16,0-2 39-16,0 3 5 0,-1-3 2 0,1 0 0 16,0 3-22-16,0-3-5 0,3 0-1 0,-1 0 0 0,1 0-6 0,0 0 0 15,3 0-1-15,-1-3 0 0,1 3-2 0,-3 0 0 16,0-3 0-16,0 3 0 0,-1 0-1 0,-2 0-8 16,-3 0 12-16,3 0-4 0,0 0 2 0,-1 3 0 0,4-3 0 0,0 0 0 15,0 3-2-15,3-3 0 0,-1 2 0 0,-2-2 0 16,0 0 0-16,0 3-8 0,0-3 12 0,-4 3-4 15,1-1-8-15,-3-2 12 0,3 3-12 0,-3 0 12 16,-1-1-12-16,4 1 10 0,0-3-10 0,0 5 10 16,0-5-10-16,0 3 0 0,-1 0 0 0,4-1 0 15,-3-2 0-15,0 0 0 0,0 3 0 0,2-1 0 16,-5-2 0-16,0 3 0 0,0-3 0 0,0 3 0 16,-3-1 0-16,2 1 0 0,1-3 0 0,0 3 0 15,-3-1 0-15,0-2 0 0,3 0 0 0,-3 3 0 16,2-3 0-16,-2 3 0 0,0-3 0 0,3 2 0 15,-3-2 0-15,0 3 0 0,2-3 0 0,-5 3 0 16,3-1 0-16,-3-2 0 0,0 3 0 0,0-1 0 16,-3 1 0-16,0 0 0 0,-3-1 0 0,2-2 0 15,-2 3 0-15,0 0 0 0,0-3 0 0,0 2 0 16,0-2 56-16,0 3 7 0,0-3 1 0,0 0 0 16,0 0-52-16,3 3-12 0,-3-3 0 0,0 0 0 15,0 2 0-15,-1-2 0 0,4 0 0 0,-3 0 0 0,0 3-8 16,0-3-5-16,3 0-1 0,-3 0 0 0,0 3 14 15,0-3 0-15,0 0 0 0,-3 0 10 0,3 2-10 16,-3-2 0-16,3 0 0 0,-3 0 8 0,2 0-8 0,-2 3 0 16,0-3 0-16,0 3 8 0,0-3-8 0,-3 0 0 0,3 2 0 0,-3-2 8 15,-3 0-8-15,6 0 0 0,-3 3 0 16,-3-3 8-16,3 2-8 0,-3-2 10 0,6 0-10 16,-3 3 10-16,-3-3-10 0,3 0 0 0,3 3 0 15,-3-1 0-15,3-2 0 0,-3 0 0 16,0 3 8-16,3-3-8 0,-3 3 0 0,-3-3 0 15,6 2 0-15,-3-2 0 0,-3 0 0 0,6 3 0 0,-6-3 8 16,3 3-8-16,-3-3 0 0,0 0 0 0,3 2 0 0,-3-2 0 16,3 6 8-16,-3-6-8 0,0 0 8 0,3 5-8 15,-3-5 8-15,0 0-8 0,3 5 0 0,-3-5 8 16,0 0-8-16,0 5 10 0,0-5-10 0,0 6 10 16,0-6-10-16,3 8 0 0,-3-6 0 0,0-2 8 15,0 8-8-15,2-2 0 0,-2-6 0 0,0 5 0 16,0 0 0-16,3 3 0 0,-3-3 8 0,0 3-8 15,0-2 0-15,0 2 0 0,0-3 0 0,0 3 0 16,0-3 0-16,0 3 0 0,0-3 0 0,0 6 0 16,0-3 0-16,-3 0 0 0,3 0 0 0,0 0 0 15,0 2 0-15,-2-2 8 0,2 0-8 0,0 3 0 16,0-3 0-16,-3 0 0 0,3-3 8 0,0 3-8 16,-3 0 0-16,3 0 0 0,0-3 0 0,0 3 0 15,3-3 0-15,-3 3 0 0,0-3 0 0,3 1 0 16,-3-6 0-16,0 5 0 0,2 3 0 0,1-5 0 15,-3-3 0-15,3 8 0 0,-3-3 0 0,0-5 0 16,3 5 0-16,-3-5 0 0,3 3 0 0,-3 2 8 16,0-5-8-16,3 5 0 0,-3-5 9 0,3 3-9 15,-3-3 9-15,0 5-9 0,0-5 12 0,3 3-12 0,-3-3 12 0,3 5-12 16,-3-5 12-16,3 3-12 0,-3-3 10 0,0 5-10 16,0-5 8-16,3 3-8 0,-3-3 0 0,0 0 8 0,0 0-8 15,3 5 0-15,-3-5 0 0,0 0 8 0,3 5-8 0,-3-5 0 16,0 0 0-16,0 0 0 0,0 0 8 0,3 6-8 15,-3-6 0-15,0 0 0 0,3 2 0 0,-3-2 8 16,0 0-8-16,0 0 0 0,0 0 0 0,0 0 0 16,6 3 0-16,-6-3 0 0,3 3 0 0,-3-3 0 15,6 0 0-15,-6 0 0 0,6 2 8 0,-6-2-8 16,3 0 0-16,3 0 0 0,-6 0 0 16,6-2 0-16,0 2 0 0,0-3 0 0,3 0 0 0,-3 1 0 15,6-1 0-15,-1-5-20 0,1 3 3 0</inkml:trace>
  <inkml:trace contextRef="#ctx0" brushRef="#br0" timeOffset="66575.71">17064 2741 1564 0,'-18'0'44'0,"4"0"10"16,2 0-43-16,-3 0-11 0,3-5 0 0,0 5 0 16,0 0 0-16,0 0 0 0,3 0 0 0,-3 0 0 15,3 0 0-15,3 0 0 0,-2-3 14 0,5 3-4 16,3 0 26-16,0 0 4 0,0 0 2 0,3-5 0 16,2 2-7-16,1-5-2 0,6 3 0 0,0 0 0 15,6-3-10-15,0 5-3 0,6-5 0 0,3-2 0 16,2 2-4-16,4-3 0 0,6 3-1 0,2-2 0 15,4-1-5-15,3 3-1 0,2-5 0 0,4 5 0 16,5 0-9-16,1 0 0 0,8 0 0 0,7-2 0 16,-7 2 0-16,7 0 0 0,2 0 0 0,9 0 0 0,-5 0 0 0,2 3 0 15,3 2 0-15,10-5 0 0,-7 3 0 16,0-1 0-16,4 4 0 0,8 2 0 0,-12-5 33 0,6 2 5 16,-2 3 1-16,11 0 0 15,-12-5-25-15,-3 5-5 0,4 0-1 0,5 5 0 0,-12-5 0 0,1 0-8 0,-1 0 12 0,6 3-4 16,-12 2 2-16,-2-5 0 15,-1 2 0-15,4 1 0 0,-13-3-10 0,1 3 0 16,-4-3 0-16,4 0 0 0,-13 0 0 0,-2-3-16 0,-1 0 4 16,-2 1 1-16,-7-6-187 15,-2 0-38-15</inkml:trace>
  <inkml:trace contextRef="#ctx0" brushRef="#br0" timeOffset="71728.344">11846 8084 984 0,'0'0'20'0,"0"0"5"16,0 0-25-16,0 0 0 0,0 0 0 0,0 0 0 15,0 7 20-15,0-7-2 0,0 0 0 0,3 6 0 0,0-4-2 16,3 1-1-16,-3 0 0 0,3-1 0 0,0 1 5 15,3 0 2-15,-3-1 0 0,3 1 0 0,0 0 14 16,3-3 2-16,-3 2 1 0,3 1 0 16,2 0 19-16,1-3 4 0,0 2 1 0,3 1 0 0,0-1-42 15,0-2-8-15,3 3-1 0,-3-3-1 16,2 0 13-16,4 0 4 0,0-3 0 0,0 3 0 0,0-2-7 0,2 2-1 16,4-3 0-16,0 3 0 0,0 0-2 0,-1 0-1 0,1 0 0 0,0 0 0 15,-3 0-5-15,0-2 0 0,-4 2-1 16,1 0 0-16,0-3-27 0,-3 3-6 0,3-3-1 0,-1 3 0 15,-2-2 52-15,0 2 11 0,3 0 1 0,-3 0 1 16,-3 0-23-16,3 0-5 0,-4 2-1 0,-2-2 0 16,3 3-1-16,-3-3-1 0,0 3 0 0,0-3 0 15,0 2-11-15,-3 1 8 0,2-3-8 0,-2 0 8 16,0 2-8-16,-3-2 0 0,0 0-12 0,0 0 12 16,0 0 0-16,3 0 0 0,-6 0 0 15,3 0 0-15,0 0 0 0,-3 0 0 0,3 0 0 0,-1 0 0 16,1 0 27-16,-3 3 13 0,3-6 2 0,-3 6 1 15,3-3-22-15,-3 3-4 0,0-3-1 0,3 0 0 16,-3 0-8-16,0 2-8 0,-6-2 9 0,6 3-9 16,-6-3 12-16,3 3-4 0,-3-3-8 0,6 5 12 15,-6-5-12-15,3 3 11 0,-3-3-11 0,6 8 10 16,-3-3-10-16,-3-5 10 0,0 8-10 0,3 0 10 16,-3 0-10-16,0 0 8 0,0 0-8 0,0 2 8 15,-3 1-8-15,3 2 0 0,0 0 0 0,-3 0 0 16,3 1 0-16,0 4 8 0,-3-2-8 0,3 3 0 0,-3-4 0 15,3 4 0-15,0-1 0 0,-3 1 0 0,3-3 0 16,-3-3 8-16,3 3-8 0,-3 0 0 0,3-3 0 16,-3 0 0-16,3 1 8 0,-3-4-8 0,0 3 0 0,3 1 0 15,-3-4 0-15,0 3 0 0,0 1 0 0,0 1 0 16,0 1 0-16,0 0 8 16,0 0-29-16,0 0-7 0,0 3 0 0,0-4-1 0,0 4 29 0,0-3 0 0,3-3 0 0,-3 3 0 15,3-3 0-15,0 3 0 16,0-3 0-16,0 0 0 0,0 1 0 0,0-1 0 15,0-2 0-15,0-1 0 0,0 1 0 0,0-1 0 0,0-2 0 0,0 3 0 16,0-1 12-16,0-2 8 0,0 0 1 0,0 0 1 16,0 0-35-16,0 0-7 0,0 0-2 0,0 0 0 15,0-3 22-15,0 1 0 0,3-1 0 0,-3 0 0 16,0-5 0-16,0 5 0 0,0 1 0 0,0-6 0 16,0 0 0-16,3 5 15 0,-3-5-3 0,0 0 0 15,0 0-12-15,0 0 0 0,0 0 0 0,0 5 0 16,0-5 0-16,0 0-16 0,0 0 3 0,-3 6 1 15,3-6 12-15,0 0 0 0,-3 2 0 0,3-2 0 16,-3 6 0-16,-3-4 0 0,3 3 0 0,-3-2 0 16,0 0 0-16,3-1 0 0,-3 1 0 0,1 2 0 15,-1-2 0-15,0 0 0 0,0-1 0 0,0 1 0 16,0 2 12-16,0-2 6 0,0-1 1 0,0 1 0 16,0 2-19-16,0-2 8 0,-3 2-8 0,0-2 0 15,0 2 8-15,0-2-8 0,-3 0 0 0,0-1 0 16,1 4 11-16,-1-4-11 0,-3 3 10 0,0 1-10 15,3-1 8-15,-6 0-8 0,0 1 0 0,3-4 9 16,-2 4-9-16,-1-1 0 0,0 0 0 0,0 0 8 0,0 1-8 16,3-1 0-16,-3-2 0 0,3 2 0 0,1 0 0 15,2-2 0-15,-3 2 0 0,3-2 0 0,0 2 0 16,0 0 0-16,0-2 0 0,-3 0 8 0,3 2-8 16,0-2 0-16,-2 2 0 0,-1 0 0 15,3 1 0-15,-3-4 0 0,0 1 0 0,0-1 0 0,0 4 0 0,0-4 0 0,1 1 0 0,-1 0 0 16,0-1 0-16,0 4 0 0,0-6 0 0,3 2 0 15,-3 1 0-15,3 0 0 0,-3-3 0 0,3 2 0 16,1 1 0-16,-1 0 0 0,0-3 0 0,3 2 8 16,-3-2-8-16,3 3 0 0,0-3 0 0,0 0 0 15,0 2 0-15,3-2 0 0,-3 3 0 0,3 0 8 16,-3-1-8-16,1-2 8 0,2 0-8 0,-3 3 8 16,0 0-8-16,0-3 0 0,0 0 0 0,0 2 0 15,0-2 0-15,0 0 0 0,3 0 0 0,0 3 0 16,-3-3 20-16,3 3 0 0,0-3-1 0,0 0 0 15,0 0-29-15,6 0-6 0,-6 0 0 0,0 0-1 16,6 0 17-16,0 0 0 0,-5 2 0 0,5-2 0 16,-6 0 0-16,6 0 0 0,0 0 0 0,0 0 0 15,0 0 0-15,0 0 0 0,0 0 0 0,0 0 0 16,0 0 8-16,-3-2-8 0,3 2 0 0,0 0 0 16,0 0 8-16,-3-6-8 0,0 4 0 0,3 2 9 15,0-6-9-15,0 1 10 0,0 0-10 0,0 0 10 16,0-3-10-16,3 2 8 0,-3 1-8 0,0-3 8 15,3 0-8-15,-3-2 0 0,3-1 0 0,-3 0 0 16,3-5 14-16,-3 3 1 0,3-5 0 0,-3-1 0 16,3 1-15-16,-1-1 11 0,-2-2-11 0,0 2 10 0,3-2-10 0,-3 0 0 15,0 3 9-15,-3-1-9 0,3 1 0 16,-2-1 9-16,-1 1-9 0,0-1 0 0,0 0 8 0,0 1-8 16,0-3 0-16,0 0 0 0,0-1 8 15,0-1-8-15,0-1 0 0,0 0 0 0,-3 0 0 0,0 0 0 16,0 1 0-16,3-1 0 0,-3 3 11 0,3 5-2 0,0-3 0 15,0 3 0-15,0 3-9 0,0 0 0 16,0 0 9-16,0 2-9 0,0-2 0 0,3 2 0 0,0-2 0 0,0 0 0 16,0 2 8-16,0-2-8 0,0 0 10 0,0 0-10 15,3-1 8-15,-3 1-8 0,3-3 0 16,0 0 9-16,0 0-9 0,0 1 8 0,0-4-8 0,0 3 8 16,0-2 1-16,3 2 0 0,-3-3 0 0,0 3 0 15,0 3-9-15,0 0 12 0,0 0-12 0,0 2 12 16,-3-2-12-16,3 5 0 0,-3-5 0 0,0 5 8 15,0 0-8-15,0 0 0 0,0 3 9 0,0-1-9 16,0 1 0-16,0 0 0 0,0 5 0 0,0-3 8 16,0 3-8-16,0 0 0 0,0 0-8 0,0 0 8 15,0 0-61-15,0 0-7 0,3-3-2 0,3 1 0 16,0-1-124-16,3 0-25 0</inkml:trace>
  <inkml:trace contextRef="#ctx0" brushRef="#br0" timeOffset="73724.726">18707 9306 1094 0,'-14'-13'23'0,"8"10"5"16,0-2-28-16,3 2 0 0,-3-2 0 0,3 2 0 16,3 3 88-16,0 0 12 0,0 0 2 0,0 0 1 15,0 0-22-15,0 0-4 0,0 0-1 0,0 0 0 16,0 0-50-16,0 0-10 0,0 6-3 0,-3 1 0 15,3 1 27-15,0 0 4 0,0 3 2 0,0-3 0 16,-3 0-26-16,3 2-6 0,-3-2-1 0,0 3 0 16,0 2-13-16,0 0 11 0,0 3-11 0,-3 0 10 15,3 3-10-15,-3 2 0 0,0 0 0 0,3 3 0 16,-3 2 33-16,0-2 5 0,3 0 1 0,-3 2 0 16,3-2-25-16,-3 0-5 0,0 0-1 0,0 0 0 15,3-3-8-15,-3 3 0 0,1-6 0 0,-1 9 0 0,0-6 0 0,3 3 0 0,0-1 0 16,-3 4 0-16,3-3 0 0,0-1 0 0,3 4 0 0,-3-3 0 15,3-3 0-15,-3 0 0 16,0 0 0-16,3-2 0 0,0-1 0 0,-3 1 0 0,3-1 0 0,0-2 0 16,0-3 0-16,0 1 0 0,0-4 0 0,0 1 0 15,0-1 0-15,0-2 0 0,3 3 0 0,0-3 0 16,-3 0 0-16,3-3 0 0,0 3 0 0,0 0 0 16,3-3 0-16,-3-2 0 15,3 2 0-15,0 0 0 0,0-2 0 0,-1 0 0 0,4-1 8 16,0 4-8-16,3-4 9 0,0 1-9 0,0 0 10 0,3 2-10 15,-3 0 0-15,6-2 0 0,0 0 0 0,2 2 0 16,-2-3 0-16,3 4 0 0,3-1 0 0,0 0 0 16,0 1 0-16,-1-1 0 0,1 0 0 0,0 3 0 15,0-3 0-15,0 3 0 0,-1 0 0 0,1-2 0 16,6 2 0-16,0-3 0 0,0 0 0 0,5 0 0 16,-2 1 0-16,3-1 0 0,-1-2 0 0,1 2 0 15,-6 0 0-15,3-2 0 0,-4 2 0 0,4-2 0 16,-3 2 11-16,6-2-11 0,-4-1 12 0,1-2-12 15,3 3 8-15,-3 0-8 0,2-3 0 0,-2 0 0 16,-3 0 0-16,-3 0 0 0,-4 0 0 0,1 0 0 16,-3 0 0-16,-3 0 0 0,3 0 8 0,-3 0-8 15,-1-3 0-15,-2 3 0 0,0-3 0 0,-3 1 0 0,0 2 0 16,0-3 0-16,-3 0 0 0,0 1 0 0,0-1 0 16,-3 1 0-16,0 2 0 0,0-3 0 0,0 0 0 0,-3 1 0 15,-3 2 0-15,3-3 0 0,-3 3 0 16,3-3 0-16,-3 3 0 0,2-2 0 0,1-4 0 0,0 4 0 15,0-4 0-15,0 1 0 0,-3 2 0 16,3-2 0-16,0 3 0 0,0-4 0 0,0 1 0 16,0-3 0-16,0 3 0 0,0-1 0 0,-3-2 0 0,3 1 0 0,0-1 0 0,-3-3 0 15,3 0 0-15,0 1 0 0,0-1 0 0,0 1 0 16,0-4 0-16,3 1 0 0,-3 0 0 0,3 0 0 16,-3 2 21-1,0-2 1-15,3 0 0 0,-3-3 0 0,3 3-10 0,-3-6-1 0,0 3-1 0,0-5 0 16,0 0 4-16,0 0 1 0,0 0 0 0,0-3 0 15,0 0 7-15,-3-3 2 0,3 1 0 0,0 2 0 16,0 0-2-16,-3 1 0 0,2 1 0 0,-2-1 0 16,3 4-6-16,-3 1 0 0,3-1-1 0,-3 1 0 15,0-1-3-15,3 3-1 0,-3 0 0 0,3 0 0 16,-3 0-2-16,0-2 0 0,3 2 0 0,-3 0 0 16,3 0-9-16,-3 3 0 0,3-3 0 0,0 3 0 15,-3 0 0-15,3 0 0 0,0-1 0 0,-3 4 0 16,3-1 12-16,-3 3 1 0,0-2 0 0,3 4 0 15,-3 1-13-15,0-3-18 0,0 3 4 0,0 0 1 16,0 2 13-16,0-2 0 0,0 2 0 0,0 3 0 16,0-5 0-16,0 5 0 0,0-3 0 0,0 3 0 15,-3-5 0-15,3 5 0 0,-3-3 0 0,0-2 0 16,0 2 14-16,-3 0 6 0,6 3 0 0,-6-2 1 16,0-3-21-16,0 2 0 0,1 0 0 0,-1 1 0 15,-3-1 0-15,0-2 0 0,3 2 0 0,-6-2 0 0,3-1 0 0,-3 4 8 16,0-4-8-16,-3 4 0 0,3-3-14 0,-3 2-7 0,1-2-2 15,-7 2 0-15,6-2 23 0,-3 2 0 0,0 0 0 16,-3-2 0-16,3 2 0 0,1-2 0 0,-1 2 0 0,0-2 0 16,0 0 13-16,0 0 7 0,0-1 2 0,-3 1 0 15,1 0-22-15,-4-1 0 0,0 4 0 0,0-3 0 16,0-1 0-16,-2 1 0 0,2 2 0 0,0 1 0 16,-3-4-20-16,6 4 0 0,-2-1 1 15,2 0 0-15,0 1 19 0,3-1 0 0,3 0 0 0,-3 1 0 16,0-1 10-16,1 3 6 0,-4-2 0 0,3 2 1 15,0-3-17-15,-3 3 0 0,3 0 0 0,-3 0 0 16,1 0 0-16,-1 0 0 0,0 0 0 0,0 0 0 16,3 0-12-16,-3 0-4 0,4 0 0 0,-1 0 0 15,0 0 16-15,3 0 0 0,0 0 0 0,-3 0 0 16,3 0 0-16,0 0 0 0,1 0 0 0,-4 0 0 16,3 3 8-16,-3-3 5 0,0 2 1 0,-3-2 0 15,6 3-14-15,-5-1 0 0,2 1 0 0,-3 0 0 16,3-1 0-16,0-2 0 0,0 3 0 0,0 0 0 15,3-1-11-15,1 1-1 0,-1 0-1 0,3-1 0 16,3 1 13-16,0 0 0 0,0-3 0 0,0 2 0 16,3 4 0-16,3-4 0 0,3-2 0 0,-6 3 0 15,6-3 0-15,0 0 0 0,0 0-10 0,0 0 10 16,0 0-104-16,3 5-17 0,0 0-3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3:32.95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14141 8965 1824 0,'0'0'76'16,"0"0"-60"-1,0 0 31-15,0 0 6 0,-3-3 2 0,3 3 0 16,0 0-15-16,-6-5-4 0,6 5 0 0,0 0 0 16,-6 0 0-16,6 0-1 0,0 0 0 0,-6 5 0 15,1 3-27-15,2 0-8 0,-3 0 0 0,3 5 0 16,0 3 0-16,0 2 0 0,0 6 0 0,3 0 0 0,-3 3 0 0,3 2 0 0,0 0 0 15,0 2 0 1,0-1 0-16,3-1 0 0,0-3 0 0,-3 6 0 0,3-3 0 0,0 3 0 16,3 0 0-16,-3 2 0 0,0-2 0 15,-1-1 0-15,1 1 0 0,-3 0 0 0,3-6 0 0,0-2 0 16,0 0 0-16,0 0 0 0,0-6 0 0,-3 1 0 16,3-3 0-16,0-3 0 0,0 3 0 15,0-6 0-15,3 4 0 0,-3-6 0 0,3 0 12 0,-3-1-4 16,3 1 0-16,3-2-8 0,-3-1 0 0,3 0 0 0,0-2-10 15,0 0 10-15,3-3-10 0,3 0 10 0,-1 0 0 0,1 0-9 16,3 0 9-16,0-3-8 0,3 3 8 0,0 0-8 16,3 0 8-16,-4 0 0 0,4 3 0 0,0-3 0 15,0 0 0-15,0 0 0 0,-1 0 0 0,1-3 0 16,3 3 0-16,0-3 0 0,6 1 0 0,-1 2 0 16,4 0 0-16,3 0 0 0,2 0 0 0,1 0 0 15,-6 0 0-15,2 0 0 0,-5-3 0 0,6 0-8 16,0 3-2-16,-1 0 0 0,4 0 0 0,3 0 0 15,-7 3 10-15,1 0 0 0,-3-3 0 0,2 2-8 16,-5-2 8-16,-3 0 0 0,0 0 0 0,-4 0 0 16,4 3 0-16,-6-3 0 0,0 3-9 0,0-3 9 15,-1 0-8-15,-2 2 8 0,0 1-10 0,0-3 10 16,-3 3-34-16,0-3-1 0,0 0 0 0,-4 2 0 16,-2-2 35-16,0 3 0 0,0-3 0 0,-3 2 0 15,0-2 0-15,-3 0 0 0,0-2 0 0,0 2 0 16,-3-3 0-16,-3 3 14 0,3 0-1 0,-3 0 0 15,0 0-13-15,3-5 9 0,-3 5-9 0,0-3 8 16,0-2 32-16,-3 0 5 0,3-1 2 0,0 4 0 16,-3-6-38-16,0 2-9 0,0-1 0 0,-3-1 0 0,3 0 53 15,0-3 9-15,0 1 2 0,0-4 0 0,-3-2-5 16,3 1-1-16,0-4 0 0,-3 0 0 0,3-4-31 0,-3-4-7 0,3 1 0 16,0-3-1-16,-3 0-5 15,3-3-1-15,0 3 0 0,0-3 0 16,0 0-13-16,0 3 11 0,1 3-11 0,-4-4 10 0,3 1-10 0,0-2 0 0,-3 2 9 15,3-6-9-15,0 6 28 0,0-3 2 0,0 3 0 0,0 0 0 16,3 3-30-16,0 4 0 0,-3 1 0 0,3 0 0 16,-3 5 0-16,3 3 0 0,0 0 0 0,-3 2 0 15,3 3 0-15,-3 0 0 0,0 0 0 0,3 3 0 16,-3 0 0-16,0-1 0 0,3 1 0 0,0 5 0 16,-3-2 0-16,3 2 0 0,-6-3 0 0,3 3 0 15,-3 0 0-15,3 0 0 0,-3-3 0 0,-3 6 0 16,0-3-45-16,3 0-15 0,-3 3-4 15,-3-1 0-15,1-2 52 0,-1 3 12 0,0-1 0 0,0 1 0 16,-3 0 0-16,0 2 0 0,0-2 0 0,-3 2 0 16,1-2 0-16,2-1 15 0,0 1-3 0,-6 0-1 15,0-1-11-15,-6 1-16 0,0-3 4 0,1 3 1 16,-4-1 11-16,-3 1 0 0,0-3 0 0,1 2 0 16,2 1 0-16,0-3 0 0,0 3 0 0,-2-1 0 15,-1-2-14-15,-3 3 2 0,0-3 1 0,-2 0 0 16,2 0 11-16,0 0 0 0,1 3-9 0,-4-1 9 15,6-2 8-15,0 3 5 0,7-3 2 0,-7 3 0 0,3-1-24 16,0-2-5-16,-2-2-1 0,-1 2 0 0,0 0 15 16,3 0 0-16,-2 0 0 0,2 2 0 0,0-2 0 0,6 3 0 15,0 0 0-15,1-1 0 0,2 1 0 0,3 0 0 16,3-1 0-16,0 3 0 0,0-2 0 0,0-3 0 16,4 3 0-16,-1-3 0 0,-3 2 8 15,3-2-8-15,0 0 0 0,-3 3 0 0,3-3 0 0,0 0 8 16,0 3-8-16,3-3 0 0,0 2 0 0,4-2 0 0,-1 3 0 0,6-3 0 15,0 0 0-15,0 0 0 0,0 0 0 0,0 0 0 32,0 0-43-32,3 5-2 0,2-2-1 0,1 2 0 0,6-2-142 0,0-3-28 15</inkml:trace>
  <inkml:trace contextRef="#ctx0" brushRef="#br0" timeOffset="1326.989">18675 9190 1552 0,'-6'2'44'0,"0"-2"10"15,0 3-43-15,0-1-11 0,6-2 0 0,-6 6 0 16,3-1 52-16,-3 0 9 0,0 1 2 0,3-1 0 16,-3 0-9-16,0 1-2 0,3-1 0 0,-3 3 0 15,3 0-31-15,0 0-6 0,-3 2-2 0,3 1 0 16,0-1 41-16,-3 4 8 0,3-1 2 0,-3 3 0 15,3 0-52-15,1 5-12 0,-1-3 0 0,0 9 0 16,0-1 31-16,0 6 3 0,0 0 1 0,0 5 0 0,0-3-27 16,3 1-8-16,0 2 0 0,-3-3 0 15,3 3 0-15,-3-3 0 0,3 1 0 0,-3 2 0 0,3 0 0 0,-3-3 0 16,3 1 0-16,3-1 0 0,-3-2 0 0,0-3 0 16,0-3 0-16,0 1 0 15,0-3 0-15,0-3 0 0,0 0 0 0,0 0 0 16,0-2 0-16,0-1 0 0,3 1-10 0,-3-1 10 15,3-2-29-15,-3-3-2 0,3 3 0 0,3-2 0 0,-3-1 31 0,3-3 0 16,0 4 0-16,-1-4 0 0,1-2 0 0,3-3 0 0,0 3 0 0,0-2 0 16,0-1 0-16,3-2 0 0,0-1 0 0,3 1 0 15,3-1 8-15,0-2 7 0,2 0 1 0,1 0 1 16,6 0-17-16,0 0 0 0,3-2 0 0,-4 2 0 16,4 0-15-16,0-3 0 0,0 1 0 0,-1-1 0 15,7 0 15-15,0-2 0 0,6 0 0 0,-1 2 0 16,1-2 0-16,0 2 0 0,2-2 0 0,4-1 0 15,-6 1 0-15,2 3 0 0,1-6 0 0,2 2 0 16,-2 1 8-16,3 2 5 0,-1-2 1 0,4 0 0 16,-9 0-14-16,-4-1 0 0,-2-2 0 0,0 3-10 15,-1-3 2-15,-2 3 0 0,0-1 0 0,0 1 0 16,-4 0 8-16,-5 2 0 0,0-2 0 0,-3 2 0 16,0 1 0-16,-3-1 0 0,-4 0 0 0,-2 1 8 15,0-1-8-15,-3 0 0 0,-3 1 0 0,0-1 8 16,0 0-8-16,0 1 0 0,-3-1 0 0,0 3 8 15,-3 0-8-15,3-2 0 0,-3 2 0 0,3-3 0 16,0 0 0-16,-3 3 0 0,3-5 0 0,-3 5 0 16,0-3 0-16,0-2 8 0,3 2-8 0,-3-2 0 0,0 0 0 15,0 0 0-15,0-1 0 0,0-2 0 0,0 0 14 16,3-2-2-16,-3-1 0 0,0-2 0 0,0-3 12 16,0 3 1-16,0-6 1 0,0 1 0 0,0-3 5 15,3-3 1-15,-3 0 0 0,0-2 0 0,3-1-6 0,-3 1-1 16,3-3 0-16,-3 2 0 0,0 1-5 0,3 2 0 0,-3 0-1 15,0 0 0-15,0 3-3 0,0-3 0 0,-3 3 0 16,3-3 0-16,-3 0-3 0,0 3-1 0,0-3 0 16,0 3 0-16,-3 0-3 0,0 0-1 0,0 2 0 0,0 1 0 15,-3 2 1-15,-3 0 0 0,0 3 0 0,-3 0 0 16,1-1-9-16,-4 4 10 16,-3-1-10-16,-3 1 10 0,0 4-10 0,-3 1 0 0,1 0 9 15,-4 2-9-15,0 0 15 0,3 3-2 16,-2 0 0-16,-1 0 0 0,-6 0-13 0,0 0-18 0,-5-2 4 0,-1 4 1 15,0 1 21-15,1 2 4 0,-4 1 0 0,3 2 1 16,4-3-13-16,-4 0-16 0,6 1 3 0,-2-1 1 16,-4 0 12-16,3 3 0 0,-2-3-10 0,2 1 10 15,6 2 8-15,0 0 5 0,7-1 2 0,-1-1 0 16,3 2-63-16,3-3-13 0,3 0-3 0,3 1 0 16,1-1 48-16,-1-3 16 0,3 1-12 0,3-3 12 15,0 3-52-15,9-3-5 0,-3 0-1 0,3 0 0 16,0 0-110-16,3-6-23 0,3 1-4 0</inkml:trace>
  <inkml:trace contextRef="#ctx0" brushRef="#br0" timeOffset="2372.988">10608 2924 1720 0,'-27'8'36'0,"21"-6"8"0,6-2-35 0,0 0-9 0,0 0 0 0,0 6 0 15,3 2-28-15,6-6-8 0,0 1-2 0,3 2 0 16,3-2 21-16,3 0 4 0,3 2 1 0,2-5 0 16,4 2 25-16,3 4 6 0,3-6 1 0,2 0 0 15,1 0 9-15,0 0 3 0,3 0 0 0,2-6 0 16,7 6-6-16,3-2-1 0,5 2 0 0,7-8 0 16,-4 5-25-16,4-2 0 0,2 0 0 0,7-3 0 15,-4 2 56-15,0-2 7 0,4 3 1 0,8-3 0 16,-2 6-64-16,-1-4-13 0,3 4-3 0,13-6 0 15,-10 8 16-15,3-8 0 0,1 5 9 0,14 0-9 16,-12-2 8-16,0 3-8 0,7 2 0 0,8-6 0 16,-9 4 9-16,0 2-9 0,7 0 8 0,11-6-8 15,-12 4 8-15,0 2-8 0,3-8 8 0,12 8-8 16,-11-3 0-16,2 3 0 0,3-3 8 0,15 3-8 0,-18 0 9 16,3 0 0-16,3 0 0 0,12 0 0 0,-12 3-9 15,1 0 12-15,-1-1-12 0,18 4 12 16,-18-4-4-16,0 4-8 0,3-4 12 0,15 6-4 0,-21-3 4 0,3 1 1 15,0 2 0-15,15 0 0 0,-18 0-13 0,1-6 9 16,-1 6-9-16,15 3 8 0,-18-9-8 0,3 6 12 16,0-2-12-16,12 2 12 0,-15 0 4 0,3-1 0 0,1-1 1 15,14 2 0-15,-18-3 0 0,0 6 0 0,0-3 0 0,15-1 0 16,-18 1-5-16,0 3 0 0,1-3-1 0,11 0 0 16,-18 0-11-16,0-3 10 0,0 6-10 0,10-3 10 15,-16-3-10-15,0 3 12 0,-3 0-12 0,7-3 12 16,-10 3 12-16,-6 0 2 0,4-5 1 0,2 5 0 15,-9-3-27-15,1 0 0 0,-1-2 0 0,4 2 0 16,-13-2 0-16,-2 2-14 0,-1-5 2 0,1 0 0 16,-4 0-32-16,-2 0-7 0,2-5-1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4:30.39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20999 2503 2048 0,'-6'-10'43'16,"6"10"9"-16,-5-3-42 0,2-2-10 0,-3 2 0 0,0-2 0 16,0 2 99-16,-3 3 17 0,0-5 4 0,-3 2 1 15,0 0-45-15,-3 3-8 0,0 0-3 0,0 0 0 16,0 6-29-16,-2-1-7 0,-1-2-1 0,0 5 0 15,-3 0-14-15,0 5-3 0,-3 3-1 0,4 2 0 16,2 1-30-16,0-1-5 0,0 6-2 0,3-3 0 16,0 0 27-16,3 3 0 0,3-3 0 0,0-2 0 15,6-1 0-15,0 4 0 0,1-4 0 0,2 1 0 0,2-4 0 16,4-1 0-16,0 2 0 0,3-6 0 16,3 1 0-16,0-3 0 0,3 0 0 0,3 0 0 0,0-8-20 15,3 2 0-15,2-2 1 0,-2-2 0 0,3 2 31 0,0-6 5 0,-3 4 2 0,0-6 0 16,-4-3-19-16,1 3 0 15,-3-2 0-15,-3-6 0 0,0 2 0 0,-6 1 0 0,0-3 0 0,-3 0 0 16,-3-5 0-16,0 5 0 0,-3-5 0 0,0-3 0 16,0 3 21-16,-3 0 1 0,3-3 0 0,-3 3 0 15,0 0-12-15,3 0-2 0,-3 0-8 0,3 2 12 16,0 1-12-16,0 2 0 0,3 2 0 16,0 4 0-16,0 2 0 0,3-5 0 0,0 5 0 15,3 3 0-15,0-3 0 0,0 5 0 0,-1444-2-9 0,2897-1 9 16,-1450 4 0-16,3 2-9 0,0 2 9 0,0 4 0 15,2-6 0-15,1 8-10 0,0-3 10 0,3 3 0 16,0 2-8-16,0 4 8 0,0-1 0 0,-1 3 0 16,-2 5-16-16,3 0 4 0,-3 3 1 0,-3 5 0 15,0-5-14-15,0 2-3 0,-3-2-1 0,-3 0 0 16,0-3-10-16,-3 0-1 0,0 0-1 0,-3-5 0 16,0 0 41-16,0 0 0 0,-3-3 0 0,0 0 0 15,-3-2 0-15,3-3 0 0,-3 3 0 0,3-9 0 16,-3 4 0-16,3 1 0 0,3-7 0 0,-6 0-8 15,6 0 57-15,0 0 12 0,-6 0 3 0,6 0 0 16,-3-7-52-16,3 1-12 0,0-2 0 0,0 0 0 16,3 0 0-16,3-5 0 0,-3 0 0 0,6 2 0 15,-3-5 0-15,6-2 0 0,0 2 0 0,-1 0 0 0,1 0 54 16,3-5 8-16,-3 0 2 0,3 0 0 16,0 2-52-16,0 6-12 0,0-3 0 0,-3-2 0 15,2 7 0-15,-2-2 0 0,-3 5 0 0,3-5 0 0,-3 10 0 0,0-5 8 0,0 5-8 0,0 3 0 16,0 3 0-16,-3 5 0 0,0 0 0 15,0 3 0-15,0 7 0 0,-3-2 0 0,0 5 0 16,0-2 0-16,0 2 0 0,0 0 0 16,0 0 0-16,0 0 0 15,0-2-57-15,-1-1-5 0,4-2-1 0,-3 0 0 0,0-3 51 0,0-2 12 0,0 0 0 0,3-4 0 16,-3 1 0-16,0-5 0 0,3 2 0 0,0-2 0 16,0-3 0-16,3-5 0 0,0 2 0 0,0 0 10 15,3-10-10-15,0 5 10 0,3-5-10 0,-1-3 10 16,-2 0 14-16,3-5 4 0,0-3 0 0,0-5 0 15,0 3 5-15,-3-6 2 0,3 0 0 0,0-2 0 16,-4 2 5-16,1-5 0 0,0 3 1 16,-3-3 0-16,0 0-10 0,0-3-3 0,-3-3 0 0,0 1 0 15,0 10-9-15,-3-5-3 0,0 3 0 0,0 5 0 16,-3 5-3-16,0 3-1 0,0 2 0 0,-3 6 0 16,3 0 9-16,-3 0 2 0,0 5 0 0,0 5 0 15,-3-2-23-15,6 5 0 0,0 0 0 0,-6 5 0 16,0 3 0-16,0 0-20 0,0 5 4 0,3 3 1 15,-3 0 15-15,3 10-11 0,0-2 11 0,0 0-10 0,0 5 10 16,3 0-10-16,3 6 10 0,-3-4-10 16,6 1-13-16,-3-3-2 0,3 6-1 0,0-6 0 15,0-5-13-15,0 2-2 0,0 0-1 0,3 1 0 16,-3-6-5-16,3 3-1 0,0 0 0 0,0 2 0 16,3-7-2-16,-3-1-1 0,2-2 0 0,-2-3 0 0,3 3 41 0,-3-8 10 15,3 0 0-15,0-3 0 0,-3-2 0 0,3 2 0 16,0-10 0-16,0 2 8 0,-3-2 0 0,0-3 0 0,-1 0 0 15,4-8 0-15,-3 3 28 0,0-3 7 0,0-5 1 0,0 0 0 16,0 5-28-16,0-8-6 0,0 3-1 16,0 3 0-16,-3-1 44 0,0 0 9 0,3 4 2 0,-3 1 0 15,-3 4-52-15,3-3-12 0,-3 5 0 0,0 0 0 16,-1 0 0-16,1 8 0 0,-3 0 0 16,0 0 0-16,0 0 27 0,0 0 2 0,0 0 1 0,0 0 0 15,0 0-30-15,0 0 0 0,3 2 0 0,0 6-10 16,3 3-14-1,0-8-2-15,0 5-1 0,0-1 0 0,6 1-33 0,-3 3-6 0,3-8-2 0,0 2 0 16,0 3-11-16,3-6-2 0,0 4-1 0,-1-1 0 16,1-2 34-16,3-3 6 0,0 0 2 0,-3 0 0 15,0 0 40-15,0 0 0 0,0-3 0 0,-4 0 0 16,-2 1 39-16,0 2 9 0,0-8 3 0,-3 8 0 16,0-8 28-16,0 3 5 0,-3-3 2 0,0 0 0 15,0 0-18-15,0 0-3 0,-3 0-1 0,3 3 0 16,-3-3-16-16,0 0-3 0,0 0-1 0,0-3 0 15,0 9-16-15,0-4-3 0,0 6-1 0,0 0 0 16,0 0-6-16,0 0-2 0,0 0 0 0,-6 8 0 16,0 3-16-16,0-1 0 0,-3 9 0 0,0-1 0 0,-3 4 0 15,0 7 0-15,-2 0 0 0,2 5 0 0,0 1 0 16,0 2 0-16,0 2 0 0,0-2 0 16,3 0 0-16,3-5 0 0,0 0 0 0,-3 2 0 0,6 1-24 15,-3-1 2-15,3 3 0 0,0 0 0 16,0-2-100-16,0-4-20 0,3-2-4 0</inkml:trace>
  <inkml:trace contextRef="#ctx0" brushRef="#br0" timeOffset="1244.623">9623 3167 1697 0,'15'-2'35'0,"0"2"9"0,2-3-35 0,1 3-9 0,0 0 0 0,6 0 0 16,0-5 28-16,3 5 4 0,2 0 1 0,1 0 0 15,3 0 7-15,6 0 2 0,-4-3 0 0,4 3 0 16,0 3-16-16,-4-3-3 0,1 5-1 0,6-2 0 15,-1-1-22-15,1 1 0 0,3 2 0 0,-1-5 0 16,4 3 0-16,-3 2 0 0,-1-2 0 0,4 2 0 16,3 0 32-16,-1 1 3 0,4-1 0 0,2 0 0 15,-2 3-11-15,-1-5-3 0,1 2 0 0,6-2 0 16,-1 2-2-16,1 0-1 0,2 3 0 0,7 0 0 16,-7-5-18-16,7 2-12 0,-4-2 1 0,9 2 1 0,-5-2 44 0,2 2 9 15,1 0 1-15,8-5 1 0,-5 3-21 0,-1 2-5 16,3-2-1-16,13 2 0 0,-10-5 0 15,3 5 0-15,1-2 0 0,11 2 0 0,-9-2 23 0,4 2 5 0,-1-5 1 0,12 8 0 16,-12-8-38-16,4 3-9 16,2 0 0-16,9-1 0 0,-9 1 0 0,1 0 0 0,-1 4 0 15,12-7 0-15,-12 3 0 0,4-3 0 16,-1 5 0-16,12-5 0 0,-15 0 0 16,3 3 0-16,1 2 0 0,11-5 0 0,-15 0 0 15,6 3 0-15,-3 0 0 0,16 2 0 0,-16-2 27 0,3-1 3 0,0 4 1 16,12-4 0-16,-14 3-20 0,2-2-11 0,3 2 12 0,9-2-12 15,-12 0 28-15,3 2 0 0,-2 0-1 0,14 1 0 16,-12-4-27-16,0 4 0 0,0 1 0 0,15-4 0 16,-15 0 0-16,4 2 0 0,-1 0 0 0,15 1 0 15,-18 2 11-15,6-8-3 0,-3 5-8 0,18 0 12 16,-18-2-12-16,4-1 11 0,-1 4-11 0,12-4 10 16,-15 4-10-16,3-6-17 0,-3 2 4 0,15 4 1 15,-15-6 12-15,1 0 0 0,-1 0 0 0,15 2 0 16,-18-2 20-16,0 0 6 0,0 0 2 0,15 0 0 15,-17 0-45-15,-1 0-9 0,3 0-2 0,9 0 0 16,-15 0 54-16,1 0 10 0,2 0 3 0,6 0 0 16,-12-2-25-16,0 2-5 0,1 0-1 0,8 0 0 15,-12 0 0-15,0-6 0 0,-2 6 0 0,8 0 0 16,-12-2 1-16,4 2 0 0,-4 0 0 0,9-6 0 16,-12 4-9-16,1 2 0 0,2 0 0 0,3-6 0 15,-8 4 0-15,-1-1 0 0,1-2 0 0,5 2 0 16,-9 1 0-16,4 2 0 0,-4-6 0 0,3 4 0 15,-5 2 21-15,-7-6 3 0,4 6 0 0,-1-5 0 16,-8 5-39-16,-4-3-7 0,1 1-2 0,2 2 0 0,-5-3 52 0,-1 3 9 0,-2 0 3 16,2 0 0-16,-8 0-13 0,-6 0-3 0,-1 0 0 0,1 0 0 15,-9 0-35-15,0-3-7 0,-4 3-2 0,-2 0 0 16,-3 0 20-16,-3 0-8 0,-3 0 8 0,0-5 0 16,-7 5-91-1,-2 0-11-15,-3-2-2 0,-6 2-1 0,0 0-121 0,0 0-24 0</inkml:trace>
  <inkml:trace contextRef="#ctx0" brushRef="#br0" timeOffset="3044.86">14549 8446 1292 0,'-3'-3'54'0,"0"-5"-43"15,0 3 83-15,0 0 17 0,-3-3 3 0,3 3 1 16,-3-1-31-16,0 1-7 0,0-3-1 0,0 3 0 16,0 0-14-16,1-1-3 0,-1 1-1 0,0 2 0 15,3-2-18-15,-3 2-3 0,0 1-1 0,6 2 0 16,0 0-6-16,-6-3-2 0,6 3 0 0,-6 3 0 15,6-3-8-15,-6 2-3 0,0 1 0 0,0 2 0 16,3 3-17-16,0 0 0 0,0 5 0 0,0 1 0 16,0 2 0-16,0-1 0 0,-3 4 0 0,3 5 0 15,0 0 0-15,0-1 0 0,3 4 0 0,-3 2 0 16,0 3 0-16,3 2 0 0,-3 3 0 16,3 0 0-16,-3-2 0 0,3-4 0 0,0 1 0 0,-3 0 0 15,3-3 0-15,0-3 0 0,0 1 0 0,0 2 0 16,0 0 0-16,3-2 0 0,-3-1 0 0,0 3 0 15,3-2 0-15,0-6 0 0,0 3 0 0,3-3 10 16,-3-5-10-16,3-1 0 0,3 1 0 0,-3-2-11 16,3-1 11-16,3-3 0 0,-3 1 0 0,3 0-8 15,0-4 8-15,0 4 0 0,-1-3 0 0,1 0 0 16,3 0 0-16,0-3 0 0,0 0 0 0,6 1 0 16,0-4 0-16,-1 4 0 0,4-4 0 0,6 4 0 15,0-4 0-15,3 4-8 0,-1-4 8 0,4 3 0 0,0-2 0 16,-1 0 0-16,-2-1 0 0,6-2 0 0,3 3 0 0,-1-3 0 15,1 3 0-15,6-3 0 0,-7 0 0 16,4 0 0-16,-3-3 0 0,2 3 0 0,-2-3 0 0,0 1 0 0,-1 2 0 16,4-6 0-16,-3 4 12 0,-4-1-1 0,4 1-1 15,-3 2 0-15,-4-3-10 0,-2 0 0 0,-3 1 0 16,0-1-11-16,-4 0 60 0,-2 1 12 16,3-4 3-16,-3 6 0 15,-3-2-76-15,-1 2-14 0,-2-3-3 0,0 0-1 0,0 3 30 0,-6 0 0 0,3 0 0 0,-6 0 0 16,3 0 28-16,-3 0-2 15,-3 0 0-15,2 0 0 0,-2 0-38 0,3 0-7 0,-3 0-1 0,3 0-1 16,-3 0 21-16,0 0 0 0,-3 0 0 0,3 0 0 16,-3-2 0-16,0 2 0 0,3 0 0 0,-3-3 0 15,0 0 0-15,3 3 0 0,-3-2 0 0,3-3 0 16,-3-1 8-16,0 1-8 0,3 0 8 0,-3-3-8 16,0-3 10-16,0 1-10 0,0-4 12 0,0 1-12 15,0-5 9-15,3-4-9 0,0-1 0 0,-4-1 9 16,4-3-9-16,0-2 0 0,0 0 0 0,0 0 8 15,0 3-8-15,0-1 0 0,0 1 9 0,0-1-9 16,0 1 0-16,-3 2 0 0,3-3 0 0,-3 1 0 16,3 0 0-16,-3-4 0 0,0 1 0 0,-3 0 0 15,3 3 42-15,-3-1 4 0,0 1 1 0,0 2 0 16,0 3-24-16,-3 0-5 0,3 2-1 0,-6 1 0 16,3 2-17-16,0 0 0 0,0 0 0 0,-3 5 0 15,0-2 0-15,3 0 10 0,-3 2-10 0,0 1 8 0,0-1-8 16,0 3 8-16,0-2-8 0,0 4 8 0,0-2 0 15,0 3 0-15,-2 0 0 0,-1 0 0 16,3 2 0-16,-3 0-8 0,3 1 12 0,-3-1-4 0,0 3-8 16,0 0 10-16,-3-3-10 0,0 3 10 15,0 0-10-15,0 3 0 0,-3-3 0 0,4 0 0 0,-4 0 0 0,-3 0 0 0,3 0 8 16,-3-3-8-16,0 3 0 0,0 0 0 0,-2-2 9 16,-1 2-9-16,3-3 0 15,-3 3 0-15,3-3 0 0,-3 1 8 0,0 2-8 0,1-3 0 0,-1 0 0 0,-6 1 8 16,3 2-8-16,-3-3 0 0,1 1 0 0,-7 2 8 15,6-3-8-15,-3 3 0 0,-2-3 0 0,2 6 8 16,3-3-8-16,3 0 0 0,-3 0 0 0,4 0 0 16,-1 0 0-16,0 3 0 0,-3-1 0 0,0-2 0 15,4 3 0-15,-4-3 0 0,3 0 0 0,-3 2 0 16,0 1 0-16,4-3 0 0,-1 0 0 0,0 3 0 16,3-3 20-16,0 0 4 0,3 0 0 0,-2 0 0 15,2 0-24-15,0 0 0 0,3 0 0 0,-3-3 0 16,3 3 0-16,-3 0 0 0,1-3 0 0,-4 3 0 15,3-2 0-15,0 2 0 0,0-3 0 0,-3 1 0 16,0 2-15-16,1-3-7 0,2 0-2 0,-3 3 0 16,0 0 39-16,3-2 7 0,-3-1 2 0,4 3 0 15,-1 0-39-15,0-3-7 0,3 3-2 0,-3 0 0 16,0 0 24-16,3 3 0 0,0-3 0 0,-2 0 0 16,2 3 0-16,-3-1 0 0,0 1 0 0,0 0 0 15,3-1 0-15,0 1 0 0,0 2 0 0,1 0 0 0,2 1-8 16,3-1 8-16,0 0 0 0,0-2 0 15,0 2-35-15,3 1-2 0,0-1-1 0,3 3 0 0,0-3 46 0,0 3 10 16,3-3 2-16,0 3 0 16,0 0-119-16,3-3-23 0,3 3-5 0</inkml:trace>
  <inkml:trace contextRef="#ctx0" brushRef="#br0" timeOffset="9126.635">15516 14225 1660 0,'0'0'70'0,"0"0"-56"16,0 0 23-16,0 0 5 0,0 0 1 0,0 0 0 15,0 0 17-15,0 0 3 0,0 5 1 0,0 0 0 16,-2 3 0-16,2-2 0 0,0-1 0 0,-3 3 0 16,3 0-52-16,0 2-12 0,-3-2 0 0,3 3 0 15,0 2 54-15,0 0 8 0,0 3 2 0,0 0 0 16,0 3-42-16,0-1-8 0,0 3-2 0,0 1 0 15,0-1 4-15,0-3 0 0,0 3 0 0,-3 1 0 16,3-4 1-16,0 3 1 0,-3-2 0 0,3 2 0 16,-3 0 2-16,3 0 1 0,-3 3 0 0,0 0 0 15,3 0-21-15,-3 2 0 0,0 3 0 0,3 0 0 16,-3 1 46-16,3-4 14 0,-3 0 4 0,3 4 0 16,0-7-52-16,-3 1-12 0,3 0 0 0,-3 0 0 15,3 0 0-15,0-1 0 0,-3 4 0 0,3-1 0 16,0 1 54-16,-3 5 8 0,3-1 2 0,0 4 0 15,0-6-64-15,0 0 0 0,0-3-9 0,0 3 0 0,0-5 9 16,0 0 12-16,0-3-2 0,0 3-1 0,0 0-9 0,0 0 0 16,0 0 0-16,0 5 0 0,0-3 0 0,0 3 8 15,0 3-8-15,0-3 8 0,0-2-8 0,0-1 0 0,0-2 9 0,-3 2-9 16,3-5 8-16,0 3-8 0,0-3 8 16,-3 1-8-16,3 1 0 15,-3 1 0-15,3 0 0 0,-3 2 8 0,0 1-8 0,3 2 0 0,0 3 8 0,-3-3-8 16,3-3 8-16,-3 1-8 0,3-1 10 0,-3 1-10 15,3-3 9-15,-3-3-9 0,3 0 8 0,-3 3-8 16,3-3 10-16,-3 5-10 0,3-2 12 0,-3 5-12 16,0-2 11-16,3 2-11 0,-3 3 10 0,3-1-10 15,0-2 10-15,-3-5-10 0,3 3 10 0,0-3-10 16,0-3 8-16,0 0-8 0,0-3 0 0,0 4 9 16,3-4-9-16,-3 3 0 0,0 0 0 0,3 1 0 15,-3-1 0-15,0 3 0 0,3-3 0 0,-3 5 0 16,0-2 0-16,0-3 8 0,3 3-8 0,-3-3 0 15,0-2 0-15,0-3 0 0,3-1 0 0,-3 1 0 16,0-2 0-16,0-1 0 0,0-3 0 0,0 1 0 16,0 0 0-16,0-4 0 0,0 1 0 0,0 3 0 15,-3-3 17-15,3-3 2 0,0 3 0 0,-3 0 0 16,3-3-39-16,0-5-7 0,-3 6-1 0,3-6-1 16,0 0-5-16,0 0-1 0,0 0 0 0,0 0 0 15,0 0-74-15,-6 0-15 0,0-6-4 0,0-2 0 16,0 1-130-16,-6-7-26 0</inkml:trace>
  <inkml:trace contextRef="#ctx0" brushRef="#br0" timeOffset="11619.104">15502 14193 1241 0,'0'0'25'0,"0"0"8"0,0 0-33 0,0 0 0 0,0 0 0 0,0 0 0 15,0 0 78-15,0 0 9 0,0 0 1 0,0 0 1 16,0 0 31-16,0 0 7 0,0 0 1 0,0 0 0 16,0 0-60-16,0 0-12 0,6 0-3 0,-6 0 0 15,6 3 18-15,-4-1 3 0,1-2 1 0,3 6 0 16,-3-4-60-16,3 1-15 0,-3 2 0 0,3 1 0 16,0-1 54-16,-3-2 8 0,3 2 2 0,0 3 0 15,-3-3-52-15,3 0-12 0,0 1 0 0,3 2 0 16,-3 0 0-16,3-3 8 0,0 3-8 0,3 0 0 15,-3 0 9-15,2 2-9 0,-2-2 8 0,3 3-8 16,0-1 0-16,-3 1 8 0,3-1-8 0,-3 1 0 16,3 0 0-16,-3-1 0 0,0 1 8 0,3 2-8 15,-3-2 0-15,0-1-14 0,-1 1 3 0,4 2 1 16,-3-2 10-16,0-1 0 0,3-2 0 0,-3 3 0 16,3-1 0-16,0-2 0 0,-3 3 0 0,3-3 0 15,0 0 0-15,0 0 0 0,-1 0 0 0,1 0 0 16,0-1 8-16,0 1 4 0,3-2 1 0,-3 2 0 0,0 0-13 15,0-3 0-15,0 3 0 0,0 0 0 16,-1 0 0-16,4 0 0 0,-3 0 0 0,0-1 0 0,0 1 0 16,0 0-16-16,0 0 1 0,-3 0 1 15,3 0 14-15,-3 3 0 0,6-3 0 0,-7 0 0 0,4 0 0 16,0 0 0-16,0-1 0 0,0 1 0 16,0 3 48-16,0-3 13 0,0 2 3 0,3 1 0 15,-3 0-52-15,2-3-12 0,-2 2 0 0,3 1 0 0,0-1 0 0,-3 1-10 16,0 0 2-16,3-4 0 0,0 4 8 0,-3-3 8 0,0 3-8 0,-1-4 11 15,-2 1-11-15,3 0 8 0,-3-2-8 16,0 2 8-16,0-3-8 0,0 3 0 0,0-3 0 0,-3 0 8 16,3 1-8-16,-3-1 0 0,0-2 9 0,-3 2-9 15,3-2 0-15,-3 2 9 0,3-2-9 0,-3 2 0 16,-3-5 9-16,0 0-9 0,3 2 0 0,-3-2 9 16,0 0-9-16,0 0 0 0,0 6 9 0,0-6-9 15,0 0 0-15,0 0 0 0,0 0 0 0,0 0 8 16,3 5-8-16,-3-5 0 0,0 0 0 0,0 0 8 15,0 0-8-15,0 0 0 0,0 0 0 0,0 0 0 16,0 5 0-16,0-5 0 0,0 0 0 0,0 0 0 16,0 0 0-16,0 6 0 0,0-6 0 0,0 0 0 15,0 0 0-15,0 5 0 0,0-5 0 0,0 5 0 16,0-5 0-16,0 8 0 0,0-8 0 0,0 0 8 16,0 5-8-16,-3 1 0 0,3-6 0 0,0 5 0 15,0-5 0-15,-3 5 0 0,3 1 0 0,0-1 8 16,-3 3-8-16,3-3 0 0,0 0 0 0,-3 3 0 15,3-2 0-15,-3-1 0 0,3 0 0 0,-3 3 8 0,0 0-8 16,3 0 0-16,-3 0 8 0,0 3-8 16,0-1 0-16,0 1 0 0,3-1 0 0,-3 4 8 0,-3-4-8 15,3 3 0-15,0 1 0 0,0 1 0 0,0-1 0 0,-3-1 0 16,3 0 0-16,0 3 8 0,0-3-8 0,-3 0 0 16,3 1 0-16,0-1 0 0,0-2 0 15,0 2 0-15,0-3 0 0,0 4 0 0,0-4 0 0,0 1 0 0,0 2 0 16,0-2 0-16,0 2 0 0,0 0 0 15,0 0 0-15,0 0 0 0,0 3 0 0,0-2 0 0,1 4 0 16,-1-2 8-16,3 0-8 0,-3 2 0 0,0 4 0 0,0-4 0 16,3 1 0-16,-3-1 0 0,0 3 0 15,0-2 8-15,0-1-8 0,0-2 0 0,0-3 0 0,0 3 0 16,0 0 27-16,3 0 1 0,-3-3 0 0,0 3 0 16,0 0-28-16,0-3 0 0,0 3 0 0,0 3 0 15,0-1 0-15,0-2 0 0,3 3 0 0,-3-1 0 16,3 1 0-16,-3 2 0 0,3-3 0 0,-3 6 0 15,3-5 0-15,0-1 0 0,0 1 0 0,-3-1 0 16,3 1 0-16,0-6 0 0,0 3 0 0,-3 0 0 16,3-3 0-16,0 0 0 0,0 3 0 0,-3-3 0 15,3 1 0-15,0 1 0 0,0 1 0 0,-3 0 0 16,3 0 0-16,0 3 0 0,-3-1 0 0,3 3 0 16,0 0 0-16,-3-2 0 0,3 2 0 0,0 0 0 15,0 0 0-15,0-5 0 0,0 5 0 0,0-5 0 16,0 0 0-16,0-3 0 0,0 1 0 0,0-1 0 15,0 0 0-15,0 0 0 0,0-2 0 0,0 2 0 0,0-2 0 16,0 2 0-16,0-2 0 0,0 2 0 16,3 0 0-16,-3 0 0 0,0 1 0 0,0-1 0 15,0 3 0-15,0 0 0 0,3-3 0 0,-3 5 0 0,0-2 56 0,0 0 7 16,3 0 1-16,-3 2 0 0,0-2-52 16,0 0-12-16,3 0 0 0,-3-3 0 0,0 0 0 15,0-2 0-15,3 2 0 0,-3-2 0 0,0-1 0 0,0 1 0 0,3-3 0 16,-3 0 0-16,0 3 0 0,3-6 0 0,-3 3 0 0,0 0 0 15,3 0 0-15,-3-3 0 0,0 3 0 0,3-3 0 16,-3 3 0-16,3 0 0 0,-3-3 0 0,0 3 0 16,3 0 0-16,-3 0 0 0,0-3 0 0,0 3 0 15,3 0 0-15,-3 0 0 0,3 0 0 0,-3 0 0 16,0 0 0-16,0 0 0 0,3-3 0 0,-3 3 0 16,0 0 0-16,0 0 0 0,3 0 0 0,-3 0 0 15,0 0 0-15,0-3 0 0,0 3 0 0,0-3 0 16,0 3 0-16,0-2 0 0,0 2 0 0,0-3 0 15,0 0 0-15,0 0 0 0,0 1 0 0,0-1 0 16,0-5 0-16,-3 5 0 0,3-2 0 0,0-3 0 16,0 5 0-16,0-5 0 0,-3 6 0 0,3-6 0 15,-3 2 0-15,3-2 0 0,-3 6 0 0,3-6 0 16,-6 2 0-16,3 3 0 0,3-5 0 0,-3 3 0 16,-3 0 0-16,6-3 0 0,-3 5 0 0,-3-2 0 15,3-1 0-15,-3 1 0 0,0 0 0 0,0-3 0 16,0 2 0-16,0 1 0 0,0 0 0 0,0 2 0 15,1-2-11-15,-1-1-5 0,0 1 0 0,0-1-1 16,0 1 27-16,0 0 6 0,0-3 0 0,-3 5 1 0,3-2-27 16,0-1-6-16,3 1 0 0,-3 0-1 0,0-1 17 0,0 1 0 15,6-3 0-15,-6 5 0 0,0-2 0 0,6-3 0 0,-6 2 0 0,0 1 0 16,6-3 0-16,-9 3 0 0,6-1 0 0,-3 1 0 31,6-3 0-31,-8 5 0 0,2-2 0 0,6-3 0 0,-6 5 0 0,0-2 0 0,6-3 0 0,-9 5 0 16,3-2 0-16,0 2 0 0,0-5 0 0,0 5 0 15,6-5 0-15,-6 3 0 0,0 2 0 0,0-2 0 16,0 2 0-16,0-2 0 0,0 2 0 0,0-2 0 16,3 2 10-16,-3-2 6 0,0 2 0 0,0-2 1 15,0 2-17-15,1-2 0 0,-1 2 0 0,0 0 0 16,0-2 0-16,3 2 0 0,-3-2 0 0,0 2 0 16,0-2 0-16,3-1 0 0,-3 4 0 0,0-4 0 15,0 4 0-15,3-4 0 0,-3 1 0 0,0 2 0 16,6-5 0-16,-6 3 0 0,0 2 0 0,0-2 0 15,0 2-12-15,0 0-5 0,0-2-2 0,0 2 0 16,0-2 31-16,1 2 5 0,-1-2 2 0,0 0 0 16,0-1-31-16,-3 1-5 0,3 2-2 0,0-2 0 15,0 0 19-15,-3-1 0 0,3 3 0 0,0-2 0 16,0 2 0-16,0-2 0 0,0 2 0 0,0-2 0 16,0 2 0-16,0 1 0 0,0-1 0 0,-3 0 0 15,3 0 0-15,1 1 0 0,-4-1 0 0,3 0 0 16,-3 3 0-16,0-2 0 0,3 1 0 0,-6 1 0 15,3 0 0-15,0 0 0 0,0 0 0 0,0 0 0 16,3 0 0-16,-3-3 0 0,0 3 0 0,3 0 0 0,-2-2 14 0,2 2 3 16,-3-3 1-16,3-3 0 15,0 4-18-15,0-4 0 0,0 4 0 0,0-4 0 16,0 4 0-16,3-4 0 0,3-2 0 0,0 0 0 16,-6 3 0-16,6-3 0 0,-6 3 0 0,6-3 0 15,-6 5-12-15,6-5-5 0,-6 2-2 0,0 1 0 0,6-3 19 0,-6 3 0 0,6-3 0 0,-6 2 0 16,6-2 0-16,-6 3 0 0,6-3 0 0,-6 3 0 15,6-3 0-15,-6 0 0 0,6 0-8 0,-6 2 8 16,6-2 0-16,-6 3 0 0,6-3 0 0,-5 0 0 16,5 0 0-16,0 0 0 0,-6 3 0 0,6-3 0 15,-6 0-12-15,6 0 2 0,-6-3 0 0,6 3 0 16,-6-3-23-16,6 3-5 0,-3-2-1 16,-3-1 0-1,3-2-80-15,-3-3-16 0,3-3-3 0,-3-2-1 0,0-3-183 0</inkml:trace>
  <inkml:trace contextRef="#ctx0" brushRef="#br0" timeOffset="12252.073">15436 16815 1580 0,'0'6'67'0,"-3"2"-54"15,3-3 92-15,0 0 19 0,-3 3 3 0,3-3 1 16,-3 3-35-16,0 0-6 0,3 0-2 0,-3 3 0 16,0-1-33-16,3 1-8 0,-3 2 0 0,0 0-1 15,3-2 17 1,-3 2 3-16,3 0 1 0,0 1 0 0,-3-1-52 0,3-3-12 0,0 4 0 0,0-1 0 16,0 0 14-16,0 0 0 0,0 1 0 0,-3-1 0 15,3 0-4-15,-3 3-1 0,3-3 0 0,3 6 0 16,-3-3 4-16,0-1 1 0,0 4 0 0,0 0 0 15,3 2 0-15,-3-3 0 0,0 3 0 0,3 1 0 16,-3-4-2-16,3 1 0 0,0-4 0 0,0 4 0 16,-3-3 4-16,3 0 0 0,-3-3 0 0,3 0 0 15,-3-2-7-15,0 2-1 0,3 0 0 0,-3-2 0 16,3 2-24-16,-3 0-6 0,0 1-1 0,0-1 0 16,0 0 70-16,0 3 13 0,0 0 4 0,0 0 0 15,0-1-52-15,0 1-12 0,0 3 0 0,0-1 0 16,0-2 0-16,0 3 0 0,0-1 0 0,0 1 0 15,3-3 0-15,-3 0 0 0,0-1 0 0,0 1 0 16,3-2 0-16,-3-4 0 0,0 1 0 0,0-1 0 16,3 1 0-16,-3-1 0 0,3 1 0 0,-3-3 0 15,0 0 0-15,0 0 0 0,0 0 0 0,0-3 0 16,0 0 0-16,0-5 0 0,3 6 0 0,-3-6 0 16,0 0 0-16,0 0 0 0,0 0 0 0,0 0 0 0,0 0 0 0,0 0 0 15,0 0 0-15,0-6 0 16,-3-4-151-16,3-6-33 0,-3-3-6 0</inkml:trace>
  <inkml:trace contextRef="#ctx0" brushRef="#br0" timeOffset="13125.386">16017 13902 1185 0,'0'0'50'0,"0"0"-40"16,0 0 82-16,0 0 17 0,0 0 3 0,0 0 1 16,0 0-16-16,0 0-3 0,0 0-1 0,0 0 0 15,0 0-8-15,0 0-1 0,0 0-1 0,0 0 0 16,0 0-11-16,0 0-3 0,0 0 0 0,0 0 0 16,0 0-18-16,0 0-4 0,0 0-1 0,0 0 0 15,0 0-21-15,0 0-4 0,-3 5-1 0,3 3 0 16,-3-2 19-16,3 2 3 0,0-1 1 0,-3 4 0 15,3-3-21-15,-3 3-4 0,3-1-1 0,-3 3 0 16,3 1-2-16,-3 1-1 0,3-1 0 0,-3 2 0 16,3-1-14-16,-3-1 11 0,3 2-11 0,-3-1 10 15,3 1-10-15,0 0 0 0,0-3 0 0,0 3 0 16,3-2 0-16,-3 1 0 0,0 1 8 0,0 0-8 16,3 0 0-16,-3 3 0 0,0-4 0 0,0 4 0 15,0 2 0-15,0 0 0 0,0 0 0 0,0 1 8 16,0 1-8-16,0-1 0 0,0-1 0 0,0 0 0 0,0-3 0 0,0 1 0 15,0-3 0-15,0 2 0 0,0-4 0 0,-3-1 0 16,3 0 8-16,0-2-8 0,0 2 0 0,-3-3 0 0,3 1 0 16,0 2 0-16,0-5 0 0,-3 3 0 0,3-3 0 0,0 0 0 15,0 0-15-15,0-3 2 0,0 0 0 0,0 3 0 16,0-3-11 0,0-5-1-16,0 6-1 0,0-6 0 15,0 0-14-15,0 0-4 0,0 0 0 0,0 0 0 0,0 0-118 0,0 0-24 16,0 0-5-16</inkml:trace>
  <inkml:trace contextRef="#ctx0" brushRef="#br0" timeOffset="13613.504">16326 13918 1507 0,'-3'-3'31'0,"0"1"9"15,3 2-32-15,0-6-8 0,0 1 0 0,0 5 0 16,0-5 91-16,0 5 17 0,0-6 3 0,0 6 1 16,0 0-26-16,0 0-5 0,0-5-1 0,0 5 0 15,0 0-9-15,0 0-3 0,0 0 0 0,0 0 0 0,0 0-8 16,0 0-1-16,0 0-1 0,0 0 0 0,0 0-11 0,0 0-3 15,0 0 0-15,0 0 0 16,0 0-10-16,3 5-2 0,0 1-1 0,-3 2 0 0,3 0-8 16,-3 0-2-16,0 2 0 0,0 3 0 15,3-2-7-15,-3 5-2 0,0-3 0 0,0 3 0 0,0 2-4 16,3-2-8-16,-3 0 11 0,0 3-11 0,0-1 8 0,3-2-8 0,-3 0 0 16,0 0 0-16,0 0 9 0,3-3-9 15,-3 3 0-15,0 0 9 0,0 0-9 0,0 0 0 0,0-1 0 0,0 4 0 16,0-1 0-16,-3 4 0 0,3-1 0 0,-3 3 0 15,3-1 8-15,-3 1-8 0,0 3 0 0,0-3 8 16,0-1-8-16,0 1 0 0,0-5 0 0,0-1 0 16,0 1 25-16,0-3 0 0,0-1 0 0,0 1 0 15,0-2-38-15,0-1-8 0,3 0-2 0,-3 0 0 16,0-2 23-16,3-1 0 0,-3 1 0 0,3 0 0 16,0-3-27-16,0 2 3 0,0-2 0 0,0 0 0 15,3-3-91-15,0 3-17 0,0-2-4 0</inkml:trace>
  <inkml:trace contextRef="#ctx0" brushRef="#br0" timeOffset="14656.502">16323 16262 1845 0,'-6'8'38'0,"3"-5"10"15,3-3-38-15,0 0-10 0,0 0 0 0,0 0 0 16,-3 5 57-16,3-5 10 0,0 0 1 0,0 0 1 15,0 0-19-15,0 0-4 0,0 0-1 0,0 5 0 16,3 1-10-16,0-1-3 0,0-2 0 0,3-1 0 16,0 1-11-16,3 2-2 0,0-2-1 0,3 0 0 15,0-1-9-15,0 1-1 0,3-3-8 0,-1 3 12 16,1-1-12-16,3 1 11 0,0-3-11 0,0 0 10 16,-3 2-10-16,3-2 0 0,-1 0 0 0,-2 0 0 15,6 0 0-15,-3 0 0 0,3 0 0 0,3 0 0 16,-3 0 0-16,2 3 0 0,4-3 0 0,-3 3 0 15,3-1 0-15,3-2 8 0,-4 3-8 0,4 0 0 0,-3-1 0 16,0 1 0-16,-1-3 0 0,1 3 0 0,0-1 0 0,6-2 13 16,-3 0-3-16,2 0-1 0,1 0-9 0,0 0 0 15,0 0 0-15,-1 0 8 0,-2 0-8 0,0 0 8 16,-3 0-8-16,-1 0 8 0,-2 0-8 16,0 0 0-16,0 0-12 0,0-2 12 0,-1-1 0 15,1 0 0-15,-3 3 0 0,3-2 0 16,-3-1 0-16,0 0 8 0,-1 3 2 0,-2-2 0 0,0-1-10 0,-3 0-14 15,0 1 3-15,-3-1 1 0,-3-2-2 0,-3 2 0 0,0-5 0 16</inkml:trace>
  <inkml:trace contextRef="#ctx0" brushRef="#br0" timeOffset="15589.086">16591 13738 1269 0,'0'0'53'16,"0"0"-42"0,0 0 108-16,0 0 21 0,0 0 5 0,0 0 1 15,-6 0-34-15,3 0-8 0,3 0 0 0,-6 3-1 16,0-3-35-16,6 0-8 0,-9 5 0 0,3-2-1 15,3-1-23-15,-3 1-5 0,0 2-1 0,0-2 0 0,1 2 11 16,-1 0 3-16,0 1 0 0,0-1 0 16,3 0-19-16,0 3-3 0,-3-2-1 0,3-1 0 15,0 0-10-15,0 3-3 0,0 0 0 0,0-3 0 0,3 3-8 0,0-2-12 0,0-1 2 0,3 0 1 16,0 0 9-16,0 1 0 0,0-1 8 0,3 0-8 16,-3 1 0-16,3-4 0 0,0 3 0 0,0-2 0 15,3 0 0-15,-4-3-10 0,1 2 10 16,3-2 0-16,-3-2-9 0,3-1 9 0,0 0 0 15,0 1-9-15,0-3 9 0,0-1 0 0,0-2 0 0,3 3 0 16,-3 0 0-16,0-3 0 0,0 3 10 0,0-1-10 16,-4 1 0-16,4-3 0 0,-3 3 0 15,0-1 0-15,0 1 0 0,-3 0 16 0,0 0-4 0,-3-1 0 16,3 4 13-16,-3-4 3 0,-3 1 0 16,0 2 0-16,0-2-1 0,0 2 0 0,0-2 0 0,-3 2 0 15,0 1-27-15,-3-1 0 0,4-2 0 0,-4 2 0 16,0 1 41-16,3-1 3 0,-3 0 1 0,0 1 0 15,3-1-28-15,-3 0-5 0,0 1-2 0,3 2 0 16,-3 0-10-16,3 0 0 0,-3 0 0 0,3 0 0 16,6 0-10-16,-6 2 10 0,6-2 0 0,-9 3-9 15,6-3-29-15,3 0-6 0,-8 3 0 0,2 2-1 16,0-2-153-16,-3-1-30 0</inkml:trace>
  <inkml:trace contextRef="#ctx0" brushRef="#br0" timeOffset="19759.444">15415 13725 1580 0,'0'0'67'0,"0"0"-54"15,0 0 92-15,0 0 19 0,0 0 3 0,0 0 1 16,0 0-52-16,0 0-9 0,0 0-3 0,0 0 0 15,0 0 0-15,0 0 0 0,0 0 0 0,0 0 0 16,-3 0 0-16,3 0 0 0,0 0 0 0,0 0 0 16,0 0-51-16,0 0-13 0,0 0 0 0,-9 5 0 15,6-2 39-15,0 2 5 0,0-2 0 0,0 5 1 16,1-3-29-16,-1 3-7 0,3-3-1 0,-3 6 0 16,3-3 3-16,-3 5 0 0,3-3 0 0,0 4 0 15,0-1-23-15,0 0-4 0,0-2 0 0,0 2-1 16,0 0-24-16,3 0-5 15,0 1-1-15,0-1 0 0,-1-3 23 0,4 1 5 0,0-3 1 0,0-3 0 16,0 1-10-16,0-1-3 0,3-2 0 0,-3-3 0 16,3-3 13-16,-3-2 2 0,3-1 1 0,0-2 0 15,-3 0 15-15,3 0 0 0,0-5 0 0,0 5 0 16,0-2 0-16,-1-1 0 0,-2 1 11 0,0 2-3 16,0-3 13-16,-3 3 3 0,3 0 1 0,-3 3 0 15,-3-3 7-15,3 0 0 0,-3 3 1 0,-3-3 0 16,3 5 4-16,-3-2 1 0,3 5 0 0,-3-3 0 0,3 3-23 0,0 0-5 15,-3-5-1-15,3 5 0 0,0 0-1 0,0 0 0 16,0 0 0-16,0 0 0 0,-3 5-8 0,0 3 0 16,3 0 0-16,0 0 0 0,3 3-9 0,0-1-4 0,0-2-1 0,3 5 0 31,0-5-17-31,3 3-3 0,0-1-1 0,0 1 0 0,0-3-5 16,3 3 0-16,0-4-1 0,0-1 0 0,-3-1 21 15,2-2 4-15,1-1 0 0,-3 1 1 0,3-6 15 0,-3 1-11 0,0-1 11 16,-3-2-10-16,0-1 1 0,0-1 0 0,0-1 0 0,-3-3 0 15,3 3 9-15,-3-3 0 0,0 1 0 16,0 2 0-16,0-3 49 0,-3 1 12 0,3-1 3 16,-3 3 0-16,0-2-52 0,0-1-12 0,0 1 0 0,-3-1 0 15,3-2 0-15,-3 2 0 0,3-2 0 0,-3 0 0 16,0 2 22-16,3-2 2 0,-3-3 0 0,0 3 0 16,3 2-24-16,-3-2 8 0,3 2-8 0,0 1 0 15,-3 2-18 1,3 0-8-16,0 3-2 0,0 5 0 0,0 0-138 0,0 0-28 0,0 0-6 0</inkml:trace>
  <inkml:trace contextRef="#ctx0" brushRef="#br0" timeOffset="20379.604">15790 13849 1333 0,'0'0'56'0,"0"0"-44"16,0 0 86-16,0 0 18 0,0 0 3 0,0 0 1 16,0 0-38-16,0 0-7 0,0 0-2 0,0-5 0 15,6 2-7-15,-3-2-2 0,3 0 0 0,-3 2 0 16,3-2 12-16,0 2 1 0,0-2 1 0,3 2 0 15,-3-2-39-15,3 2-8 0,-3 1-2 0,3-1 0 16,0 0-13-16,0 1-2 0,0-1-1 0,-1 0 0 16,-2 3-13-16,0-2 11 0,3 2-11 0,-3 0 10 15,-6 0-10-15,6 0 12 0,-3 0-12 0,-3 0 12 16,0 0-12-16,0 0 8 0,6 5-8 0,-6-5 8 16,0 0-8-16,0 5-9 0,0-5 9 0,-3 8-13 15,0-3 13-15,0 1-11 0,-3-1 11 0,3 0-10 16,-3 1 10-16,0-1 0 0,3 0 10 0,-3 1-10 15,1-4-18-15,2 3-10 0,-3-2-1 0,6-3-1 16,0 0 30-16,-3 3-9 0,3-3 9 0,0 0 0 16,0 0-8-16,0 0 8 0,0 0-8 0,0 0 8 15,0 0-9-15,0 0 9 0,0 0-10 0,0 0 10 16,6 2 0-16,0 1-9 0,-1-3 9 0,1 3 0 16,3-3 0-16,-3 0 0 0,3 2 0 0,-3-2 0 15,0 0 0-15,0 3 0 0,0 0 0 0,0-1 0 16,-3 1 0-16,0 2 0 0,0-2 8 0,0 2-8 15,-3 0 9-15,-3 3-9 0,3 0 12 0,-3 0-12 0,-3 3 12 16,0-1-12-16,0 4 12 0,-3-1-12 0,0 0 11 0,0 0-11 16,-3 1 10-16,3 1-10 0,-2 1 0 0,-1-2 8 15,3-4-8-15,-3 3 0 0,0-2 0 0,3-3 0 0,-3 2 8 16,3-2-8-16,0-2 0 0,3-1 0 0,0 0 0 16,0-2 0-1,6-3-39-15,0 0-4 0,0 0-1 0,-6 0 0 16,0 0-169-16,0 0-35 0</inkml:trace>
  <inkml:trace contextRef="#ctx0" brushRef="#br0" timeOffset="21693.222">15499 14754 1630 0,'-6'0'34'0,"3"0"7"0,0 0-33 0,-3 0-8 0,0 0 0 0,3-3 0 15,-3 3 71-15,0 0 12 0,0-2 2 0,0-1 1 16,0 3-21-16,-3-2-4 0,3 2-1 0,-3-3 0 15,3 3-21-15,-3 0-5 0,0 0-1 0,4 0 0 16,-4 0 14-16,0 3 2 0,3-3 1 0,-3 2 0 16,0-2-19-16,0 3-4 0,0-3-1 0,0 0 0 15,-6 0-11-15,0 0-3 0,0 0 0 0,-5 0 0 16,2 0-4-16,-3 2 0 0,-3-2-8 0,0 6 12 16,3-4-12-16,1 1 8 0,-1 2-8 0,0 1 0 15,0-4 0-15,3 4 0 0,3-4 0 0,-3 3 0 16,1 1 30-16,2-4 0 0,-3 4 0 0,0-4 0 15,3 4-47-15,-3-4-10 0,0 4-1 0,1-1-1 16,-4 0 29-16,3 0 0 0,0 1 0 0,0-4 0 16,-3 6 0-16,3-2 0 0,1-4 0 0,-1 4 0 15,0-1 0-15,3-2 8 0,0 2-8 0,0-3 0 0,3 4 25 0,-3-4-1 16,3 1-1-16,1-3 0 0,-1 3-23 0,3-3 0 16,0 2 0-16,0-2 0 0,0 3-9 0,0-3-7 0,0 0 0 0,3 0-1 15,-3 0 17-15,3 0 0 0,0 0 0 0,-3-3 0 16,0 3 15-16,1-2 0 0,-4 2 0 0,0 0 0 15,0-3-7-15,-3 3-8 0,0 0 11 0,-3-3-11 16,3 3 9-16,-3-2-9 0,4 2 0 0,-4 0 9 16,0 0-9-16,0 0 0 0,3 0 0 0,0 0 8 15,0 0-8-15,0 0 0 0,1 0 0 0,2 0 8 16,0 0-16-16,3 0-4 0,-3 0-1 0,3 0 0 16,3 0 13-16,-3 0 0 0,3 0 0 15,0 0 0-15,6 0 0 0,-6 0 0 0,6 0 0 0,-6 0 0 16,6 0 0-16,-6 0 0 0,6 0 0 0,0 0 0 15,-9 0 0-15,9 0 15 0,0 0-3 0,0 0-1 16,0 0-11-16,0 0 0 0,0 0-10 0,0 0 10 16,0 0-37-16,0 0-2 0,0 0 0 0,0 0 0 15,0 0-117-15,-3-3-24 0,3-2-5 0</inkml:trace>
  <inkml:trace contextRef="#ctx0" brushRef="#br0" timeOffset="22555.401">15383 15222 1337 0,'0'0'28'0,"0"0"6"16,-3 6-34-16,3-6 0 0,0 5 0 0,0-5 0 15,-3 5 58-15,3-5 5 0,-3 8 1 0,3-8 0 16,-6 6 0-16,3-1 0 0,0 0 0 0,-3 0 0 0,6-5 0 0,-6 3 0 0,3 2 0 16,-3 1 0-1,6-6 0-15,-6 2 0 0,0 4 0 0,-3-4 0 16,3 4-4-16,-3-4 0 0,0-2 0 0,-3 3 0 0,3-1-26 0,-3-2-6 0,1 0 0 0,-4 3-1 16,0-3-10-16,0 0-1 15,-3 0-1-15,-3-3 0 0,3 3-6 16,1 0-1-16,-1-2 0 0,-3-1 0 0,0 1 1 0,3 2 0 0,0-3 0 15,0 0 0-15,4 1 0 0,-4 2 0 0,3-3 0 16,-3 0 0-16,0 3-1 0,3-2-8 0,-3 2 12 0,-3 0-4 16,4 2-8-16,-4-2 0 0,3 0 9 15,-3 3-9-15,3 0 0 0,-3-3 0 0,4 0 0 0,-4 2 0 16,3 1 0-16,0 0 0 0,3-3 0 0,-3 2 8 16,3 3-8-16,0-2-16 15,1-3 4-15,-1 5 0 0,3-2 22 0,0 0 4 16,0-3 1-16,0 2 0 0,0 4-24 0,3-4-5 0,-3-2-1 0,0 6 0 15,1-4 15-15,-4 1 15 0,0-1-3 0,-3 1-1 16,0 0-11-16,-3-1 0 0,0 4 0 0,1-4 8 16,-1 1-8-16,0 0 0 0,0-1 0 0,0 4 0 15,3-4-8-15,0 1-4 0,1 0-1 0,-1-1 0 16,6 1 22-16,-3-3 5 0,3 0 1 0,3 2 0 16,-3-2-15-16,3 3 0 0,3-3 0 0,-3 3-10 15,3-3 10-15,0 2 0 0,6-2 0 0,-5 0 0 16,5 0 0-16,0 0 0 0,-6 3 0 0,6-3 0 15,0 0-8-15,0 0 8 0,0 0-8 0,0 0 8 16,0 0-36-16,0 0-1 0,0 0-1 0,0 0 0 16,0 0-84-16,0-5-17 0,6 2-3 0</inkml:trace>
  <inkml:trace contextRef="#ctx0" brushRef="#br0" timeOffset="25761.249">12844 14900 923 0,'-9'0'39'0,"0"0"-31"15,0 0 66-15,3 0 14 0,0 0 2 0,-3 0 1 16,3 0-21-16,-3 0-4 0,3 0-1 0,-3 0 0 16,3 0 3-16,-3 0 0 0,3 0 0 0,-3 0 0 15,3 0-6-15,0 0-1 0,0 0 0 0,1 2 0 16,-1-2-5-16,0 3-2 0,6-3 0 0,-6 0 0 15,0 0-14-15,3 3-4 0,3-3 0 0,-6 0 0 16,6 0-7-16,-6 2-1 0,6-2-1 0,-6 3 0 16,6-3 0-16,0 0 0 0,0 0 0 0,0 0 0 15,0 0-27-15,0 0 0 0,0 0 0 0,0 0 0 16,0 0 0-16,0 0 0 0,0 0 0 0,0 0 0 16,0 5 0-16,0-5 0 0,3 5 0 0,3-2 0 15,0 0 0-15,0-1 0 0,0 1 0 0,3 0 0 16,3-3 19-16,-4 0-2 0,4 2 0 0,0-2 0 15,0 3-17-15,0-3 0 0,3 0 0 0,-3-3 0 0,3 3-10 16,0-2-6-16,2 2 0 0,-2 0-1 0,0-3 17 16,0 3 0-16,-3 0 0 0,0 0 0 0,3 0 0 15,0 0 0-15,-3 0 0 0,2 0 0 0,1 0 0 0,0 3 0 16,3-3 0-16,-3 0 0 0,3 0 12 16,0 0 7-16,0 0 1 0,-1 0 0 0,1 0-20 15,0 0 0-15,0 0 0 0,0 0 0 0,0-3-12 0,0 3-7 0,-1 0-1 16,1 0 0-16,0 0 20 0,-3 0 0 0,0-3 0 0,-3 3 0 15,0 0 0-15,0 0 0 0,0 0 0 0,-1 0 0 16,1 0 0-16,0 0 0 0,3 0 0 0,-3 0 0 16,0 0 0-16,3-2 0 0,-3 2 0 0,3 0 0 15,-3 0 48-15,2 0 12 0,1-3 4 0,0 3 0 16,-3 0-52-16,0-3-12 0,3 3 0 0,-3-2 0 16,0 2 0-16,0 0 0 0,3-3 0 0,-7 3 0 15,4-3 0-15,0 3 0 0,-3 0 0 0,3-2 0 16,-3 2 0-16,0 0 0 0,0-3 0 0,0 3 0 15,0-2 0-15,0 2 0 0,-3 0 0 0,3-3 0 16,-3 3 0-16,-1 0 0 0,4-3 0 0,-3 3 0 16,3 0 0-16,-3 0 0 0,3 0 0 0,0 0 0 15,-3 0 0-15,3 0 0 0,0 0 0 0,3 0 0 16,-3 0 0-16,0 0 0 0,0 0 0 0,0 0 0 16,-1 0-11-16,1 0-5 0,0 0 0 0,0 0-1 15,0-2 27-15,3 2 6 0,-3 0 0 0,3 0 1 16,-3-3-27-16,0 3-6 0,0 0 0 0,3 0-1 15,-3-3 27-15,-1 3 6 0,1 0 0 0,0 0 1 0,0 0-17 16,0 0-16-16,0 0 4 0,-3 0 0 0,3 0 12 0,-3 0 0 16,3 0 0-16,-3 0 0 0,3 0 14 0,-3 3-4 15,0-3-1-15,-3 0 0 0,3 0-9 0,0 3 0 0,-3-3-10 16,2 0 10-16,-2 0 0 0,3 0 0 0,-3 0 0 0,3-3 10 16,-3 3-10-16,0 0 0 15,3-3 0-15,-3 1 0 0,3-1 0 0,-3 3 0 0,0-5 0 16,0 2 0-16,3 0-130 15,-3-2-28-15,0 0-6 0</inkml:trace>
  <inkml:trace contextRef="#ctx0" brushRef="#br0" timeOffset="26406.79">14112 14820 1178 0,'0'0'24'0,"-6"3"6"0,0-3-30 0,0 3 0 0,6-3 0 0,-6 0 0 16,3 2 74-16,3-2 9 0,-6 3 1 0,6-3 1 0,-6 2 0 0,6-2 0 0,-6 3 0 0,6-3 0 15,-3 3-8-15,3-3-1 0,0 0-1 0,-3 5 0 16,3-5-12-16,-3 5-3 0,3-5 0 0,0 6 0 16,-3-1-10-16,3-5-2 0,0 5-1 0,-3 1 0 15,3 1-5-15,-3-1-1 0,3-1 0 0,0 3 0 16,-3-3-9-16,3 1-1 16,0 1-1-16,0-1 0 15,0-1-6-15,-3 3-2 0,3-3 0 0,0 1 0 0,0 2-4 0,0-1-1 16,0-1 0-16,0 2 0 0,3-3-7 0,-3 0-2 15,0 1 0-15,0 2 0 0,0-1-8 0,0-1 0 16,0 2 9-16,0 0-9 0,0 0 0 0,0 0 8 0,0-1-8 0,0 1 0 16,0 0 0-16,-3 0 8 0,3 0-8 0,0 0 0 15,0 0 0-15,0 3 0 0,0-3 0 0,0 2 0 16,-3-2 0-16,3 0 0 0,0 3 0 0,0-1 0 16,0 1 0-16,0-1 0 0,0-2 0 0,0 6 0 15,3-7 0-15,-3 4 0 0,0-3 0 16,3 3 0-16,-3-1 0 0,0-2 0 0,3 0 0 0,-3 3 0 15,0-3 0-15,3 0 0 0,-3-1 0 0,0 1 0 16,0 0 0-16,3-2 0 0,-3-1 0 0,0 0 0 16,0 0 0-16,3 1 9 0,-3-1-9 0,0-5 0 15,0 5 8-15,0-5-8 0,0 0 0 0,3 6 0 16,-3-6 0-16,0 5 0 0,0-5 0 0,0 5 0 16,3 1 0-16,-3-6 0 0,0 0 0 0,0 5-9 15,0-3-12-15,0-2-3 0,3 6 0 0,-3-6 0 16,0 5-19-16,0-5-4 0,0 0-1 0,0 0 0 15,0 0-20-15,3 5-4 0,-3-5 0 0,0 0-1 16,0 0-120-16,0 0-24 0,3 0-5 0</inkml:trace>
  <inkml:trace contextRef="#ctx0" brushRef="#br0" timeOffset="27219.811">12189 14683 2200 0,'0'0'46'0,"0"0"10"0,0 0-45 0,0 0-11 0,0 0 0 0,0 0 0 16,0 0 128-16,0 0 23 0,0 0 5 0,0 0 0 15,0 0-87-15,0 0-17 0,0 0-4 0,-6 2-1 16,3 4-3-16,0-1-1 0,0 0 0 0,0 6 0 16,3-3-19-16,-3 2-4 0,0 4-1 0,0-1 0 15,3 3-7-15,-3 2-2 0,0 1 0 0,3 4 0 16,-3-4-10-16,3 2 0 0,0 0 9 0,-3-2-9 16,3-1 0-16,0 1 8 0,-3-3-8 0,3-3 0 15,-3 3 0-15,3-3 0 0,0 3 0 0,-3-3 0 16,3 0 0-16,0 1 0 0,-3-4 0 0,3 3 0 15,0-2 0-15,0 0 0 0,0-1 0 0,0-2 0 0,0 0 0 16,0 0 0-16,0 0 0 0,3 0 0 0,-3 0-8 0,0-3 0 16,3 3 0-16,-3-3 0 15,3 1-16-15,-3-1-2 0,3 0-1 0,0-2 0 16,0 0-48-16,3-1-9 0,-6-2-3 0,3 3 0 16,3-3-84-16,0-3-17 0,0 3-3 0</inkml:trace>
  <inkml:trace contextRef="#ctx0" brushRef="#br0" timeOffset="29321.627">15636 14783 1299 0,'0'0'27'0,"0"0"6"15,0 0-33-15,0 0 0 0,0 0 0 0,0 0 0 16,0 0 97-16,0 0 13 0,0 0 2 0,0 0 1 0,0 0-19 16,0 0-4-16,0 0-1 0,0 0 0 0,0 0-20 0,0 0-4 0,0 0-1 0,-6 5 0 15,0 3-21-15,3 0-5 0,-6-2-1 0,3 2 0 16,0 0-16-16,0-1-3 0,0 1-1 0,-3 3 0 15,3-3-17-15,0 3 8 0,0-4-8 0,0 4 0 16,0-3 12-16,0 0-4 0,3 0 0 0,0 0-8 16,0 0 0-16,0 0 0 0,3 0-15 0,0-3 5 15,0 3 10-15,0-3 0 0,3 0-9 0,-3 1 9 16,3-1-11-16,3 0 3 0,-3-2 0 0,3 0 0 16,0-1-8-16,3 1 0 0,-3-3-1 0,3 0 0 15,0 0 7-15,3 0 2 0,-3-3 0 0,3 1 0 16,0-1 8-16,-1-2-8 0,1 2 8 0,0-2-8 15,-3-3 8-15,0 2 0 0,0-1 0 0,0 1 0 16,-3-2-16-16,0 3 1 0,0-3 1 0,-3 0 0 16,0 0 62-16,-3 0 13 0,0 0 3 0,0 3 0 15,-3-3-44-15,3 0-9 0,-3 3-2 0,-3 0 0 16,0-3 25-16,0 2 5 0,0-2 1 0,-3 3 0 16,3 0-20-16,-3 0-4 0,0-1-1 0,3 1 0 15,0 0 6-15,0-1 2 0,3 4 0 0,0-4 0 16,3 6-14-16,-2-2-9 0,2 2 12 0,0-6-12 15,0 6 0-15,0-2 0 0,0 2 0 0,2-5 0 16,4 2 0-16,-3 0 0 0,3 1 0 0,-3-4-9 16,3 6 9-16,0-2 0 0,3 2 0 0,-3-3 0 0,0 0 0 15,3 3 0-15,-3 0 0 0,0 3 0 0,3-3 0 0,-3 3 0 16,-3-3 0-16,3 2 0 16,0 1-8-16,-3 2 8 0,0 1-8 0,0-1 8 15,0 3-16-15,0 0 3 0,0 2 0 0,0 1 0 16,0-1-8-16,-3 1-2 0,2 0 0 0,1-1 0 15,0 1-19-15,0 2-4 0,3-5-1 0,-3 3 0 16,3-4-13-16,0 1-4 0,0-2 0 0,0-1 0 0,3-2 46 0,0 2 9 0,-3-5 9 0,3 3-13 16,0-3 13-16,3-3 8 0,-3 3 0 0,0-5-8 15,0 2 24-15,-1-2-1 0,1-1-1 0,0-2 0 16,-3 3 30-16,0-3 5 0,0 0 2 0,-3 0 0 16,0 0-10-16,0-2-1 0,-3 2-1 0,0 0 0 15,-3 0-5-15,0 0-1 0,-3 0 0 0,-3 0 0 16,0 0-14-16,3 3-3 0,-3 0-1 0,-2-1 0 15,-1 4-23-15,3-4 0 0,-3 4 0 0,0-1 0 16,0 1 0-16,0 2 0 0,3 0 0 0,-3 0 0 16,3 0 0-16,-3 2 0 0,3 1 0 0,-2-1 0 15,2 4-152-15,-3-4-31 0,0 6-6 0</inkml:trace>
  <inkml:trace contextRef="#ctx0" brushRef="#br0" timeOffset="30142.005">15740 15331 1941 0,'-9'3'40'0,"3"-1"10"0,-3 1-40 0,3 2-10 0,0-2 0 0,-3 2 0 16,3-2 78-16,0 2 14 0,-3-2 2 0,3 2 1 16,-3-2-43-16,3 2-9 0,0-2-2 0,-2 2 0 15,2 0-20-15,0 0-4 0,0 1-1 0,3-1 0 16,-3 0-16-16,3 1 8 0,0-1-8 0,0 3 0 16,3-3 0-16,0 0 0 0,0 1 0 0,3 2 0 15,0-3 0-15,0 0-12 0,3 1 12 0,-3-1-12 16,3 0-7-16,3-2-1 0,-1-1 0 0,1 1 0 15,3-3 5-15,3 0 1 0,-3-3 0 0,3-2 0 16,0 0 14-16,-3 0-12 0,0-3 12 0,0 2-12 16,0-2 12-16,-1 0 0 0,-2 0 0 0,0 1 0 15,0-1 0-15,-3 0 0 0,0 0 0 0,-3-3 0 16,0 3 0-16,0-2 0 0,-6 2 9 0,0 0-9 0,0 0 22 16,-3-3-2-16,0 3 0 0,0 0 0 15,0 3 13-15,-3-3 3 0,3 0 0 0,-3 0 0 16,1 3-4-16,-1-3-1 0,0 3 0 0,3-1 0 15,-3-2-8-15,3 3-2 0,-3 3 0 0,3-4 0 0,3 1-9 0,3 5-3 0,-3-3 0 0,3 3 0 16,0-5-9-16,3 0 0 0,3 2-10 0,-3-2 10 16,6 2-8-16,-3 0 8 0,3 1 0 0,3-1-9 15,-3 3 9-15,2-2 0 0,4 2-9 0,-3 0 9 16,3 0 0-16,0 0 0 0,3 0 0 0,-3 0 8 16,0 2-8-16,0 1 0 0,-1-1 0 0,-2 1-11 15,0 2 11-15,0 3 11 0,-3-2-3 0,0 2 0 16,-3 0-8-16,3-1 0 0,-3 4 0 0,-3 0 0 15,0-1 34-15,0 1 5 0,0-1 1 0,-3 4 0 16,3-1-20-16,-3 0-3 0,0 0-1 0,-3 1 0 16,0-1-6-16,3 0-2 0,-3 3 0 0,0 0 0 15,0 0-8-15,-3 2 0 0,3 1 0 0,0-1 0 16,-3 3 0-16,3 1 0 0,0-1 0 0,0 0 0 16,0 0 0-16,0 0 0 0,0-2 0 0,3 2 0 15,-3-5 0-15,3-3 0 0,0 0 0 0,0 0 0 16,0-5 0-16,0 0 0 0,0 0 0 0,3-5 0 15,-3-3-126-15,0 0-27 0,0 0-6 0</inkml:trace>
  <inkml:trace contextRef="#ctx0" brushRef="#br0" timeOffset="32490.149">12635 16450 1552 0,'0'0'44'0,"-6"5"10"0,3-5-43 0,-3 3-11 0,0 0 0 16,3-1 0 0,-3 1 104-16,0 2 20 0,3-2 3 0,-3 2 1 0,4 3-52 0,-4-2-9 0,3 1-3 0,0 1 0 15,-3 0-17-15,3 3-4 0,0-1-1 0,-3 4 0 16,3-4-16-16,0 1-3 0,0 2-1 16,0 0 0-16,0 1-14 15,3-1-8-15,0 0 8 0,0 3-8 0,0-3 0 0,0 3 0 0,3 3 0 0,0-4 0 16,0 4 0-1,0-3 0-15,0 0-10 0,3 0 10 0,-3-1 0 0,3-1 0 0,0-1 0 16,3 0 0-16,-4-5 0 0,4 0 0 0,0-3 0 16,0 1 0-16,0-4-52 15,3-2-9-15,-3 0-3 0,3-5 0 0,-3 0 52 0,0-1 12 0,3-2 0 0,0-2 0 16,-3-1 9-16,-1-2 5 0,4 0 1 0,-3 0 0 16,0-1 1-16,0 1 0 0,0-3 0 0,-3 3 0 15,0 0 8-15,-3-3 3 0,0 3 0 0,0-1 0 16,-3 4 13-16,0-3 2 0,-3 2 1 0,0 0 0 15,0 1 3-15,-3-3 1 0,0 5 0 0,0-6 0 16,-6 4-10-16,0-1-1 0,0 1-1 0,1-4 0 16,-4 4-21-16,3-1-4 0,-3 3-1 0,0-2 0 15,0 2-9-15,0 3 0 0,3-1 0 0,-3 1 0 16,3 2 0-16,1 3 0 0,-1 0 9 0,3 0-9 16,0 3-40-16,-3 2-13 0,6 1-3 0,0-1 0 15,0 0-117-15,3 0-24 0,0 3-5 0</inkml:trace>
  <inkml:trace contextRef="#ctx0" brushRef="#br0" timeOffset="33673.366">13007 16672 1333 0,'0'0'56'0,"0"0"-44"16,0 0 42-16,0 0 9 0,0 0 1 0,0 0 1 15,0 0-1-15,0 0 0 0,0 0 0 0,0 0 0 16,0 0-26-16,0 0-6 0,0 0 0 0,3-2-1 16,3-1-3-16,0 0 0 0,0 3 0 0,0-2 0 15,0 2-9-15,0 0-3 0,3-3 0 16,-3 3 0-16,3 0 30 0,3 0 6 0,-3 0 0 0,-1 0 1 15,4 0-81-15,-3 0-17 0,3 0-3 0,0 0-1 16,-3 0 39-16,3 0 10 0,0 0 0 0,0 0 0 16,0 0-14-16,0 0-1 0,0 0 0 0,-1 3 0 15,1-3 15-15,0 2 0 0,3-2 0 0,-3 3 0 16,0 0 0-16,0-1 0 0,0 1 0 0,0 0 0 16,3-1 0-16,-4 1 0 0,4 2 0 0,0-2 0 15,3 0 12-15,0 2 6 0,0-2 1 0,3-1 0 16,-1 1-31-16,1-1-5 0,3 4-2 0,-3-4 0 15,3 1 29-15,0 0 6 0,2-1 0 0,-2 4 1 16,-3-4-17-16,3 1 0 0,-3 0 0 0,2 2 0 16,-2-2-10-16,3-1-6 0,0 1 0 0,0-1-1 15,3 1 17-15,-4 0 0 0,4-3 0 0,0 5 0 16,0-2 16-16,-1-3 6 0,1 2 2 0,3 1 0 16,-6 0-24-16,0-1 8 0,-1 1-8 0,1-3 0 15,0 3-16-15,0-1-8 0,0 1-2 0,3-3 0 16,-1 3 47-16,1-3 10 0,0 2 1 0,0 1 1 0,-1-3-21 0,1 2-4 0,0 1 0 15,0 0-8-15,0-3 11 0,-4 0-11 0,1 2 10 0,0-2-10 16,0 0 8-16,3 0-8 0,-4-2 0 0,4 2 0 16,-3 0 8-16,3-3-8 0,-3 3 0 0,0 0 0 15,2-3 10-15,-2 3-10 0,-3-2 10 0,3 2-10 16,-3 0 10-16,-1-3-10 0,1 3 10 16,-3-2-10-16,0-1 10 0,0 3-10 0,3-3 10 15,-3 1-10-15,-1-1 0 0,1 0 0 0,-3 1 0 0,3-1 0 16,0 0 0-16,-3 1 0 0,3 2 0 15,-4-3 0-15,1 0 16 0,0 1-4 0,-3-1 0 16,0 3 0-16,0 0-12 0,0-3 8 0,0 3-8 0,-3-2 0 16,0 2 9-16,0 0-9 0,0 0 8 0,-4 0-8 15,1 0 8-15,3 0-8 0,-3 0 0 0,-3 0 8 16,6 0 0-16,-6-3-8 0,-3 3 12 0,6 0-4 16,-6 0 0-16,3 0-8 0,-3 0 12 0,0 0-4 15,0 0-8-15,0 0 0 0,0 0 9 0,0 0-9 16,0 0 8-16,0 0-8 0,0 0 10 0,0 0-10 15,0 0 10-15,0 0-10 0,0 0 10 0,0 0-10 16,0 0 0-16,0 0 0 0,0 0-11 0,0 0 11 16,0 0-58-16,0 0-4 0,0 0-1 0</inkml:trace>
  <inkml:trace contextRef="#ctx0" brushRef="#br0" timeOffset="35504.478">14231 16762 1094 0,'0'0'46'16,"0"0"-37"-1,0 0 44-15,0 0 9 0,0 6 2 0,0 2 0 16,0-3 0-16,0 3 0 0,0-3 0 0,3 3 0 15,-3 0 0-15,0 0 0 0,3 0 0 0,-3 2 0 16,3 1 11-16,-3 0 2 0,3-1 1 0,-3 1 0 16,0-1-36-16,2 1-7 0,-2 2-2 0,0-2 0 15,3 2-15-15,-3-2-3 0,0-1-1 0,3 1 0 16,-3-1-14-16,0 1 8 0,3 2-8 0,-3-2 0 0,0-1 0 16,0 1 0-16,0 0 0 0,0-1 0 15,0 3 0-15,0 1 0 0,3-4 0 0,-3 3 0 16,0 1 0-16,0-4 0 0,0 3 0 0,0 1 0 0,0-4 0 0,0 1 0 0,0-1 0 15,-3 1 0-15,3 0 0 0,0-1 0 16,0 1 0-16,0-3 0 0,0 2 0 0,0-2 0 16,0-3 0-16,0 3 0 0,0-2 0 0,0 2 0 15,0-3 0-15,0 0 0 0,0-5 0 0,0 0 0 16,0 0 0-16,0 6 0 0,0-6 0 0,0 0 0 0,0 2 0 0,0-2 0 16,0 5 35-16,0-5 1 0,0 0 0 0,0 0 0 15,0 0-28-15,3 6-8 0,-3-6 0 0,3 2 0 16,-3-2-24-16,0 0-11 0,3 3-2 0,0 0-1 15,-3-3 38-15,6 2 0 0,-3 1 0 0,-3-3 0 16,6 3 0-16,-3 2 0 0,3-5 0 0,-3 3 0 16,3-1 44-16,0-2 16 0,-3 3 3 0,3-3 1 15,0 3-103-15,0-3-20 0,0 0-4 0,0 0-1 16,3 0 77-16,-3 0 15 0,0 0 4 0,0 0 0 16,2 0-32-16,-2 0 0 0,0 0 0 15,3 0 0-15,-3 0 0 0,0-3 0 0,3 3 0 0,-3 0 0 16,0 0 0-16,0-3 0 0,0 3 0 0,0 0 0 15,3-2 0-15,-3 2 0 0,0 0 0 0,0 0 0 16,0-3-22-16,0 3-7 0,0 0-2 0,0-3 0 16,-1 3 50-16,1-2 9 0,0 2 3 0,-3 0 0 15,3-3-31-15,0 3 0 0,-3 0 0 0,3 0 0 16,0 0-19-16,-3 0-9 0,3-3-3 0,-3 3 0 16,3 0 31-16,-3-2 0 0,3 2 0 0,-6 0 0 0,3 0 20 15,3 0 11-15,0 0 1 0,-3 0 1 16,3 0-53-16,0 0-10 0,0 0-2 0,0 0-1 0,-3 0 33 0,3 2 0 0,-1-2 0 0,1 0 0 15,0 0 0-15,0 0 0 0,0 0 0 0,0 0 0 16,0 0 0-16,0 0 0 0,0 0 0 0,0 0 0 16,0 0 0-16,-3 0 0 0,3 0 0 0,0 0 0 15,0 0 0-15,-3 0 0 0,3 0 0 0,0 0 0 16,0 0-9-16,-3 0 9 0,3 0 0 0,0 0-9 16,0 0 9-16,-1 0-8 0,1 0 8 0,0 0-8 15,0 0 8-15,-3 0 0 0,3 0 0 0,0 0 0 16,0 0 0-16,-3 0 0 0,3 0 0 0,0 0 0 15,0-2 0-15,-3 2 0 0,3 0 0 0,0 0 0 16,0 0 0-16,0 0-8 0,0 0 8 0,0 0 0 16,-3 0 0-16,3 0 0 0,0 0 0 0,0 0 0 15,0 0 0-15,-4 0 0 0,4 0 0 0,0 2 0 16,-3-2 0-16,3 3 0 0,-3-3 0 0,3 3 0 16,-6-3 0-16,3 0 0 0,3 0 0 0,-3 2 0 15,3 1 0-15,-3-3 0 0,0 0 0 0,-3 0 0 16,6 3 8-16,0-3-8 0,-3 0 8 0,3 2-8 15,-3 1 0-15,3-3 0 0,-3 0-10 0,3 3 10 16,0-3 0-16,0 0 0 0,-3 0 0 0,3 0 0 16,0 0 0-16,-3 0 0 0,2 0 8 0,1 0-8 15,-3 0 0-15,3 0 0 0,0 0 0 0,0 0 0 16,0 0 8-16,0 0-8 0,0 0 0 0,0 0 0 16,0 0 0-16,-3 0 8 0,3 0-8 0,0 0 0 15,0 0 0-15,0 2 0 0,0-2 0 0,-3 3 0 16,3-3 0-16,0 0 0 0,0 2 0 0,0-2 0 0,-3 3 0 0,2-3 0 15,1 3 0-15,-6-3 0 0,3 0 20 16,3 2 2-16,0-2 0 0,-6 0 0 0,3 3-35 0,3-3-7 16,-6 0-2-16,6 0 0 0,-6 0 50 0,3 3 9 0,3-3 3 0,-6 0 0 15,6 0-20-15,-6 0-4 0,3 0-1 0,-3 0 0 16,6 0-6-16,-6 0-1 0,6 0 0 0,0 0 0 16,-3 0-8-16,-3 0 0 0,6 0 0 0,0 0 0 15,-3 0 0-15,-3 0 0 0,6 2 0 0,0-2 0 16,0 3 0-16,0-3 0 0,0 0 0 0,0 3 0 15,-1-3 0-15,1 0 0 0,0 0 0 0,0 0 0 16,0 0 0-16,0 0 0 0,0 0 0 0,0 0 0 16,0 0 0-16,0 0 0 0,0 0 0 0,-3 0 0 15,3 0 0-15,-6 0 0 0,6 0 0 0,0 0 0 16,-3 0 0-16,3 0 0 0,-3 0 0 0,-3 0 0 16,6-3 0-16,-6 3 0 0,3 0 0 0,0-3 0 15,0 1-11-15,-3 2-4 0,6-6-1 0,-3 4 0 16,0-6-24-16,-3 3-6 0,3-3-1 15</inkml:trace>
  <inkml:trace contextRef="#ctx0" brushRef="#br0" timeOffset="40129.424">15543 16582 1538 0,'0'0'32'0,"0"0"8"0,-3 3-32 0,-3 0-8 0,6-3 0 0,-6 0 0 15,6 0 112-15,-6 2 22 0,0 1 4 0,4 0 1 16,2-3-43-16,-6 2-9 0,6-2-2 0,-6 3 0 15,6-3-33-15,-6 5-8 0,3 1 0 0,0-1-1 16,0 0 17-16,0 0 3 0,0 3 1 0,0 0 0 16,3 0-52-16,0 3-12 0,0-1 0 0,0 4 0 15,0 2 0-15,0 5 0 0,3 0 0 0,0 3 0 16,0 2 0-16,0 3 0 0,3 3 0 0,0-3 0 16,-3-2-68-16,3-4-16 0,-1-1-3 0,1-4-1 15,0 1-88 1,0-6-19-16,0 0-3 0</inkml:trace>
  <inkml:trace contextRef="#ctx0" brushRef="#br0" timeOffset="40507.24">15755 16627 1337 0,'-3'-5'56'16,"3"0"-44"-16,-3 0 144 0,3 5 28 0,0-6 7 0,0 6 1 15,-3-5-52-15,3 5-9 0,0 0-3 0,0 0 0 16,-6 0-102-16,0 3-26 0,3-1 0 0,-3 6 0 15,3-2 0-15,3 4 0 0,-3 1 0 0,0 2 0 16,3 3 0-16,0 0 0 0,0 2 0 0,3 1 0 31,0 2-46-31,0-3-14 0,0 1-4 0,0-1 0 16,3-2 0-16,0 0 0 0,0-5 0 0,0 2 0 16,3-5 0-16,-1-3 0 0,-2-2 0 0,3-3 0 15,0-3 0-15,-3-2 0 0,3 0 0 0,0-6 0 0,0 0 52 16,-3-2 12-16,3 0 0 0,-3-3 0 0,0 0 99 0,0 3 22 0,-3-3 5 0,3 3 1 15,-3-3-50-15,-3 3-9 0,3 0-3 0,-3 2 0 16,-3 0 51-16,0 3 9 0,0-2 3 0,0 2 0 16,-3-3-103-16,-3 3-25 0,3 1 0 0,-3-4 0 15,3 3 56-15,-6 0 7 0,3-3 1 0,0 4 0 16,0 1-52-16,0-2-12 0,3 6 0 0,-2-4 0 16,-1 6 0-16,3 0 0 0,-3 0 0 0,0 0 0 15,3 6-48-15,-3-4-13 0,0 4-3 16,0 2 0-16,0-3-102 0,0 3-21 0,0 2-4 0</inkml:trace>
  <inkml:trace contextRef="#ctx0" brushRef="#br0" timeOffset="41835.78">15680 17077 763 0,'0'0'32'0,"0"0"-32"15,0 0 68-15,3 8 6 0,-3-2 2 0,0-6 0 16,0 5-8-16,3 0 0 0,-3-5-1 0,0 8 0 16,0-3 1-16,0 3 1 0,0-2 0 0,0 1 0 15,0-1-4-15,0 2-1 0,0 0 0 0,0 0 0 16,0 0-19-16,0-1-4 0,-3 1-1 0,3 3 0 16,-3-3-17-16,0 3-4 0,0-1-1 0,0 1 0 15,0-1-8-15,0 1-2 0,0-1 0 0,0 4 0 16,0-4-8-16,-3 3 0 0,3-2 0 0,-2 2 0 15,-1-2 0-15,0-1 8 0,0 4-8 0,0-6 0 0,0 2 0 0,3 1 0 16,-3-3 0-16,0 0 0 0,0 0-8 16,3 0-1-16,-3-3 0 0,3 0 0 15,-3-2-37-15,6-3-7 0,0 0-2 0,-3 5 0 16,3-5-7-16,0 0-2 0,0 0 0 0</inkml:trace>
  <inkml:trace contextRef="#ctx0" brushRef="#br0" timeOffset="42206.814">15802 17130 1337 0,'0'0'28'0,"0"0"6"15,0 0-34-15,0 0 0 0,0 0 0 0,0 0 0 16,0 0 58-16,0 0 5 0,0 0 1 0,0 8 0 16,0-3 0-16,0-5 0 0,0 6 0 0,-3-1 0 15,3-5 0-15,0 8 0 0,0-3 0 0,-3 3 0 16,3 0-16-16,0-3-2 0,-3 3-1 0,3 0 0 16,0 3-21-16,-3-3-4 0,3 2 0 0,0 1-1 15,0 0 14-15,-3 2 3 0,3-3 1 0,0 4 0 16,0-1-23-16,-3-3-5 0,3 4-1 0,0-4 0 15,-3 1-8-15,3 2 8 0,0-5-8 0,0 3 8 16,0-1-8-16,0-2 0 0,0 0 0 0,0 0 0 16,3 0 0-16,-3-3-9 0,0 3 9 0,3-3-13 15,-3 1-23-15,3-4-5 0,-3-2-1 0,6 6 0 16,-3-1-39-16,0-2-8 0,3-1-2 0</inkml:trace>
  <inkml:trace contextRef="#ctx0" brushRef="#br0" timeOffset="48753.774">16073 13857 1545 0,'0'0'32'0,"0"0"8"16,-6 3-32-16,6-3-8 0,-3 5 0 0,3-5 0 16,-6 3 96-16,0-1 18 0,6-2 3 0,-3 6 1 0,-3-4-56 0,3 4-11 0,3-6-3 0,-6 5 0 15,6-5-29-15,-3 5-7 0,3-5 0 0,-3 5-1 16,3 1-11-16,0-6 10 0,-3 5-10 0,3 3 10 15,0-8-10-15,0 0 0 0,3 5 0 0,-3-5 0 16,0 0 0-16,3 6 0 0,0-4 0 16,-3-2 0-16,6 0 0 0,0 0 0 0,0 0 0 0,-3-2 0 15,3-1 0-15,0 0 0 16,-3-2 0-16,3 2 8 16,-3-2 8-16,0 0 0 0,0-1 1 0,0 1 0 0,0 0 24 0,-3 0 5 0,3-1 1 0,-3 6 0 15,0 0-8 1,-3-5-2-16,3 5 0 0,0 0 0 0,-3-3-5 0,3 3-2 0,-6-5 0 0,0 5 0 15,6 0-12-15,-6-3-2 0,0 3-1 0,0 3 0 16,3-3-15-16,3 0 0 0,-6 3 0 0,0 2 0 16,3-2 0-16,-3 2 9 0,3 0-9 0,3 0 12 15,-3 3-21-15,3-2-4 0,0-1-1 0,3 0 0 16,0 3-34-16,0-5-6 0,0 2-2 0,3 0 0 16,-3 1 45-16,0-4 11 0,3 1 0 0,0-3 0 15,-3 3 0-15,0-3 0 0,3 0 0 0,-6 0 0 16,3 0 0-16,-3 0 0 0,3-3 0 0,-3 3 0 15,3-3 0-15,-3 3 0 0,0 0 0 0,3-2 0 16,-3 2 16-16,3-6 0 0,-3 4-1 0,0 2 0 16,3-5-3-16,-3-1 0 0,0 1 0 0,3 2 0 15,-3-2-12-15,0 2 8 0,0 3-8 0,3-5 0 16,0 0 0-16,0-3 0 0,3 3 0 0,-3-1 0 16,0-2 32-16,3 3 0 0,-3-3 0 0,3 0 0 15,-3-2-52-15,3 2-11 0,0-3-1 0,-3 3-1 16,2-2 1-16,1-1 1 0,-3 3 0 0,3-3 0 0,-3 1 76 15,3-1 15-15,-3 1 4 0,0-4 0 0,3 1-52 16,-3 0-12-16,3 0 0 0,-3-3 0 0,0 0 0 0,3-3 0 16,-3 4 0-16,-3-4 0 15,3 1-19-15,0 2-6 0,0 0-2 0,0 0 0 0,-3 0 27 0,3 0 0 0,-3 3 0 0,0 0 0 16,0-1 8-16,3 1-8 0,-3-3 8 16,3 3-8-16,-3 0 0 0,0-3 9 0,0 3-9 15,0-3 0-15,0 0 8 0,0 0-8 0,-3-2 0 0,3-4 0 16,-3 1 9-16,3 0-9 15,-3-5 0-15,0 2 9 0,0 0 3 0,0 0 0 0,-3 3 0 0,3-3 0 16,-3 3-12-16,3 0-12 0,-3 0 2 0,0 2 1 16,0-2 9-16,0 3 0 0,-3-4 0 0,3 4 8 15,-3-3-8-15,1-3 0 0,-1 0 8 0,0 0-8 16,-3 0 0-16,0 1 9 0,0-4-9 0,-3 3 0 16,0 1 14-16,-3 1-4 0,0 1-1 0,1 0 0 15,-4 3-1-15,0 2 0 0,0 0 0 0,-3 0 0 16,3 0-8-16,1 0 12 0,-1 3-12 0,0-3 12 15,3 0-12-15,0 0 12 0,0 0-12 0,-2-2 12 16,2 2-4-16,-3-3 0 0,0 4 0 0,0-4 0 16,-3 3-8-16,-2-2 12 0,-1-1-12 0,-3 1 12 15,0 2-12-15,3-3 0 0,-2 6 0 0,-1-3 8 16,0 3-8-16,3 0 0 0,1 2 0 0,-4-2 8 16,0 2-8-16,-3 1 0 0,-5-1 0 0,-1 1 8 15,3-4-8-15,-2 4 0 0,2-1 0 0,-3 1 8 16,3-1-8-16,4 0 0 0,2-2 0 0,-6 0 0 15,3 0 0-15,-5-3 0 0,-1 3 0 0,0-6 0 0,1 3 0 0,2 0 0 16,0-2 9-16,0-3-9 16,4 5 8-16,2-3-8 0,0 1 8 0,-3-1-8 0,1 3 8 0,-4-2-8 15,0 2 8-15,1-3-8 0,-4 4 0 0,6-1 8 0,0 0-8 16,1 0 0-16,2-3 8 0,0 1-8 16,3-1 8-16,-2-2-8 0,-4-3 0 15,0 1 9-15,-3-4-9 0,-2-2 0 0,2 2 8 0,3 1-8 0,0 0 0 0,-2-1 0 16,5 1 0-16,0 2 0 0,3 0 8 0,-2-2-8 15,-4 2 0-15,-3-3 0 0,0 1 0 0,-2-3 0 16,2 0 0-16,0-3 0 0,1-5 0 0,2 2 0 16,3 4 0-16,3-1 0 0,3 3 0 0,-2 0 0 15,-1 0 0-15,-3-1 0 0,0 1 0 0,1-2 0 16,-1-4 0-16,0-2 0 0,0-2-8 0,1-1 8 16,2 3 0-16,3 5 0 0,3 0 0 0,-3 1 0 15,6-1 0-15,1 3 0 0,2-3 0 0,0-2 0 16,0-1 0-16,3-2 0 0,0-3 0 0,0 1 0 15,3 4 0-15,-3 1 0 0,0 2 0 0,4-2 0 16,-1 5 0-16,3-3 0 0,0 0 0 0,0-2 0 16,3-3 0-16,0 0 0 0,0-3 0 0,6-2 0 15,-3 5 0-15,3 5 0 0,0 0 0 0,3 0-9 16,3 3 9-16,-3-3 0 0,3 1 0 0,-1-4 0 16,4 1 0-16,-3 0 0 0,3-6 0 0,0 3 8 15,0 5-8-15,0 0 0 0,3 3 0 0,0 3 0 16,0 2 0-16,5-3 0 0,-2 4 0 0,3-4-8 15,0 1 8-15,3-1 0 0,0-5 0 0,-1 3 0 0,-2 3 0 16,0 2 0-16,3 0 0 0,-6 0 0 0,3 6 0 0,-7 2 0 16,1 0 0-16,0 3 0 0,-3 2 0 0,0 1 0 0,0-1 0 15,-3 3 8-15,3-2-8 0,-3 4 0 16,-3-2 8-16,3 3-8 0,-1 0 0 0,4 0-12 0,-3 2 2 0,0-2 0 16,3 2 10-16,-3 0 16 15,3 1-4-15,-3-1-1 0,0 0-11 0,3 1 0 0,-3 2 0 0,0 0 0 16,0-3 0-16,2 3 0 0,-2 0 0 0,0 0 0 15,0 0 0-15,3 0 0 0,-3-3 0 16,0 3 0-16,0 0 0 0,0-2 0 0,0 2 8 16,0-3-8-16,0 3 0 0,3 0 0 0,-1-2 0 15,-2-1 0-15,0 0 0 0,0 1 0 0,0-1 0 0,0-2 0 16,0 2 0-16,0-2 0 0,3-1 0 0,-6 1 0 16,3 0 0-16,-3 0 0 0,3-1 0 0,-3 1 0 15,3-3-11-15,-1 3-1 0,-2-3 0 16,3 3 0-16,0-1 12 0,-3 1 0 0,3-3 0 0,-3 3 0 15,3-1 8-15,0-2 4 0,-3 1 1 0,3 1 0 16,0-2-13-16,-3 0 0 0,3 3 0 0,-3 0 0 16,0-3 0-16,3 3 0 0,-4-1 0 0,1-2 0 15,0 3 0-15,-3 0 0 0,3-1 0 0,-3 1 0 16,3 0 0-16,-3 2 0 0,0-2 8 0,0 0-8 16,0 2 0-16,-3-2 0 0,3 2 0 0,0-2 0 15,-3-1 0-15,3 4 0 0,3-3 0 0,-6-1 0 16,3 4 0-16,0-4 0 0,-3 4 0 0,3-4 0 0,-3 4 0 15,3-4 0-15,-3 1 0 0,0 5 0 0,0-3 0 16,0 3 0-16,0-5 0 0,0 5 0 0,0-2 0 16,0 2 0-16,-3-6 0 0,-3 4 0 0,6 2 0 0,-3-3 0 0,-3 0 0 15,0 3 0-15,0-2 0 0,3 2 8 16,-3 0-8-16,0 0 0 0,0 0 0 16,0 0 0-16,0 0 0 0,0 2 0 0,1-2-11 0,5 0-5 0,-3 6 0 0,3-6-1 15,-6 2 25-15,6-2 6 16,-3 6 1-16,0-1 0 0,3 0-15 0,0 3 0 0,3 0 0 0,0-3-10 15,3 3 10-15,-1-2-8 0,1-1 8 0,3 0-8 16,0 0 8-16,0-2 0 0,0 0 0 0,3-3 0 16,0 2 0-16,-3-2-8 0,0-2 8 0,3 2-8 15,-3-3 8-15,0 0 0 0,-3 1-9 0,2-1 9 16,1 0 0-16,-3-2 0 0,0 3 0 0,-3-1 0 16,3 0 0-16,-3 1 0 0,0-4 0 0,-3 6 0 15,0 0 0-15,0-2 0 0,0-4 0 0,0 6 0 16,0 0 0-16,-6-2 0 0,0-1 0 0,0 0 0 15,0 1 33-15,-3-1 11 0,3 3 3 0,-5 3 0 16,2-1-38-16,-3 1-9 0,0 0 0 0,0 2 0 16,0 0 16-16,0 3 0 0,0 0 1 0,0 3 0 15,3-1-17-15,0 1 0 0,1 2 0 0,2 0 0 16,3-2-10-16,0 2-6 0,0-2 0 0,0-1-1 16,3 4 8-16,3-6 9 0,-3-3-13 0,3 3 5 15,0-3 25-15,3 0 6 0,0-2 1 0,-1-3 0 16,1 0-42-16,3-3-8 0,0 1-2 0,3-1 0 15,-3-2 28-15,3-3 0 0,0 0 0 0,-3 0 0 0,0-3 22 16,0 3 3-16,-3-2 1 0,0-1 0 0,0 1-26 16,-3 2-20-16,2 0 3 0,-5-3 1 0,3 3 24 15,-3 0 4-15,0 0 2 0,0 3 0 0,-3-3-6 0,1 0-8 0,-1 3 11 16,0 0-11-16,0-1 8 0,-3 1-8 0,3 0 0 16,0 2 0-16,-3 0 0 0,0 1-12 0,0-1 0 15,0 3 0 1,6 0-98-16,-6 0-19 0,6 0-4 0</inkml:trace>
  <inkml:trace contextRef="#ctx0" brushRef="#br0" timeOffset="51472.83">17770 16196 566 0,'0'0'12'0,"0"0"2"0,0 0-14 0,0 0 0 0,0 0 0 0,-3 3 0 15,3-3 0-15,0 0 8 0,0 0-8 0,0 0 0 16,0 0 8-16,0 0-8 0,-6 2 0 0,6-2 0 15,0 0 49-15,0 0 4 0,0 0 1 0,-6 3 0 16,6-3 34-16,0 0 8 0,0 0 0 0,0 0 1 16,-6 3-14-16,6-3-3 0,0 0-1 0,0 0 0 15,-6 5-38-15,6-5-7 0,0 0-2 0,-3 5 0 16,3-5 26-16,0 0 5 0,0 0 1 0,0 0 0 16,0 0-27-16,0 0-5 0,0 0 0 0,0 0-1 15,0 0-19-15,0 6-4 0,0-6-8 0,0 0 12 16,6 2 8-16,-3 1 0 0,0-3 1 0,3 0 0 15,0 0-13-15,0 0-8 0,0-3 10 0,0 1-10 16,0-4 0-16,0 1 0 0,0-3 0 0,2 0 0 16,-2-2 37-16,3-1 2 0,0-5 0 0,3 0 0 15,0-2-31-15,-3-6-8 0,3 3 0 0,0-6 0 0,3 3 0 16,-3-2 0-16,3 0 0 0,2 2 0 0,-2-3 0 16,0 3 0-16,3 1 0 0,-3-1 0 0,0 0 0 0,3-2 0 15,-3-1 0-15,2-5 0 0,-2 3 0 0,-3-5 0 0,3-1 0 16,-3 1 0-16,0 0 0 0,0 2 0 15,0 3 0-15,-3-3 0 0,-3 0 0 0,2 1 0 0,-2-1 0 0,0-3 0 16,0 1 0-16,0-3 8 0,0 0-8 0,-3-3 8 16,3 3-8-16,-3 5 0 0,0-2 0 0,-3 0 0 15,0 2 0-15,0-3 0 0,0 1 0 0,-3-3 0 16,3 0 12-16,-3 0 2 0,0-5 0 0,3 5 0 16,-3 0-6-16,0 5 0 15,0-3-8-15,-3 1 12 0,3 0-12 0,-3-3 0 0,0-1 0 0,3-4 0 16,-2 5 36-16,2-3 5 0,-3 1 1 15,3-1 0-15,-3 3-19 0,3 0-4 0,-3 0-1 0,0-3 0 16,0 1 1-16,-3-1 0 0,3-3 0 0,-3-2 0 16,3 6 0-16,-3 2 0 0,0 0 0 0,-3-3 0 15,0 6-3-15,0-3-1 0,1 2 0 0,-1-4 0 16,-3 1 0-16,3-1 0 0,-3-1 0 0,0 0 0 16,0 3-4-16,0 6-1 0,0-1 0 0,1 0 0 15,-1 0-10-15,3 1-14 0,-3-1 3 0,0-3 1 16,3 4 33-16,0-4 6 0,0 1 2 0,3-1 0 15,0 4-12-15,1 2-3 0,-1 0 0 0,0 2 0 16,3 1-4-16,-3 2 0 0,3 3-1 0,-3-3 0 16,0-3-11-16,3 4 10 0,-3-4-10 0,0 1 10 0,0-1-10 15,3-2 8-15,-3 3-8 0,0-4 8 16,3 7-8-16,-2-1 0 0,-1 0 0 0,0 3 0 0,0 0 0 0,0 2 0 16,0 1 0-16,-3-1 0 15,3-2 0-15,-3 0 8 0,3 0-8 0,-3-3 0 0,0-3 0 16,3 1 0-16,-2-1 0 0,-1 1 0 0,3 0 0 0,-3 2 0 0,3 0-9 0,-3 0 9 15,0 3 0 1,3 0 0-16,-3 2 0 0,0-2 0 0,0 0 0 0,3 0 9 0,1 0 1 0,-4-1 0 16,0-1-10-16,3-1 0 0,0-3 0 15,0-2 0-15,0 3 0 0,0 2 0 0,3-3 0 0,-3 1 0 16,-3 2 0-16,3 0 0 0,-3 3 0 0,1-3 0 16,-1 6 0-16,0-3 0 0,0 2 0 0,-3-2 0 15,3 0 0-15,-3-3 0 0,0 0 0 0,0-2 0 16,3-1 0-16,-2 3 0 0,-1-5 0 0,0 6 0 15,3-4 0-15,0 6 0 0,-3 0 0 0,3 2 0 16,0-2 0-16,0 3-14 0,1-1 3 0,2 3 1 16,-3-2 10-16,3-1 14 0,0 3-3 0,0-2-1 15,0-1-10-15,0-2-14 0,3 0 3 0,-3 0 1 16,3 0 10-16,-3-1 16 0,3 1-4 0,-3 3-1 16,3-4-11-16,-2 4 0 0,-1-1 0 0,0 4 0 15,0-1 0-15,0-3 0 0,-3 6 0 0,3-3 0 16,0 0 0-16,-3 6 0 0,3-4 0 0,0 1 0 15,0 0 0-15,0 0 0 0,0-1 0 0,1 1 0 16,-1-3 0-16,0-2 0 0,-3 2 0 0,3-5 0 16,0 2 0-16,3 1 0 0,-3-3 0 0,0-1 0 15,3 4 0-15,0-3 0 0,0 5 0 0,0-3 0 16,0 1 0-16,0 2-14 0,0 3 2 0,0-3 0 16,3 0 12-16,-2 3 0 0,-1-1 0 0,0-1 0 0,3 1 15 0,-3-2 5 15,0 3 2-15,3-3 0 0,-3-2-35 0,0-1-7 16,3 1-2-16,-3-1 0 0,3-5 22 0,-3 3 0 0,3 0 0 0,0-3 0 15,-3 3 17-15,3 3 8 16,0-4 2-16,-3 4 0 0,3-3-27 0,-3 5 0 0,3-3 0 0,0 1 0 16,-1446-1 0-16,2892 3 0 0,-1449-2 0 0,0-1 0 15,3 1 0-15,-2-3 0 0,2 0 0 0,0-1 0 16,-3-1 0-16,0-1 0 0,3 0 0 16,-3-3 0-16,3 4 0 0,-3-1 0 15,3 0 0-15,-3 3 0 0,3 0 0 0,-3 0 0 0,3-1 0 0,-3 1 0 16,3 3 0-16,0-3 0 0,-3-1 0 0,3-1 0 15,0-1 0-15,3-3 0 0,-3-2 0 0,0 0 0 16,3 3 0-16,0-1 0 0,0 1 0 0,0 2 0 16,0 0 0-16,3 3 0 0,0 2 0 0,0-2 0 15,0 3 0-15,0-1 0 0,3 1 0 0,-3-4 0 16,0 4 0-16,3-3 0 0,0-3 0 0,-3 0 0 16,3 0 0-16,0 1 0 0,0-1 0 0,-3 3 0 15,3-1 0-15,0 4 0 0,-3-1 0 0,3 3 8 16,-3 1-8-16,-1 1 0 0,4 4 0 0,-3-1 0 15,0 1 0-15,3-1 0 0,0 3 8 0,-3 0-8 16,3 0 0-16,-3 3 0 0,3-3 9 0,-3 3-9 16,3 2 0-16,-3-2 0 0,3 2 0 0,-3-2 8 15,0 2-8-15,-3 3 0 0,6-3 0 0,-3 1 0 0,-3 2 0 16,6-3 9-16,-3 1-9 0,-3 2 0 0,6-3 0 16,-6 3 0-16,6-3 0 0,-3 1 0 15,3-1 0-15,-6 3 0 0,6-5 0 0,-3 2 0 16,0-2 0-16,3-1 0 0,-3 1 0 0,-1 0 0 0,1 0 0 0,0-3 0 0,0 0 0 15,0 0 0-15,0 0 8 16,0-3-8-16,0 1 0 0,-3 2 0 0,3-6 0 16,0 4 0-16,0-3 0 0,0-1 0 0,0-1 0 0,0 1 0 0,0 1 0 0,0 0 0 15,0 0 0-15,0-1 0 0,0 1 0 0,0 3 0 16,0-4 0-16,-3 6 0 0,3-2 0 0,0-1 0 16,-3 3 0-16,0 0 0 0,3 0 0 0,-3 1 0 15,0 1 0-15,3-2 0 0,-3 0 0 0,0 3 0 16,-3 0 0-16,3-1 0 0,0 1 0 0,-3 3 0 15,3-4 0-15,0 6 0 0,-3-2 0 0,3 2 0 16,0 0 0-16,0 0 0 0,0 0 0 0,0 0 0 16,0 0 0-16,0 0 0 0,0 0 0 0,-6-3 0 15,6 3 0-15,-3 3 0 0,3-3 0 0,-9 2 0 16,6 1-35-16,-3 2-1 0,3 0 0 0,-3-2 0 16,3 2 56-16,0 1 12 0,0-1 1 0,0 0 1 15,3-5-34-15,-3 6 0 0,-3 2 0 0,3-3 0 16,3-5 0-16,0 5 0 0,0-5 0 0,-3 5 0 15,3-5 0-15,0 0 0 0,0 0 0 0,0 0 0 16,0 0 0-16,0 0 0 0,0 0 0 0,0 0 0 16,0 0 0-16,0 0-9 0,0 0 9 0,0 0 0 15,0 0 0-15,0 0 0 0,0 0 0 0,0 0 0 0,6 0 0 16,-6 0 0-16,3-5 0 0,-3 5 0 16,3-3 0-16,-3 3 0 0,0 0 0 0,0-2 0 0,0 2 0 0,0-5 0 15,-6 2 8-15,3 0-8 0,3 3 9 0,-5-2-9 16,2-1 12-16,-3 3-12 0,6 0 11 0,-6 0-11 0,0 0 10 15,0 0-10-15,0 3 8 0,6-3-8 0,-3 2 0 0,-3 1 0 16,6-3 0-16,-6 5 0 0,3 0 0 0,0 1 0 16,3-6 0-16,-3 8 0 0,0 0 0 15,3-3 0-15,0 3 0 0,0-3-12 0,0 0 3 0,0-5 0 16,3 6-73-16,3-6-14 16,3 2-4-16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7:39.2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11004 5895 1956 0,'-12'-16'40'0,"0"3"11"0,0 0-41 0,0 0-10 0,0 2 0 0,-2 1 0 16,-1 2 71-16,-3 0 12 0,-3 0 2 0,-3 2 1 16,0 1-12-16,1 3-2 0,-4-1-1 0,0 3 0 15,0 3-57-15,3 2-14 0,-2 0 0 0,-1 6 0 16,3-1 0-16,3 6 0 0,0 3 0 0,-3 2 0 15,7 0 0-15,-1 3 0 0,3 0 0 0,0 2 0 16,3 1 0-16,0-1 0 0,0 0 0 0,3 4 0 16,3-1 0-16,3 2 0 0,-3 1 0 0,6 3 0 15,0-1 0-15,6 0 0 0,0 3 0 0,3-2 0 16,0-3 0-16,3-3 0 0,3-3 0 0,0 1 0 16,3-6-48-16,0-3-13 0,2-2-3 0,4-3 0 15,0-2 52-15,6-3 12 0,0 0 0 0,2-3 0 16,-2-2 0-16,3-1 8 0,0-2 0 0,-1-2-8 15,-2-6 0-15,-3 0 0 0,0-3-10 0,2-2 10 16,-2 0 0-16,0-3 0 0,3-3 0 0,-3-2 0 16,-1-3 49-16,-2 1 18 0,3-6 3 0,-6-1 1 0,0 1-13 15,-3-2-2-15,-4-1-1 0,-2-3 0 0,0 6-1 16,-6-2 0-16,0 1 0 0,-3 1 0 16,-3-2-18-16,-3-1-3 0,0-3-1 0,-6 1 0 0,-3 2-12 0,-3-2-4 0,-2 2 0 15,-4 3 0-15,-3 5-1 0,0 3-1 0,-6 3 0 16,1 4 0-16,2 4 0 15,-3 4 0-15,3-1 0 0,-3 4 0 16,1 3-62-16,-4 0-13 0,0 0-3 0,-3 3 0 0,4 4 52 0,-1 4 12 0,0 0 0 16,1 7 0-1,2 3-259-15,3 6-49 0</inkml:trace>
  <inkml:trace contextRef="#ctx0" brushRef="#br0" timeOffset="873.779">10861 7409 1805 0,'-21'-8'76'16,"0"3"-61"-1,1-1 83-15,-4 4 17 0,0-1 3 0,0 3 1 16,-3 3-33-16,4-1-6 0,-4 4-2 0,0 4 0 15,3 1-11-15,3-1-3 0,0 6 0 0,1 0 0 16,-1 3-51-16,3-1-13 0,0 1 0 0,3 2 0 16,0 0 0-16,0 3 0 0,4-3 0 0,-1 3 0 0,3 0 0 0,3-1 0 15,0 1 0-15,3 3 0 16,0-1-9-16,3 3 9 0,3 0 0 0,0 0-9 16,3 1-7-16,3-1 0 0,0 0-1 0,2 0 0 0,4-5-3 15,0-3-1-15,0-3 0 0,6 1 0 0,-3-6 5 16,6 0 2-16,-1-5 0 0,4 3 0 15,3-8 3-15,3 2 1 0,0-5 0 0,2-3 0 0,-2-2 10 0,3 0 0 0,-4-3 8 0,1-3-8 16,-3-2 0-16,0 0 0 16,-4-3 0-16,4-3 0 0,-6-2 0 0,3-3 0 0,0 0 0 0,-4 1 0 15,-2-1 56-15,-3 0 6 0,0 0 2 0,-6 0 0 16,0 1-52-16,-6 1-12 0,0-1 0 0,-3-1 0 16,-6 0 54-16,0 3 8 0,-3-3 2 0,-3 0 0 15,-3 0-52-15,-3 0-12 0,-3 1 0 0,-3 2 0 16,1 2 0-16,-1 3 0 0,0 0 0 0,-3 6 0 15,0 2 0-15,0 2 0 0,1 1 0 0,-4 2 0 16,-3 6 0-16,0 0 0 0,1-1 0 0,-4 9 0 16,3 0-108-16,0 2-24 0,3 3-4 0</inkml:trace>
  <inkml:trace contextRef="#ctx0" brushRef="#br0" timeOffset="1548.114">10778 8338 1780 0,'-12'-11'50'0,"-3"3"12"15,0 0-50-15,3 3-12 0,-3 2 0 0,0-2 0 16,3 5 56-16,-2 0 9 0,-1 2 2 0,-3 1 0 16,6 2-3-16,-3 1 0 0,3 2 0 0,-3 2 0 15,3 1-51-15,3-1-13 0,-2 4 0 0,2 2 0 16,0-1 0-16,0 1 0 0,3 0 0 0,0 3 0 16,0-1 20-16,3 3 0 0,-3 3 1 0,3 3 0 15,3-4-21-15,0 4 0 0,0 2-10 0,3 0 10 16,0 0-34-16,0 0 0 0,3 0 0 0,0 3 0 15,0-5-9-15,3-1-1 0,3-2-1 0,0-3 0 16,2-2-15-16,1-1-4 0,0-5 0 0,3 3 0 16,3-5 52-16,3-3 12 0,-1 0 0 0,1-3 0 15,3-2-8-15,0-1 8 0,0-2-13 0,-1-2 5 16,-2-1 8-16,0-5 9 0,0 0-1 0,-3 0-8 16,0-2 58-16,-1-4 5 0,1 1 1 0,-3-5 0 0,0 2 51 15,0-5 10-15,-3 2 3 0,0-7 0 0,-4 2-70 0,1-5-14 0,-3-3-2 16,-3 3-1-16,0 0-14 15,-3 0-3-15,-3 2-1 0,-3 1 0 16,0-3 33-16,-6 2 6 0,0 1 2 0,0-3 0 0,-5 2-52 0,2 3-12 0,-3-2 0 16,-3-1 0-16,0 6 0 0,0 3 0 0,0 2 0 15,-2 0 0-15,-4 3 0 0,0 5 0 0,0 0 8 16,-6 5-8-16,1 1-50 16,-1 4-13-16,-3 6-2 0,0 0-1 0,4 5-89 0,-1 6-17 0,3-1-4 0</inkml:trace>
  <inkml:trace contextRef="#ctx0" brushRef="#br0" timeOffset="2238.703">10751 9118 2030 0,'-12'-3'57'0,"3"1"14"0,-3 2-57 0,0 0-14 0,0 0 0 0,0 2 0 15,1 4 42-15,-4-1 6 0,0 0 0 0,0 3 1 16,0 0-27-16,0 0-6 0,3 3 0 0,0 2-1 15,0 0 31-15,1 0 6 0,-1 1 2 0,3 2 0 16,-3 2-35-16,3-2-7 0,0 2-2 0,0 1 0 16,3-1-10-16,-3 4 0 0,3-4 0 0,0 6 0 15,0 0 0-15,3 2 0 0,0 1 0 0,3 2 0 16,0 0 0-16,3 0 0 0,3 0 0 0,-3 0 0 16,6 0-10-16,-3-5-1 0,3 3 0 0,3-1 0 15,0-5-33-15,0 0-6 0,3-2-2 0,-3-1 0 16,5-4 27-16,-2-1 5 0,6-2 0 0,-3-4 1 15,6 1-21-15,-3-2-4 0,2-4 0 0,4-2-1 16,-3 0 61-16,3-5 12 0,-3 0 2 0,-1-3 1 16,1-3 1-16,-3 1 0 0,0-4 0 0,0-1 0 15,-3-1 26-15,-3-3 6 0,2-2 0 0,-2 0 1 16,0-3-1-16,-3 0 0 0,-3 0 0 0,3-5 0 0,-6 0 0 16,-3-5 0-16,0 2 0 0,0-2 0 0,-6 2-51 15,0 3-13-15,0 0 0 0,-3 0 0 0,-3 2 0 16,0 1 0-16,-3-3 0 0,-3 2 0 0,0 1 30 15,-3 2 3-15,1 3 1 0,-4-1 0 0,0 4-34 0,-3 2 0 0,-3 0-12 16,-2 6 3 0,2 2-40-16,-3 5-8 0,0 0-2 0</inkml:trace>
  <inkml:trace contextRef="#ctx0" brushRef="#br0" timeOffset="2805.29">14022 8957 2553 0,'-9'-3'108'16,"-3"0"-87"-16,0 1-21 0,-2 2 0 0,-1 0 0 0,-3 0 0 15,-3 2 48-15,-3 1 6 16,0 2 1-16,-2 1 0 0,-1 2-37 0,0 2-7 0,0 1-2 0,0-1 0 15,-5 6-9-15,2-3 0 0,-3 3 0 16,0 5 0-16,4-2 0 0,-1 5 0 16,3 2 0-16,3 1 0 0,3-1 0 0,7-2 0 0,2-3 0 15,3 6 0-15,6-6-20 16,3 0-2-16,3-3-1 0,6 4 0 16,3-4-13-16,5 1-4 0,4 2 0 0,0-3 0 0,6 1 40 0,0 2 0 0,5-2 0 15,1-1 0-15,-3 1 0 0,-3-3 0 0,3-1 0 0,-4 4 0 16,-2-6-8-16,0 0 8 0,-3-2 0 0,0 0 0 15,-6-1 0-15,-7-2 0 0,1 0 0 0,-6 0 0 16,-6 0-20-16,-3-3 4 0,-3 3 1 0,-5 0 0 16,-4 0 6-16,-3 3 1 0,-3-1 0 0,-6 3 0 15,-2-5 26-15,-4 3 6 0,-6 0 0 0,1-4 1 16,-4 4-25-16,3-3-12 0,1 3 0 0,-1-4 1 16,0 1 2-16,3-2 0 0,1-4 0 0,2 1 0 15,6 0-47-15,4-6-10 0,2 0-2 0</inkml:trace>
  <inkml:trace contextRef="#ctx0" brushRef="#br0" timeOffset="3230.843">14454 9221 2553 0,'-9'6'53'0,"3"-4"12"0,-3 1-52 15,3 0-13-15,-3 2 0 0,-3 0 0 0,0 0 54 0,-3 3 8 0,-2 3 2 0,-1 0 0 16,-3-4-52-16,3 7-12 16,-3-4 0-16,3 3 0 15,0 1 0-15,1-1 0 0,2 0 0 0,0 0 0 0,3 3 0 0,3 0 0 16,3 0 0-16,0 0 0 0,3 0 0 0,3 0 0 0,3 2 0 0,0-2 0 16,6 0 0-16,0-3 0 0,3-2 0 0,6-1 0 15,0-2 0-15,5-2 0 0,1-1 0 0,3-5 0 16,3-3 0-16,0-2 0 0,-1-3 0 0,-2 0 0 15,3-5 0-15,-6 2 0 0,-1-5 0 0,1 3 0 16,-3-3 0-16,0 0 0 0,-3 1 0 0,-3-1 0 16,-3 0 54-16,0 3 8 0,-4-3 2 0,-2 0 0 15,-3 0 0-15,0 0 0 0,-6-3 0 0,0 4 0 16,-3-7-52-16,-2 4-12 0,-1-3 0 16,-6 0 0-16,0-1 0 0,0 1 0 0,-6 3 0 0,0-1 0 15,-3 3 28-15,1 3 4 0,-4 0 0 0,0 2 0 16,0 1-52-16,0 4-9 0,1 1-3 0,-1 2 0 15,3 3-25-15,6 0-6 0,3 3-1 0,0 2 0 16,7 3-167-16,2 0-33 0</inkml:trace>
  <inkml:trace contextRef="#ctx0" brushRef="#br0" timeOffset="3525.932">15040 9131 2628 0,'0'0'75'0,"0"0"15"0,0 0-72 0,0 0-18 0,0 0 0 0,0 0 0 16,0 0 65-16,0 0 10 0,-3 8 1 0,0 0 1 15,-3 3-46-15,3 2-10 0,-3 0-1 0,0 0-1 16,0 3 14-16,1 3 3 0,2-1 1 0,-3 1 0 16,0-1-8-16,3 4-1 0,0-1-1 0,-3 5 0 15,3 1-42-15,-3 2-8 0,3 3-1 0,0 5-1 16,0-3 25-16,0 0 0 0,0 3 0 0,0 0 0 15,3-2 0-15,0-1 0 0,0 1 0 16,0 2 0 0,0-3-36-16,0 3-3 0,0 0 0 0,3 0 0 0,-3-2-20 0,3-6-4 15,0 0-1-15,0 0 0 0,0-5-102 0,0 0-21 16,0-1-4-16</inkml:trace>
  <inkml:trace contextRef="#ctx0" brushRef="#br0" timeOffset="3859.561">14978 9322 2432 0,'-9'-19'51'0,"3"1"10"16,3-1-49-16,0 1-12 0,3 2 0 0,0 0 0 0,0 0 80 15,6 6 12-15,0-4 4 0,0 4 0 0,6-1-26 0,0 3-5 0,2 0-1 0,4 3 0 16,3 0 0-16,3 2 0 0,3 0 0 15,0 3 0-15,-1 0-51 0,1 3-13 16,3 2 0-16,-3 3 0 0,-1 0 9 0,-2 3-1 16,0 2 0-16,-3 0 0 0,3 3-8 15,-3 0-11-15,-1 0 3 0,1 2 0 0,-3-2 8 0,-3 3 0 0,-3-3 0 0,-6 2 0 16,0-2 0-16,-6 0 0 0,-3 0 0 0,-6 2 0 16,0 1 0-16,-6-1 0 0,-3 1 0 0,-3 2 0 15,-2-2 0-15,-1-1 0 0,-3 1 0 0,-6-1 0 16,0-5 0-16,-5 3 0 0,-1-2 0 0,-3-4 0 15,7-5 0-15,2 1 0 0,0-1 0 0,0-5 0 16,7 0-180-16,-4-3-33 16,6-2-7-16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7:57.0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17273 6499 1128 0,'0'0'48'15,"-6"5"-39"-15,-3-2 50 16,3 2 9-16,-3-3 3 0,-3 1 0 0,3 0 9 16,-3-1 3-16,-3 1 0 0,3 0 0 15,-2-1-3-15,2-2-1 0,-3 0 0 0,-3 3 0 16,3-3-1-16,-3 0 0 0,0 3 0 0,0-3 0 0,1 2-26 16,-4-2-6-16,0 0-1 0,-3 0 0 0,0 0-15 0,-3-2-3 15,-2-1-1-15,-7 0 0 0,0 1-7 0,-2-1-2 0,-4 0 0 16,-3 1 0-16,-5-1-1 0,-1-2 0 0,-3 0 0 0,-5 2 0 15,-1 0 10-15,1-2 2 0,-1 5 0 16,-8-3 0-16,2 1-15 0,-2-1-2 0,-4 0-1 16,-5 1 0-16,3-1-10 0,-1 0 0 0,1 3 0 0,-12-2 0 15,8 2 0-15,-5 0 0 0,-1 0-8 16,-5 0 8-16,6 0-12 16,-4 0 1-16,1 0 1 0,-9 0 0 0,12 0 10 15,-4 0 0-15,1 0 0 0,-6 0 0 0,8 0 8 0,1 0 4 0,0 0 1 0,-10 0 0 16,10-3-13-16,0 3 0 0,-4 0 0 0,-8-3 0 15,12 3 0-15,-4-2 0 0,4 2 0 0,-12-3 0 16,11 1 0-16,4-1 0 0,-6 0 0 0,-7 1 0 16,13-1 0-16,0 0-16 0,-1 1 1 0,-8-1 1 15,9-2 14-15,-1 2 0 0,-2-2 0 0,-3 2 0 16,5-2 10-16,-2 0 5 0,3-1 1 0,-10 1 0 16,7 0-16-16,0-1 0 0,-4 1 0 0,-8 0 0 15,12-3 0-15,-4 3 0 0,-2-1 0 0,-9 1 0 16,12 0 0-16,-1-1 0 0,-2 4 0 0,-6-4 0 15,5 1-10-15,4 3 10 0,-3-4-8 0,-7 4 8 16,10-1-12-16,-3-2 2 0,3 2 1 0,-10 3 0 16,10-3 9-16,-3 1 0 0,2 2 0 0,-8 0 0 0,9 0 0 15,2 0 0-15,-2 0 0 0,-9 0 0 0,12 2 0 16,-1-2 8-16,1 3-8 0,-6-3 11 16,5 3-11-16,1-3 0 0,-1 2 0 0,-5 1 0 15,6 0 0-15,2-1 0 0,1 1-12 0,-9 0 12 0,11-1-12 16,1-2 12-16,3 3-12 0,-10-3 12 0,10 0-10 0,2 0 10 15,-2 0 0-15,0-3-9 0,2 1 9 0,4-1 0 16,-1 0 0-16,-5 1 0 0,8-1 0 0,1 0 0 0,-4 1 0 16,1-1-8-16,5 0 8 0,4 1 16 0,2-4-4 0,-5 1-1 15,5 0-25-15,-2-3-5 0,-1 3-1 0,-2-3 0 16,5 2 32-16,4-2 7 0,2 3 1 0,-3 0 0 16,4 0-20-16,-1-1 0 0,4-2 0 0,-7 3 0 15,9 0 0-15,4-1 0 0,-1 4 0 0,0-3 0 16,1-3 0-16,2 2 0 0,-3-2 0 0,1 3 0 15,-1 0 0-15,3 2 0 0,1-2 0 0,-4 2 0 16,6 1 0-16,0-1 0 0,-2 0 0 0,2 1 0 16,-3 2-17-16,1-3-7 0,-1 3-2 0,0 0 0 15,3 0 26-15,7 3 0 0,2-1 0 0,0 1-8 16,6 0 8-16,3-1 0 0,4 3 0 0,2-2 0 16,0 2 0-16,6 1 0 0,3-4 0 0,-3 6-8 15,6-2 8-15,-3 2 0 0,3-3 0 0,-3 5 0 16,3-10 0-16,0 8 0 0,0-2 0 0</inkml:trace>
  <inkml:trace contextRef="#ctx0" brushRef="#br0" timeOffset="583.98">4753 6305 2631 0,'0'0'116'0,"0"0"25"0,0 6-113 0,0-1-28 16,-3 0 0-16,3 1 0 0,0-1 8 0,0 0-8 0,0-5 0 15,0 5 9 1,0 1-9-16,0-6 0 0,0 8 9 0,0-3-9 0,0-5 0 16,3 5 9-16,-3-5-9 0,0 6 0 0,0-6 11 0,3 8-11 0,-3-8 10 0,3 5-10 15,-3 3 0-15,3-3 8 0,0-2-8 0,-3 5 0 16,0-3 0-16,-3 3 11 0,0-3-11 0,-3 3 10 15,3 0-10-15,0-3-11 0,0 3 3 0,0 0 0 16,3 0 8-16,-3 3 0 0,6-3 0 0,-6 2 0 16,3-2 0-16,0 3 0 0,0-1 0 0,0-2 0 15,-3 3 0-15,3 2 0 0,3-5 0 0,-3 5 0 16,0 0 0 0,0 1 0-16,0-1 0 0,0 0 0 0,0 3 0 0,0 0 0 0,0 0 0 15,0 2 0-15,-3-2 0 0,3 0 0 0,0 3 0 0,-3-4 0 16,3 1 0-16,-3 0 0 0,0 3 0 0,3-3 0 15,0-1 0-15,0 4 0 0,3-3 0 0,-3 2 0 16,0-2 0-16,0 3 0 0,-3-1 0 0,3 1 0 16,-3-1 0-16,3 4 0 0,0-1 0 0,0 0 0 15,-3 0 0-15,3 0 0 0,0 0 0 0,-3 3 0 16,3-5 0-16,-3-1 0 0,3 3 0 0,-3-2 0 16,3-1 0-16,0 1 0 0,-3-1 0 0,3 1 0 15,-3 0 0-15,3-4 0 0,0 1-9 0,0 3 9 16,0-3 0-16,0 2 0 0,-3 1 0 0,3-1 0 15,-2 1 0-15,2-1 0 0,-3 3 0 0,3 1 0 16,0-6 0-16,0 5 0 0,3-5 0 0,-6 2 0 0,3-2 0 16,-3 0 0-16,0-3 0 0,3 3 0 0,0 0 0 15,-3-3 0-15,3 3 0 0,-3 0 0 16,3-3 0-16,-3 0 0 0,6 3 0 0,-6-3 0 0,3 3 0 16,-3 0 0-16,0-3 0 0,0 3 0 0,3 0 0 15,-3 0 0-15,3-3 0 0,-3 3 0 0,0-3 0 0,3 1 0 0,-6-1 0 16,3 0 0-16,3 0 0 0,-3-2 0 0,0-1 0 15,0 1 0-15,0 0 0 0,0-4 0 0,0 1 0 16,3 0 0-16,-3 0 0 16,0 0 0-16,0-2 0 0,3 1 0 0,-3-1 0 0,0-1 0 0,0 0 0 15,0 1 0-15,0-4-9 0,3 4 9 0,-3-1 0 0,-3 3 0 16,0-3 0-16</inkml:trace>
  <inkml:trace contextRef="#ctx0" brushRef="#br0" timeOffset="1798.055">5709 8115 2638 0,'0'0'235'0,"0"0"-188"0,0 0-39 0,0 0-8 0,0 0 0 0,0 0 0 15,0 0 0-15,11 0 0 0,1 3 0 0,9-3 0 16,3 0 0-16,9 0 0 0,2-3 0 0,10 3 0 16,-3-2-8-16,2-1 8 0,4 0 0 0,3 1 0 15,-1-4 0-15,7 4-8 0,-1-1 8 0,4 0 0 16,-1 1 0-16,1-1 11 0,-3 1-2 0,8-1 0 16,-5-2-9-16,5-1-16 0,-2 4 4 0,5-4 1 15,-2 4 11-15,-1-4 16 0,0 4-4 0,4-4-1 16,-7 4-11-16,4-1-12 0,-7 1 2 0,7-1 1 15,-1-2 9-15,-2 2 0 0,5-2 0 0,1-1 0 16,-4 1 0-16,1 2 12 0,-1-2-2 0,7 2-1 16,-10-2-9-16,4 3 0 0,-4-4-12 0,10 1 12 15,-10 0 0-15,7-1 0 0,-4-2 0 0,10 1 0 16,-7 1 0-16,1-2 0 0,-1 0 8 0,3 0-8 16,-5 0 0-16,-1-2 0 0,1 2 0 0,2-3 0 0,-2 3 0 0,-1-2 0 15,1-1 0-15,5 3 0 0,-2 0 0 0,-4 0 0 16,4 1 0-16,2-4 0 0,-8 3 0 15,2 0 0-15,-2 0 0 0,5 0 0 0,-5 3 0 0,2 0 0 0,1-1 0 16,2 1 0-16,-3 0 0 0,1-1 0 16,-4 1 0-16,4 0 0 0,-7 0 0 0,4-1 0 0,-6 1 0 15,8 2 0-15,-5-2 0 0,-1 2 0 16,7 1 0-16,-4-1 0 0,-2-2 8 0,-4 2-8 16,1 1 0-16,2-1 8 0,-2 3-8 0,-1-3 8 0,1 1-8 0,5 2 8 15,-8-3-8-15,3 0 0 16,-1 1 9-16,1 2-9 0,-4 0 0 0,1-3 9 0,-1 3-9 0,7 0 0 15,-9-3 12-15,5 1-4 0,-2 2 0 0,2-3-8 16,-5 3 0-16,-1 0 0 0,1 0 0 0,3 0 0 16,-4 0-16-16,1 0-1 0,-1 0 0 0,4 0 0 15,-6 0 29-15,2 0 7 0,-2 0 1 0,2 0 0 16,-5 0-32-16,3 3-7 0,-4-3-1 0,7 0 0 16,-6 2 34-16,-1 1 6 0,1-3 2 0,0 3 0 15,-1-3-35-15,-2 2-7 0,3-2-2 0,-1 3 0 16,1 0 22-16,0-1 0 0,2-2 0 0,1 3 0 15,-7 0 15-15,1-1 7 0,0-2 2 0,-4 3 0 16,4-3-39-16,0 2-7 0,-1 1-2 0,1 0 0 16,0-3 24-16,0 5 0 0,-4-2 0 0,4-1 0 15,0 1 0-15,-4-3 0 0,4 3 0 0,3-1 0 0,-1 1 16 16,-2 0 8-16,3 2 2 0,-1-3 0 0,-2 1-26 16,0 0 0-16,-1-1 0 0,1 1 0 15,0 0-16-15,2 2-8 0,1-2-1 0,0 2-1 16,-1 0 40-16,-2-2 8 0,-1 2 2 0,4 0 0 0,0 1-39 15,-1-1-7-15,4 0-2 0,-3-2 0 0,-1 2 40 16,1 1 8-16,-3-1 2 0,2 3 0 16,-2-3-18-16,3 0-8 0,-1-2 8 0,1 2-8 0,0 1 0 0,-1-1 0 15,1 0 0-15,0 3 0 0,-4-3 0 0,1 1 0 0,-3 2 0 16,5-3 8-16,-2 0-8 0,0 1 0 0,2-1 0 16,1 0-11-16,-3 0 11 0,-4 3 0 0,1-2 0 0,3-1 0 15,-4 0 0-15,4 1 0 0,0-1 0 0,-1 0 0 16,-2-2 0-16,0 2 0 0,-1 0 0 0,1-2 0 15,-3 2 0-15,-3-2 0 0,-1 2 0 0,1-2 0 16,0 2-19-16,0-2-8 0,-1-1-1 16,1 1-1-16,0 0 48 0,0-3 9 0,-4 0 3 0,1 2 0 15,-3-2-23-15,0 0-8 0,-4 3 0 0,1-3 9 16,3 3-34 0,-3-3-7-16,0 0-2 0,-1 0 0 0,1 0 78 0,0 0 16 0,-3 0 4 0,3 0 0 15,-3-3-72-15,-1 3-15 0,1-3-2 0,-3 1-1 16,3 2 26-16,-3-3 0 0,0 0 0 0,0 1 0 15,-4-1 0-15,1 0 0 0,0-2 0 0,-3 3 0 16,0-1 0-16,0 0 8 0,3 1-8 0,-3-4 0 16,-3 1 8-16,3 0-8 0,-1-1 8 0,1 1-8 15,-3-3 18-15,3 0-1 0,0 0 0 0,-3 0 0 16,3-2-17-16,-3-1 0 0,0 1 0 0,0-1 0 16,0-2 0-16,0 0 0 0,0-1 0 0,-1 1 0 15,-2-3 0-15,3 3 0 0,0 0 0 0,0-3 0 0,-3 0 8 0,3 0 0 16,0 0 1-16,-3-2 0 0,3-1 6 0,-3 1 1 0,3-3 0 15,-3-1 0-15,3 1 2 0,-3-3 1 16,0 1 0-16,0-1 0 0,-1-3 1 0,1 1 0 16,0-1 0-16,-3-2 0 0,3 3-5 0,-3-1-1 0,0 4 0 15,0-4 0-15,0 3-2 0,0-2-1 0,-3 2 0 0,3-2 0 16,-3-1 1-16,0 1 1 16,0-1 0-16,0-2 0 0,-3 3 0 15,3-1 0-15,-3 1 0 0,0 2 0 0,0 0-4 0,0 0-1 0,0 0 0 0,-3 3 0 16,3-3-8-16,0 3 0 0,0 3 0 0,-3-6 0 15,3 3 0-15,1 0 0 0,-1-3-10 0,-3 0 10 16,3-2-26-16,0-1 1 0,-3 1 0 0,0-3 0 16,3-1-115-16,-3 1-22 15,0-2-5-15</inkml:trace>
  <inkml:trace contextRef="#ctx0" brushRef="#br0" timeOffset="54195.305">17633 8586 1545 0,'0'0'32'0,"3"-5"8"15,-3 0-32-15,0-1-8 0,3 1 0 0,-3 5 0 16,0-5 106-16,3 0 19 0,-3-1 4 0,3 1 1 16,-3 5-30-16,0-5-5 0,0 5-2 0,0 0 0 15,0 0-16-15,0 0-3 0,0 0-1 0,0 0 0 16,0 0-14-16,0 0-3 0,0 0-1 0,0 0 0 15,0 0-27-15,-6 5-6 0,0 0-1 0,0 3 0 16,0 3-21-16,0 5 8 0,0-1-8 0,0 4 0 16,3 2 0-16,-3 6 8 0,0-1-8 0,3 3 0 0,0-2 0 0,3-1-10 15,-3-2 1-15,3 0 0 16,3-3-26-16,0-3-5 0,3 1 0 0,0-3-1 16,0 0 3-16,3-6 1 0,0 1 0 0,0-1 0 0,3-4 21 15,-3-1 5-15,3-2 1 0,3-1 0 0,-4-2 10 0,1-5-10 0,3 0 10 16,-3-1-10-16,3-4 1 15,-3 2 0-15,0-3 0 0,0-2 0 16,-3 3 26-16,3-4 6 0,-4 1 1 0,1-3 0 0,0 3 12 0,0-6 4 0,-3 4 0 0,0-4 0 16,0 1 17-16,-3-1 4 0,3 1 1 0,-6-1 0 15,3 3-48-15,-3 3-14 0,0 0 0 0,0 5 8 16,0 0 44-16,-3 0 10 0,0 3 2 0,3 5 0 16,0 0-52-16,-3 5-12 0,-3 0 0 0,0 6 0 15,3-1 0-15,0 6 0 0,0 0 0 0,0 3 0 16,3-1 0-16,0 1 0 0,3-1 0 0,0 1 0 15,3-1-48-15,0 1-13 0,3-3-3 0,0 2 0 16,0-2 0-16,3-3 0 0,0 0 0 0,3-2 0 16,0-3 52-16,2 0 12 0,-2 0 0 0,3-3 0 15,-3-2 0-15,3-3 0 0,-3 0 0 0,0 0 0 16,2-3 0-16,1-2 0 0,-3-3 0 0,-3 0 0 16,0 0 54-16,0-3 14 0,-3-2 2 0,0 0 1 15,0 0-63-15,0-3-8 0,-3-3-9 0,0 1 9 16,-3-3 38-16,0-3 15 0,0-3 3 0,-1 1 1 15,1 2-34-15,0-2-7 0,-3 2-2 0,0 3 0 16,0-1-14-16,0 1-8 0,-3 5 8 0,0 1-13 16,1-1 23-16,-4 2 5 0,0 1 1 0,0 3 0 0,0-1-16 15,0 3 0-15,-3 0 0 0,3 3 0 16,-3 2-82-16,3 1-13 0,-3-1-2 0</inkml:trace>
  <inkml:trace contextRef="#ctx0" brushRef="#br0" timeOffset="54834.417">18338 8869 1824 0,'0'0'76'0,"0"0"-60"15,0 0 140-15,0 0 29 0,0 0 6 0,0 0 1 16,0 0-52-16,-3 6-9 0,3-6-3 0,-6 5 0 16,3 3-76-16,0 0-15 0,0 0-3 0,0 0-1 15,3 2-1-15,-2 1-1 0,-1-1 0 0,3 1 0 16,-3 5-15-16,0-3-2 0,3 6-1 0,-3-1 0 16,3 3 1-16,-3 1 0 0,3 1 0 0,0 1 0 15,0-3-6-15,-3 3 0 0,3 0-8 0,0-3 12 16,0 0-12-16,-3-2 0 0,3-1 8 0,0-2-8 15,0-3 0-15,-3 1 0 0,3-1 0 0,0-3 0 16,0-2 28-16,0 3-1 0,0-3 0 0,0 0 0 16,0-3-73-16,0-5-14 0,0 0-4 0,3 5 0 15,-3-5 0-15,3 3 0 0,0 0 0 0,3-3 0 16,0 0-157-16,2-6-32 0</inkml:trace>
  <inkml:trace contextRef="#ctx0" brushRef="#br0" timeOffset="66767.153">17636 8298 1033 0,'0'0'21'0,"0"0"6"0,0 0-27 0,0 0 0 0,0 0 0 0,0 0 0 16,0 0 64-16,0 0 8 0,-3-3 2 0,3 3 0 15,0 0-18-15,0 0-4 0,-6-2-1 0,6 2 0 16,0 0-6-16,0 0-1 0,0 0 0 0,-6-3 0 16,6 3-4-16,0 0-2 0,0 0 0 0,-6 0 0 15,6 0 1-15,-6-3 0 0,6 3 0 0,-9 0 0 16,9 0 9-16,-6-2 1 0,0 2 1 0,6 0 0 16,-6 0 3-16,-3 0 1 0,9 0 0 0,-6 2 0 15,0-2-9-15,6 0-1 0,-9 3-1 0,9-3 0 16,-5 0-12-16,5 0-3 0,-6 3 0 0,6-3 0 15,0 0 12-15,-6 2 3 0,6-2 0 0,0 0 0 16,-6 0-35-16,6 0-8 0,0 0 0 0,0 0 0 16,0 0 0-16,0 0 0 0,0 0 0 0,0 0 0 0,0 0 53 15,0 0 9-15,0 0 2 0,0 0 0 0,0 0-52 0,0 0-12 0,0 0 0 16,0 0 0 0,0 0 0-16,0 0 0 0,0 0 0 0,0 0 0 15,0 0 9-15,3 3-1 0,3-3 0 0,0 0 0 16,0 2 1-16,-1-2 0 0,4 3 0 0,0-3 0 0,0 0-9 15,3 0 0-15,0 0 0 0,0 0 8 0,0 0-8 0,3 0 0 0,0 0 0 0,0 0 0 16,2 0 0-16,1 0 0 0,0 0 0 0,3-3 0 16,-3 1 8-16,0 2-8 0,3-3 0 15,-1-2 8-15,4 2-8 0,-3 1 0 0,3-1 0 0,3-2 0 16,-4 2 0-16,4 3 0 0,-3-3 8 0,0 1-8 16,0 2 0-16,-4-3 0 15,1 3 0-15,0 0 0 0,-6 0 0 0,3-3 8 0,-3 3-8 0,0-2 0 16,-3 2 0-16,-1 0 0 0,1-3 8 0,0 3-8 15,-3 0 0-15,0-2 0 0,0 2 0 0,0 0 8 16,-3 0-8-16,3 0 8 0,0 0-8 16,-3 0 8-16,0 0-8 0,0 2 10 0,0-2-10 0,0 0 10 15,0 0-10-15,-1 3 8 0,-2-3-8 0,3 0 8 16,-3 2-8-16,-3-2 0 0,6 0 0 0,-3 3 0 16,3-3 0-16,-6 0 0 0,3 0 0 0,0 3 0 15,3-3 0-15,-6 0 0 0,3 0 0 0,-3 0 0 16,0 0 0-16,6 0 0 0,-6 0 0 0,0 0 0 15,3 2-71-15,-3-2-16 0,0 0-3 0</inkml:trace>
  <inkml:trace contextRef="#ctx0" brushRef="#br0" timeOffset="70608.913">18913 8081 2030 0,'0'0'57'0,"-6"0"14"0,0 0-57 0,-3-3-14 0,3 3 0 0,0 3 0 15,-3-3 54-15,0 3 8 0,-3 2 2 0,0 0 0 16,0 3 0-16,-2 3 0 0,-1-1 0 0,-3 6 0 16,0 3-44-16,0 2-8 0,3 3-1 15,-3 5-1-15,4 2-10 0,-1 4-14 0,3 5 3 0,0-1 1 16,0 4 10-16,6 2 0 0,-3 0 0 0,6 5 0 16,-3-3 0-16,3 6 0 0,3 0 0 15,0 5 0-15,0-2 0 0,0 0 0 0,3-1 0 0,0 3 0 16,3-5 0-16,3-2 0 0,0-1 0 0,0 0 0 15,0-5 49-15,3-3 12 0,0-2 3 0,2 0 0 16,-2 0 0-16,0-3 0 0,3 0 0 0,-3 0 0 16,0-6-39-16,3-4-7 0,-3-3-2 0,3-6 0 15,-3 1-4-15,-1-6-2 0,-2 0 0 0,3-5 0 16,0 0-10-16,0-3 0 0,0-2 9 0,0 0-9 16,0-6-19-16,0 0-8 0,0-2-1 0,0-3-1 15,-4-2-205-15,1-1-41 0</inkml:trace>
  <inkml:trace contextRef="#ctx0" brushRef="#br0" timeOffset="71400.656">19437 8052 2310 0,'0'-13'48'0,"3"-1"11"0,-3 4-47 0,0-4-12 0,0 4 0 0,-3-1 0 16,3 1 104-16,-3 2 20 0,-3 0 3 0,0 3 1 16,3-1-52-16,-3 1-9 0,-3 2-3 0,3 3 0 15,-3 3-51-15,-3 2-13 0,3 6 0 0,-6-1 0 16,3 6 8-16,-2 0 0 0,-1 3-8 0,0 5 12 16,0-1-12-16,0 4-8 0,3-1 8 0,-3 6-13 15,6 5 13-15,0 0 0 0,0 5 0 0,1 3 0 16,5-5 0-16,0 0 0 0,3-3 0 0,-3 5 0 15,6 1 0-15,-3 2 0 0,3-1 0 0,-3 4 0 16,3-6 0-16,-1 1 0 0,1-1 0 0,-3 3 0 16,3-5 0-16,-6-1 0 0,3 1 0 0,-3 0 0 15,1 2 0-15,-4-2 0 0,0 2 0 0,0 1 0 16,-3-9 0-16,3-2 0 0,-3-1 0 0,0-4 0 16,0-1 0-16,0-4 0 0,-3-1 0 0,3 3 0 15,-3-6 0-15,0 1 0 0,0 2 0 0,1-5 0 16,2 0 0-16,-3-3 0 0,3 0 0 0,-3-2 0 15,3-4 0-15,0-1 0 0,0-1 0 0,0-2 0 16,0-3-113-16,0-3-20 0,0-2-4 0</inkml:trace>
  <inkml:trace contextRef="#ctx0" brushRef="#br0" timeOffset="71611.519">18949 8877 1824 0,'0'-8'76'15,"3"0"-60"-15,-1 1 89 0,1 1 19 0,0 1 3 0,0 0 1 16,0-1-16-16,3 4-4 0,-3-4 0 0,3 4 0 16,0-4-46-16,0 4-10 0,0-3-1 0,6 2-1 15,-3-2-22-15,3 2-4 0,0-2 0 0,0 2-1 16,3 0-23-16,-1-2 0 0,4 2 0 0,3-2 0 16,0 2-8-16,0-2-7 0,3 0-1 0,2 0 0 15,1 2-170-15,0-2-34 16,0 2-8-16</inkml:trace>
  <inkml:trace contextRef="#ctx0" brushRef="#br0" timeOffset="75290.093">19440 9155 1968 0,'3'-16'41'0,"-3"11"9"15,0-3-40-15,3 3-10 0,-3-3 0 0,3 3 0 16,-3-3 125-16,3 2 23 0,-3 1 5 0,0 0 1 16,0 5-72-16,0-3-14 0,0 3-4 0,0 0 0 15,0 0 0-15,0 0 0 0,0 0 0 0,0 0 0 16,0 0 0-16,-6 5 0 0,3-2 0 0,-3 8 0 0,0-1-51 0,-3 3-13 0,3 3 0 0,-3 0 0 15,3 3 0-15,0-1 0 0,0 1 0 0,0-3 0 32,3 2-48-32,-3 1-13 0,3-3-3 0,0-1 0 0,3-1 52 0,0 1 12 15,0-1 0-15,0-1 0 0,3-2 0 0,-3-1 0 0,3-2 0 16,0 0 0 0,0-5-54-16,0 2-8 0,3-2-2 0,0-3 0 15,-3 0 52-15,3-3 12 0,0-2 0 0,0-1 0 0,0-2 0 0,3 0 0 16,-3 3 0-16,3-3 0 0,-3 0 0 0,0-2 0 0,2 2 0 15,-2 0 0-15,0-3 48 0,0 3 13 0,-3 0 3 16,3 0 0-16,-6 1-52 0,3-1-12 0,0 2 0 0,0 1 0 16,-3 5 0-16,0 0 0 0,0-5 0 0,0 5 0 15,0 0 54-15,0 0 8 0,0 0 2 0,0 0 0 16,0 0-103-16,3 8-20 0,0 0-4 0,0 0-1 16,0-1 52-16,3 4 12 0,0 0 0 0,0-1 0 15,3 1 0-15,0-1 0 0,0 1 0 0,0 0 0 16,3-1-54-16,-1 1-8 0,4-3-2 0,-3 0 0 15,0 0 52-15,3-3 12 0,0 0 0 0,-3-2 0 16,0-1 0-16,0-2 0 0,0 0 0 0,-4-2 0 16,4-4 48-16,-3 4 13 0,0-6 3 0,0 3 0 15,-3-3-52-15,0 0-12 0,0 0 0 0,-3 0 0 16,0-3 53-16,0 1 8 0,0-4 2 0,0 4 0 16,-3-3-50-16,0-1-13 0,3 4 0 0,-6-3 0 0,3-1 43 15,0-2 3-15,-3 1 1 0,3-1 0 0,-3 0-38 0,0 3-9 0,3-3 0 16,-3 3 0-16,0-1 0 15,0 4-11-15,0-1 3 0,0 3 0 16,3 6-74-16,0 2-14 0,0 0-4 0,0 0 0 16,0 0-104-16,0 5-20 0,3 3-5 0</inkml:trace>
  <inkml:trace contextRef="#ctx0" brushRef="#br0" timeOffset="75594.303">19970 9367 2616 0,'0'0'74'0,"0"0"17"0,0 0-73 0,0 0-18 0,0 0 0 0,0 0 0 15,0 0 85-15,0 0 14 0,0 0 2 0,-3 2 1 16,0 6-49-16,0-2-9 0,0-1-3 0,0 3 0 16,0 3-17-16,3-4-3 0,-3 7-1 0,0-1 0 15,0 3-8-15,0 0-1 0,0 2-1 0,-3 1 0 16,3 2-10-16,0 0-14 0,0-2 3 0,0-1 1 15,-3 1 10-15,3-1 0 0,0-2 0 0,0 0 0 16,0 0 0-16,-3-3 0 0,3 6 0 0,0-6 0 16,0 0 0-16,-3 3 0 0,3-3 0 0,0-2 0 15,0-1-53-15,0 1-9 0,0-1-2 0,3-2 0 16,0-2-62-16,-3-1-13 0,3-5-2 0</inkml:trace>
  <inkml:trace contextRef="#ctx0" brushRef="#br0" timeOffset="76266.63">19449 8883 1337 0,'0'0'28'0,"0"0"6"16,0 0-34-16,0 0 0 0,0 0 0 0,0 0 0 0,0 0 58 0,0 0 5 15,0 0 1-15,0 0 0 0,0 0 51 16,0 0 10-16,0 0 3 0,0 0 0 16,0 0-54-16,0 0-10 0,0 0-3 0,0 0 0 15,0 0 5-15,0 0 1 0,0 0 0 0,0 0 0 0,0 0-3 0,0 0 0 0,0 0 0 16,0 0 0-16,0 0-51 0,0 0-13 0,0 0 0 0,6 0 0 31,0 0 0-31,-1 2 0 0,4-2 0 0,0 0 0 0,3 0 54 0,0 0 8 0,0 0 2 0,6 0 0 16,-3 3-49-16,6-3-15 0,-4 3 8 15,4-1-8-15,3 1 9 0,-3-1-1 0,3 1-8 0,-3 0 12 16,-1-1-12-16,-2 1 0 0,0 0 0 0,0-1 0 16,-3 1 0-16,0 0-12 0,0-1 1 0,0 1 0 15,-1 0 11-15,-2-1 0 0,0-2 0 16,0 3 0-16,-3 0 0 0,0-1 0 0,0-2 0 0,0 3 0 16,-3-3 8-16,0 2 3 0,-6-2 1 15,3 0 0-15,-3 0-12 0,0 0-17 0,0 0 4 0,0 0 1 16,0 0-16-16,0 0-2 0,0 0-1 15,0 0 0-15,6 0-78 0,-6 0-16 0,0 0-3 0</inkml:trace>
  <inkml:trace contextRef="#ctx0" brushRef="#br0" timeOffset="78354.161">20106 8084 1299 0,'0'0'27'0,"0"0"6"0,0 0-33 0,0 0 0 0,0 0 0 0,0 0 0 15,0 0 94-15,0 0 12 0,0 0 2 16,0 0 1-16,0 0-17 0,0 0-3 0,0 0-1 0,3 5 0 15,3-3-15-15,0 4-3 0,3-1-1 0,-3 0 0 16,3 1-4 0,0 2-1-16,-3 0 0 0,6-1 0 0,-3 1-51 0,0 3-13 0,0 0 0 0,3 4 0 15,0 1 54-15,-1 3 8 0,4-1 2 0,0 4 0 16,3 1-52-16,3 1-12 0,-3 5 0 0,3 0 0 16,-1-2 0-16,4-1 9 0,-3 1-9 15,3 2 8-15,-3 0-8 0,-3 0 10 0,-1 5-10 16,1 3 10-16,0-2-10 0,-3 5 0 0,0-3 0 0,0 5 8 15,-3-5-8-15,0 0-16 0,-3 0 4 0,-1 0 1 16,1 0 25-16,-6 0 5 0,3 0 1 0,-3 3 0 16,0-3-20-16,-3-3 0 0,0 3 0 0,-3-2-9 15,0-3 0-15,0-3 0 0,-3 2 0 0,-3-1 0 16,1-1-19-16,-4-3-4 0,-3 1-1 0,0 4 0 16,0-4 17-16,-6 2 3 0,3 0 1 0,-6 0 0 15,4-2-4-15,-4-4 0 0,3-1 0 0,-3-1 0 16,0-3 5-16,4 3 1 0,-1-2 0 0,0-1 0 15,0 1 10-15,3 0 0 0,3-4 0 0,0 4 0 16,3-3 0-16,-2 0 0 0,2 0 0 0,0-3 0 16,0 0 28-16,-3 0 7 0,3 0 1 0,0 1 1 15,0-6-26-15,3 2-11 0,-3-2 8 0,4 3-8 16,-1-6 0-16,0 3 8 0,3-3-8 0,0-2 0 0,-3 0 0 16,6-1 0-16,-3 1-14 0,6-3 5 15,0 0-31-15,0 0-5 0,-6-3-2 0</inkml:trace>
  <inkml:trace contextRef="#ctx0" brushRef="#br0" timeOffset="78913.434">20812 9007 1459 0,'0'0'61'15,"0"0"-49"-15,0 0 84 16,0 0 16-16,0 0 3 0,0 0 1 0,0 0-28 0,3 5-4 0,3-2-2 0,-3 0 0 15,6-1-16-15,0-2-3 16,0 3-1-16,2 0 0 16,1-1-27-16,0-2-6 0,3 0-1 0,3 3 0 0,-3-3 32 0,0 0 5 0,3 0 2 0,0-3 0 15,-1 3-56-15,1-2-11 0,0-1 0 0,3 0 0 16,0 1 31-16,3-1 11 0,-4 0 2 0,4-2 1 16,0 2-21-16,0 3-4 0,-3-2 0 0,0-1-1 15,-1 0-19-15,-2 3 0 0,0-2 0 0,-3-1 0 16,0 0-48-16,-3 1-12 0,0 2-4 15,-3-3 0-15,0 1 52 0,-4-1 12 0,1 3 0 0,0-3 0 16,-3 3-157-16,-3 0-29 0,3-2-6 16</inkml:trace>
  <inkml:trace contextRef="#ctx0" brushRef="#br0" timeOffset="79256.413">21089 8777 2066 0,'-12'-6'43'0,"12"6"10"0,0 0-42 16,0 0-11-16,0 0 0 0,-6-2 0 16,6 2 104-16,0 0 20 0,0 0 3 0,0 0 1 15,0 0-33-15,0 0-7 0,0 0 0 0,0 0-1 0,-6 2-35 0,3 4-6 0,0 2-2 0,0-3 0 16,3 3-10-16,0 3-2 0,0-1-1 0,0 1 0 15,0 2-7-15,0 0-2 0,0 3 0 0,0 0 0 16,0 2-7-16,0 1-2 0,0 2 0 0,0 3 0 16,0 0-5-16,0 2-8 0,0 1 11 0,0-1-11 15,0 1 8-15,0-1-8 0,0-2 0 0,0 2 0 16,0-5 0-16,0-2 0 16,3-3 0-16,-3 2 0 0,0-4 0 0,0-1-12 0,0-3 0 15,0 4 0-15,0-6-94 16,0 0-18-16,3-1-4 0,-3-1-1 0,0-6-102 15,0 0-20-15</inkml:trace>
  <inkml:trace contextRef="#ctx0" brushRef="#br0" timeOffset="80139.085">21744 8684 1824 0,'3'-5'76'0,"0"2"-60"16,-3-2 89-16,0 5 19 0,2-3 3 0,-2 3 1 15,0 0 0-15,3-5 0 0,-3 5 0 0,0 0 0 16,0 0-103-16,0 0-25 0,0 0 0 0,0 0 0 16,0 0 56-16,0 0 7 0,0 0 1 0,0 11 0 15,-3 2-52-15,1 0-12 0,-1 6 0 0,-3-4 0 16,3 7 0-16,0-4 0 0,0 1 0 0,0 2 0 16,0 0 0-16,0-2 0 0,0-1 0 0,3 3 0 15,0-5 0-15,0 0 0 0,3 0 0 0,0 0 0 16,0-3-20-16,3 0-9 0,0 0-3 0,0-2 0 15,2-3 4-15,-2 0 1 0,3-3 0 0,-3 0 0 16,3-2 17-16,0-3 10 0,3-3-12 0,-3-2 12 16,3 0 0-16,-3-3 0 0,3-3 0 0,3 1 0 15,-3-1 0-15,-1 1 0 0,-2-1 0 0,3-2 0 16,-3 2 0-16,0-2 0 0,0 0 0 0,0-1 0 16,-3 1 44-16,3 0 16 0,-3 0 4 0,0-3 0 15,-3 3-52-15,0-3-12 0,0 3 0 0,0-3 0 0,-3 2 47 16,0 4 6-16,0-1 2 0,-3 1 0 0,0 4-31 15,0 1-7-15,0 0-1 0,3 5 0 0,-3 3-16 0,-6 2 0 16,6 0-13-16,-3 3 5 0,0 3 8 0,3 2 0 0,0 3 0 16,0-3 0-16,0 3 0 0,3 0 0 15,3-3 0-15,0 0 0 16,0 3-53-16,3-3-9 0,0 0-2 0,3 1 0 0,3-4 52 16,-3 1 12-16,6-3 0 0,-4 2 0 0,1-4 0 0,3 2 0 0,-3-3 0 15,3-2 0-15,0-1 0 0,-3-2 0 16,3 0 0-16,-3-2 0 0,0-1 0 0,-1-2 0 0,1-1 0 15,-3 1 0-15,0-3 48 0,0 0 13 0,-3-5 3 0,0 2 0 16,0 1-52-16,0-3-12 0,-3-3 0 0,0 2 0 16,0-1 54-16,0-4 8 0,0 1 2 0,-3-4 0 15,0-1-52-15,3-1-12 0,-3 0 0 0,0-3 0 16,0 6 0-16,-3-3 0 0,3 3 0 0,-3 3 0 16,3 2 0-16,-3 0 0 0,0 3 0 0,0 0 0 15,0-1 0-15,0 6 0 0,-3-2 0 0,3 5 0 16,0-1-48-16,3 6-13 0,0 0-3 0,0 0 0 15,0 0-102-15,0 0-21 0,3 6-4 0</inkml:trace>
  <inkml:trace contextRef="#ctx0" brushRef="#br0" timeOffset="80531.958">22479 8869 2434 0,'0'0'69'0,"0"0"15"0,0 0-68 0,0 0-16 0,0 0 0 0,-6 3 0 16,0 2 87-16,3-2 13 0,0 2 4 0,-3 3 0 15,3-3-38-15,0 1-7 0,0 2-2 0,0 2 0 16,0 1-17-16,0-1-4 0,3 1-1 0,-3 5 0 16,0 0-15-16,0 2-2 0,0 1-1 0,0 5 0 15,0-3-5-15,0 3 0 0,0-1-1 0,-3 1 0 16,3-3-11-16,0 1-17 0,0-4 4 0,0 1 1 16,0-3 27-16,0-1 5 15,3-1 2-15,-5-1 0 0,2-3-22 0,0 1 0 0,0 0 0 0,0-3 0 16,3-1 0-16,-3-1 0 0,0-1 0 0,3 0 0 15,0-5-18-15,0 0-2 0,0 0 0 0,0 0 0 16,0 0-137-16,0 0-28 0,6 0-6 0</inkml:trace>
  <inkml:trace contextRef="#ctx0" brushRef="#br0" timeOffset="81099.901">23041 8293 2269 0,'0'-16'64'0,"3"2"15"15,-3 4-63-15,3-3-16 0,0 5 0 0,-3 0 0 16,0 0 105-16,0 3 19 0,0-1 3 0,0 6 1 15,0 0-103-15,0 0-25 0,0 0 0 0,-6 0 0 16,-3 3 56-16,3 2 7 0,-2 3 1 0,-1 5 0 16,-3 3-52-16,0 8-12 0,-3 0 0 0,-3 8 0 15,0-1 0-15,0 1 0 0,-3 3 0 0,1 4 0 16,2 4 0-16,0 2 0 0,3 5-9 0,0 5 9 16,3-4 0-16,3 2 0 0,0-3 0 0,3 8 10 15,3-2-10-15,0 2 0 0,3 5 0 0,3-2 0 16,0-3 0-16,3-7 0 0,6-4 0 0,0 6 0 15,0-3 0-15,3 1 0 0,3-1 0 0,0-2 0 16,3-3 0-16,-4-6 0 0,7-7 0 0,-3 2 0 16,-3-7 0-16,3-1 0 0,-3-2 0 0,2 0 0 0,4-5 0 0,0-4 0 15,3 1 0-15,3-2 0 0,-1-4 0 0,4-5-17 16,0 3 4-16,3-5 1 16,-7-6-89-16,4 1-18 0,0-4-3 0</inkml:trace>
  <inkml:trace contextRef="#ctx0" brushRef="#br0" timeOffset="81683.519">23791 8208 2066 0,'-3'-27'43'0,"1"17"10"0,-1 2-42 16,0 0-11-16,-3-3 0 0,0 3 0 0,-3-2 104 0,0 2 20 0,-3 0 3 16,0 0 1-16,-3 0-52 0,0 3-9 0,0 0-3 0,-3-1 0 15,1 4-51-15,2-1-13 0,-3 3 0 0,0 3 0 16,3-1 54-16,0 4 8 0,-3 1 2 0,4 7 0 15,2-1-64-15,-3 3-28 0,3 5 3 0,3 3 0 16,-3 5 25-16,3 3-8 0,3 2 8 0,0 6 0 16,3-3 0-16,-3 0 0 0,6 0 0 0,-3 5 0 15,3-2 0-15,0 2 0 0,0 1 0 0,0 2 0 16,0-3 0-16,0-2 0 0,3 2 0 0,-3-2 0 16,-3-3 0-16,0 2 0 0,0-2 0 0,0 0 0 15,-3 0 0-15,0 1 0 0,0 1 0 0,-2-2 0 16,-1-2 0-16,0-4 11 0,-3-2-11 0,0 1 12 15,0-4 5-15,-3-5 2 0,0 0 0 0,0 3 0 16,0-5-19-16,1-3 0 0,-4-1 0 0,0-1 0 16,0 2-48-16,3-3-12 0,-3 0-4 0,0-2 0 15,0 2-56-15,4-5-12 0,-4-3-3 0</inkml:trace>
  <inkml:trace contextRef="#ctx0" brushRef="#br0" timeOffset="81915.458">23119 8930 2067 0,'6'-8'87'16,"3"0"-70"0,-3 3 77-16,3 0 15 0,-1-3 3 0,1 5 1 0,3-2-41 0,0 2-8 0,0 1-1 0,3-1-1 15,0 3-36-15,3-3-7 0,-3 1-2 0,2 2 0 16,1-3-17-16,0 3 0 0,0 0 0 0,0-3 0 15,0 3 0-15,0 0 0 0,-1 3 0 0,1-3 0 16,3 0-10-16,0 3-6 0,0-3 0 0</inkml:trace>
  <inkml:trace contextRef="#ctx0" brushRef="#br0" timeOffset="82737.397">23690 8951 2067 0,'0'0'87'0,"0"0"-70"15,0 0 38-15,0 0 7 0,0 0 2 0,0 0 0 16,0 0 51-16,0 0 10 0,0 0 3 0,0 0 0 16,-3 8-103-16,-3 0-25 0,0 3 0 0,0 2 0 15,0 3 0-15,1 3 0 0,-4 2 0 0,0 2 0 16,3 1 0-16,-3 0 0 0,3 3 0 0,0-4 0 16,0 1 0-16,3-3 0 0,0-2 0 0,0-1 0 15,3-2-46-15,0-2-14 0,0 1-4 0,3-1 0 16,0-6 0-16,0 2 0 0,3-5 0 0,3 3 0 15,-3-5 0-15,3 0 0 0,3-3 0 0,-3 0 0 16,2-3 64-16,1 0 0 0,0-2 0 0,0-3 10 16,0 0-10-16,0-2-9 0,0-1 9 0,0 0-13 15,0-2 80-15,-3 3 16 0,0-4 3 0,-4 1 1 16,1 0-37-16,-3-3-7 0,3 0-2 0,-3 0 0 16,0 0 19-16,-3 1 3 0,0-4 1 0,0 6 0 15,0 0 0-15,0-1 0 0,0 4 0 0,0 2 0 16,-3 3-52-16,3-1-12 0,0 6 0 0,0 0 0 15,0 0 0-15,0 0 0 0,-3 8 0 0,-3 3 0 16,3 2 0-16,0 3 0 0,3 0 0 0,-3 2 0 16,3 3 0-16,0-2 0 0,3-1 0 0,0 4 0 15,0-6 0-15,0 2 0 0,3-2 0 0,0 0 0 16,0-3-48-16,0 0-13 0,3-2-3 0,0-1 0 0,0-2 52 16,0 0 12-16,0-5 0 0,0 0 0 0,0-1 0 0,0-2 0 15,0-2 0-15,-3 2 0 0,2-6 48 0,1 1 13 0,-3 0 3 0,3-1 0 16,-3-2-52-16,0 1-12 0,0-1 0 15,-3-6 0-15,0 4 45 0,0-3 7 0,0-3 0 0,-3 0 1 16,3-3-33-16,-3-2-8 0,0 0 0 16,0-3-1-16,0 0-11 0,0-2 0 0,0-1 0 0,0 4 0 15,-3 1 0-15,3 1 0 0,-3 3 0 0,3-1 0 16,-3 6 0-16,0 0 0 16,3 0 0-16,-3 2 0 0,3 3-49 15,-3 0-12-15,3 0-3 0,0 3 0 0,0 5-153 16,0 0-31-16,0 0-7 0</inkml:trace>
  <inkml:trace contextRef="#ctx0" brushRef="#br0" timeOffset="83143.176">24199 9253 1824 0,'0'0'76'0,"0"0"-60"16,0 0 89-16,0 0 19 0,0 0 3 0,-3 8 1 15,3-3 0-15,0-5 0 0,-3 6 0 0,0 2 0 16,3-1-52-16,-6 1-9 0,3 0-3 0,0 3 0 15,0-1-51-15,0 1-13 0,1 0 0 0,-4 2 0 16,0 0 0-16,3 0 0 0,-3 1 0 0,0 1 0 16,0 1 39-16,0 0 5 0,0 0 0 0,0 3 1 15,0-1-21-15,0-2-4 0,0 3 0 0,0-4-1 16,3 1-19-16,-3 0 0 0,0-3 0 0,0-2 0 16,3 0 0-16,-3-1 0 0,3-5 0 0,0 3 0 15,3-5 0-15,-3 2 0 0,3-5 0 0,0 0 0 16,0 0-48-16,0 0-12 0,0 0-4 15,6 0 0-15,3 0-153 0,3-2-31 0</inkml:trace>
  <inkml:trace contextRef="#ctx0" brushRef="#br0" timeOffset="84293.469">24324 8139 1044 0,'-6'-13'21'0,"6"13"7"0,-3-5-28 0,3 5 0 0,0-3 0 0,0 3 0 16,-3-5 67-16,0-1 8 0,0 1 1 0,3 5 1 16,0 0-10-16,0 0-3 0,0 0 0 0,0 0 0 15,0 0 0-15,0 0 0 0,0 0 0 0,0 0 0 16,0 0 0-16,0 0 0 0,0 0 0 0,0 0 0 15,0 0 0-15,0 0 0 0,0 0 0 0,-3 5 0 16,3 1-51-16,0 2-13 0,3-3 0 0,0 3 0 16,0 0 54-16,3 5 8 0,3-2 2 0,0 2 0 15,0 3-52-15,3 5-12 0,3-3 0 0,0 6 0 16,3 0 43-16,0 2 5 0,2 1 2 0,1 2 0 0,0 0-30 16,0 0-7-16,-3-2-1 0,3 4 0 15,-4 1-12-15,1 5 0 0,-3-2 8 0,3 7-8 0,-3-2 0 16,-3 5 0-16,3-3 0 0,-3 8 0 0,-3-5 8 15,-4 3-8-15,1-1 0 0,-3 4 0 0,0-1 0 0,-3 0 8 16,-3 1-8-16,0 1 0 0,-6-7 0 0,1 0 0 0,-1-2 0 16,-6-1-10-16,0-2 10 0,-3 0 0 15,-6-1 0-15,0-2 0 0,1 0 0 0,-7-8 0 0,0 0 0 16,-3 1 0-16,4-7 0 0,-4 1 0 0,3-3 0 16,-3 1 0-16,4-4 0 0,-1 1 0 0,3-1 0 0,-3 1 0 15,0-3 22-15,1-3 6 0,-1 3 2 0,3-3 0 16,0 0-48-1,1 0-10-15,5-2-1 0,-3-1-1 0,6 1 30 0,0-6 0 0,3 3 0 0,3-2 0 16,3-1 0-16,1-2 0 0,2 2 0 0,0-5 0 16,6 0-138-16,0 0-22 0,0 0-4 0</inkml:trace>
  <inkml:trace contextRef="#ctx0" brushRef="#br0" timeOffset="84872.18">24777 9108 1644 0,'0'0'34'0,"6"0"9"16,0-3-35-16,0 0-8 0,3 1 0 0,-1-1 0 15,4 0 116-15,-3 3 20 0,3-2 5 0,-3-1 1 16,3 0-52-16,0 3-10 0,0-2-3 0,0-1 0 16,-3 3-36-16,3 0-7 0,-1 0-2 0,1 0 0 15,0 3-16-15,-3-3-4 0,0 0-1 0,0 0 0 16,3 2-11-16,-6-2 0 0,3 0 0 0,-3 0 0 16,3 3 0-16,-3-3 0 0,0 3 0 0,0-1 0 15,-3 1-26-15,3 0-7 0,-3-1-2 0,0 4 0 16,-1-4-88-16,-2 3-17 0,3 1-4 0</inkml:trace>
  <inkml:trace contextRef="#ctx0" brushRef="#br0" timeOffset="85140.798">24717 9330 1459 0,'6'0'61'15,"-3"0"-49"1,3 0 108-16,3-3 20 0,-3 3 5 0,3 0 1 16,-3 0-31-16,6 0-7 0,-3 0 0 0,0 0-1 15,3 0-35-15,-1 0-8 0,1 0 0 0,-3 0-1 16,3 0-26-16,0 3-5 0,-3-3 0 0,3 0-1 16,-3 0-14-16,3 0-2 0,-3 0-1 0,0 0 0 15,3 0-14-15,-4 0 0 0,4 0 8 0,-3 0-8 16,0 0 0-16,0-3-18 0,0 0 4 0,0 1 1 15,0-3-175-15,0 2-34 0,0-5-7 0</inkml:trace>
  <inkml:trace contextRef="#ctx0" brushRef="#br0" timeOffset="85595.37">25345 8861 1941 0,'0'-21'40'0,"0"13"10"0,0 3-40 0,0-3-10 0,0 0 0 0,0 3 0 16,0-3 95-16,0 3 17 0,0-1 3 0,-3-2 1 15,0 6-30-15,3-4-6 0,0 6 0 0,-6-5-1 16,0 3-24-16,0-1-5 0,0 0-1 0,-2 1 0 16,2 2-21-16,-3 2-5 0,0 1-1 0,0 0 0 15,-3 2-11-15,3 0-3 16,-6 3 0-16,3 0 0 0,3 3-8 0,-3 2 0 0,3 0 0 0,1 0 8 15,-1 3-8-15,3 0 0 0,0 3 0 0,0-1 0 16,3 3 0-16,3 0 0 0,-3 1 0 0,3 1 0 16,0 4-8-16,0-1 8 0,0 6 0 0,0-3 0 15,3 0 0-15,-3 0 0 0,0-2 0 0,3-1 0 16,-3 1 0-16,0-6 0 0,0 3 0 0,0 0 0 16,-3-1 0-16,3 4 0 0,-3-3 0 0,3 5 0 15,-3-3 0-15,0 1 0 0,3 2 0 0,-3-3 0 16,0 1 0-16,-3-3 0 0,3-3 0 0,0 0 0 15,0-3 0-15,0 1 0 0,0-1 0 0,-3-2 8 16,0 0-8-16,0-3 0 0,0-2 0 0,0 2 0 16,0-2 0-16,-3-1 0 0,3-2 0 0,0 0 0 15,-2-2-14-15,-1 1 2 0,3-1 0 0,-3-1 0 16,0 0-20-16,3-2-4 0,0 0-1 0,-3-3 0 16,3 0-79-16,-3 0-16 0,3-3-4 0</inkml:trace>
  <inkml:trace contextRef="#ctx0" brushRef="#br0" timeOffset="85873.175">25083 9425 2094 0,'0'0'60'0,"0"0"12"0,0 0-58 0,0 0-14 0,0 0 0 0,6 3 0 15,0 2 106-15,3-2 18 0,0-3 4 0,0 2 1 16,3 1-34-16,3-3-7 0,0 0-2 0,3 0 0 16,-1 0-37-16,4 0-7 0,0-3-2 0,3 1 0 15,0 2-24-15,0-3-6 0,2-2-1 0,1-1 0 16,-3-2-126-16,0-2-26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09:52.47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21074 2006 1824 0,'0'0'76'0,"0"0"-60"16,0 0 38-16,-6-3 8 0,3-2 2 16,-3 5 0-16,0-3 0 0,-3 3 0 0,0 3 0 0,0-3 0 15,-3 5 0-15,-3-2 0 0,-2 2 0 0,-1 0 0 16,-3 3-76-16,-3 0-14 15,0 0-3-15,-3 0-1 0,1 5 30 0,2-2-9 0,-3 2 9 0,0 0 0 16,3 3 0-16,4 0 0 0,-1 0 0 0,0 2-8 16,6-2 8-16,0 0 0 0,6-3 0 0,0 3-8 15,0 0 8-15,6-3 0 0,0 1-9 0,3 1 9 16,3-7 0-16,0 6-11 0,3-4 11 16,3-2-8-16,0 3 8 0,6-3 0 0,0 0 0 15,0 0 0-15,3-3 0 0,0 3 9 0,2-6-9 0,1 4 0 16,0-4 14-16,0-2-4 0,0 6-1 0,3-6 0 15,-4 0-9-15,-2 0 12 0,3 0-12 0,0-6 12 16,-6 4 8-16,0 2 1 0,0-6 1 0,-4 4 0 16,1-3-69-16,0 2-13 0,-3-2-4 0,-3-1 0 15,0 4-122-15,-6-6-25 0</inkml:trace>
  <inkml:trace contextRef="#ctx0" brushRef="#br0" timeOffset="251.088">20955 2077 2098 0,'-6'-16'60'0,"0"8"12"16,3-5-58-16,0 5-14 0,0-5 0 0,0 5 0 0,3 3 77 0,3 2 13 0,-3 3 2 0,0 0 1 16,0 0-61-16,0 0-12 0,3 0-2 0,0 3-1 15,3 7 38-15,-3-2 7 0,3 0 2 0,-3 3 0 16,3 7-52-16,-3-2-12 0,0 5 0 0,3 3 0 16,-3 3 44-16,3 4 7 15,-3-2 1-15,2 3 0 0,1-3-36 0,-3 6-6 16,3-6-2-16,0 3 0 0,-3-3-8 15,0 0 0-15,0 0 9 0,0 0-9 0,0 0 0 0,0 3 9 16,0-3-9-16,-3 3 0 0,3-3 0 0,-3-3 0 0,0 3 0 16,0-7 0-16,0 1-46 0,0-2-16 15,0-2-3-15,0 0-1 0,-3-9-126 16,0 1-24-16</inkml:trace>
  <inkml:trace contextRef="#ctx0" brushRef="#br0" timeOffset="480.295">21258 2463 2124 0,'-6'-15'44'15,"3"12"10"-15,3-2-43 0,0 2-11 0,3-5 0 0,-3 8 0 16,3-3 87-16,0 1 15 0,3 2 3 0,0 0 1 16,0 0-38-16,3-6-7 0,3 6-1 0,-3 0-1 15,3 0-20-15,-3-2-4 0,6 2-1 0,-3 0 0 16,0 0-22-16,-1-5-4 0,1 5 0 0,0-3-8 15,3 3-16-15,0-8-11 0,0 3-1 0,3-1-1 16,0 4-131-16,-1-6-25 0</inkml:trace>
  <inkml:trace contextRef="#ctx0" brushRef="#br0" timeOffset="3015.613">21898 1810 1824 0,'-3'-5'76'0,"3"5"-60"16,0 0 69-16,0 0 15 0,0 0 2 0,0 0 1 16,0 0-63-16,-3 5-12 0,-3 3-2 0,3 2-1 15,0 4 31-15,1-1 7 0,-1 8 1 0,0-5 0 16,0 8-52-16,0 2-12 0,0-2 0 0,-3 5 0 15,3 3 0-15,0 2 0 0,0 3 0 0,3 3 0 16,-3-3 0-16,3 5 0 0,0 1 0 0,-3-4 0 16,3-2 0-16,0-2-12 0,-3 2 3 0,3-8 0 15,-3 3-107-15,0-3-22 0,3 0-4 0</inkml:trace>
  <inkml:trace contextRef="#ctx0" brushRef="#br0" timeOffset="3449.601">21770 2395 1683 0,'0'-14'71'16,"3"4"-57"0,-3-3 82-16,3 5 16 0,3-6 3 0,-3 6 1 0,3 1-40 0,0-1-8 15,3 0-2-15,0 0 0 0,0-3-22 0,0 3-5 16,0 0-1-16,0 6 0 0,3-6-23 0,0-3-5 0,-1 8-1 0,-2-4 0 15,3 1-9-15,-3 4 0 0,0-4 0 0,3 4 0 16,-3 2 53-16,-3 2 9 0,3-2 2 0,-3 6 0 16,0-4-52-16,-3 6-12 0,3 0 0 0,-3 3 0 31,0-1-25-31,0 3-8 0,-3 1-2 0,0 2 0 0,0-6 35 16,0 9-8-16,0-3 8 0,0-3 0 0,0 3-14 0,3-3 1 15,0-2 0-15,0 2 0 0,0 0-3 16,0-2-1-16,2-4 0 0,1 4 0 0,0-3 17 0,3 0-10 15,0-5 10-15,0 2-8 0,0-5 8 0,0 3 0 0,3-3 0 16,0-3 0-16,0 3 20 0,0-5-1 0,0 2 0 0,-1-5 0 16,-2 0 14-16,3 3 3 0,-3-3 1 0,0-5 0 15,-3 2 10-15,-3-2 1 0,3 0 1 0,-3-3 0 16,-3 0-9-16,0-3-3 0,0 3 0 0,-3 1 0 16,0-7-37-16,0 6-8 0,-3 1-2 0,0-7 0 15,-3 7 26-15,-3 1 6 0,0-2 1 0,1 3 0 16,-4 5-39-16,3 0-7 0,-3 0-1 0,0 0-1 15,-3 8-86-15,3 0-17 0,0 0-3 0</inkml:trace>
  <inkml:trace contextRef="#ctx0" brushRef="#br0" timeOffset="3765.661">22351 2379 2066 0,'0'0'43'0,"0"0"10"0,0 0-42 16,0 0-11-16,0 0 0 0,0 0 0 0,0 0 61 0,0 0 11 0,3-6 1 0,3 4 1 15,0-3-23-15,0 5-5 0,0-6-1 0,3 6 0 16,-1-2 23-16,1 2 4 0,0 0 0 0,0 0 1 16,3 0-73-16,-3 0-17 0,3 0-3 0,0 0 0 15,0 0 33-15,3-6 7 0,-3 6 0 0,2 0 1 16,-2-2-21-16,3 2 0 0,0 0 0 0,-3 0 0 15,3 0 0-15,0-6 0 0,-3 6 0 0,3 0 0 16,-1-2 0-16,-2 2 0 0,3-6 0 0,-3 6 0 16,0-2 0-16,3 2 0 0,-3-6 0 0,3 6 0 15,-3-2-204-15,3 2-41 0</inkml:trace>
  <inkml:trace contextRef="#ctx0" brushRef="#br0" timeOffset="4068.362">23068 2016 2415 0,'0'-5'68'0,"0"5"16"16,0-5-68-16,0 5-16 0,-3-3 0 0,3 3 0 15,0 0 75-15,0 0 11 0,0 0 2 0,0 0 1 0,0 0-29 0,0 0-7 16,0 0-1-16,0 0 0 15,0 0-20-15,0 0-5 0,0 0-1 0,3 8 0 0,-3 5-26 0,0-5-17 0,-3 8 2 0,3 0 1 16,0 2 14-16,-3 6 0 0,0 0 0 0,3 2 0 16,-3 1 48-1,0 2 13-15,3 0 3 0,-3 0 0 0,0-2-64 0,0-1-24 0,3 1 0 16,-3-6 1-16,0 3 23 0,0-3 0 0,3 0 0 16,-3 3 0-16,0-8 0 0,0 5 0 15,-2 0 0-15,2 0 0 0,3-5-10 0,-3-3-7 16,3 3-2-16,0 0 0 0,0-3-146 15,0-2-30-15,0-3-5 0</inkml:trace>
  <inkml:trace contextRef="#ctx0" brushRef="#br0" timeOffset="6452.386">8102 3265 2024 0,'-3'-8'42'0,"0"0"10"0,3-2-41 0,0-1-11 0,-3 3 0 0,3 0 0 16,-3-2 113-16,3 4 21 0,-3 1 4 0,3-3 1 15,-3 8-65-15,3 0-13 0,0 0-2 0,0 0-1 16,0 0-24-16,-6 0-5 0,3 8-1 0,-3-3 0 16,3 6-40-16,0 2-8 0,-3 0-1 0,3 6-1 15,0-1 33-15,0 6 6 0,0-5 2 0,3 5 0 16,-3-1-19-16,3 7 0 0,0-9-11 0,0 5 11 15,3 1-38-15,0-9-1 0,0 3 0 0,3 0 0 16,-3-5-5-16,3 0 0 0,3 3-1 0,-3-9 0 16,3-2-10-16,-3 3-1 0,3-9-1 0,0 4 0 15,0-6 45-15,3 0 12 0,-4-6 0 0,1 4 0 16,0-3 0-16,3-6 0 0,-3 6 0 0,0-9 0 16,0 4 0-16,0-1 0 0,-3 1 0 0,0-4 0 15,0 1 42-15,0 3 10 0,-3-9 3 0,0 3 0 16,0 0 14-16,-3 1 3 0,0-4 1 0,0 0 0 15,0 4-35-15,0 1-7 0,-3-2-2 0,3 1 0 16,-3 4 5-16,3 3 1 0,-3-3 0 0,0 6 0 16,3 5-35-16,0 0 0 0,0 0 0 0,0 0 0 15,0 0 0-15,0 8 0 0,0 0 0 0,0 5 0 16,3-2 0-16,0 2 0 0,3 3 0 0,0 3 0 16,0-4-12-16,3-1-10 0,-1 2-2 0,4-3 0 0,-3 3 24 15,3-6 0-15,3 1-9 0,0-1 9 0,-3-2 0 0,3-2 0 16,0-1 0-16,-1-2 0 0,1-1 0 0,0-2 0 0,0-2 0 15,-3-1 0-15,0-2 10 0,0-1-1 0,-3-2 0 0,0-2 0 16,0-1 30-16,0 1 5 0,-3-4 2 0,-1-1 0 16,1-1 8-16,-3 2 2 0,0-9 0 0,0 4 0 15,-3 1-17-15,3-4-3 0,-3 4-1 0,0-1 0 16,-3-2-19-16,3-3-3 0,-3 3-1 16,0 0 0-16,0 0-12 0,0 5 0 0,-2-5 8 0,2 5-8 15,0 0 0-15,0 3-13 16,0 5 2-16,0-5 1 0,0 10-74 0,0-5-14 0,3 8-3 15,0 0-1-15,0 0-91 0,0 0-19 0,0 8-3 0</inkml:trace>
  <inkml:trace contextRef="#ctx0" brushRef="#br0" timeOffset="6762.778">8644 3450 2269 0,'0'0'64'0,"2"-2"15"0,-2-4-63 0,0 6-16 0,3 0 0 0,0-5 0 16,-3 5 96-16,0 0 16 0,3-2 3 0,-3 2 1 15,0 0-32-15,0 0-7 16,0 0-1-16,0 0 0 0,3 2-60 0,0 6-16 0,0 0 0 0,-3 3 0 16,3-1 0-16,-3 1 0 0,0 5 0 0,0-3 0 15,0 3 0-15,-3 2 0 0,3 1 0 0,-3-3 0 16,3 0 0-16,-3 2 0 0,0-2 0 0,0 2 0 15,3 4 0-15,-3-4 0 0,0 6 0 16,3-5 0-16,-2 2 0 0,-1 0 0 16,3-3 0-16,-3 6 0 0,3-8 0 0,0 0 0 0,0 0 0 15,3-6 0-15,0 6-215 16,2-10-45-16</inkml:trace>
  <inkml:trace contextRef="#ctx0" brushRef="#br0" timeOffset="7891.897">8998 3175 2169 0,'0'-10'45'0,"0"2"11"0,-3 0-45 0,3 0-11 0,0 0 0 0,0 0 0 16,0 0 83-1,-3 3 14-15,3-3 3 0,0 2 1 0,0 1-29 0,0 5-7 0,0 0-1 0,0 0 0 16,0 0-2-16,0 0-1 0,0 0 0 0,0 0 0 15,-6 5-46-15,0 6-15 16,3 0 8-16,-3 5-8 0,0 2 0 0,3-2 0 0,-3 5 8 0,3 0-8 16,0 3 0-16,-3 5 0 0,6-5-13 0,-3 5 5 31,3 0-41-31,0 0-8 0,3 0-2 0,-3 1 0 0,6-7-4 0,-3 1-1 0,3-5 0 16,-3-1 0-16,3 1 52 0,0-9 12 0,0 1 0 0,0-3 0 15,0 0-16-15,0 0-1 0,0-8 0 0,0 2 0 16,3-2 5-16,-3-2 0 0,-1 2 1 0,1-8 0 15,0 0 11-15,3 0 11 0,-3 0-3 0,0-3 0 16,0 1 10-16,0-6 2 0,0 3 0 0,0-6 0 16,-3 3 35-16,3-5 7 0,-3 3 2 0,0-4 0 15,0 1-16-15,0 0-4 0,-3 3 0 0,3-1 0 16,0 3-19-16,-3 3-4 0,0 2-1 0,3 1 0 16,-3 2-11-16,0 5-9 0,0 3 12 0,0 0-12 15,0 0 0-15,0 0 0 0,0 0 0 0,3 5 0 16,0 6 0-16,0 2-12 0,0 3 3 0,0 0 1 15,3 3-3-15,0-1 0 0,0 3 0 0,-1 0 0 16,4 1-9-16,0-7-1 0,3 1-1 0,-3 3 0 16,3-3 10-16,0-6 1 0,-3 4 1 0,3-1 0 15,-3-5 10-15,0 0 0 0,0-6 0 0,0 1 0 16,-3 0 0-16,2-3 8 0,-2 0-8 0,0-3 11 0,0-2 24 0,0-1 5 16,0-2 0-16,0-2 1 0,-3-1 19 0,3 1 3 0,0-6 1 0,-3-3 0 15,0 1-52-15,3-3-12 0,-3-1 0 0,0-1 0 16,0 1 46-16,0-4 6 0,-3 2 2 0,3 0 0 15,-3 3-35-15,0-5-7 0,3 7-2 0,-3-7 0 16,3 7-10-16,-3-2 0 0,0-3 0 0,-3 6 0 16,3 2 0-16,-3 0 0 0,3 3-10 0,-3-1 10 31,3 7-104-31,0 4-16 0,0-5-2 0,0 8-1 0,0 0-51 16,6 8-10-16,0 0-3 0</inkml:trace>
  <inkml:trace contextRef="#ctx0" brushRef="#br0" timeOffset="8317.715">9551 3477 2508 0,'0'-5'71'0,"3"-1"16"0,0-2-70 0,0-2-17 0,0 4 0 0,3-1 0 16,-3-1 106-16,3-3 18 0,0 6 3 0,0-1 1 15,0-2-52-15,0 3-9 0,3 3-3 0,-3-4 0 16,0 4-51-16,0 2-13 0,0 0 0 0,0 2 0 16,0 4 0-16,0-4 0 0,0 3 0 0,-3 3 0 15,2-2 0-15,-2 4 0 0,0 4 0 0,0-4 0 16,0 3 0-16,-3 3 0 0,0 3 0 0,0-3 0 16,-3 5-48-16,0-5-13 0,-3 5-3 0,1-3 0 15,-4 1 52-15,0-1 12 0,-3 1 0 0,0-1 0 16,0 1-54-16,3-6-8 0,0 3-2 0,-3 0 0 0,6-5 52 15,0 2 12-15,0-3 0 0,3 1 0 0,0-3 28 0,3 0 9 16,3-3 2-16,-3-5 0 0,3 3-11 0,3-1-3 16,3 1 0-16,0 0 0 0,3-3-25 0,0 0 0 0,0-3 0 15,0 0 0-15,3 1 0 0,-3-1 0 0,2-5 0 0,1 3 0 16,3 0 0-16,-3-3 0 0,3 2 0 0,0 1 0 16,0-3 0-16,2 0 0 0,-2 3 0 0,0 0 0 15,3 2 0-15,0-5 0 0,-3 8 0 0,3-8 0 16,-1 8-200-16,1-8-44 15,0 5-10-15</inkml:trace>
  <inkml:trace contextRef="#ctx0" brushRef="#br0" timeOffset="9008.269">8057 2948 1580 0,'-9'0'67'16,"0"-6"-54"0,0 4 143-16,0-4 29 0,3 4 6 0,-2 2 1 15,2-8-103-15,3 5-20 0,3 3-4 0,-6-2-1 16,6 2 0-16,0 0 0 0,0 0 0 0,0 0 0 16,0 0 0-16,0 0 0 0,0 0 0 0,0 0 0 15,0 0-51-15,0 0-13 0,0 0 0 0,6 0 0 0,3 0 0 16,-1-6 0-16,1 6 0 0,3 0 0 0,0-2 0 0,0 2 0 0,3 0 0 15,0 0 0-15,3 0 0 16,0-6 0-16,2 4 0 0,1 2 0 0,0 0 0 0,6-6 0 16,-3 6 0-16,2-2 0 0,1 2 0 0,-3 0 0 0,0 0 0 15,3 0 0 1,-6 0-151-16,2 0-33 0,-2-6-6 0</inkml:trace>
  <inkml:trace contextRef="#ctx0" brushRef="#br0" timeOffset="9569.262">8923 2940 1333 0,'-15'0'28'0,"15"0"6"0,-6 2-34 0,1-2 0 0,5 0 0 0,-6 6 0 16,0-6 109-16,6 0 15 0,-6 0 4 0,6 0 0 15,0 0-51-15,0 0-9 0,0 0-3 0,0 0 0 16,-3-6-1-16,3 6 0 0,0 0 0 0,0 0 0 16,0 0 0-16,0 0 0 0,0 0 0 0,0-2 0 15,0-4 0-15,3 4 0 0,3-4 0 0,0 1 0 16,0 3-51-16,2-4-13 0,4 4 0 0,0 2 0 16,6-8 0-16,0 8 0 0,3-8 0 0,0 8 0 15,2-6 0-15,4 4 0 0,0-1 0 0,0 3 0 16,3 0 24-16,-1-3 3 0,-2 3 0 0,3 0 0 15,-3 0-45-15,0 0-9 0,-1-5-1 0</inkml:trace>
  <inkml:trace contextRef="#ctx0" brushRef="#br0" timeOffset="18973.572">10162 2784 1579 0,'-9'-14'32'0,"3"6"10"0,3 3-34 0,0 2-8 0,3-4 0 0,-3 1 0 16,3 6 104-16,0 0 20 0,0 0 3 0,-3-5 1 15,3 5 0-15,0 0 0 0,0 0 0 0,0 0 0 16,-6 5-52-16,3-2-9 0,-3 7-3 0,3-2 0 15,-3 8-21-15,0-2-5 0,0 4-1 0,-3 9 0 16,3 2-9-16,-3 2-3 0,0 4 0 0,0 10 0 16,-3-6-9-16,4 6-3 0,-1 6 0 0,0 2 0 15,0 2-1-15,3 3 0 0,0 3 0 0,3 5 0 16,0-7-4-16,6-4-8 0,0 1 11 0,0-1-11 16,6 1 11-16,0 2-11 0,3-8 10 0,0 6-10 15,-1-8 12-15,1-6-4 0,3-2-8 0,0-1 12 0,0-4-4 16,0-4 0-16,0 1-8 0,3-3 12 15,-1-2-12-15,1-3 8 0,6-1-8 0,-3-1 0 0,-3-7 0 0,3-1 0 16,2-6-8-16,-2 0 8 16,0-8-131-16,0 0-19 0,0-6-4 0</inkml:trace>
  <inkml:trace contextRef="#ctx0" brushRef="#br0" timeOffset="19591.798">10766 2844 2245 0,'0'-31'47'0,"0"20"10"0,3 1-45 0,-3-4-12 0,3-2 0 0,-3-5 0 16,0 5 118-16,0-2 22 0,-3 2 4 0,0-3 0 15,-3 6-64-15,3-3-12 0,-3 3-4 0,-3 0 0 16,0 2 0-16,0 6 0 0,0-3 0 0,-3 3 0 16,0 2-53-16,1 3-11 0,-4 0 0 0,0 8 0 15,0 0 0-15,3 0 0 0,-3 5 0 0,0 6 0 16,3 2 0-16,3 0 0 0,-3 3 0 0,4 2 0 15,-1 3 0-15,3-5 0 0,0 3 0 16,3 7 0-16,0 0 0 0,0 4 0 0,3 1 0 0,-3 4 0 16,6-1 0-16,-3-2 0 0,3 2 0 0,-3 0 0 15,3 3 0-15,0 0 0 0,0 0 0 0,0 5 0 16,-3-2 0-16,3 0 0 0,-3-1 0 0,0 4 0 16,0-4 0-16,-3 1 0 0,0-8 0 0,-3 7 0 15,3-4 0-15,-3-1 0 0,0 3 0 0,0-5 0 16,-3-3-24-16,0 0-2 0,0-6-1 0,-3 1 0 15,3-5-30-15,-3-1-7 0,0-2 0 0,-2 0-1 16,2-11-138-16,-3 3-27 0,3-6-6 0</inkml:trace>
  <inkml:trace contextRef="#ctx0" brushRef="#br0" timeOffset="19798.728">10266 3392 2553 0,'0'-2'53'0,"3"-6"12"0,-3 2-52 0,3 1-13 0,3 2 0 0,-3 3 0 16,6 0 72-16,-3-5 12 0,2 5 3 0,4-3 0 15,0 3-37-15,0 0-7 0,0 0-2 0,3 0 0 16,0 3-20-16,0-3-4 0,0 0-1 0,2 5 0 16,1-5-16-16,0 0 0 0,0 0 0 0,3-5 0 15,0 5-46-15,6 0-16 0,-1-3-3 0</inkml:trace>
  <inkml:trace contextRef="#ctx0" brushRef="#br0" timeOffset="20734.189">10772 3681 1824 0,'3'-11'38'0,"-3"11"8"0,3-8-37 0,0 0-9 0,0 3 0 0,0 0 0 15,0 2 140-15,0-5 27 0,0 3 5 0,0-1 0 16,-3 6-60-16,0 0-13 0,3-2-3 0,-3 2 0 16,0 0-34-16,0 0-7 0,0 0-2 0,0 0 0 15,0 0-17-15,-3 8-4 0,0 0-1 0,-3 5 0 16,3-5-19-16,-3 5-3 0,0 3-1 0,0-3 0 15,0 3-8-15,0 3 0 0,0 2 0 0,0 0 8 16,3 0-8-16,-3 0 0 0,3 0 0 0,0 3 0 16,3-3-24-16,0-5-1 0,0 0 0 0,0-3 0 15,3 1 7-15,0-4 2 0,0-2 0 0,3 0 0 16,0-5-39-16,3-1-7 0,-3-2-2 0,3-2 0 16,0-1 52-16,0 0 12 0,0-5 0 0,2-2 0 15,-2-1 0-15,0 3 0 0,3-8 0 0,-6 1 0 16,6 1 0-16,-6-2-12 0,3 3 12 0,-3-3-12 15,0 3 33-15,0-3 7 0,-3-2 2 0,0 7 0 0,0-5 7 16,0 6 2-16,0-1 0 0,-3 1 0 0,0 4-11 16,3 1-1-16,-3 0-1 0,0 5 0 0,0 0-13 0,0 0-2 0,0 0-1 15,0 0 0-15,0 8-10 0,3 0 0 0,-3 5 0 16,3-3 0-16,-3 4 0 0,3-1 0 0,0 3 0 0,3-3 0 16,-3 3 0-16,2 2 0 0,4-7-8 0,-3 5 8 15,3-3 0-15,0-2-11 16,3-4 11-16,-3 4-8 0,3-3 8 0,-3-3-8 0,3 1 8 0,0-1-8 15,0-2-12-15,0-3-3 0,-1 0 0 0,1 0 0 16,-3-3 43-16,3 0 8 0,-3-2 1 0,0 2 1 16,-3-5-6-16,3-2-2 0,-3 2 0 0,-3-3 0 15,3-2-8-15,-3 0-2 0,0 2 0 0,0-7 0 16,0 2 28-16,-3-3 6 0,3 1 1 0,-3-1 0 16,0 6-25-16,0-8-5 0,0 5-1 0,0 0 0 15,-3 3-16-15,3-3 0 0,-3 0 8 0,3 3-8 16,-3 2 8-16,0-2-8 0,0 2 12 0,0 4-12 15,0-4 0-15,0 6-19 0,0-1 3 0,3 6 0 16,0 0-83-16,0 0-16 0,0 0-3 0,0 0-1 16,0 8-131-16,-3 0-26 0</inkml:trace>
  <inkml:trace contextRef="#ctx0" brushRef="#br0" timeOffset="21012.72">11260 3884 2586 0,'0'0'73'0,"3"0"17"0,-3 0-72 0,3-8-18 0,0 6 0 0,-3 2 0 16,6 0 103-16,-6 0 17 0,3-3 3 0,-3 3 1 15,0 0-68 1,0 0-14-16,0 0-2 0,6 3-1 0,-6-3-16 0,3 5-3 0,-3 0-1 0,3 3 0 16,-3-2-7-16,0 1 0 0,0 4-1 0,0-3 0 15,-3 3-11-15,0 2 10 0,3 0-10 0,-3 0 10 16,0 1-10-16,0-1 0 0,0 3 0 0,0 0 0 15,3-3 0-15,-3 3 0 0,0-3 0 0,0 0 0 16,0 6-9-16,0-6-7 0,3 3-2 0,-3 0 0 16,0-1-80-16,0-1-16 15,3-1-3-15,-3 3-1 0,3-6-79 0,0-2-16 0,0 3-3 0</inkml:trace>
  <inkml:trace contextRef="#ctx0" brushRef="#br0" timeOffset="21629.536">11501 3781 2067 0,'-3'-10'87'15,"0"4"-70"1,3-2 140-16,0 3 28 0,-3 0 6 0,3 5 1 0,0 0-103 0,0 0-20 0,0 0-4 15,0 0-1-15,0 0-5 0,0 0-2 16,0 0 0-16,0 0 0 16,-3 5-37-16,-3 3-8 0,3 0-2 0,0 5 0 0,0-2-10 0,3 2 0 0,-3 0 0 0,0 3 0 15,3 0 0-15,0-3 0 0,0 3 0 0,0 0 0 32,3-3 0-32,0 0 0 0,0 1 0 0,3-1 0 15,0 0-59-15,0-2-4 0,3 5-1 0,0-9 0 0,0 1 52 0,0-2 12 16,0-1 0-16,0 0 0 0,0 1-54 0,0-6-8 15,-1 0-2-15,1-6 0 0,0 4 64 0,0-4 0 0,0-2 14 0,-3 3-2 16,0-3-12-16,0-2 12 0,0 2-12 16,0-3 12-16,-3 0 12 0,3-2 4 15,-3 0 0-15,0 0 0 0,-3 0 11 0,3-1 2 0,-3-2 1 0,3 3 0 16,-3 0-10-16,0 2-3 0,-3 1 0 0,3-1 0 16,0 3-10-16,-3 6-3 0,3 2 0 0,0 0 0 15,0 0-16-15,0 0 10 0,0 0-10 0,-6 5 8 16,3 3-8-16,0 5 0 0,0-2 0 0,3 2 0 15,-3 0 0-15,3 0 0 0,3 3-9 0,-3 0 9 16,3-3 0-16,0 1-8 0,3-1 8 0,0 0 0 16,0-2-12-16,3 5 4 0,0-9 8 0,0 1-13 15,-1 0 13-15,1-2 0 0,0 2-10 0,0-6 10 16,0 4 0-16,0-6 0 0,0 0 0 0,0-6 0 16,-3 4 0-16,3-4 0 0,0 1 12 0,-3-3-4 15,0-3 12-15,3 4 3 0,-3-7 0 0,3 1 0 16,-4 0 1-16,1-6 1 0,0-2 0 0,0 0 0 0,0-3-9 0,0 0-3 0,0-2 0 15,3-3 0-15,-3 5-13 0,0 3 11 0,0-3-11 16,0 3 10-16,-3 0-10 0,3 2 0 0,0 6 0 0,-3-6 0 16,3 9-17-16,-3-3 1 0,0 2 0 0,0 6 0 31,0-1-127-31,-3 6-25 0,0 0-4 0</inkml:trace>
  <inkml:trace contextRef="#ctx0" brushRef="#br0" timeOffset="21976.179">11936 3948 2245 0,'0'0'47'0,"0"0"10"15,0 0-45 1,6 0-12-16,0-3 0 0,-1 1 0 0,4 2 118 0,0-3 22 0,3-2 4 0,-3 2 0 16,3 0-64-16,0 3-12 0,0-5-4 0,-3 5 0 15,0-3-51-15,0 3-13 0,0 3 0 0,0-3 0 16,-3 5 54-16,2-2 8 0,-2 0 2 0,-3 2 0 15,0 0-52-15,0 3-12 0,0 0 0 0,-3 0 0 16,-3 3 0-16,3-1 0 0,-3 1 0 0,0 2 0 16,-3 0 0-16,-3-2 0 0,1 2 0 0,-1 0 0 15,0 0 0-15,0 1 0 0,0 2 0 0,0-3 0 16,3 3-48-16,0-6-13 0,0 1-3 0,0 5 0 16,3-8 103-16,3 2 20 0,0 1 4 0,0-3 1 15,3-3-103-15,3 0-20 0,0-2-4 0,3 2-1 16,-3-5 52-16,3 0 12 0,3 0 0 0,-3-2 0 15,3-1 0-15,-1-2 0 0,1-1 0 0,0-2 0 16,0-2 0-16,3 2 16 0,0-3-3 0,-3 1-1 16,3-6-137-16,0 5-28 0,0 1-6 0</inkml:trace>
  <inkml:trace contextRef="#ctx0" brushRef="#br0" timeOffset="22520.88">10894 3472 1796 0,'0'0'37'0,"-6"0"10"0,6 0-38 16,-6 0-9-16,6 0 0 0,-6 2 0 0,6-2 110 0,0 0 20 0,0 0 4 0,0 0 1 15,0 0-51-15,0 0-11 0,0 0-1 0,0 0-1 16,0 0-25-16,0 0-5 0,3 3-1 0,-3-3 0 15,3 5-8-15,3-2-1 0,-3 5-1 0,3-8 0 16,3 0-11-16,-3 2-3 0,3-2 0 0,3 0 0 16,-1-2-16-16,7 2 0 0,0 0 8 0,3 0-8 15,3-8 0-15,0 5 0 0,5-2 0 0,-2 0 0 32,3-1-54-32,0 4-8 0,2-9-2 0</inkml:trace>
  <inkml:trace contextRef="#ctx0" brushRef="#br0" timeOffset="22922.35">11555 3503 1371 0,'0'0'58'15,"-6"0"-46"-15,0 0 112 0,6 0 22 0,-6 0 5 0,6 0 1 16,-6 0-31-16,6 0-5 0,0 0-2 0,0 0 0 15,0 0-32-15,0 0-6 0,0 0-2 0,0 0 0 16,0 0-29-16,0 0-5 0,0 0-2 0,9 6 0 16,-3-6-6-16,3 0-2 0,3 0 0 0,-4 0 0 15,4 0-11-15,3 0-3 0,-3 0 0 0,3 0 0 16,3 0-8-16,-3 0-8 0,3 0 9 0,2 0-9 16,-2 0 0-16,3 0 0 0,0 0 0 0,3 0 0 15,0-6-125 1,-1 4-25-16,1-4-5 0</inkml:trace>
  <inkml:trace contextRef="#ctx0" brushRef="#br0" timeOffset="24154.193">12147 2858 1273 0,'-6'-11'53'0,"0"8"-42"31,3-4 77-31,-3-1 16 0,3 2 4 0,-3 1 0 16,3 0-10-16,0-1-2 0,3 6 0 0,-3 0 0 15,3 0-21-15,0 0-5 0,0 0-1 0,0 0 0 16,0 0-4-16,0 0-1 0,0 0 0 0,0 0 0 16,0 0-51-16,0 0-13 0,0 0 0 0,6 0 0 15,0 6 54-15,0-1 8 0,0 6 2 0,3-3 0 16,0-1-52-16,3 7-12 0,0-6 0 0,0 7 0 0,3 1 0 0,2 8 0 0,1 3 0 15,0 2 0-15,3 0 22 0,-3 0 2 0,3 8 0 16,0-5 0-16,-4 5-16 0,1-3-8 0,-3 3 10 16,0 3-10-1,0 2-17-15,-3 6-10 0,0 0-1 0,0 4-1 0,-6-7 49 0,2 0 11 0,-5 0 1 0,0 3 1 16,0 0-25-16,-6 2-8 0,0-5 0 16,-3 5 0-16,1-5 28 0,-7-3 1 0,0 1 1 0,-3-3 0 15,-3-1-30-15,0-2 0 0,-6-2 0 0,1 4 0 16,-4-4 0-16,3-4 0 0,-3 4 0 0,-3-3 0 15,4-3 0-15,2-3 0 0,0 1 0 0,-3-6 0 16,3-3 0-16,1 1-10 0,-1-6 0 0,0 0 0 16,0 3 10-16,0-10 14 0,3 1-3 0,1-1-1 15,-1-4-10-15,3 1 0 0,3 2 0 0,3-5 0 16,0-5-49-16,3 2-12 0,3 1-3 0,0-4 0 16,3-1-77-16,3 1-16 0,3-7-3 0</inkml:trace>
  <inkml:trace contextRef="#ctx0" brushRef="#br0" timeOffset="24661.032">12769 3509 1668 0,'-6'0'70'0,"-3"2"-56"16,3-2 99-16,0 3 20 0,0-3 4 0,6 0 1 15,0 0-34-15,0 0-6 0,0 0-2 0,0 0 0 16,0 0-35-16,0 0-7 0,0 0-2 0,0 0 0 16,3 0-11-16,6 0-2 0,0-3-1 0,3 3 0 15,0-2-2-15,3 2-1 0,3-6 0 0,0 4 0 16,-1 2-17-16,4-6-3 0,0 4-1 0,3 2 0 15,-3-8-14-15,3 5 9 0,2 0-9 0,1 1 8 16,0-3-8-16,0 5 8 0,3-8-8 0,-4 8 8 16,1-6-8-16,-3 4 0 0,0-1 0 0,-3-2 0 15,-1 2-14-15,-2 3-5 0,-3-3-1 0,0 3 0 16,0 0 20-16,-6-5 0 0,3 3 0 0,-6 2 0 16,3 0-19-16,-3 0 0 0,-3 0 0 0,-3 0 0 15,0 0-127-15,0 0-26 0,0 0-4 0</inkml:trace>
  <inkml:trace contextRef="#ctx0" brushRef="#br0" timeOffset="24993.4">13034 3220 1918 0,'-15'-16'40'0,"12"14"9"0,-3-4-39 0,3 4-10 0,0-1 0 0,3 3 0 15,-3-5 120-15,3 5 23 0,0 0 4 0,0 0 1 16,0 0-41-16,0 0-8 0,0 0-2 0,0 0 0 16,0 0-32-16,0 0-6 0,0 0-2 0,0 0 0 15,0 0-20-15,0 8-4 0,3 0-1 0,-3 2 0 16,0 1-11-16,3-1-2 0,-3 1-1 0,0 5 0 16,3 0-1-16,-3 2 0 0,0 1 0 0,3 5 0 15,-3-1-2-15,0 7-1 0,0-4 0 0,0 3 0 16,0-2 21-16,0 2 4 0,0-8 1 0,0 5 0 15,-3 1-32-15,3-9-8 0,0 3 0 0,0 1 0 16,-3-4-16-16,3 1-4 0,-3-1 0 0,3 6-1 16,-3-8-18-16,3 5-3 0,0-5-1 0,0 5 0 15,0 0-17-15,3-5-3 0,0-3-1 0</inkml:trace>
  <inkml:trace contextRef="#ctx0" brushRef="#br0" timeOffset="25904.282">13820 3233 2288 0,'-3'-5'65'0,"3"0"14"0,0 5-63 0,-6-3-16 0,6 3 0 0,0 0 0 15,0 0 102-15,-3 0 18 0,3 0 3 0,-9 0 1 16,3 0-56-16,0 8-10 0,0-5-2 0,0 5-1 16,0 5-33-16,0 0-6 0,0 0-2 0,0 6 0 15,3-3-14-15,-3 5 0 0,3 0 8 0,-2 3-8 16,2-3 0-16,3 0 0 16,0 0 0-16,0 1 0 0,0-4-9 0,3 3-2 0,2-5 0 15,-2 3 0-15,3-6-39 16,0 3-8-16,0-6-2 0,3 1 0 0,0-3-3 15,0 0-1-15,0-6 0 0,0-2 0 0,3 0 52 0,0 0 12 0,0-2 0 0,-3-3 0 16,3-1 0-16,-1-2 0 0,1 0 0 0,-3 0 0 16,3 1 11-16,-3-4 5 0,0 6 0 0,-3-9 1 15,0 1 24-15,0 3 5 0,-3-6 1 0,3 2 0 16,-3-1 13-16,0-1 4 0,-3 3 0 0,0-6 0 16,3 8-32-16,-3-4-7 0,0 4-1 0,-3 0 0 15,3 3-4-15,0 3 0 0,-3 2-1 0,3 3 0 16,0 0-10-16,0 0-1 0,-3 3-8 0,-3 5 12 15,3 3-12-15,-3 5 0 0,3 2-9 0,0 1 9 16,3-1 0-16,0 3 0 0,0-2 0 0,3-1 0 16,3 1-37-16,0-3-8 0,3 0-2 0,-3-1 0 15,6-1 38-15,0-1 9 0,-1-3 0 0,1 1 0 16,3-3 0-16,0 0 0 0,-3 0 0 0,3-5 0 16,-3-3 0-16,0 5 11 0,0-10-3 0,-3 5 0 15,2-3 1-15,-2-2 0 0,0-3 0 0,0 2 0 16,-3-2 19-16,3-2 3 0,-3-1 1 0,0 1 0 0,-3-4-14 15,3 1-2-15,0-3-1 0,-3-2 0 16,0-1 20-16,3-5 4 0,0 1 1 0,-3 2 0 0,0-9-24 0,3 4-4 16,-3 2 0-16,0 0-1 0,0 0-11 0,0 6 0 15,-3 2 9-15,3 0-9 0,-3 0 0 0,0 6 0 0,0-1 0 0,-3-2 0 16,3 5-41 0,0 3-10-16,-3 2-1 0,3 3-1 0,0 0-77 15,0 0-15-15,0 0-3 0</inkml:trace>
  <inkml:trace contextRef="#ctx0" brushRef="#br0" timeOffset="26193.691">14323 3559 2310 0,'0'0'48'0,"0"0"11"15,0 0-47-15,0 0-12 0,0 0 0 0,0 0 0 16,3 8 104-16,0-6 20 0,3 4 3 0,-3-4 1 15,0 4-52-15,0-4-9 0,0 4-3 0,0 2 0 16,0-3 0-16,0 3 0 0,-3 0 0 0,3 0 0 16,-3 5-51-16,0-5-13 0,0 0 0 0,-3 5 0 15,0-2 0-15,3 2 0 0,-3 0 0 0,0 3 0 16,-3 5 0-16,3-8 0 0,0 11 0 0,-3-8 0 16,3 5 0-16,0-2 0 0,-3-1 0 0,3-2 0 15,0 0 0-15,0 0 0 0,0-6 0 0,0 1 0 16,0 0-100-16,3-3-22 0,-3-1-5 0,0 1-1 15,3-8-51-15,0 0-10 0</inkml:trace>
  <inkml:trace contextRef="#ctx0" brushRef="#br0" timeOffset="26556.744">13594 3075 1918 0,'0'0'40'0,"0"0"9"16,0 0-39-16,0 0-10 0,0 0 0 0,0 0 0 15,0 0 94-15,0 0 17 0,0 0 3 0,0 0 1 16,6 0-36-16,2 5-7 0,4-5-2 0,-3 0 0 16,6 0-9-16,-3 0-1 0,6 0-1 0,0 0 0 15,0 0-23-15,3 0-5 0,-1 0-1 0,4 0 0 16,3-5-7-16,3 2-2 0,0 3 0 0,-1-5 0 16,1 2-21-16,0 0 0 0,3 1 0 0,-4-4 0 15,1 4-12-15,-3 2-6 0,0 0-2 0,-1-5 0 16,1 2-144-16,0 3-30 0,0-5-6 0</inkml:trace>
  <inkml:trace contextRef="#ctx0" brushRef="#br0" timeOffset="27540.465">14677 3249 1579 0,'-9'-13'32'0,"3"8"10"15,3 2-34-15,0-5-8 0,0 0 0 0,0-2 0 0,0 4 97 0,0 1 18 0,0-3 3 16,0 0 1-1,0 3-39-15,3 0-8 0,-3 2-2 0,3-2 0 16,0 5-17-16,0-3-3 0,0 3-1 0,-3-8 0 0,3 8-25 0,0-5-4 0,0 5-2 16,0 0 0-16,0-3 30 0,0 3 5 0,0 0 2 0,0-5 0 15,0 5-37-15,0-3-7 0,0 3-2 0,0 0 0 16,0 0-9 0,0 0 0-16,0 0 0 0,0 0 0 15,0-5 38-15,0 5 6 0,0 0 0 0,0 0 1 0,0 0-28 0,0 0-5 0,0 0-2 0,0 0 0 16,0 0-1-16,0 0 0 0,0 0 0 0,0 0 0 15,-5 5-9-15,-1 1 0 0,3-1 0 0,-3 3 0 16,3 5 0-16,-3-5 0 0,3 5 0 0,-3 0 0 16,3 3 0-16,-3 0 0 0,3 0 0 0,0 5 0 15,0-5 0-15,0 5 0 0,0 3 0 0,0 2 0 16,3-4 0-16,0 1 0 0,0 1 0 0,3 0 0 16,0-3 0-16,0-2 0 0,0-1 0 0,3-2 0 15,-3 3-49-15,3-9-12 0,3 1-3 0,-3-1 0 16,3-2 52-16,-3-2 12 0,2-4 0 0,1 1 0 15,0 0 0-15,3-6 0 0,-3 3 0 0,0-3 0 16,0 1 0-16,0-6 0 0,0 2 0 0,0 4 0 16,0-9 0-16,-3 3 0 0,3 0 0 0,-3-2 0 15,0-1 48-15,-1 1 13 0,-2-4 3 0,3 1 0 16,-3 3-52-16,0-9-12 0,0 8 0 0,-3-4 0 16,3-4 54-16,-3 8 8 0,3-7 2 0,-3 7 0 15,0-2-52-15,3 3-12 0,-3-1 0 0,0 8 0 16,3-5 0-16,-3 8 0 0,0 0 0 0,0 0 0 15,0 0 0-15,0 0 0 0,0 8 0 0,3 0 0 16,0 5 0-16,-3-2 0 0,3 5 0 0,0 2 0 16,0-2 0-16,0 6 0 0,3-9 0 0,-3 5 0 0,3-2 0 15,0 3 0-15,3-6 0 0,-3 3 0 16,0-6-48-16,3 4-13 0,-3-1-3 0,3-5 0 0,0 0 52 0,-1-3 12 16,1 0 0-16,0 1 0 0,-3-6 0 0,3 5 0 0,-3-10 0 15,3 2 0-15,-3 0 28 0,3-5 8 0,-3 0 1 16,3 0 1-16,-3-2-13 0,0-1-2 0,3 1-1 0,-3-6 0 15,0 3 3-15,0-9 1 0,-1 1 0 0,-2-3 0 16,3 3-4-16,0-3-1 0,-3-2 0 0,3 0 0 16,0 4-9-16,-3 1-3 0,3 0 0 0,-3 0 0 15,0 0 3-15,0 2 0 0,0-2 0 0,-3 5 0 16,3-2-12-16,-3 7 0 0,0-7 0 0,0 7 0 16,0 3-49-16,0 0-12 0,0-3-3 15,0 4 0-15,0 7-58 0,0 0-12 0,0 0-2 0</inkml:trace>
  <inkml:trace contextRef="#ctx0" brushRef="#br0" timeOffset="30575.756">15040 3678 1824 0,'0'0'38'0,"0"0"8"16,-3-5-37-16,3 5-9 0,-3-3 0 0,3 3 0 16,-3-8 104-16,0 5 20 0,3-2 3 0,-3 0 1 15,3 5-52-15,0-5-9 0,3 2-3 0,-3-5 0 16,3 3 0-16,0-1 0 0,0 1 0 0,3 2 0 15,-3 1 0-15,3-6 0 0,3 3 0 0,-3 2 0 16,3-2-51-16,3 2-13 0,-3-2 0 0,0 5 0 16,3-6 22-16,0 4 2 0,-1-4 0 0,1 6 0 15,0-2-24-15,0 2 8 0,0 0-8 0,0 0 0 16,-3 0 0-16,0 2 0 0,0 4 0 0,0-4 0 16,-3 4 0-16,-3-1 0 0,0 3 0 0,0 0 0 15,-3 0 0-15,-3 0 0 0,0 2 0 0,0 1 0 0,-3-1 0 16,-3 1-12-16,0 0 4 0,-3 2 0 0,0-3-4 0,-3 4-1 15,0-1 0-15,0 3 0 0,3-3-6 0,-2 3-1 0,2 0 0 16,0-3 0-16,0 0 29 0,3 3 6 0,0-8 1 0,3 5 0 16,3-5-64-1,0 0-13-15,3-3-3 0,3 3 0 0,-3 0 52 0,6-5 12 0,-3 2 0 0,6-2 0 16,0-3 0-16,0 3 0 16,3-3 0-16,0 0 0 0,0 0 16 0,2-3 7 0,-2 0 1 15,3-2 0-15,0 2-24 0,0-5 0 16,0 0 0-16,0 3 0 0,3-3-9 0,-4 0-7 0,4-2 0 15,-3-1-1-15,0-2-197 0,-3 0-39 16</inkml:trace>
  <inkml:trace contextRef="#ctx0" brushRef="#br0" timeOffset="31016.333">15674 2810 2067 0,'-3'-8'87'0,"0"0"-70"15,0 6 89-15,-3-9 18 0,3 8 3 0,-3-5 1 16,3 8-23-16,-2-5-4 0,-1 2-1 0,0 3 0 15,-3 3-57-15,0 2-12 0,-3 3-3 0,0-2 0 16,0 4-28-16,-3 6 0 0,-3 3 0 0,3-1 0 16,-2 9 16-16,-1 10-2 15,0 0-1-15,3 2 0 16,3 1-13-16,3 5-18 0,0 0 4 0,3 5 1 0,0 3 13 16,6 3 15-16,0 5-3 0,3 2-1 0,0-5-11 0,6-2-16 0,0-3 4 15,3 2 1-15,0-4 11 0,3 2 0 0,0 2 0 0,3-7 0 16,-1-6 0-16,1-2 0 0,0-6 0 0,0 1 0 15,0-6 0-15,3-3 0 0,-3 1 0 0,2-9 0 16,-2 3 0-16,3-5 0 0,0 3 0 0,0-9 0 16,0 1 0-16,2-3 0 0,1-6 0 0,0 4 0 15,0-6-104-15,3-6-20 0,-4 4-3 0</inkml:trace>
  <inkml:trace contextRef="#ctx0" brushRef="#br0" timeOffset="31612.386">16579 2839 2138 0,'6'-16'44'0,"-3"0"12"0,0-5-45 0,0 5-11 0,0 0 0 0,-3-2 0 16,0 2 89-16,-3 3 16 0,-3 2 3 0,3-2 1 15,-3 2 15-15,-3 6 4 0,0-3 0 0,0 0 0 16,-3 8-103-16,1 0-25 0,-1 0 0 0,-3 0 0 15,-3 8 26-15,0 0 0 0,0 5 0 0,0 3 0 16,-3 0-26-16,4 5 0 0,-4 0 0 0,3-2 0 16,0 7 0-16,3-2 0 0,3 5 0 0,0 3 0 15,3 5 0-15,1 6 0 0,2 2 0 0,0-1 0 16,3 1-18-16,0-2-6 0,3-1 0 0,0 3-1 16,0 0 25-16,0 5 0 0,0 1 0 0,3 2 0 15,0-6 46-15,-3-2 14 0,3-2 4 0,-3 1 0 0,0 1-52 16,0 0-12-16,0 3 0 0,-3-3 0 0,0-3 0 15,0-2 0-15,0 0 0 0,-3-6 0 16,0-2-28-16,-3-3-8 0,3-2-1 0,-3-4-1 16,3-2 2-16,-3 1 0 0,0-1 0 0,0-3 0 15,0-4-86-15,0-1-17 0,0-3-3 0</inkml:trace>
  <inkml:trace contextRef="#ctx0" brushRef="#br0" timeOffset="31826.076">16031 3503 1812 0,'15'-2'76'0,"0"2"-60"16,0 0 65-16,0-6 14 0,0 6 2 0,3 0 1 16,-3 0-8-16,2 0-2 0,-2 0 0 0,3 0 0 15,0 0-39-15,0 0-8 0,3 0-1 0,0 0-1 16,-1 0-4-16,1 0-1 0,3 0 0 0,-3 0 0 15,3 0-174-15,0 0-36 0,-1 6-6 0</inkml:trace>
  <inkml:trace contextRef="#ctx0" brushRef="#br0" timeOffset="32470.231">16540 3673 2067 0,'0'0'87'0,"0"0"-70"32,0 0 89-32,0 0 18 0,0 0 3 0,0 0 1 0,0 0 0 0,0 0 0 0,0 0 0 0,0 0 0 15,0 0-103-15,0 0-25 0,0 0 0 0,0 0 0 16,0 0 56-16,0 8 7 0,-3 0 1 0,0-1 0 15,3 4-52-15,-2 0-12 0,-1-1 0 0,3 1 0 16,0 2-48-16,0-2-13 0,0 2-3 0,3 0 0 16,-1 0 52-16,1 3 12 0,0-5 0 0,3-1 0 15,-3 6-54-15,3-8-8 16,0 3-2-16,3-1 0 0,0-7 0 0,0 2 0 16,0-5 0-16,3 0 0 0,0 0 36 0,0-5 8 15,3-3 0-15,-3 3 1 0,-1-6 31 0,1 3 5 0,0-5 2 0,0 2 0 16,-3-2-19-16,3 0 0 0,-3 0 0 0,-3 2 0 15,0-5 55-15,0 6 7 0,-3-6 2 0,0 3 0 16,0 2 0-16,0-2 0 0,-3 2 0 0,0 1 0 16,0 2-52-16,-3 0-12 0,3 0 0 0,-3 2 0 15,0 4 0-15,3 2 0 0,0 0 0 0,-6 0 0 16,6 0 0-16,-6 0 0 0,0 5 0 0,0 0 0 16,0 6 0-16,3-3 0 0,0 3 0 0,0 7 0 15,3-2 0-15,0 0 0 0,3 2 0 0,0 6 0 0,3-8 0 16,0 5 0-16,0-2 0 0,3 2 0 15,3-5-48-15,-3-3-13 0,6 0-3 0,-4-2 0 0,1-1 52 0,3-2 12 0,-3-5 0 16,0 2 0-16,0-2 0 0,0-3 0 0,0 0 0 16,0-3 0-16,0 1 48 0,-4-4 13 0,1 1 3 0,0-3 0 15,-3-3 0-15,0 1 0 0,0-1 0 0,0-2 0 16,-3-3-40-16,0 0-8 16,0 3-2-16,0-8 0 0,-3 5 1 0,3-5 0 0,-3 5 0 15,0-5 0-15,3 5-15 0,-3-3 8 16,0 4-8-16,0-1 0 0,0 2 0 0,0-1-13 0,0-1 1 0,3 2 0 31,-3 4-109-31,0 2-22 0,3 3-4 0,-3-3-1 0,0 8-75 0,0 0-15 16</inkml:trace>
  <inkml:trace contextRef="#ctx0" brushRef="#br0" timeOffset="32714.47">17055 3821 1824 0,'-6'5'76'15,"6"3"-60"1,0-8 116-16,-3 5 23 0,3 3 5 0,0 0 0 16,0 0-35-16,0-5-7 0,3 5-2 0,0-3 0 15,0 3-58-15,0 0-12 0,-3-3-2 0,3 3-1 16,0 0-35-16,3 0-8 0,-3 0 0 0,0 3 0 16,0-4 32-16,0 4 5 0,0-3 1 0,0 3 0 15,-3-1-30-15,3 1-8 0,0-3 0 0,-3 2 0 16,3 4 24-16,-3-9 1 0,-3 5 0 0,3-2 0 15,-3 0-71-15,3 0-14 0,-3 0-4 0,0-3 0 16,3 3 0-16,-3-2 0 0,0 2 0 0</inkml:trace>
  <inkml:trace contextRef="#ctx0" brushRef="#br0" timeOffset="33149.245">16555 3392 1580 0,'0'0'67'16,"6"0"-54"-16,3-2 41 0,0-4 8 0,0 4 2 0,0-1 0 16,3 0 0-16,0-2 0 0,3 2 0 0,3-2 0 15,-4 2-52-15,4 3-12 0,0-5 0 0,0 2 0 32,3-2 0-32,-3 3 0 0,6-1 0 0</inkml:trace>
  <inkml:trace contextRef="#ctx0" brushRef="#br0" timeOffset="33847.777">17249 3614 2310 0,'0'0'48'0,"-3"-2"11"16,3 2-47-16,0 0-12 0,0-8 0 0,0 8 0 15,0 0 104-15,0 0 20 0,0 0 3 0,0 0 1 16,0 0-52-16,0 0-9 0,0 0-3 0,0 0 0 0,-6 2-51 15,0 4-13-15,0-1 0 0,0 3 0 0,0 0 0 0,3 3 0 0,-3-4 0 0,3 4 0 32,0 0 0-32,0 2 0 0,0-3 0 0,3 4 0 15,0-1-48-15,0 0-13 0,0 3-3 0,3-3 0 16,0 3 0-16,3-3 0 0,-3 3 0 0,3 0 0 16,0-11-2-16,0 3-1 0,0 0 0 0,0 0 0 15,3-8 5-15,-3 3 1 0,3-3 0 0,-3-3 0 0,3 3 49 0,0-8 12 0,-3 3 0 0,2-3 0 16,1 0 48-16,-3 0 13 0,0 0 3 0,0 0 0 15,0-2 0-15,0-1 0 0,0 1 0 0,-3-1 0 16,0 3 0-16,0-5 0 0,0 2 0 0,0 6 0 16,0-8-52-16,-3 5-12 0,0 0 0 0,3 3 0 15,-3 2 0-15,0 3 0 0,0 0 0 0,0 0 0 16,0 0 54-16,0 0 8 0,0 0 2 16,0 0 0-16,0 0-103 0,0 5-20 15,0 3-4-15,0 3-1 0,3 2 52 0,-3-2 12 0,3-1 0 0,0 3 0 16,0 1 0-16,3-1 0 0,-3 0 0 0,3 0 0 15,0 3 0-15,3-8 0 0,0 5 0 0,-1-2 0 16,1-3 0-16,0 0 0 0,0 2 0 0,3-7 0 16,-3 2 0-16,0-2 0 0,0-3 0 0,0-3 0 15,0 3 38-15,0-8 10 0,0 3 3 0,-3-3 0 16,0 0-3-16,3-5 0 0,-4 0 0 0,1 2 0 16,0-5-10-16,-3 0-2 0,3 3-1 0,0-8 0 15,0 5-16-15,-3 0-3 0,3 3-1 0,-3-3 0 16,3 3-15-16,-3-3 9 0,3 0-9 0,-3 3 8 15,0-6-8-15,3 3 0 0,-3 1 0 0,3 1 0 16,-3 4-28-16,0-6-5 0,0 5-1 0,-3 3 0 16,3 6-130-16,-3 2-25 0,0 0-6 0</inkml:trace>
  <inkml:trace contextRef="#ctx0" brushRef="#br0" timeOffset="34214.794">17636 3863 2272 0,'6'-5'48'0,"3"2"9"0,-3-2-45 0,3 2-12 0,3-5 0 15,-4 3 0-15,4 2 112 0,-3-2 20 0,3 5 4 0,0-5 0 16,0 2-57-16,-3-2-12 0,0 5-3 0,0-3 0 16,0 3-32-16,-3 0-6 0,3 0-2 0,-3 3 0 15,0 2-15-15,-4-2-9 0,4 2 10 0,-3 0-10 16,0 3 8-16,0 0-8 0,-3 3 0 0,0-3 0 15,0 2 0-15,-3 6 8 0,0-8-8 0,0 3 0 16,-3 2 0-16,4 0 0 0,-4 0 0 0,-3 3 0 16,3-5-16-16,0 2 4 0,0 0 1 0,0-2 0 15,3 2 2-15,-3-5 0 0,3 0 0 0,-3 0 0 16,3 3 9-16,3-9 0 0,0 6 0 0,0-5-8 16,0-3 8-16,3 5 0 0,3 0 0 0,-3-2 0 15,3 0 0-15,0-3 0 0,0 2 0 0,3-2 0 16,-3 0 0-16,3-2 0 0,-1-1 0 0,4 3 0 15,-3-5 0-15,3 2 0 0,0 0-11 0,3-2 11 16,-3 3-148-16,3-4-23 0,3 4-5 0</inkml:trace>
  <inkml:trace contextRef="#ctx0" brushRef="#br0" timeOffset="34854.072">18041 2964 1930 0,'-15'-8'55'0,"3"2"11"0,3 4-53 16,0 2-13-16,3 0 0 0,6 0 0 0,0 0 60 0,0 2 10 0,0 6 2 0,3 5 0 15,3 1-12-15,3-1-1 0,3 5-1 0,0 1 0 16,3 5-10-16,-1 0-1 0,4 2-1 0,0 1 0 15,0-1-4 1,0 3-1-16,0-5 0 0,3 5 0 0,-1 3-31 0,1 5-10 0,-3 2 0 0,3 6 0 16,0-7 0-16,0 1 0 0,-3 4 0 15,-1-1 0-15,1 3 40 0,-6-5 0 0,0 2 1 0,-3 3 0 16,-6-3-14-16,0 3-3 0,-3-5-1 0,-6 0 0 16,0-3-23-16,-6-6 0 15,3-2 0-15,-9 1 0 0,0-1 0 0,-2-3 0 0,-1 3 0 0,-6-2 0 16,0 2 11-16,0-8-3 0,1 3 0 0,-4 0 0 15,0-3-8-15,-3 0-11 0,1-5 3 0,-1 0 0 16,3 0 8-16,0-6 0 0,1 1 0 0,-1-1 0 16,6-2-104-16,3 0-20 0,3 0-3 15</inkml:trace>
  <inkml:trace contextRef="#ctx0" brushRef="#br0" timeOffset="35199.13">18627 3797 2067 0,'0'0'87'16,"0"0"-70"-16,6-3 38 0,0 1 7 0,0-1 2 0,3 3 0 15,3-5 51-15,0 2 10 0,3-2 3 0,2 5 0 16,4-3-67-16,3 3-13 0,0 0-2 0,3 0-1 16,-1 3-15-16,1-3-3 0,0 5-1 0,3-5 0 15,-3 3-14-15,2-3-4 0,4 5 0 0,-3-5 0 16,3 0-8-16,-1 3 0 0,4-1 0 0,-3-2 8 16,-6 3-8-16,2 0 0 15,-5-1 0-15,0-2 8 0,-3 0-8 0,-3 0 0 0,-3 0 0 16,-1-2 0-16,-2 2-40 15,-3-3-11-15,0 0-1 0,0 1-1 0,-6-1-127 16,0-2-24-16,0 2-6 0</inkml:trace>
  <inkml:trace contextRef="#ctx0" brushRef="#br0" timeOffset="35475.571">19005 3599 2165 0,'-3'-8'61'0,"0"2"14"15,3 4-60-15,0 2-15 0,0 0 0 0,0 0 0 16,0 0 102-16,0 0 18 0,0 0 3 0,0 0 1 16,0 0-38-16,0 0-7 0,0 0-2 0,0 0 0 0,0 0-23 15,0 5-5-15,0 0-1 0,0 6 0 16,0-1-20-16,0 1-4 0,0 0 0 0,-3 4-1 16,0 4-4-16,3-3-1 0,-3 0 0 0,0 5 0 15,3 3-7-15,-3 0-2 0,0-1 0 0,3 4 0 16,-3-1-19-16,0-5-4 0,3 3-1 0,-3 0 0 0,3 0 15 15,-3-3 0-15,3-2 0 0,-3 2 0 16,3-5 0-16,-3 2 0 0,3-5 0 0,0 3 0 16,0-3-105-16,0 1-19 0,0 2-3 0</inkml:trace>
  <inkml:trace contextRef="#ctx0" brushRef="#br0" timeOffset="36409.528">19716 3479 2260 0,'-2'-7'47'0,"-1"-1"11"0,3 0-46 0,-3 0-12 0,3 5 0 0,0 3 0 15,0 0 115-15,0 0 21 0,0 0 4 0,-6-3 0 16,6 3-60-16,-6 3-13 0,0 2-3 0,0 3 0 16,-3 0-51-16,3 3-13 0,-3 5 0 0,3-6 0 15,-3 6 0-15,3-3 0 0,-3 3 0 0,6-2 0 16,-3 1 0-16,3-1 0 0,3 1 0 0,0-1 0 16,0 2-48-16,3-3-13 0,0 0-3 15,3 3 0-15,3-5 52 0,0-1 12 0,0 6 0 0,0-8 0 16,0 0-54-16,3 0-8 0,0-3-2 0,0 3 0 15,-1-8 0-15,1 0 0 0,3 0 0 0,-3-5 0 16,0 2 52-16,0-5 12 0,0 0 0 0,-3 3 0 16,3-3 48-16,-3 0 13 0,0-3 3 0,-1 4 0 15,1-4 0-15,0 3 0 0,-3-3 0 0,0 3 0 16,0-2-52-16,0-1-12 0,0-2 0 0,-3 2 0 16,0 1 54-16,0-1 8 0,-3 3 2 0,3-2 0 15,-3 2-52-15,0 0-12 0,0 3 0 0,0 5 0 16,0 0 0-16,0 0 0 0,0 0 0 0,0 0 0 0,-6 5 0 15,0 3 0-15,3 2 0 0,-3 4 0 16,3-6 0-16,3 5 0 0,-3-3 0 0,6 4 0 0,-3-1 0 0,6-3 0 16,0 1 0-16,0 5 0 0,3-5 0 0,0 2 0 0,3 0 0 15,0 0 0-15,0-2-12 0,3 2-6 0,-1-8-1 0,-2 3 0 16,3 0 31-16,0 0 5 0,-3-8 2 16,0 3 0-16,3 2-19 0,-6-5 0 15,3 0 0-15,-3-5 0 0,-1 2 0 0,1-2 0 0,-3-3 0 0,0 0 0 16,-3 0 54-16,0 0 7 0,0-5 2 0,0 0 0 15,-3 2-50-15,0-5-13 0,0 3 0 0,0-3 0 16,0 3 36-16,0-6 3 0,-3 1 0 0,0-1 0 16,3 1-11-16,-3-3-3 0,3-1 0 0,-3 1 0 15,0 3-45-15,3-3-10 0,-3-1-2 0,3 7 0 16,0-4-4-16,-3 8-2 0,3-4 0 16,0 4 0-16,-3 3-118 15,3 5-24-15,0 3-5 0</inkml:trace>
  <inkml:trace contextRef="#ctx0" brushRef="#br0" timeOffset="36716.687">20261 3763 2508 0,'0'0'71'0,"0"0"16"0,3 0-70 15,-3 0-17-15,6-3 0 0,-6 3 0 0,6 3 55 0,-6-3 7 0,3 2 2 0,3 1 0 16,-3 2 0-16,3 3 0 0,-3 0 0 0,0-3 0 16,0 3-52-16,-3 8-12 0,3-8 0 0,-3 5 0 15,3 3 0-15,-3-3 0 0,0 3 0 0,0 0 0 16,0 0 34-16,-3 3 4 0,3-4 1 16,-3 4 0-16,3-6-11 0,-3 3-3 0,0-3 0 0,0 3 0 15,0-5-25-15,0 2 0 16,0 0 0-16,0-2 0 0,0 2-46 15,0-2-14-15,0-1-4 0,0 1 0 0,0-3 0 16,0 0 0-16,0 0 0 0,3-3 0 0,0-5-153 0,0 0-31 16,0 0-7-16</inkml:trace>
  <inkml:trace contextRef="#ctx0" brushRef="#br0" timeOffset="37608.65">20550 3509 2090 0,'0'-14'44'0,"0"4"8"0,0-1-41 0,0 3-11 0,0 6 0 0,0-9 0 16,0 6 109-16,0 5 20 0,0 0 4 0,0 0 1 16,0 0-43-16,0 0-9 0,0 0-2 0,-6 8 0 15,3 2-42-15,0 1-9 0,-3 5-1 0,0 0-1 16,3-1-15-16,0 1-4 0,-3 3 0 0,3-3 0 15,0 0-8-15,0-1 0 0,0 1 0 0,3 3 0 16,-3-6 0-16,3 3 0 0,0 0 0 0,3-6 0 16,-3 4-18-16,3-1-6 0,0 0 0 0,0-2-1 15,3-1 0-15,0-2 0 0,0 0 0 0,0 0 0 16,3-5 10-16,-3 2 3 0,3-5 0 0,0 0 0 16,0 0 12-16,0-5-9 0,0 2 9 0,0-2-8 15,-1-3 8-15,-2 0 0 0,3 0 0 0,-3 0 0 0,3-2 10 16,-3-1 1-16,0 3 0 0,3 0 0 0,-3-5 14 15,0 5 3-15,0-5 1 0,-3 2 0 0,3 3 1 16,-3 3 0-16,0-8 0 0,0 5 0 0,0 2-14 0,-3-2-2 16,3 6-1-16,-3 2 0 0,0 0-5 0,0 0-8 15,0 0 11-15,0 0-11 0,0 0 0 0,-3 2 0 0,3 4 0 16,-3 2 0-16,3 0 0 16,0 0-9-16,0 2 9 0,0 1-8 0,3 2 8 15,-3-5 0-15,3 2-9 0,3 4 9 16,-3-1 0-16,3-2 0 0,0-1 0 0,0 1 0 0,-1-1 0 0,4-2 0 0,-3 0-9 15,3 0 9-15,0-3 0 0,-3 1 0 0,3-4 0 0,0-2 0 16,0 0 11-16,0-2-1 0,-3-1 0 0,3-2 0 16,-3 2 15-16,3-5 3 0,-3-2 1 0,0-1 0 15,0 3 1-15,-4-5 0 0,1 2 0 0,3-2 0 16,-3 5-9-16,0-8-1 0,0 6-1 0,0-1 0 16,0-8-9-16,0 4-2 0,0-1 0 0,0 0 0 15,0-3-8-15,0 1 0 0,0-3 0 0,0-1 0 16,0 7 0-16,0-7 0 0,0 7 0 0,0-4-11 15,0 8-24-15,0-2-5 0,0 5 0 0,-3 3-1 16,0 5-107-16,0 0-20 0,0 0-5 0,3 11-1 16,-3-3-44-16,0 5-9 0</inkml:trace>
  <inkml:trace contextRef="#ctx0" brushRef="#br0" timeOffset="37929.838">20931 3744 2146 0,'0'0'60'0,"3"3"15"0,3 2-60 0,0-2-15 0,3-3 0 0,-3 2 0 15,3-2 103-15,0 0 17 0,-3 0 4 0,2-2 1 16,4 2-35-16,-3-3-7 0,3 3-2 16,0-5 0-16,-3 5-37 0,0-3-7 15,3 3-1-15,-3 0-1 0,0 0-20 0,-3 0-4 0,3 0-1 0,-3 3 0 16,-3 2-10-16,3-2 0 0,-1-1 9 0,-2 6-9 16,-3 0 0-16,0 3 0 0,0-1 0 0,-3 6 8 15,-2-5-8-15,-1 2 0 0,-3 3 8 0,3 0-8 16,-3 2 0-16,-3-4 0 0,3 1 0 0,0 1-12 15,0-2-6-15,0 1-2 0,0-1 0 0,3 2 0 16,0-9 9-16,0 4 2 0,0-3 0 0,3 3 0 16,3-3 9-16,0-6 0 0,0-2 0 0,0 5 0 15,3-2 0-15,3 2 0 0,0-2 0 0,0-3 0 16,3 3 0-16,0-3 0 0,0 0 0 0,3-3 11 16,0 3-11-16,3-3 0 0,-3 1 9 0,3-1-9 15,2 0 0-15,1 1 0 0,0-3 0 0,0-1 0 16,0 4-100-16,3-12-19 0,-4 4-3 15</inkml:trace>
  <inkml:trace contextRef="#ctx0" brushRef="#br0" timeOffset="39272.896">20458 3257 1652 0,'0'0'34'0,"0"0"9"16,0 0-35-16,0 0-8 0,6 0 0 0,0 0 0 15,3-5 85-15,-1 5 15 0,1 0 4 0,3-3 0 16,3 3-12-16,0 0-1 0,3 0-1 0,3-5 0 16,3 2-23-16,-4 1-5 0,7-1-1 0,0 0 0 15,0 1-19-15,0 2-4 0,2-3-1 0,1 3 0 16,0 0-17-16,-3-5-3 0,-4 2-1 0,4 3 0 15,-3-5-16-15,-3 2 0 0,-3 3-13 0,3-5 5 16,-4 2 8-16,-2 1 0 0,3-1 0 0,-3 0 0 0,-3 1 0 16,0 2 0-16,0 0 0 0,-3-3 0 0,0 3 0 15,-3 0 0-15,3 0 0 0,-4 0 0 16,1 0-53-16,0 0-9 0,0 3-2 0,0-3 0 16,-3 0-153-16,3 0-31 0</inkml:trace>
  <inkml:trace contextRef="#ctx0" brushRef="#br0" timeOffset="40005.307">21830 3006 1824 0,'3'-13'38'0,"-3"5"8"16,3-6-37-16,-3 4-9 0,0-1 0 0,-3 3 0 16,3 0 104-16,-3 6 20 0,0-9 3 0,0 9 1 15,0-4-52-15,-3 4-9 0,3 2-3 0,-3-6 0 16,0 6 0-16,-3 0 0 0,3 0 0 0,-3 6 0 15,0-6-51-15,0 2-13 0,-2 4 0 0,2-6 0 16,0 5 0-16,3-3 0 0,-3 4 0 0,0 2 0 0,0-6 0 16,3 4 0-16,-3-1 0 0,0 0 0 0,3 1 0 0,-3-1 0 15,3 3 0-15,-3-6 0 16,3 4 0-16,3-1 0 0,3-5 0 0,-6 5 0 16,1-2 54-16,5-3 8 0,-3 8 2 0,3-8 0 0,0 0-52 15,0 0-12-15,0 0 0 0,0 0 0 0,-6 0 0 0,6 0 0 0,0 0 0 0,0 0 0 16,0 0 0-16,0 0 0 0,0 0 0 0,0 0 0 15,0 0-12-15,0 0-6 0,0 0-1 0,0 0 0 16,0 0 31-16,0 0 5 0,0 0 2 0,0 0 0 16,0 0-19-16,0 0 0 0,0 0 0 0,0 0 0 15,0-5 0-15,3-1 0 0,-3 1 0 0,0 5 0 16,0-5 0-16,0 5 0 0,3-6 0 0,-3 6 0 16,3-2 0-16,-3 2 0 0,0-6 0 0,0 6 0 15,0 0 0-15,0 0 0 0,0 0 0 0,0 0 0 16,0 0 0-16,0 0 0 0,0 0 0 0,0 0 0 15,0 8 0-15,0 0 0 0,-3 3 0 0,0 5 0 16,-3 0 0-16,0 5 0 0,0-5 0 0,-3 8 0 16,0-3 0-16,-3 3 0 0,3 2 0 0,-6-2 0 15,3 5 0-15,-3 0 0 0,3 3 0 0,-2 5 0 16,2 2 0-16,0 6 0 0,3 0 0 0,-3 0 0 16,3-2 0-16,0 2 0 0,0-6 0 0,0 9 0 15,3-3 0-15,3 0 0 0,0 3 0 0,0-1 0 16,3-7 0-16,3 2 0 0,0-5 0 0,3 3 0 15,0-3 0-15,3-3 0 0,3-2 0 0,3 3 0 16,0-4 0-16,6-2 0 0,-4-2 0 0,7-1 0 16,3-4 0-16,-3-4 0 0,3-2 0 0,2-5 0 0,-2-4 0 15,3-1 0-15,-3-1 0 0,0-5 0 16,2-5-136-16,-5-1-32 0,3 1-5 0</inkml:trace>
  <inkml:trace contextRef="#ctx0" brushRef="#br0" timeOffset="40505.88">22217 3061 2025 0,'-12'-2'85'15,"-3"2"-68"1,0 0 48-16,-3 0 10 0,3 0 1 0,-5 0 1 16,2 5-15-16,-3 3-3 0,-3 0-1 0,3 0 0 0,0 2-22 0,1 4-5 15,-1-1-1-15,3 3 0 16,0 5 6-16,6-5 2 0,0 2 0 0,3 6 0 16,3-5-30-16,0 7-8 0,3-5 0 0,3 6 0 15,3 2 0-15,0 3 0 0,3 2 0 0,3 0 0 0,-3-2 0 0,3 3 0 16,0-6 0-16,0 0 0 0,-3-5 0 0,3 2 0 15,0 1 8-15,-3-1-8 0,0 0 0 0,-3 1 0 0,0 2 0 16,0 0 0-16,-3 0 0 0,-3-2 0 0,0-1 0 0,-3 3 0 16,-3-8 0-16,0 1 0 0,-3-4 0 0,0 1 0 15,-3-3-100 1,-3-1-16-16,0-1-2 0</inkml:trace>
  <inkml:trace contextRef="#ctx0" brushRef="#br0" timeOffset="40713.725">21705 3659 2032 0,'12'-8'42'0,"0"1"10"16,0-1-41-16,2 0-11 0,1 0 0 0,0 2 0 16,0-2 112-16,0 6 20 0,0-9 4 0,0 6 0 15,3 0-57-15,-1-1-12 0,4 4-3 0,-3-4 0 16,3 4-55-16,-3-6-9 0,6 5 0 0,-6 1-10 15,2-1-7-15,1 3-2 0,0 0 0 0,3 0 0 16,-3 0-176-16,3 0-35 0,-1 3-7 0</inkml:trace>
  <inkml:trace contextRef="#ctx0" brushRef="#br0" timeOffset="41233.392">22440 3604 2060 0,'-9'-5'58'0,"0"5"14"0,-3 0-58 0,0 0-14 0,1 5 0 0,-1-5 0 15,-3 2 98-15,3 4 17 0,0-6 3 0,-3 5 1 16,3 0-46-16,0 3-9 0,3-2-1 0,-3 2-1 16,3-3-32-16,1 3-6 0,2 0-2 0,3 5 0 15,0-5-14-15,0-3-8 16,3 6 8-16,0 2-8 0,3-5 0 0,0 3 0 0,3-1 0 0,-1-2 0 16,1 3-23-1,3-3 1-15,0 2 0 0,0-7 0 0,3 5-4 0,3-6-1 0,-3 4 0 16,3-4 0-16,-3-2 11 0,3 0 1 0,-1 0 1 0,-2-2 0 15,3-1 14-15,-3-2 0 0,0 2 0 0,-3-2 0 16,3-3 0-16,-3 3 0 0,-3-1 9 0,3-2-9 16,-3 3 30-16,0-3 0 0,0 0 0 0,0 0 0 15,-3 3 7-15,0-3 2 0,-1 0 0 0,-2 0 0 16,0 3-15-16,3 0-4 0,-3 2 0 0,0 3 0 16,0 0-7-16,0 0-1 0,0 0-1 0,0 0 0 15,0 0-11-15,0 0 0 0,0 0 0 0,0 0 0 16,-5 3-12-16,2 4 12 0,3 4-10 0,-3 0 10 15,3-1-8-15,3 1 8 0,0 2 0 0,-1 0-9 16,4-2 9-16,0 2-8 0,0-2 8 0,3 2-8 0,0-5 8 16,0 2 0-16,3-2 0 0,-3 0 0 0,0-5 0 15,3 2 0-15,-3-5 0 0,0 3 0 0,0-3 0 16,0-3 0-16,-1 3 0 0,1-8 0 16,-3 0 28-16,0 0 4 0,3 3 0 0,-3-8 1 15,-3 2 9-15,3-2 2 0,-3 0 0 0,3 0 0 0,-3 2-21 16,0-7-4-16,0 7-1 0,0-5 0 0,0 0-10 0,0 3-8 0,0 0 12 15,3-1-12-15,-3 4 0 0,0-9 0 0,0 3 0 0,0 3 0 32,0 3-39-32,0-4-8 0,-3 4-1 0,3-1-1 15,0 9-132-15,-3-6-27 0,3 8-4 0</inkml:trace>
  <inkml:trace contextRef="#ctx0" brushRef="#br0" timeOffset="41467.975">22821 3744 1983 0,'0'0'41'0,"0"8"10"0,-3-3-41 0,0 3-10 0,3-2 0 0,0 4 0 16,-3-7 121-16,3 2 23 0,0 0 4 0,0 3 0 15,0 0-57-15,3 0-12 0,-3-5-3 0,0 5 0 16,3-3-39-16,-3 3-8 0,0 0-1 0,3 5-1 16,-3-8-17-16,0 3-10 0,0 3 12 0,0-3-12 15,0 2 8-15,0-2-8 0,-3 3 0 0,3 0 0 16,-3-3 0-16,0 2 0 0,0-2 8 0,0 3-8 15,0-3-12-15,0 0-7 0,0-1-1 0,0 1 0 16,0 0-138-16,0-2-28 0,0 2-6 0</inkml:trace>
  <inkml:trace contextRef="#ctx0" brushRef="#br0" timeOffset="42035.955">22997 3686 2415 0,'6'-8'68'0,"-3"0"16"0,-3-3-68 0,3 3-16 0,-3 6 0 0,3-3 0 15,-3 5 88-15,0 0 15 0,0 0 2 0,0 0 1 32,0 0-44-32,0 0-9 0,0 0-1 0,-6 5-1 0,3 0-32 0,-3 0-7 0,3 6 0 0,0-3-1 15,0 0-11-15,3-3 0 0,-3 3 0 0,3 3 0 16,0 2 0-16,0-5-9 0,3 5 0 0,-3-5 0 15,3 0-25-15,0 3-5 0,0-1-1 0,0-2 0 16,0 0-7-16,0-3-1 0,3 3-1 0,0-5 0 16,-3 2 19-16,5-5 4 0,-2 3 1 0,0-3 0 15,0 0 25-15,0-3 0 0,-3 3 0 0,3-8 0 16,0 3 0-16,0 0 0 0,0-1 12 0,0 1-4 16,-3-3 17-16,3 0 4 0,0 0 1 15,-3-2 0-15,3 2 5 0,-3 0 1 0,0 0 0 0,0 0 0 16,0 0-15-16,-3 3-2 0,3 2-1 0,-3-5 0 15,0 8-18-15,0 0 8 0,0 0-8 0,0 0 0 16,0 0 0-16,0 0 0 0,0 0 0 0,0 8 0 16,0 3-8-16,0-3 8 0,3 5-13 0,0 0 5 15,3-5 8-15,-3 5 0 0,3-2 0 0,0 2 0 16,2 0 0-16,1-5-8 0,0 3 8 0,0-1 0 16,3 1 0-16,-3-3 0 0,3-3 0 0,0 0 0 0,0 1 0 15,-3-6 11-15,3 2-1 16,0-4 0-16,-4-1 28 0,1 0 6 0,0-2 0 0,0-3 1 0,-3 0-11 15,3-2-2-15,-3-1-1 0,0-2 0 0,0 2-7 0,-3-2-2 16,0 0 0-16,3 0 0 0,-3 2-10 0,0-5-1 0,0 3-1 16,0 0 0-16,3-1-10 0,-3 4 0 0,0-6 0 15,3 3 0-15,-3 0-10 0,0-1-7 0,0 1-2 0,0 2 0 32,0 4-97-32,0 1-19 0,-3 1-4 0,0 5-1 0,0 0-98 15,0 0-20-15,2 8-4 0</inkml:trace>
  <inkml:trace contextRef="#ctx0" brushRef="#br0" timeOffset="42315.554">23437 3826 1766 0,'0'0'36'15,"0"0"10"-15,3 3-37 0,3-1-9 0,0-2 0 0,3 3 0 16,-3-3 115-16,3 0 21 0,0-3 4 0,0 3 0 16,3 0-42-16,0-2-9 0,0 2-1 0,-1 0-1 15,1 0-35-15,-3 0-8 0,0 0 0 0,-3 2-1 16,0-2-26-16,-3 6-5 0,0-4 0 0,0 6-1 15,-6-5-11-15,0 5 10 0,0 0-10 0,-3 0 10 16,0 2-10-16,-3 1 0 0,3-1 0 0,-6 1 0 16,3 2 0-16,1 1 0 0,2-4-9 0,-3 3 9 15,3 1-30-15,0-4 1 0,0 3 0 0,0-2 0 16,6 0-6-16,-3-1-1 0,6-2 0 0,-3-3 0 16,6 3 20-16,-3-2 4 0,3-4 1 0,3 4 0 15,0-6 11-15,0 2 0 0,2-2 0 0,4 0 0 16,-3 0-8-16,0 0 8 0,3 0-8 0,-3-2 8 15,0 2-44-15,0-6-3 0,0 4-1 0</inkml:trace>
  <inkml:trace contextRef="#ctx0" brushRef="#br0" timeOffset="42619.22">23056 3485 1918 0,'0'0'40'0,"3"0"9"0,3-3-39 0,0 0-10 0,0 1 0 0,3 2 0 15,-3-3 112-15,3 1 20 0,0 2 4 0,3-6 0 16,0 4-57-16,0 2-12 0,-1-8-3 0,1 5 0 15,0-2-41-15,3-1-9 0,0 1-2 0,0 3 0 16,0-4-12-16,3 4 0 0,0 2 0 0,-1 0 0 16,1 0-17-16,3 0-7 0,3 0 0 0,0 0-1 15,0 0-139-15,2 0-28 0,7 2-6 0</inkml:trace>
  <inkml:trace contextRef="#ctx0" brushRef="#br0" timeOffset="43355.33">23580 2948 1660 0,'3'2'70'0,"3"1"-56"16,0 5 81-16,0 0 16 0,3 0 3 0,3 0 1 16,0 5-19-16,0 3-3 0,5-3-1 0,-2 6 0 15,0-1-34-15,0 6-7 0,3-3-2 0,-3 3 0 16,0 5-5-16,3-5-2 0,-6 2 0 0,2 6 0 15,-2 5-10-15,0 0-3 0,-3 5 0 0,3 3 0 16,-6-5-9-16,3 0-3 0,-3-1 0 0,0 4 0 16,-3-6-5-16,-3 0 0 0,0 3-1 0,0-3 0 15,-6 0-1-15,0 0 0 0,0 0 0 0,-3 0 0 16,-3-5 0-16,0-1 0 0,-3-2 0 0,0 1 0 16,-2-9-2-16,-1 3-8 0,3-6 12 0,-6 3-4 15,0-2-8-15,0-3 12 0,0 5-12 0,-2-8 12 16,2 3-12-16,-3 0 8 0,3 0-8 0,-3-1 8 15,4-1-8-15,2-4 8 0,0 1-8 0,3-1 8 16,0-2-8-16,3 0 0 0,0-2 0 0,0-1 0 16,3 0-128-16,0-2-19 0,1 0-3 0</inkml:trace>
  <inkml:trace contextRef="#ctx0" brushRef="#br0" timeOffset="44335.117">16052 5086 1337 0,'-12'-3'28'0,"0"0"6"16,1-2-34-16,-1 2 0 0,3 1 0 0,-3-1 0 16,0 0 58-16,3 1 5 0,-3-1 1 0,3 1 0 15,-3 2 0-15,3-3 0 0,0 3 0 0,3 0 0 16,0-3-6-16,6 3-1 0,0 0 0 0,0 0 0 15,0 0 6-15,0 0 1 0,0 0 0 0,0 0 0 16,0 0-46-16,0 0-9 0,0 0-1 0,0 0-8 0,6 3 58 0,3 0 5 0,3-3 1 16,3 5 0-16,0-5 0 0,3 2 0 0,3-2 0 15,3 3 0-15,2 0-52 0,1-3-12 16,0 0 0-16,6 0 0 0,-1 0 54 0,4 0 8 16,3-3 2-16,2 0 0 0,-2 3-64 15,3-2-12-15,-3-1-2 0,-1 1-1 0,-2-1 24 0,-3 0 5 16,-1 3 1-16,-2-5 0 0,-3 2-63 0,0 1-13 15,-3-1-3-15,-4 0 0 0,1 1-112 16,-6 2-24-16,0-3-4 0</inkml:trace>
  <inkml:trace contextRef="#ctx0" brushRef="#br0" timeOffset="44649.993">16332 4837 2066 0,'-3'-16'43'0,"3"11"10"16,3-1-42-16,-3 1-11 0,3 2 0 0,0 1 0 15,0-3 104-15,3 2 20 0,-3 0 3 0,-3 3 1 16,0 0-52-16,3 0-9 0,-3 0-3 0,0 0 0 16,6 3 0-16,0 5 0 0,-3-6 0 0,0 6 0 15,0 3-51-15,0 0-13 0,-3 2 0 0,3 0 0 16,0 6 0-16,0-1 0 0,0 3 0 0,0 3 0 15,0 3 0-15,3-1 0 0,-3 6 0 0,2-3 0 16,1 3 0-16,0-1 0 0,-3-7 0 0,3 5 0 0,0-5 0 16,-3 0 0-16,3 0 0 0,0 2 0 0,0-5 0 0,3 1 0 15,-3-1 0-15,0 0 0 16,3-3-20-16,0 1-6 0,-3-1-2 0,3-2 0 16,0-2-139-16,0-7-28 0,2 4-5 0</inkml:trace>
  <inkml:trace contextRef="#ctx0" brushRef="#br0" timeOffset="45218.469">17335 4850 2283 0,'0'0'96'0,"0"0"-76"15,0 0 77-15,0 0 16 0,0 0 3 0,-6 8 1 16,3 0-41-16,-3 0-8 0,0 3-1 0,-3-1-1 15,3 6-41-15,1-3-8 0,2 3-1 0,-3 3-1 16,3-1-15-16,-3 1 0 0,3-1 0 0,3 3 0 16,0 1 0-16,0-4 0 0,3 1 0 0,0-1 0 15,0 1 0-15,3-4-10 0,3 4 0 0,-4-3 0 16,7-3-20-16,-3 0-4 0,0-2-1 0,3-1 0 16,-3-2-1-16,3-2 0 0,0-1 0 0,0-2 0 15,-3-3 22-15,3 0 4 0,0-3 1 0,-4 0 0 16,4-2 9-16,-3 0 0 0,0-3 0 0,0 0 0 15,0 0 24-15,-3-3 0 0,0 3 0 0,0-2 0 16,-3-3-24-16,0 2 0 0,0-2 0 0,0 0 0 0,-3 2 56 16,0-2 6-16,0-3 2 0,0 5 0 0,-3 1-64 15,3 2 0-15,-3 0-9 0,3 5 0 0,0 3 9 16,0 0 12-16,0 0-2 0,-6 3-1 0,0 5-9 16,3 2 0-16,0 4 0 0,0-1 0 0,0 0 0 15,6 3 0-15,-3 0 0 0,6-3 0 0,0 3 0 0,0 2 0 16,3-7 0-16,3 2 0 0,0 0-13 0,3-2-5 0,-1 0-1 0,1-3 0 15,3 0 19-15,-3-1-10 0,6-1 10 16,-3-1-8-16,-3-2 8 0,2-1 16 0,-2-2-4 16,3-2-1-16,-3 2 15 0,0-3 3 0,-3-2 1 0,0-1 0 15,0-1-4-15,-3-1-1 16,0 0 0-16,0-3 0 0,-4 0 5 0,-2-2 1 0,0 0 0 0,0 2 0 16,-3-7-14-16,0-1-2 15,0-2-1-15,0 0 0 0,-3 0-14 0,0 0 11 0,0-3-11 0,0 3 10 16,1 0-18-16,-4-1-4 0,3 4-1 0,0-1 0 15,0 6-90-15,0 0-17 0,0 0-4 0,0 2-1 16,0 3-106-16,0 0-21 0</inkml:trace>
  <inkml:trace contextRef="#ctx0" brushRef="#br0" timeOffset="45457.625">17981 5154 2269 0,'-3'6'64'0,"0"4"15"16,3-2-63-16,0 0-16 0,-3 0 0 0,3 0 0 0,0-3 105 0,-3 3 19 0,3 0 3 0,0-3 1 16,0 3-52-16,0-2-9 15,0 2-3-15,0 0 0 16,3-3-51-16,-3 3-13 0,3 0 0 0,-3 0 0 0,3 2 0 16,0 1 0-16,-3 2 0 0,3 0 0 15,-3-2 0-15,0 5 0 0,0 0 0 0,0 0 0 0,0-1 0 0,-3 4 0 0,3-1 0 0,-3-2 0 16,0 0 0-16,3-3 0 15,-3 1 0-15,0-4 0 16,0 1-202-16,3-3-43 0,-3 0-9 0</inkml:trace>
  <inkml:trace contextRef="#ctx0" brushRef="#br0" timeOffset="46027.286">18213 5022 2055 0,'-3'-16'87'15,"0"0"-70"1,0 6 101-16,0-1 20 0,3 6 4 0,-3 0 1 16,3 5-39-16,0 0-7 0,0 0-1 0,0 0-1 15,0 0-43-15,-6 5-9 0,3 0-2 0,1 6 0 16,-1-1-25-16,3 1-6 0,0 2-1 0,0 0 0 16,0 3-9-16,3-2 0 0,-1 1 0 0,1 1 0 15,0-3 0-15,3 3 0 0,0-2-9 0,3 1 9 16,0-1-30-16,0-1 1 0,3-2 0 0,0-1 0 15,0 1-24-15,0-6-5 0,3 3-1 0,-3-3 0 16,-1-2 47-16,4-3 12 0,-3 0 0 0,0 0 0 16,0-3 0-16,-3 3 0 0,0-5 0 0,0 0 0 0,-3 2 0 15,3-5 0-15,-3 3 0 0,0-1 0 0,-3-7 49 16,3 3 12-16,-3-1 3 0,0-2 0 0,-3 0-52 16,3 2-12-16,-3-5 0 0,0 6 0 15,0-1 0-15,0 0 0 0,-3 1 0 0,3 5 0 0,-3-1 0 0,3 6 0 0,0 0 0 16,0 0 0-16,0 0 0 0,-6 6 0 15,3 1 0-15,-3 4 0 0,6 0 0 0,-3 2 0 16,3-3 0-16,0 4 0 0,3-1 0 16,0 0 0-16,3-2 0 0,0 2 0 0,0-2 0 0,2-1 0 15,1-2 0-15,3 3 0 0,0-6 16 16,0 3 0-16,0-3 0 0,3 0 0 0,-3-2-16 0,0-3 8 0,0 0-8 0,-1-3 0 16,4 1 17-16,-3-4-2 0,0-1-1 0,0-1 0 15,-3 0 9-15,3-3 1 0,-3 1 1 0,0-4 0 16,0-2 2-16,-3 1 0 0,3-4 0 0,-3 0 0 15,0-2-7-15,-1-2 0 0,-2-4-1 0,3 3 0 16,-3 0-10-16,0 3-1 0,3 0-8 0,-3-3 12 16,0 6-12-16,0-1 0 0,0 1 8 0,-3-1-8 15,3 6 0-15,-3-3-13 0,3 5 2 0,0 1 1 16,-3 2-74-16,3 3-16 0,0-1-2 0,-3 6-1 16,0 0-122-16,3 8-25 0,3 0-5 0</inkml:trace>
  <inkml:trace contextRef="#ctx0" brushRef="#br0" timeOffset="46378.418">18829 5191 2066 0,'0'0'43'0,"0"0"10"0,3 3-42 0,6-3-11 0,-3-3 0 0,3 3 0 16,0 0 156-16,0 0 28 0,3-5 7 0,-3 3 1 16,3-1-103-16,-3-2-20 15,3 2-4-15,-3 3-1 0,0-3-51 0,-1 3-13 0,1 0 0 0,-3 0 0 16,0 3 0-1,0 0 0-15,0 2 0 0,-3 0 0 0,0 0 0 0,0 1 0 0,0 2 0 0,-3 0 0 16,-3 2 0-16,3-2 0 0,-3 3 0 0,-3 5 0 16,3-8 0-16,-3 5 0 0,0 3 0 0,-3-6 0 15,0 3 0-15,1 3 0 0,-1 0 0 0,0-3 0 16,3 3 0-16,0-5 0 0,0 2 0 0,3 0 0 16,3-2 0-16,0 0 0 0,0-4 0 0,3 1 0 15,0 0 0-15,3-5 0 0,0 2 0 16,3 1 0-16,-3-6 0 0,3 2 0 15,2-2 0-15,-2 0 0 0,3-2 0 0,3-1 0 16,-3 0 0-16,3-2 0 0,3-3 0 0,0 0 0 0,0 0 0 0,2-2 0 16,1-1-19-16,0 0-6 15,3 1-2-15,-3-1 0 0,0-2-157 0,2 0-31 0</inkml:trace>
  <inkml:trace contextRef="#ctx0" brushRef="#br0" timeOffset="46780.578">19728 4615 2328 0,'0'-32'48'0,"-3"19"12"0,3 2-48 0,-3 3-12 0,3-2 0 0,-3 2 0 15,-2 2 88-15,2-2 14 0,-3 0 3 0,0 6 1 16,-3-1-43-16,-3 0-9 0,0 3-2 0,-6 6 0 16,3 4-28-16,-6 6-5 0,0 5-2 0,-2 1 0 15,2 7-5-15,0 2-2 0,3 6 0 0,-3 3 0 16,6-3 2-16,1 0 1 0,2 0 0 0,3 11 0 15,0-8-13-15,0 7-15 0,6 6 3 0,0-3 1 16,3-2 11-16,0-3 0 0,3-5 0 0,3 2 0 16,3-2 0-16,0-1 0 0,0 1 0 0,3 0 0 15,-1-8 0-15,4-1 0 0,0-2 0 0,0 1 0 16,3-9 22-16,-3-3 6 0,0 1 2 0,0-3 0 16,-1-6-45-16,1 1-9 0,3-3-1 15</inkml:trace>
  <inkml:trace contextRef="#ctx0" brushRef="#br0" timeOffset="47398.907">20571 4527 2200 0,'3'-13'46'0,"0"0"10"16,0 2-45-16,-3-5-11 0,0 6 0 0,0-1 0 15,-3-2 76-15,-3 2 14 0,0 1 2 0,0-1 1 16,-3 3-23-16,0 0-5 0,-3 3-1 0,0 0 0 16,-3 5 0-16,0 0 0 0,1 0 0 0,-4 5 0 15,0 0-51-15,-3 3-13 0,3 3 0 0,-3 2 0 16,3 0 11-16,1 6-1 0,-1-1 0 0,3 4 0 16,3 4-10-16,3 8 0 0,0-2 0 0,0 5 0 15,3-2 8-15,3 2-8 0,3 0 8 0,-3 2-8 0,3-2 0 16,0 3 0-16,0-3 0 0,3 5 0 0,-3 1 0 0,0 2 0 15,3 0 0-15,-3 2 0 0,0-2 8 0,-3-5-8 16,3-3 0-16,-3 3 8 0,-3-3-8 16,3 3 0-16,-3-1 0 0,0 1 0 0,0-6 0 0,-2 1-14 0,2-4 2 15,-6-1 0 1,3-4-15-16,-3-2-2 0,0-3-1 0,-3 0 0 16,3-5-46-16,-3 0-10 0,0-5-2 0</inkml:trace>
  <inkml:trace contextRef="#ctx0" brushRef="#br0" timeOffset="47617.998">19978 5104 2066 0,'3'-5'43'15,"3"0"10"-15,0-1-42 0,3 1-11 0,0 2 0 0,3 3 0 16,0-5 104-16,0 2 20 0,3 3 3 0,3-2 1 15,-3 2-65-15,2 0-13 0,1-3-2 0,3 0-1 16,-3 3-24-16,3-2-5 0,-3 2-1 0,2-3 0 16,4 1-17-16,0 2 0 0,0 0 0 0,3 0 0 15,-1 0-99-15,4 0-23 0,0 2-5 0</inkml:trace>
  <inkml:trace contextRef="#ctx0" brushRef="#br0" timeOffset="48261.386">20776 5043 2066 0,'-24'-16'43'0,"15"14"10"0,3-4-42 15,-2 4-11-15,-1-1 0 0,3-2 0 0,-3 2 104 0,3 1 20 0,0-1 3 0,0 3 1 16,6 0-52-16,-6 0-9 0,6 0-3 0,-6 3 0 16,0 2 0-16,3 0 0 0,-3 0 0 0,3 6 0 15,0 0-51-15,0 2-13 0,0 3 0 0,0 0 0 16,3-1 0-16,0 1 0 0,-3 0 0 0,3 0 0 15,0 0 0-15,3 0 0 0,-3 0 0 0,3 0 0 16,0-1 0-16,3-1 0 0,-3 2 0 0,3-6 0 16,3 1-48-16,-3 5-13 15,3-11-3-15,0 6 0 0,0-6 52 0,0 3 12 0,3-3 0 0,-4-2 0 16,1-1-54-16,3-2-8 0,-3 0-2 16,3 0 0-16,-3-5 52 0,3 2 12 0,-3-2 0 0,0 0 0 15,0 0 48-15,0-1 13 0,0-2 3 0,-3 0 0 16,0 0-52-16,-1 0-12 0,-2-2 0 0,0 5 0 15,3-11 53-15,-3 5 8 0,0 1 2 0,0-4 0 16,-3 4-50-16,3-3-13 0,-3 2 0 0,0 0 0 16,0 3 35-16,0 0 1 0,0 1 1 0,0 1 0 15,0 6-29-15,0 0-8 0,0 0 0 0,0 0 0 16,0 0-28-16,0 0-8 0,0 6 0 0,-3 1-1 16,0 4 37-16,3 0 0 0,-3 2 0 0,3 0 0 15,0-2 0-15,0 2 0 0,3 0 0 0,-3 0 0 0,3 1 0 16,3-1 0-16,-3-3 0 0,3 4 0 0,0-4 0 15,3-2 0-15,-3 3 0 0,3-3 0 0,-3 0 0 0,3-3 0 16,0 0 0-16,-3 1 0 0,3-4 0 0,0-2 0 16,-3 0 0-16,2 0 0 0,-2-2 0 0,3-1 0 15,0-2 0-15,-3-1 0 0,0 1 0 0,3-3 0 16,-3 0 0-16,3 0 0 0,-3 0 44 0,0 0 16 0,3-2 3 16,-3 2 1-16,0-3-52 15,0 1-12-15,0-4 0 0,-3 4 0 0,3-3 0 0,0-1 0 0,0 1 0 16,-1 0 0-16,-2 0 0 0,0-1 0 0,3-1 0 0,-3 1 0 15,0 1 0-15,-3 0 0 0,3 0 0 0,0-1 0 16,-3 1 0-16,3 5 0 0,-3-8 0 0,3 8 0 16,-3-2 0-16,3 2 0 0,-3 0 0 0,3 0 0 15,-3 3 13-15,3-3 0 0,-3 5 0 0,3-5 0 16,0 6-153-16,0-1-32 0,0 0-5 16</inkml:trace>
  <inkml:trace contextRef="#ctx0" brushRef="#br0" timeOffset="48626.894">21306 5287 2200 0,'0'0'46'0,"0"0"10"0,-3-6-45 15,3 6-11-15,0 0 0 0,0-5 0 0,0 5 104 0,0 0 20 0,0 0 3 0,0 0 1 16,0 0-36-16,0 0-8 0,0 0 0 0,0 0-1 16,0 0-36-16,0 0-7 0,0 0-2 0,0 0 0 15,0 8-9-15,-3 3-1 0,3-9-1 0,-3 9 0 16,0-3-18-16,3 2-9 0,-3-2 10 0,0 3-10 15,0 2 8-15,-3 0-8 0,3-2 0 0,-3 5 0 16,3-3 0-16,-3 0 0 0,0 1 0 0,0 1 0 16,0-4-30-16,1 2-6 15,-1 0 0-15,0 1-1 0,-3-4-169 0,6 1-34 0,-3-1-6 16</inkml:trace>
  <inkml:trace contextRef="#ctx0" brushRef="#br0" timeOffset="49315.105">21568 5075 2301 0,'-3'-5'48'0,"3"-1"12"0,0 6-48 0,0 0-12 0,0 0 0 0,0 0 0 16,0 0 104 0,0 0 20-16,0 0 3 0,0 0 1 0,-6 6-54 0,0-1-10 0,3 3-3 0,-3 3 0 15,3-4-29-15,-3 9-7 0,3-8-1 0,-3 6 0 16,3-4-16-16,0 1-8 0,-3 2 8 0,3-2-8 15,0-1 0-15,0 1 0 0,0 2 0 0,0-5 0 16,3 2 0-16,0 1 0 0,0 0-14 0,3-6 5 16,-3 0-15-16,3 3-4 0,3-3 0 0,-3 1 0 15,3 2-3-15,-3-8-1 0,3 2 0 0,0 1 0 16,3-3 9-16,-3 0 2 0,3 0 0 0,0-3 0 16,-3 3 21-16,3-2-9 0,0 2 9 0,0-8 0 15,0 5 0-15,-3-2 0 0,0-1 0 0,-1 1 9 16,1 0 15-16,-3 0 2 0,3-3 1 0,-6 0 0 15,3 2 1-15,0 1 1 0,-3 0 0 0,0 5 0 16,0 0-12-16,0 0-2 0,-3-5-1 0,3 5 0 16,0 0-14-16,0 0 0 0,-6 5 0 0,3 0 0 15,0 0 0-15,0 1 0 0,3 2-12 0,0 0 12 16,0-3-10-16,3 3 10 0,0 0-8 0,0 0 8 16,0 2 0-16,3-2-8 0,0 0 8 0,0 0 0 15,3-3 0-15,-3 3-8 0,3-2 8 0,0-1 0 16,-3-2 0-16,3-1 0 0,0 4 0 0,-3-4 0 15,0-2 16-15,3-2 3 0,-3-1 0 0,2 0 0 0,-2 1 13 16,3-4 4-16,-3 1 0 0,0 0 0 0,0-1-8 16,0-4-2-16,3 2 0 0,-3-3 0 0,0 1-10 0,3-4-1 15,-3 1-1-15,0-3 0 0,3 0-14 0,0 1 11 0,0-1-11 16,0-5 10-16,2 2-10 0,-2-2 0 0,3 2 0 16,0-4 0-1,-3 1-27-15,0 7-7 0,3-4-2 0,-3 3 0 16,-3 8-119-16,3-5-24 0,-3 8-5 0,0-1 0 0,0 6-86 15,-6 0-17-15</inkml:trace>
  <inkml:trace contextRef="#ctx0" brushRef="#br0" timeOffset="49621.055">21925 5228 1796 0,'0'0'37'0,"0"0"10"0,3 6-38 0,-3-6-9 0,6 5 0 0,0-2 0 15,0-1 116-15,0 1 20 0,0-3 5 0,3 3 1 16,0-3-47-16,0 2-10 0,-3-2-1 0,3 6-1 15,-3-6-39-15,2 2-7 0,-2-2-1 0,-3 3-1 16,-3-3-20-16,6 3-4 0,-6-3-1 0,3 5 0 16,-3-5-10-16,0 8 12 0,-3-3-12 0,3 6 12 15,-3-9-12-15,0 6 0 0,0 0 9 0,0 0-9 16,0-3 0-16,0 3 0 0,0 0 0 0,1 0 8 16,-1 0-8-16,3 0 0 0,0 0 0 0,0-3 0 15,3 3 0-15,-1-2 0 0,1-1 0 0,3 0 0 16,0-2 0-16,3-1 0 0,0 1 0 0,0 0 0 15,0-3 0-15,3 2 0 0,0-2 0 0,0 0 8 16,3 0-8-16,-3-2 8 0,2-1-8 0,1 3 8 16,-3-3-16-16,3-2-4 0,-3 0 0 0,3 0 0 15,-3-1-124-15,0-2-26 0,3 0-5 0</inkml:trace>
  <inkml:trace contextRef="#ctx0" brushRef="#br0" timeOffset="49960.592">22226 4813 2128 0,'-6'-11'60'0,"3"1"13"16,0 2-58-16,0 3-15 0,3-1 0 0,0 4 0 16,0 2 94-16,0 0 16 0,3-6 3 0,0 6 1 15,3 0-33-15,3 0-6 0,-3 6-2 0,3-6 0 16,3 5-21-16,-1 3-4 0,4-3 0 0,-3 6-1 15,3 2-26-15,0-2-5 0,3 2 0 0,-3 3-1 16,-3 5-3-16,3-3 0 0,-4 4 0 0,1 4 0 16,-3 3 3-16,0 6 0 0,-3-1 0 0,0 0 0 15,0 1-1-15,-6-3 0 0,3-1 0 0,-6 1 0 16,0 0-2-16,-3-3-1 0,-3 3 0 0,-3-3 0 16,-3 0 1-16,-2 5 0 0,-1-2 0 0,0 2 0 15,-3-4-4-15,0-7 0 0,0 1 0 0,0 3 0 16,-2-9-8-16,2 1 8 0,-3-3-8 0,0-1 8 15,0-1-8-15,4-4-17 0,-4-2 4 0,0 3 1 16,0-6-140-16,3 3-28 0,0-3-6 0</inkml:trace>
  <inkml:trace contextRef="#ctx0" brushRef="#br0" timeOffset="50654.455">22735 5075 2066 0,'-6'-5'43'0,"3"-1"10"0,0 4-42 0,3 2-11 0,0-5 0 0,3 2 0 15,3 0 104-15,0-2 20 0,3 0 3 0,3-1 1 16,2 4-52-16,4-4-9 0,3 4-3 0,3-4 0 16,0 4 0-16,3-1 0 0,-4 3 0 0,7-5 0 15,0 0-51-15,-3-1-13 0,2 1 0 0,1 0 0 16,-3-1 0-16,3 1 0 0,3 0 0 0,-4 2 0 15,1 1 23-15,-3-1 1 0,0 3 1 0,-4-3 0 16,-2 3-25-16,0 0 0 0,0 0 8 0,-3 0-8 16,-3 0 0-16,0 0 0 0,-3 0 0 0,-1 0 0 15,-2 0-22-15,0 0-3 0,-3 3-1 0,-3 0 0 16,-3-3-41-16,6 2-8 0,-6 6-1 0,0-3-1 16,-3 1-114-16,-3 2-22 0,0 0-5 0</inkml:trace>
  <inkml:trace contextRef="#ctx0" brushRef="#br0" timeOffset="50937.672">22779 5289 2066 0,'0'0'43'0,"0"0"10"0,0 0-42 0,0 0-11 0,6 0 0 0,3 6 0 15,3-6 104-15,0 0 20 0,3 0 3 0,3 0 1 16,0 0 0-16,3 0 0 0,-1 0 0 0,4 0 0 15,0-6-103-15,0 4-25 0,0-1 0 0,2 0 0 16,1 1 56-16,3-1 7 0,0 3 1 0,0-3 0 16,-1 1-64-16,-2 2 0 0,3 0-12 0,-3 0 2 15,-1 0 10-15,1 0 14 0,-3 0-3 0,0 0-1 16,0 0-10-16,-4 0 0 0,1-3 0 0,3 3 0 16,-6 0-9-16,3 0-4 0,0 0-1 0,-3 0 0 15,-1 0-75-15,4 3-15 0,-3-3-4 16,3 0 0-16,-3 0-120 15,0 0-24-15</inkml:trace>
  <inkml:trace contextRef="#ctx0" brushRef="#br0" timeOffset="51743.371">24440 4567 1668 0,'9'-21'35'0,"-6"16"7"0,0-3-34 0,0 2-8 0,0-2 0 0,0 3 0 16,-3 0 122-16,0 5 22 0,3-6 5 0,-3 6 1 16,0 0-38-1,0 0-7-15,0 0-1 0,0 0-1 0,0 0-34 0,-9 0-6 0,3 0-2 16,-3 3 0-16,0 2-28 15,-2 6-5-15,-4-3-2 0,0 8 0 0,0 2-9 0,-3 4-1 0,3 1-1 0,-3 6 0 16,3-2-4-16,0 5-1 0,4-1 0 16,-1 4 0-16,3-9-10 0,0 3 12 0,3 3-12 15,0 0 12-15,3 2-12 0,-3 1 0 0,3 2 9 16,3 2-9-16,-3-2 0 0,3 0 8 0,0 1-8 0,0-1 0 16,-3 0 0-16,3-6-20 0,-3 1 4 0,0 0 1 15,0 2 15-15,0-2 0 0,-3 2 0 0,3 1 0 16,-3-3 0-16,0-3 0 0,0-3 0 0,-3 3 0 15,3-5 0-15,-2 0 0 0,2-3 0 0,-3 0 0 16,3-2 0-16,-3-3 0 0,3-3 0 0,0 0 0 16,0-2-54-16,0-1-8 0,0 1-2 15,0-3 0-15,0-3-102 0,0-2-21 0,0-1-4 0</inkml:trace>
  <inkml:trace contextRef="#ctx0" brushRef="#br0" timeOffset="52006.295">23890 5123 2067 0,'0'0'87'15,"0"0"-70"-15,0 0 38 0,6 0 7 0,3 2 2 0,0 1 0 16,2-3 51-16,4 3 10 0,3-3 3 0,3 0 0 15,3 2-103-15,-3-2-25 0,5 0 0 0,-2 0 0 16,3 0 0-16,0 0 0 0,0 0 0 0,2 0 0 16,1 0 0-16,-3 0 0 0,3 0 0 0,2 0 0 15,-2 0-114-15,0-2-28 16,0 2-6-16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11:42.8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7399 8475 1824 0,'0'0'76'0,"0"0"-60"16,0 0 89-16,0 0 19 15,0 0 3-15,0 0 1 0,0 0 0 0,0 0 0 0,3 5 0 0,3-2 0 16,0 0-103-16,0-1-25 0,0 1 0 0,3 0 0 31,0-1 50-31,3-2 5 0,0 3 1 0,0 0 0 0,3-3-27 0,-1 2-5 0,1-2 0 0,0 0-1 16,0 0-11-16,3 0-1 0,0 0-1 0,-3 0 0 15,3 0-10-15,-1 0 0 0,-2-2 9 0,3 2-9 16,-3 0 0-16,3-3 0 0,-3 0 0 0,0 3 0 16,3 0-18-16,-4-2-8 0,1-1-2 15,0 3 0-15,-3 0-2 0,0 0-1 0,0-3 0 16,-3 3 0-16,0 0-52 0,-3 0-10 16,0 0-3-16,-6 0 0 0,0 0-110 15,0 0-22-15,0 0-5 0</inkml:trace>
  <inkml:trace contextRef="#ctx0" brushRef="#br0" timeOffset="226.252">7533 8642 1963 0,'-9'8'56'0,"3"0"12"16,0-3-55-16,0 0-13 0,3 1 0 0,0-1 0 16,3-5 96-16,0 0 16 0,0 5 3 0,0-5 1 15,3 5-37-15,0 1-7 0,0-4-2 0,3 1 0 16,0 0-10-16,0-1-1 0,3-2-1 0,-3 3 0 0,6-3-11 15,-3 0-3-15,3 0 0 0,0-3 0 16,0 3-20-16,3 0-4 0,-1-2 0 0,1-1-1 0,0 0-11 0,0 1-8 16,3-1 9-16,0 0-9 15,0-2-24-15,0 0-12 0,2 0-1 0,4-3-1 16,3 0-73-16,-3 2-14 0,6-2-3 0</inkml:trace>
  <inkml:trace contextRef="#ctx0" brushRef="#br0" timeOffset="1342.45">8423 8414 2508 0,'0'-5'71'0,"0"5"16"16,0-5-70-16,0 5-17 0,0 0 0 0,0 0 0 15,0 0 55-15,0 0 7 0,0 0 2 0,0 0 0 16,0 0 0-16,0 0 0 0,0 0 0 0,-6 2 0 15,0 6-52-15,3 0-12 0,-3 0 0 0,0 5 0 16,3 1 0-16,-2 1 0 0,-1 4 0 0,0 0 0 0,0-1 0 0,3 3 0 0,0-2 0 0,0 2 0 16,0 0 0-16,3 0 0 15,0 3 0-15,0-3 0 16,3 0-48-16,0-2-13 0,0-3-3 0,3 0 0 16,0-6 0-16,0 1 0 0,2-6 0 0,1 0 0 15,0-2 52-15,3-3 12 0,0-3 0 0,0-2 0 0,0 0-16 16,-3-6-1-16,3 1 0 0,-3-4 0 0,0 1 27 0,3-3 6 15,-4 0 0-15,1 1 1 0,0-4 35 0,-3 3 8 0,3-2 0 16,-3 2 1-16,0 0 4 0,0 0 1 0,-3 0 0 0,0 0 0 16,0 3-16-16,-3 0-3 0,3 0-1 0,-3 2 0 15,0 0-14-15,-3 3-2 0,3 3-1 0,0 0 0 16,0 5-13-16,0 0-4 0,0 0 0 0,0 0 0 16,0 0-12-16,-3 5 0 0,3 3 0 0,0 3 0 15,0-1 0-15,0 4-8 0,3-1 8 0,0 0-10 16,0 0 10-16,3 3-10 0,3 0 10 0,-3 0-10 15,3 0-13-15,3 0-2 0,0 2-1 16,-1-2 0-16,1 0-18 0,3-3-4 0,0 0-1 0,0 1 0 16,-3-6 39-16,3 2 10 0,0-2 0 0,0-3 0 15,-4 1 15-15,1-6 5 0,3 2 0 0,-3-4 1 16,-3 2-7-16,3-3-2 0,-3-2 0 0,-3-1 0 16,0 1 18-16,0-3 3 0,-3 0 1 0,3-2 0 15,-3-1 0-15,-3-2 0 0,3 0 0 0,0-1 0 16,-3-2-9-16,0 1-1 0,0-1-1 0,0 0 0 15,0-3-11-15,0 3-3 0,-3 1 0 0,3-4 0 16,-3 3-9-16,0 0 0 0,3 3 0 0,-3-3 0 16,0 3 0-16,0 2 0 0,0 1-12 0,0 2 12 15,0 0-47-15,3 0-1 0,0 3-1 0,0 5 0 16,0 0-134-16,0 0-26 0,3-3-6 0</inkml:trace>
  <inkml:trace contextRef="#ctx0" brushRef="#br0" timeOffset="1702.807">9117 8658 2508 0,'0'0'71'0,"0"0"16"16,0 0-70-16,0 0-17 0,0 0 0 0,0 0 0 15,0 0 106-15,0 0 18 0,0 0 3 0,0 0 1 16,0 0-103-16,0 0-25 0,0 0 0 0,0 0 0 16,0 0 54-16,3 5 6 0,-3 3 0 0,3 3 1 15,-3-4-33-15,0 7-8 0,0-4 0 0,0 4-1 16,-3 1-6-16,3-1-1 0,-3 1 0 0,0 4 0 16,0-6-12-16,0 3 9 0,0 0-9 0,0 0 8 15,0-3-32-15,-3 3-6 0,3 0-2 0,0 0 0 16,0 0 57-16,0-3 11 0,0 3 3 0,0-3 0 15,0 0-63-15,0 0-12 0,0-2-2 0,0 2-1 16,3-2 39-16,-3-1 0 0,0 1 0 0,0 0 0 16,3-4-59-16,-3-1-4 0,3-6-1 0,0 0 0 15,0 0-154-15,0 0-31 0</inkml:trace>
  <inkml:trace contextRef="#ctx0" brushRef="#br0" timeOffset="2342.244">8367 8168 1552 0,'-9'0'44'0,"0"0"10"0,0 0-43 0,0 0-11 0,3 0 0 0,-3 0 0 15,0 0 91-15,3 0 16 0,0 0 3 0,6 0 1 16,-6 0-24-16,6 0-5 0,-6 3-1 0,6-3 0 15,0 0-13-15,0 0-4 0,0 0 0 0,0 0 0 16,0 0 0-16,0 0 0 0,0 0 0 0,0 0 0 16,3 0-51-16,6 2-13 0,0-2 0 0,3 0 0 15,0 3 54-15,3-3 8 0,3 3 2 0,0-3 0 16,-1 2-52-16,1-2-12 0,3 3 0 0,0-3 0 16,0 0 54-16,0 0 8 15,-1 0 2-15,4-3 0 0,0 3-64 0,0-2 0 0,3 2-12 0,0 0 2 16,-4 0 10-16,4 0 0 0,-3 2 0 0,3-2 0 15,-6 0 8-15,2 0 1 0,-2 0 0 0,0 0 0 16,-3 0-21-16,-3 0-5 0,-3 0-1 0,0 0 0 16,-1 0-33-16,-2 0-6 0,0 0-2 0,0 0 0 15,0 0-116-15,-3 0-23 0,0 0-5 0</inkml:trace>
  <inkml:trace contextRef="#ctx0" brushRef="#br0" timeOffset="2896.523">9700 8163 2206 0,'3'-8'63'0,"-3"3"13"16,0-1-61-16,0 6-15 0,0 0 0 0,0 0 0 15,0 0 93-15,0 0 16 0,0 0 3 0,0 0 1 16,-6 3-13-16,0 5-4 0,-3-3 0 0,0 6 0 16,0 5-76-16,-2 2-20 0,-1 3 0 0,-3 6 0 15,0 2 0-15,0 3 0 0,-3 5 0 0,3 2 0 16,0-1 0-16,3-1 0 0,1 2 0 0,2 4 0 15,6-4 0-15,0 6 0 0,3 3 0 0,6 0 0 16,0-6 0-16,3-2 0 0,2-3 0 0,4 2 0 16,0-4 0-16,3 2 0 0,0-3 0 0,3 3 0 15,0-5 24-15,2 0 0 0,1-3 1 0,3 0 0 0,0-3-10 16,3-5-3-16,-1 3 0 0,4-5 0 0,0-1-12 16,3-2 0-16,-4-3 8 0,1 1-8 15,0-4 23-15,-3 1 1 0,-1-3 1 0,-2 0 0 16,3-3-123-16,-3 0-25 0,-1-2-5 0</inkml:trace>
  <inkml:trace contextRef="#ctx0" brushRef="#br0" timeOffset="4377.458">21526 2043 1580 0,'-3'-3'67'15,"0"-5"-54"1,0 3 92-16,0 2 19 0,0-2 3 0,0 2 1 15,3 3-8-15,-3-5-2 0,3 5 0 0,0 0 0 16,0 0-50-16,-6-3-9 0,6 3-3 0,-5 3 0 16,2 2-32-16,-3 3-6 0,0 0-2 0,0 3 0 15,0 2-16-15,3 3 0 0,-3 2 8 0,0 6-8 16,6-3 0-16,-3 0 0 0,3-2 0 0,0 7 0 16,0-4-10-16,3-4 10 0,0 1-10 0,0-1 10 15,3 1-51-15,0-9-4 0,3 4-1 0,0-7 0 0,0-1 38 16,2 2 7-16,1-8 2 0,0 2 0 0,3-2 9 0,-3-2 12 15,3 2-2-15,0-8-1 0,0 2-22 0,0-1-5 0,-1-7-1 16,1 4 0-16,-3-1 30 0,0 1 5 0,-3-6 2 16,3 2 0-16,-3-1 18 0,-3 1 4 0,3-2 1 0,-3 1 0 15,0 1 2-15,-3 1 0 0,3-3 0 0,-3 3 0 16,-3 2-5-16,3 1-1 0,-3 2 0 0,0 5 0 16,0-2-13-16,0 5-4 15,0 0 0-15,0 0 0 0,0 0-20 0,-3 8 9 0,-3 0-9 16,3 2 0-16,0 6 0 15,3-2-17-15,-3 4 1 0,3-2 1 0,3 2 15 0,-3 4 0 0,3-6 0 16,3 5 0-16,0-11-16 0,0 6-1 0,5-3 0 0,-2 1 0 16,3-6 0-16,0-3 0 0,0 3 0 0,0 0 0 15,0-8 17-15,0 2 0 0,0-2 0 0,3 0 0 16,-4 0 21-16,1-2 11 0,3-4 3 0,-3 4 0 16,3-6-35-16,-3 3 0 0,0-3 0 0,0-6 0 15,0 4 0-15,0-3 0 0,-3-1 0 0,2-2 0 16,-2 1 58-16,0-4 5 0,-3 1 1 0,3-1 0 15,-3 0-52-15,0 1-12 0,0-1 0 0,0-2 0 16,0 5 0-16,0-5 0 0,-3 3 0 0,0 2 0 16,0 0 0-16,0 0 0 0,0 0 0 0,-3 3 0 15,0 0 0-15,0 2-18 0,3 6 4 0,-3-3 1 16,0 3-82-16,0 5-16 0,0 0-3 0,0 0-1 16,0 0-79-16,0 13-16 0</inkml:trace>
  <inkml:trace contextRef="#ctx0" brushRef="#br0" timeOffset="4627.493">22154 2270 2066 0,'0'0'43'0,"-3"8"10"0,3-8-42 0,0 0-11 0,0 5 0 0,0-5 0 16,0 6 119-16,0-6 21 0,0 0 5 0,0 8 1 15,0-6-54-15,0-2-10 0,0 8-2 0,0-2-1 16,0 2-39-16,0-1-7 0,0 1-1 0,0 0-1 15,0 0-31-15,0 3 0 0,-3-1 0 0,3 4 0 16,-3-1 0-16,0-5 0 0,0 2 0 0,0 1 0 16,1 0 0-16,-4 2 0 0,3-3 0 0,0 1 0 15,-3 0 0-15,3 2 0 0,0 0 0 0,0-2 0 16,0-1 0-16,3 1 0 0,-3 2 0 0,0-5 0 16,3 0-199-16,0 0-45 15,0 0-10-15</inkml:trace>
  <inkml:trace contextRef="#ctx0" brushRef="#br0" timeOffset="4909.167">22446 2167 2067 0,'0'0'87'15,"0"0"-70"1,0 0 89-16,3-3 18 0,-3 3 3 0,3-5 1 0,0 2-52 15,3-2-9-15,0 3-3 0,0-1 0 0,0 3 0 0,0-3 0 0,3 3 0 16,0 0 0-16,0 0-51 0,-1-5-13 0,4 5 0 0,0 0 0 16,0 0 0-16,0 0 0 0,0-3 0 0,0 3 0 15,0 0 0-15,0 0 0 0,0 0 0 0,0 0 0 16,2 0 20-16,-2 0 0 0,0 0 1 0,0 0 0 31,0 0-33-31,3 0-8 0,-6 3 0 0,3 2-1 0,-3-5-35 16,-3 6-6-16,3 1-2 0,-6 1 0 15,2 0-153-15,-5 0-31 0,3-2-7 0</inkml:trace>
  <inkml:trace contextRef="#ctx0" brushRef="#br0" timeOffset="5148.739">22553 2416 1963 0,'0'0'40'0,"0"0"12"16,0 0-42-16,0 0-10 0,0 0 0 0,0 0 0 15,0 0 75-15,0 0 13 0,0 0 2 0,0 0 1 16,0 0 15-16,6 0 3 0,0-5 1 0,0 2 0 16,3 3-74-16,-3 0-14 0,3-5-3 0,0 2-1 15,-3 3 32-15,3-5 6 0,0 5 2 0,-3-6 0 16,2 4-42-16,1-4-8 0,3 4-8 0,-3-4 12 16,3 4-1-16,-3-3 0 0,6 2 0 0,-3-2 0 15,3-1-11-15,-3 4-16 0,3-6 4 0,-1 0 1 16,1-3-190-16,3 3-39 0</inkml:trace>
  <inkml:trace contextRef="#ctx0" brushRef="#br0" timeOffset="29041.988">10153 8510 1579 0,'0'-6'32'0,"0"4"10"0,0-4-34 0,0 1-8 0,0 0 0 0,0 5 0 32,0-6 139-32,0 6 25 0,0-5 6 0,0 5 1 0,0 0-69 0,0 0-14 0,0 0-2 0,0 0-1 15,0 0-17-15,0 0-3 0,0 0-1 0,0 0 0 16,0 0-51-16,0 0-13 0,0 0 0 0,-3 5 0 16,0 3 34-16,-3 0 4 0,3 3 1 15,0 2 0-15,-3 0-27 0,3 3-4 0,0 0-8 0,0 3 11 16,0-1-11-16,0 3-12 0,3 0 2 0,-3 1 1 15,3-1-22-15,0-3-4 16,3 1-1-16,-3-1 0 16,3 1-1-16,3-6-1 0,-3 3 0 0,3-5 0 0,0-3-1 0,0 2 0 0,3-5 0 15,-3 1 0-15,3-4 39 0,-1 1 13 0,1-3 0 16,0-3 0-16,0-2-61 16,0 0-13-16,3-1-3 0,0-1 0 0,-3-4 103 0,3 0 20 0,-3-2 4 0,0 0 1 15,3 0 0-15,-3-3 0 0,-1 0 0 0,-2 0 0 16,0 0-39-16,0 0-7 0,0 0-2 0,-3 1 0 15,0 1 19-15,0 1 3 0,-3 0 1 0,0 2 0 16,0 3-11-16,0 0-1 0,0 3-1 0,-3 0 0 16,0 2-10-16,3 3-3 0,0 0 0 0,0 0 0 15,0 0-5-15,-3 3-8 0,-3 2 11 0,0 6-11 16,3-1 29-16,0 3-1 0,0 1 0 0,0 2 0 16,3-1-56-16,0 4-12 0,0 2-3 0,3-2 0 15,3-1 18-15,-3 1 3 0,6-3 1 0,-3-3 0 16,0 3-5-16,3-6-1 0,0-2 0 0,3 0 0 15,-3 0 17-15,0-5 10 0,3 2-12 0,0-2 12 0,-3-3 0 16,2-3 0-16,-2-2 0 0,0-1 9 0,0-1 15 16,0-1 4-16,-3 0 0 0,0-6 0 15,0 1 10-15,0 0 2 0,0-6 1 0,0 1 0 0,-3-1-3 0,3 1-1 16,-3-3 0-16,0 0 0 0,0 2-11 16,0 0-2-16,0 4-1 0,-3-4 0 0,3 3-13 0,-3 3-2 0,0-3-8 15,0 3 12-15,-3 0-12 0,3-1 8 16,-3 1-8-16,3 3 0 0,-3-1 0 0,0 3-8 0,0 3-1 0,0 0 0 15,3 5-75 1,0 0-14-16,0 0-3 0</inkml:trace>
  <inkml:trace contextRef="#ctx0" brushRef="#br0" timeOffset="29498.23">10659 8742 2366 0,'-3'-8'49'0,"-3"3"12"16,3 0-49-16,3 0-12 0,-3-3 0 0,3 2 0 16,-3 4 93-16,3-4 16 0,0-2 3 0,3 6 1 15,-3-3-49-15,3-1-9 0,-3 4-3 0,3-4 0 16,-3 6-32-16,6 0-6 0,-3-2-2 0,3 2 0 15,0 0 8-15,-3 2 0 0,3 1 1 0,-1 2 0 16,1 1-21-16,0 1 9 0,0 4-9 0,-3 0 0 0,3 2 0 16,-3-3 0-16,-3 6 0 0,0-2 0 15,0-1-16-15,-3 3-9 0,3-3-3 0,-6 0 0 16,0 0-17-16,0 1-4 0,-3-1-1 0,1 0 0 16,-1 0-1-16,0-2 0 0,0 2 0 0,0-2 0 0,0-1 30 15,0-2 5-15,0 0 2 0,3-3 0 0,0 1 4 0,3-1 1 0,3-5 0 16,0 0 0-16,0 0 58 0,0 0 12 15,0 0 3-15,0 0 0 0,0 0-21 0,3 3-4 0,3-1-1 16,3-2 0-16,-3 0-13 0,3 0-2 0,3 0-1 16,0 0 0-16,0-2-8 0,0 2-2 0,-1-3 0 15,4 3 0-15,-3 0-12 0,0-3 8 0,3 1-8 16,0 2 0-16,-3 0 0 0,0 0 0 0,0 0 0 0,0-3 0 31,2 3-60-31,-5 0-19 0,3-3-3 0</inkml:trace>
  <inkml:trace contextRef="#ctx0" brushRef="#br0" timeOffset="30495.061">11135 8512 2269 0,'0'-5'64'0,"0"0"15"15,0-3-63-15,0 2-16 0,0 1 0 0,0-3 0 16,0 5 105-16,0 3 19 0,0-5 3 0,0 5 1 15,0-5-74-15,0 5-14 0,0 0-4 0,0 0 0 0,0 0-6 0,0 0-2 16,0 0 0-16,0 0 0 16,0 0 6-16,-9 3 1 0,3 2 0 0,0 0 0 0,-3 6-22 15,3-1-4-15,-3 1-1 0,0 2 0 0,3 3-8 0,0 0 0 16,-2 0 0-16,5 2 0 16,0 3-32-16,0 1-9 0,3-1-2 0,0 3 0 0,3-3 35 0,3 0 8 15,-1 0 0-15,1-2 0 16,3-6-104-16,3 0-20 0,-3-2-3 0,3-1-1 15,3-4 42-15,-3-1 8 0,3-3 2 0,0-2 0 0,-3 0 55 0,2-2 11 16,-2-3 10-16,0 2-13 0,0-5 49 0,-3 0 9 16,0 0 3-16,0-3 0 0,-3 1 21 0,0-3 5 15,0-1 1-15,-3 4 0 0,0-3-9 16,0-3-2-16,0 3 0 0,-3-3 0 0,3 2-13 0,-3 1-3 0,0 0-1 16,0 2 0-16,-3 3-5 0,3-2-1 0,-3 5 0 15,0-1 0-15,3 6-41 0,0 0 0 0,0 0 0 0,0 0 0 16,-6 6 0-16,0 1 0 0,0 4 0 0,0 0 8 15,6 2-8-15,-3 3 0 0,3 0 0 0,0 0 0 16,0 2-18-16,3-2 4 0,3 2 1 0,-3-2 0 16,6-2-11-16,-3-1-3 0,0 0 0 0,3-2 0 15,0-1 5-15,0-2 1 0,-1-3 0 0,4 1 0 16,-3-4 21-16,0 1 0 0,3-3 0 0,-3 0 0 16,3-3 0-16,-3 1 0 0,3-4 0 0,-3-2 0 15,0 1 19-15,3-4 8 0,-4 0 1 0,1-5 1 16,0 3 2-16,0-5 0 0,0-1 0 0,0 1 0 15,0-3-4-15,-3-1-1 0,3 1 0 0,-3 3 0 16,0-1-6-16,0 1 0 0,0 2-1 0,0 0 0 0,-3 0-11 16,3 0-8-16,-3 3 9 0,-3 0-9 15,3-1 20-15,-3 4-1 0,-3-1-1 0,3 1 0 16,-3 2-66-16,3 2-12 0,-3-1-4 0,0 1 0 16,3 6-51-16,0 0-10 0,0 0-3 0</inkml:trace>
  <inkml:trace contextRef="#ctx0" brushRef="#br0" timeOffset="31126.842">11644 8814 2553 0,'0'0'53'0,"0"0"12"16,-3-5-52-16,3-3-13 0,3 2 0 0,-3 1 0 15,3-3 105-15,0 3 19 0,0-3 3 0,3 0 1 16,-3 0-103-16,3 0-25 0,0 3 0 0,0-3 0 15,0 3 56-15,0 2 7 0,0-2 1 0,-1 2 0 16,1 0-52-16,-3 3-12 0,3 0 0 0,-6 0 0 16,6 3 0-16,-3 2 0 0,3 1 0 0,-3-1 0 15,3 3 0-15,-3 0 0 0,0 2 0 0,0 1 0 16,-3-3-48-16,0 2-13 0,0 1-3 0,0 0 0 16,-3-4 0-16,0 4 0 0,0-3 0 0,-3 3 0 15,3-3 52-15,0-1 12 0,-3 1 0 0,3 0 0 0,0 0 0 16,-3 0 0-16,3-3 0 0,3-5 0 0,0 0 0 15,-3 6 0-15,3-6 0 0,0 0 0 0,0 0 0 0,0 0 0 16,0 0 0-16,3 5 0 0,0-2 0 0,3-3 0 16,0 0 0-16,0 0 0 0,3 0 48 15,-3-3 13-15,3 0 3 0,0 3 0 0,0-2-52 16,0 2-12-16,0-3 0 0,0 3 0 0,0 0 0 0,-3 3 0 0,3-3 0 0,-4 2 0 16,1 1 54-16,0 0 8 0,-3-1 2 0,-3-2 0 15,6 6-52-15,-6-6-12 0,3 8 0 0,-3 0 0 16,0-3 0-16,-3 3 0 0,0 0 0 0,0 0 0 15,-3 2 0-15,0-2 0 0,1 0 0 0,-4 3 0 16,0-1 0-16,-3 4 0 0,0-4 0 0,3 3 0 16,-3 1 0-16,3-1 0 0,-3 0 0 0,0 0 0 15,0-2 0-15,0-1 0 0,1 4 0 0,-4-6 0 16,0 2-48-16,0-2-13 0,-3 0-3 0,3-3 0 16,0 3-102-16,0-2-21 0</inkml:trace>
  <inkml:trace contextRef="#ctx0" brushRef="#br0" timeOffset="31775.029">12058 8200 1579 0,'-9'-5'32'0,"0"2"10"16,3 0-34-16,0 1-8 0,3 2 0 0,3 0 0 15,0 0 104-15,0 0 20 0,0 0 3 0,0 0 1 16,0 0 0-16,0 0 0 0,0 0 0 0,3 5 0 16,0 3-103-16,3 3-25 0,3-1 0 0,0 3 0 15,0 3 56-15,3 3 7 0,-1-1 1 0,4 6 0 16,0-3-16-16,3 3-2 0,3 0-1 0,0 2 0 16,3-2-21-16,-1 0-4 0,4 0 0 0,3 2-1 15,-6-2-19-15,0 5 0 0,2 3 0 0,-5 0 0 0,-6 2 0 0,0 0 0 16,-6 1 0-16,0 2 0 15,-6-5 0-15,-6-3 0 0,0 0 0 0,-3 0 0 0,-6-3 23 0,-3 1 1 16,0-3 0-16,-3 2 0 0,-2 1-39 16,-4 2-7-16,0 0-2 0,0 0 0 0,0-3 24 0,0-2 0 15,4 0 0-15,-1-3 0 0,0 0 19 0,0-2 8 16,3-1 1-16,-3-2 1 0,4-2-21 0,-1-4-8 16,0 1 0-16,0 2 0 0,3-5 8 0,0 0-8 0,6 0 0 15,-3-3 9-15,6 0-9 0,0-2 0 0,0 0 0 0,6-3-11 16,0 0-80-16,0 0-16 0,0 0-3 15</inkml:trace>
  <inkml:trace contextRef="#ctx0" brushRef="#br0" timeOffset="41038.434">12846 8779 1482 0,'-5'0'42'0,"-4"0"9"0,3 3-41 0,0-3-10 0,0 0 0 16,-3 0 0-16,3 0 104 0,-3 0 20 0,3 0 3 0,-3 0 1 15,3 3-19-15,6-3-3 0,0 0-1 0,-3 0 0 32,3 0-38-32,0 0-8 0,0 0-2 0,0 0 0 0,0 0-11 0,0 0-2 0,0 0-1 0,3 5 0 15,6-2-3-15,0 2-1 0,0-2 0 0,6 2 0 16,0-2 3-16,0-3 1 0,5 2 0 0,1 1 0 15,0-1-8-15,0 1-2 0,3-3 0 16,2 0 0-16,1 3-14 0,0-3-3 0,6 0-1 0,0 0 0 16,-1 0-15-16,1-3 9 0,0 3-9 15,0-3 8-15,-7 1-8 0,1 2 0 16,-3-3 0-16,0 3 0 0,-3-2 0 0,-4 2 0 0,1-3 0 16,0 0 0-16,-3 3-54 0,-3-2-6 15,0 2-2-15,0 0 0 0,-3-3-2 0,-3 3 0 16,0 0 0-16,-6 0 0 0,0 0-52 0,0 0-10 0,0 0-2 0,0 0-1 15,0 0-101-15,0 0-20 0</inkml:trace>
  <inkml:trace contextRef="#ctx0" brushRef="#br0" timeOffset="41435.855">13102 8578 2082 0,'-5'-8'44'0,"5"8"8"0,0-5-41 0,-3 0-11 0,3 0 0 0,0 5 0 15,-3-6 129-15,3 6 24 0,0 0 5 0,-3-2 1 16,3 2-53-16,0 0-10 0,-3-6-3 16,3 6 0-1,0 0-20-15,-3-2-4 0,3 2-1 0,0 0 0 0,0 0-6 0,0 0-2 16,0 0 0-16,0 0 0 0,0 0-48 0,0 0-12 15,0 0 0-15,-9 2 0 0,3 4 0 0,3-1 0 0,-3 3 0 0,3 2 0 16,0 1 0-16,0 5 0 0,0 0 0 0,0 8 0 16,0-3 0-16,0 5 0 0,0 3 0 0,0 0 0 15,0-2 0-15,3-1 0 0,0-2 0 0,0 3 0 16,0-4 0-16,0-1 0 0,0-1 0 0,0 0 0 16,3 0 0-16,-3 0 0 0,3-2 0 0,0 2 0 15,0-3 0-15,-3 1 0 0,3-1 0 16,0 1 0-16,0-3-11 0,3-3-5 0,-3 0 0 0,0-2-1 15,3 0-75-15,0-4-16 16,0 1-2-16,3-2-1 0,0-4-133 0,-1 1-28 16</inkml:trace>
  <inkml:trace contextRef="#ctx0" brushRef="#br0" timeOffset="42489.025">14177 8570 2001 0,'0'0'41'0,"0"0"11"0,0-5-41 0,0 5-11 0,3-5 0 0,-3 0 0 31,3-1 109-31,-3 4 20 0,3-4 4 0,-3 6 1 0,3-5-47 0,-3 5-10 0,0-5-1 0,0 5-1 16,0 0-9-16,0 0-2 0,3-3 0 0,-3 3 0 15,0 0 0-15,0 0 0 0,0 0 0 0,0 0 0 16,0 0-51-16,0 0-13 0,-3 5 0 0,0 3 0 15,0 6 0-15,0-1 0 0,0 3 0 0,0-1 0 16,0 7 0-16,0-1 0 16,0 3 0-16,0-3 0 0,0 3 0 15,3-3 0-15,0 0 0 0,0 0 0 0,0-2 0 0,3-3 0 16,0-1 0-16,0-1 0 0,0-1-11 0,3 0-5 0,0-5 0 16,0 0-1-16,3 0-24 0,0-5-5 15,0-1-1-15,3-2 0 0,0 0 38 0,-1-5 9 0,4 0 0 0,0-1 0 16,0-2 0-16,0-2 0 0,0 2 0 15,0-5 0-15,0 2 14 0,-3-2 5 0,-1 0 1 0,-2-3 0 16,0 0 0-16,0 0 0 0,-3-3 0 0,0 1 0 16,0-1 9-16,-3 4 3 0,0-7 0 0,0 6 0 15,-3 1-4-15,0-1-1 0,0 2 0 0,0 1 0 16,0 5-11-16,-3 0-1 0,0 0-1 0,0 3 0 16,3 5-6-16,-3 0-8 0,3 0 11 0,-9 3-11 15,3 2 0-15,0 0 0 0,3 3 0 0,-3 6 0 16,3-4 0-16,0 6 0 0,0 0 0 0,0 2 0 15,3 1 0-15,3 2-22 0,0-2 3 0,0 2 1 16,3-3 2-16,0-2 0 0,3 0 0 0,0 0 0 16,3-3 0-16,0-2 1 0,0-1 0 0,0 1 0 15,0-6 15-15,0 1 0 0,-1-4 0 0,1 1-9 16,0-3 9-16,0-3 0 0,0 3 0 0,0-5 0 16,-3 0 19-16,3-1-1 0,-3 1 0 0,0-3 0 15,0-3 11-15,0-2 3 0,-3 0 0 0,-1 0 0 0,1-6-1 16,0 1 0-16,0-3 0 0,0-1 0 0,-3 1-6 0,0-3-1 0,3 1 0 15,-6-1 0-15,0 3-5 0,0 2-2 0,0 1 0 0,-3-1 0 16,0 1-17-16,0 4 0 0,0-2 0 16,-3 3 0-16,0 0 0 0,0 2 0 0,0 1 0 0,-2-1 0 15,2 6-36 1,0-3-10-16,-3 5-2 0,3-2-1 16,0 5-106-16,0 0-21 0,6 0-4 0</inkml:trace>
  <inkml:trace contextRef="#ctx0" brushRef="#br0" timeOffset="42920.802">14918 8724 2066 0,'0'0'43'0,"0"0"10"0,0 0-42 16,0 0-11-16,0 0 0 0,-6 3 0 0,6-3 156 15,-6 2 28-15,6-2 7 0,-3 5 1 0,-3 1-103 0,3 2-20 0,0-3-4 0,0 3-1 16,0 0 0-16,3 2 0 0,-3 1 0 15,1 2 0-15,-1-2 0 0,3 2 0 0,-3 3 0 0,0-3 0 16,0 3-51-16,0 0-13 0,3 0 0 16,-3 0 0-16,0 2 27 0,0-2 2 0,0 3 1 0,-3-1 0 15,6-2-17 1,-3 3-3-16,0-1-1 0,3 3 0 0,-3-2-9 0,3-1 0 0,-3 1 0 16,3-1 8-16,-3-2-8 0,0-3 0 0,3 3 0 0,0-5 0 15,-3-1 0-15,3-2 0 0,0 0 0 0,0-2-11 16,0-6-69-16,0 0-13 0,3 5-3 15,-3-5-1-15,6 3-133 0,-3-3-26 0</inkml:trace>
  <inkml:trace contextRef="#ctx0" brushRef="#br0" timeOffset="43683.676">15481 8324 1728 0,'-3'-16'36'0,"3"11"8"15,-3 0-35-15,3-3-9 0,0 3 0 0,-3-1 0 16,3 1 124-16,0 0 24 0,0 5 4 0,0 0 0 16,-3-3-19-16,3 3-4 0,0 0-1 0,0 0 0 0,-6 3-102 0,0-1-26 0,0 4 0 0,-3 4 0 15,3 6 56-15,-3 3 5 0,3 2 2 0,-3 5 0 16,-3-2-39-16,3 5-7 0,1 0-1 0,-1 6-1 15,0-1-5-15,0 6-1 16,3-1 0-16,0 6 0 0,3-2-1 16,0 2-8-16,3 0 12 0,0 2-4 0,3-4-8 15,3 2 12-15,0-3-12 0,0 0 12 0,6 1-2 16,0-4 0-16,-1 4 0 0,7-4 0 0,0-4 10 16,0-3 3-16,0-6 0 0,3 1 0 0,-3-6-23 15,5 0 0-15,-2-3 0 0,0 1-12 0,0-3 30 0,0 0 6 0,3 0 0 0,-4-3 1 16,1 0-25-16,-3-2 8 0,0-1-8 0,0-2 0 15,0-3-20-15,-3 1-8 16,2-4-3-16,-2 1 0 0,-3-6-156 0,3 1-31 0</inkml:trace>
  <inkml:trace contextRef="#ctx0" brushRef="#br0" timeOffset="47867.577">23107 1969 2079 0,'0'0'59'0,"0"0"13"16,0 0-58-16,0 0-14 0,0 0 0 0,0 0 0 15,0 0 102-15,0 0 18 0,0 0 3 0,0 0 1 16,0 0-34-16,0 0-6 0,0 0-2 0,0 0 0 16,0 0-23-16,0 5-5 0,3 0-1 0,-3 3 0 15,3 0-22-15,-3-5-5 0,3 5-1 0,0 2 0 16,-3 1-9-16,3 2-1 0,-3 0-1 0,3-2 0 16,-3 7 0-16,0 1 0 0,0 2 0 0,0 3 0 15,0 2-2-15,0-4-1 0,0 7 0 0,0-6 0 0,0 1-3 0,-3-3 0 0,3 3 0 16,-3-3 0-16,3 1-8 0,0-7 12 15,-3 1-12-15,3 3 12 0,-3-3-12 0,3-3 0 0,0 3 0 0,-3-6 8 16,3 4 20-16,0-1 3 0,0 0 1 16,0 3 0-16,0-8-51 15,0 5-9-15,0-5-3 0,0 3 0 0,0-3 19 16,3 2 3-16,-3-2 1 0,3-5 0 0,-3 2-78 16,3-2-15-16,-3-3-3 0</inkml:trace>
  <inkml:trace contextRef="#ctx0" brushRef="#br0" timeOffset="56672.425">13397 2781 1782 0,'-3'-11'37'0,"0"3"8"16,0 0-36-16,3-5-9 0,0 5 0 0,-3 0 0 16,3 0 112-16,0-2 21 0,0 7 4 0,0-5 1 15,0 0-51-15,0 3-11 0,3 0-1 0,-3-1-1 0,0 6-16 0,0-5-3 0,0 5-1 0,0 0 0 31,0 0-42-31,0 0-12 0,0 0 0 0,0 0 0 16,0 0 56-16,0 0 6 0,6 5 2 0,-3 6 0 0,-3-3-52 16,0 5-12-16,3 0 0 0,-3 3 0 0,0 0 0 0,0 0 0 0,0 0 0 15,0 5 0-15,-3-2 0 0,3-1 0 0,-3 3 0 16,3 0 0-16,-3 3 0 16,0 3 0-16,3-3 0 0,0 5 0 0,-3-5 0 0,3 2 0 0,0-8 0 15,0 9 0-15,0-11 0 0,0 5 0 0,0-5 0 16,0 5 0-1,0-10-19-15,0 2-6 0,0 0-2 0,0-2 0 16,0-1-83-16,0-2-17 0,3 0-3 0</inkml:trace>
  <inkml:trace contextRef="#ctx0" brushRef="#br0" timeOffset="56879.732">13558 3059 1941 0,'0'0'40'0,"0"-6"10"16,0 6-40-16,0-2-10 0,0 2 0 0,0-8 0 16,0 8 125-16,0 0 23 0,0 0 5 0,0 0 1 15,3-5-66-15,-3 5-14 0,0 0-2 0,0-3-1 16,0 3-57-16,3-5-14 0,-3 5 0 0,3-3 0 16,-3 3 0-16,3-3 0 0,0 1 0 0,0-4 0 15,0 4-100-15,0 2-22 0,3-5-5 0</inkml:trace>
  <inkml:trace contextRef="#ctx0" brushRef="#br0" timeOffset="57887.526">13823 2707 1580 0,'0'0'67'0,"0"0"-54"16,0 0 104-16,0-3 21 0,0 3 4 0,0 0 1 15,0 0-75-15,0 0-16 0,0 0-2 0,0 0-1 16,0 0 12-16,0 0 3 0,0 0 0 0,0 0 0 16,-3 6-52-16,0 4-12 0,3-2 0 0,-3 5 0 15,0 0 54-15,3 3 8 0,-3-2 2 0,0 1 0 16,0-1-52-16,0 2-12 0,0-1 0 0,0-1 0 16,0 2 0-16,0-1 0 0,3 1 0 0,-3 0 0 15,3 3-48-15,0-6-13 0,0 3-3 0,3 0 0 16,-3-6 52-16,3 1 12 0,0-1 0 0,0-2 0 15,0-2-15-15,0-1 0 0,3-2 0 0,-3-3 0 16,3 0 15-16,0-3-11 0,0-2 11 0,0-1-10 16,0-2 24-16,0-2 5 0,3-1 1 0,-3 3 0 15,-1-2-20-15,1-3 0 0,0 2 0 0,0-2 0 16,0 5 41-16,0-5 5 0,-3-1 1 0,0 4 0 16,3-1-1-16,-3 1 0 0,0 2 0 0,0 0 0 15,0-3-16-15,0 3-3 0,0 6-1 0,-3-6 0 16,3 2-14-16,-3 6-2 0,0 0-1 0,0 0 0 15,0 0-9-15,0 0 0 0,0 0 9 0,0 0-9 16,0 0 0-16,0 8 0 0,3-2 0 0,0 1 0 16,0 7 0-16,0-6 0 0,0 0 0 0,0-1 0 15,3 7 0-15,0-4 0 0,-3 4 0 0,3-7 0 16,0 7-26-16,3-6 0 0,-4 2 0 0,1 1 0 16,3-3-10-16,-3 0-1 0,3-6-1 0,0 1 0 0,-3 2 54 0,3-5 10 15,-3 0 2-15,0 0 1 0,0-5-11 0,0 2-2 0,3 1-1 16,-6-6 0-16,3 0 13 0,0-3 4 0,-3 1 0 0,0 2 0 15,3-6 8-15,-3 1 3 0,0 3 0 0,0-4 0 16,0 1-27-16,-1 3-6 0,-2-6-1 0,3 5 0 16,-3-5-9-16,3 3 0 0,-3-3 0 0,0 0 0 15,3 0 21-15,-3-2 3 0,0 2 0 0,0 0 0 16,0 3-39-16,0-3-7 16,0 3-2-16,0 2 0 0,0 3-32 15,3-2-6-15,-3 2-2 0,0 5 0 16,0 3-153-16,0 0-31 0,6 0-7 0</inkml:trace>
  <inkml:trace contextRef="#ctx0" brushRef="#br0" timeOffset="58299.659">14204 2926 2025 0,'3'-5'85'15,"0"3"-68"1,0-4 98-16,0 4 19 0,3-6 4 0,0 2 1 0,-3 4-60 0,3-4-12 0,0 1-3 16,-1 2 0-16,-2 3 0 0,0-5 0 15,3 5 0-15,-6 0 0 0,0 0-51 0,3 0-13 16,3 0 0-16,-6 0 0 16,0 0 0-16,3 5 0 0,0-2 0 0,0 8 0 0,-3-3 0 0,0 0 0 15,0 0 0-15,-3 5 0 16,0 3 0-16,0-3 0 0,-3 3 0 0,3 2 0 0,-3 1 0 15,0-3 0-15,3 0 0 0,-2 2 0 16,-1-2-48-16,0-3-13 0,3 3-3 0,-3 0 0 0,3-8 52 0,3 5 12 0,-3-5 0 16,3 0 0-16,0-3 0 0,0 3 0 0,3-5 0 15,-3-3 0-15,3 5 0 0,3-5 0 0,3 0 0 0,0 3 0 16,2-3 48-16,-2 0 13 0,3-3 3 0,3 3 0 16,-3 0-52-16,3 0-12 0,-3-5 0 15,3 2 0-15,0 3 0 0,-3 0 0 0,-1-5 0 0,1 2 0 16,0 1 0-16,-3-1 0 0,3 3 0 0,-3-5 0 15,0 2 0-15,3 3 0 0,-3-5 0 0</inkml:trace>
  <inkml:trace contextRef="#ctx0" brushRef="#br0" timeOffset="59228.276">16618 2604 1645 0,'3'-3'69'0,"0"-2"-55"15,-3 5 78-15,0-3 15 0,3-2 3 0,-3 5 1 16,0 0-38-16,0 0-7 0,0 0-2 0,0 0 0 16,6 5 0-16,-3 3 0 0,0 0 0 0,0 5 0 15,0 3 0-15,-3 0 0 0,3 2 0 0,-3 1 0 16,3 2-51-16,-3 0-13 0,0 0 0 0,-3 3 0 16,3-3 0-16,0 1 0 0,-3 1 0 0,0-1 0 15,0 1 0-15,3 7 0 0,-3-1 0 0,0 0 0 16,3 0 0-16,-3 0 0 0,3-5 0 0,-3 5 0 15,3-8 0-15,0 0 0 0,0-2 0 0,0-1 0 16,0-2 0-16,0-3 0 0,0 3 0 0,0-5 0 16,0-1 0-16,0 1 0 0,0-3 0 0,0 0 0 15,0 0-151-15,0-3-33 0,3 0-6 0</inkml:trace>
  <inkml:trace contextRef="#ctx0" brushRef="#br0" timeOffset="59511.41">16916 3038 2508 0,'0'0'71'0,"0"0"16"16,-3-3-70-16,3-5-17 0,0 3 0 0,0-1 0 15,0 4 82-15,3-6 13 0,-3 3 2 0,0-1 1 16,2-2-61-16,-2 6-12 0,3-6-2 0,-3 2-1 16,3 4-22-16,-3-3 8 0,3-1-8 0,-3 1 0 15,0 5-94-15,3-5-23 0,-3 5-5 0</inkml:trace>
  <inkml:trace contextRef="#ctx0" brushRef="#br0" timeOffset="60217.457">17386 2548 2301 0,'-6'0'48'0,"0"0"12"0,6 0-48 0,-6 3-12 0,0 2 0 0,0-2 0 16,0 5 55-16,3 2 9 0,-3 6 1 0,0-5 1 16,0 7-53-16,0-2-13 0,0 5 0 0,0 0 0 15,0 3 0-15,0-3 0 0,1-2 0 0,-1-1 0 16,0 1 0-16,3-1 0 0,0-4 0 0,-3 2 0 16,6-1 0-16,-3 1 0 0,3 0 0 0,0-3 0 15,0 1-27-15,3 2-8 0,0-3-1 0,0-5-1 16,3 2-20-16,0-2-4 0,0-2-1 0,2-1 0 15,1-5 30-15,3 0 5 0,-3-5 2 0,0-1 0 16,3 1 25-16,-3 0 0 0,0-3 0 0,3-6 0 16,-3 7 29-16,0-7 11 0,-3 4 3 0,3-1 0 15,0 1 30-15,-4 2 7 0,1-8 0 0,0 5 1 16,0 1-13-16,-3-6-4 0,3 5 0 0,-3 1 0 16,0-4 0-16,-3 1 0 0,3 2 0 0,0 4 0 15,-3 1-51-15,0-2-13 0,0 3 0 0,0 5 0 0,0 0 0 0,0 0 0 16,0 0 0-16,0 0 0 0,-3 5 0 0,3 3 0 0,-3 5 0 15,0-5 0-15,3 3 0 0,0 0 0 0,0-1 0 16,0 3 0-16,3-5 0 0,-3 6 0 0,3-6-9 0,3-1 9 16,-3 1 0-16,3 0 0 0,3-2 0 0,-3 2 10 15,3-6-10-15,0 3 0 0,3-5 0 16,-3 3 0-16,3-3 0 16,-4 0 0-16,4 0 0 0,-3-3 0 0,0 3 0 0,3-7 0 15,-3 1 0-15,0 4 0 0,-3-6 0 0,3-3 0 0,0 3 0 16,-3-2 0-16,0-1 53 0,0 0 9 0,0-2 2 0,0 0 0 15,-3-3-52-15,3-2-12 0,-1-1 0 0,-2-2 0 16,3 2 0-16,0-2 0 0,-3-5 0 0,3 2 0 16,0 8 0-16,-3-5 0 0,0 5 0 0,3 0 0 15,-3 8-100-15,0-5-22 0,0 5-5 0</inkml:trace>
  <inkml:trace contextRef="#ctx0" brushRef="#br0" timeOffset="60715.128">17770 2889 2508 0,'0'0'71'0,"3"-2"16"0,0-1-70 15,0 0-17-15,0-2 0 0,3 3 0 0,0-4 55 0,0 4 7 0,2-6 2 0,-2 2 0 16,3 4 0-16,3-4 0 0,-3 6 0 0,3-7 0 15,0 7-14 1,-3-6-2-16,3 6-1 0,-3-2 0 16,0 2-27-16,0 0-6 0,0 0-1 0,-3 0 0 0,-1 2-13 0,4-2 8 0,-6 6-8 0,-3-6 0 15,0 0 0-15,3 2 0 0,-3-2 0 0,3 5 0 16,-6 1-10-16,3 2-8 0,-6 0-2 0,0 0 0 16,1-1-21-1,-1 1-5-15,-3 6-1 0,0-6 0 0,0 0-10 0,0-1-3 16,-3 7 0-16,3-6 0 0,0-3 48 0,3 6 12 0,-3-6 0 0,3 3 0 15,3 0 0-15,-3-6 0 0,6-2 0 0,0 0 0 16,0 6 0-16,0-6 0 0,6 2 0 0,-3 4 0 16,3-1 0-16,3-2 0 0,0 2 0 0,0-5 0 15,3 2 0-15,0 4 0 0,0-4 0 0,0 1 0 16,0 5 41-16,-1-5 11 0,1 5 1 16,-3-1 1-16,0-1-19 0,0-1-4 0,0 3-1 0,-3 0 0 15,0 0 2-15,-3-3 0 0,0 3 0 0,-3 0 0 16,0 0-8-16,-3 0 0 0,0-3-1 0,-3 6 0 15,0-3-11-15,-6 0-3 0,0-3 0 0,0 8 0 16,-3-10-23-16,1 5-5 0,-1 0-1 0,-3 0 0 16,3 2 20-16,0-2 0 0,0-5 0 0,3 5 0 15,-3 0-55-15,0 2-7 0,1-7-2 0</inkml:trace>
  <inkml:trace contextRef="#ctx0" brushRef="#br0" timeOffset="66713.085">15871 8467 2131 0,'0'-5'60'0,"0"-3"14"0,0 3-59 0,0-1-15 0,0 1 0 0,0 5 0 15,0 0 84-15,0 0 13 0,0-5 3 0,0 5 1 16,0 0-29-16,0 0-7 0,0 0-1 0,0 0 0 15,0 0-51-15,-6 5-13 0,3 3 0 0,-3 0 0 16,3 3 0-16,-3 2 0 0,3 0 0 0,0 3 0 16,0 0 0-16,0 2 0 0,0-2 0 0,3 3 0 15,0-1 0-15,0 1 0 0,3-3 0 0,-3 2 0 16,6-2 0-16,-3 0 0 0,3 0 0 0,0-6 0 16,0 1-23-16,0-6-7 15,3 3-2-15,0-5 0 0,0-3 19 0,-1 0 3 0,4-5 1 0,0-1 0 16,0-2 9-16,0-2-10 0,0-1 10 0,0 1-10 15,3-4 10-15,-3 4 0 0,-3-4 10 0,3 4-10 16,-4-1 0-16,-2 1 8 0,0-1-8 0,0 1 0 16,-3 2 32-16,0-3 4 0,0 3 1 0,-3 0 0 15,0 3 2-15,0 0 0 0,-3 2 0 0,3 3 0 16,0 0-15-16,0 0-4 0,0 0 0 0,0 0 0 16,-6 3-12-16,0 2-8 0,3 0 8 0,-3 6-8 15,3-1 0-15,3 1 0 0,-3 2 0 0,3 0 0 16,3 3 0-16,-3 0 0 0,3 0 0 0,3 0 0 15,0 0 0-15,-3-3 0 0,6 0 0 0,-3 0-8 16,3-2 8-16,0 0 0 0,0-3 0 0,-3-3 0 0,3 0 0 0,0 0 0 16,0-5 0-16,-3 0 0 0,0 0 0 0,3-2 12 15,-3-1 0-15,-1-2-1 0,1-3 17 0,0 0 4 16,0 0 1-16,-3-3 0 0,0 1 2 0,0-6 0 0,0 3 0 16,-3-3 0-16,3 0-11 0,-3 0-3 15,0-2 0-15,0 2 0 0,0-3 13 0,0 3 2 0,0 0 1 0,0-2 0 16,0-1-53-16,-3 4-10 15,3-1-2-15,0 0-1 0,0 3 12 0,0-1 2 0,0 1 1 0,0 3 0 16,0-1-57-16,3 6-11 0,0-1-2 0,0 4-1 16,0-1-64-16,3 6-13 0,3 2-2 0</inkml:trace>
  <inkml:trace contextRef="#ctx0" brushRef="#br0" timeOffset="67059.634">16335 8660 1907 0,'0'0'80'16,"0"0"-64"0,0 0 124-16,0 0 24 0,0 0 4 0,0 0 2 15,3 0-61-15,3 0-12 0,3-2-2 0,-3 2-1 16,3-3-32-16,-3 0-6 0,0 3-2 0,0-2 0 16,0 2-21-16,0 2-4 0,0-2-1 0,-1 3 0 15,1 0-17-15,-3-1-11 0,3 4 12 0,-3 2-12 16,-3 0 8-16,0 2-8 0,0 1 0 0,-3 2 0 0,0 3-9 15,-3 0-6-15,0 0-1 0,-2-1 0 16,-4 4-15-16,3-3-3 0,-3 0-1 0,-3 0 0 16,3-1 7-16,3 1 0 0,-3 0 1 0,3-3 0 0,0 1 27 0,3-1-10 15,3-3 10-15,0 1 0 0,0 0 0 0,3-1 0 16,3-2 8-16,0-3-8 0,3 3 15 16,3-5-3-16,0 2-1 0,0 1 0 0,3-4-2 15,0-2 0-15,3 3 0 0,0-3 0 0,0 0 6 0,-1 0 1 16,1 0 0-16,0 0 0 0,0-3-26 0,3 1-5 0,-6-1-1 15,3 0 0-15,-3-2 16 0,0 0 0 0,-3-1 0 0,2 1 0 16,1-3-68-16,0 3-10 16,0-3-2-16</inkml:trace>
  <inkml:trace contextRef="#ctx0" brushRef="#br0" timeOffset="67620.522">16954 8682 1539 0,'0'0'64'0,"0"0"-51"16,0 0 119-16,0 0 23 0,0 0 5 0,0 0 0 16,0 0-48-16,0 0-9 0,0 0-3 0,0 0 0 15,6 0-26-15,0-3-6 0,3 3 0 0,0 0-1 16,3-3-9-16,0 3-2 0,0-2 0 0,3 2 0 15,2-3-24-15,4 0-4 0,0 1-2 0,6-1 0 16,-3 0-26-16,0 1-19 0,-1-1 3 0,4 0 1 16,-3 1 35-16,-3-4 8 0,3 4 0 0,-7-1 1 15,4 1-29-15,-6-1 0 0,0-2 0 0,-3-1 0 16,0 4-36-16,0-4-4 0,-3 4-1 0,0-1 0 16,0 0-126-16,-3-2-25 0,-1 2-4 0</inkml:trace>
  <inkml:trace contextRef="#ctx0" brushRef="#br0" timeOffset="67917.322">17189 8454 2508 0,'-6'-3'71'0,"6"3"16"0,0 0-70 16,0-5-17-16,-3 0 0 0,3 5 0 0,0 0 106 0,0 0 18 0,0 0 3 0,0 0 1 15,0 0-103-15,0 0-25 0,0 0 0 0,0 0 0 16,0 0 56-16,6 2 7 0,-3 1 1 0,3 2 0 16,-3 3-52-16,0 0-12 0,0 3 0 0,0 2 0 15,0 0 0-15,-3 0 0 0,3 3 0 0,0 0 0 16,-3 5 28-16,0 1 4 0,3-1 0 0,-3 3 0 16,0-1-32-16,3 4 8 0,-3-3-8 0,0 2 0 15,0-5 0-15,0 0 0 0,0 1 0 0,0-4 0 16,0-2 0-16,0-3-16 0,0 3 3 0,0-3 1 15,0-2-80-15,0 2-15 0,0-2-3 0</inkml:trace>
  <inkml:trace contextRef="#ctx0" brushRef="#br0" timeOffset="68789.604">17865 8449 1824 0,'0'0'38'0,"0"0"8"16,0 0-37-16,0 0-9 0,0 0 0 0,0 0 0 15,0 0 156-15,0 0 28 0,0 0 7 0,0 0 1 16,0 0-103-16,0 0-20 0,0 0-4 0,0 0-1 16,0 0 0-16,-6 5 0 0,3 3 0 0,0 0 0 15,-3 2-46-15,3 1-10 0,0 2-8 0,-3 0 12 16,3 3-12-16,0-2 0 0,0 1 0 0,3 1 8 15,-3 3-8-15,3-3-11 0,0 2 3 0,0-2 0 16,3 0 8-16,-3 0 0 0,3-3 0 0,3 0 0 16,0 1-53-16,0-6-9 0,3-1-2 0,-3-1 0 0,3-4 52 15,0-2 12-15,3-2 0 0,-3-4 0 16,3 1-14-16,0-3 0 0,-1-2 0 0,4-4 0 0,-3 1 14 16,0 0 0-16,0 0 0 0,0-1 0 15,-3-1 0-15,0 1 0 0,0 1 0 0,-3 3 0 0,0-4 28 0,0 1 0 16,0 3-1-16,-3-4 0 0,0 4 4 0,-3-1 1 15,0 3 0-15,0-2 0 0,0 4-8 0,0 1 0 16,0 5-1-16,0 0 0 0,0 0-8 0,0 0-2 0,0 0 0 0,0 0 0 16,-3 5-13-16,0 3 0 0,0 0 0 0,6 0 0 15,0 0 0-15,0 3 0 0,2-1 0 0,1 1 0 16,0-1-14-16,3 4 4 0,0-4 1 0,0 1 0 16,3-1 9-16,-3-2-12 0,0 3 12 0,0-6-12 15,0 0 12-15,0 1 0 0,0-6 0 0,0 2-8 16,-3-4 8-16,0-4 0 0,2 1 0 0,-2 0 8 15,0-3 10-15,0-3 2 0,-3 1 1 0,3-1 0 16,0 1 15-16,-3-4 4 0,0 4 0 0,3-3 0 16,-3-1-9-16,0 1-2 0,0-3 0 0,0 3 0 15,-3-3-13-15,3-2-4 0,0-1 0 0,0 1 0 16,0-4-12-16,0-1 8 0,0-4-8 0,0 3 0 16,0 0 22-16,0 3-2 0,0 3 0 0,0-1 0 15,3 6-67-15,-3 0-13 0,0 2-4 0,3 6 0 16,-3 2-51-16,3 1-10 0,-6 2-3 0,5 8 0 15,1 0-103-15,0 5-21 0</inkml:trace>
  <inkml:trace contextRef="#ctx0" brushRef="#br0" timeOffset="69244.366">18341 8549 1797 0,'0'0'76'15,"0"0"-61"-15,0 0 129 0,6 0 27 0,0 0 5 0,0-2 0 16,6-1-42-16,-3 0-9 0,3 1-1 0,0-4-1 15,0 4-47-15,0-4-8 0,0 4-3 0,-1-1 0 16,1 0-19-16,0-2-4 0,-3 3-1 0,3 2 0 16,-3-3-17-16,-3 3-3 0,3 0-1 0,-3 0 0 15,0 0-12-15,0 3-8 0,-3-1 10 0,0 1-10 16,0 2 0-16,0-2 0 0,-3 2 0 0,0 3 0 16,0-3-19-16,-3 1-6 0,0 2-2 0,0-1 0 15,-3 1-19-15,0 0-4 0,0 0-1 0,-3 0 0 16,3 0 3-16,-3 0 0 0,3 0 0 15,-3 0 0-15,3 0 27 0,0 0 5 0,0 0 2 0,3-3 0 16,0 0 14-16,3 1 0 0,0-6 0 0,0 5 0 16,3 0 0-16,0-2 0 0,0 0 0 0,3-1 0 15,0 1 18-15,0-1 0 0,3-2 0 0,0 3 0 16,0-3 7-16,0 3 2 0,0-1 0 0,0-2 0 16,-3 3 1-16,3 0 1 0,-3-1 0 0,0 4 0 15,-1-1-2-15,4 0-1 0,-6 1 0 0,3 1 0 16,-3 1-7-16,0 3-2 0,0-3 0 0,-3 2 0 15,0 1-9-15,0 0-8 0,0-1 12 0,-3 1-12 16,0-3 12-16,-3 2-12 0,3 1 12 0,-6-3-12 16,1 2 9-16,-1-2-9 0,0 3 0 0,-3-3 9 15,0 0-9-15,0 0 0 0,-3 0 0 0,0 0 0 0,0-3-28 16,0 0 3-16,1-2 0 0,-1 2 0 16,3-2-86-16,-3-3-17 0,3 2-3 0</inkml:trace>
  <inkml:trace contextRef="#ctx0" brushRef="#br0" timeOffset="69693.087">18940 8592 1997 0,'0'0'56'0,"0"0"13"0,0 0-55 16,0 0-14-16,0 0 0 0,3 5 0 15,3-3 96-15,-3 1 17 0,2-3 3 0,4 3 1 0,0-1-29 0,0-2-5 16,3 0-2-16,0 0 0 16,3 0-20-16,3 0-4 0,0-2-1 0,5-1 0 0,-2 3-36 0,6 0-7 0,0-3-1 15,0 3-1-15,-1 0 42 0,1 0 9 0,0 0 2 16,0-2 0-16,-3 2-52 0,-4-3-12 0,1 3 0 0,-3-2 0 31,0-1-48-31,-3 0-13 0,0-2-3 0,0 2 0 0,-3 1-51 16,0-4-10-16,-4 4-3 0</inkml:trace>
  <inkml:trace contextRef="#ctx0" brushRef="#br0" timeOffset="69994.099">19178 8422 2264 0,'0'0'96'16,"0"-5"-77"-1,3 2 97-15,0-2 19 0,0 2 4 0,-3 3 1 16,0 0-61-16,0 0-12 0,3-2-3 0,-3 2 0 16,0 0 0-16,0 0 0 0,0 0 0 0,0 0 0 15,0 0 0-15,0 5 0 0,0 3 0 0,-3 0 0 16,0 5-51-16,3-2-13 0,-3 2 0 0,0 3 0 15,0 0-8-15,0 0-5 0,0 2-1 0,-3 1 0 16,3 4 14-16,0 1 0 0,0 0 0 0,0 2 0 16,0-2 13-16,0 3-1 0,3-3 0 0,-3-1 0 0,3-1-12 15,0-1 0-15,0-5 0 0,0 2 0 16,0-5-49-16,0 1-13 0,0-4-2 0,0 1-1 16,0-3-121-16,0 0-24 0,3-3-5 0</inkml:trace>
  <inkml:trace contextRef="#ctx0" brushRef="#br0" timeOffset="73237.858">19859 8377 2066 0,'0'0'43'0,"0"0"10"0,0 0-42 0,0 0-11 0,0 0 0 0,0 0 0 16,-3 8 113-16,3-3 21 0,-3 3 4 0,3 0 1 16,0 0-66-16,-3 3-13 0,0 2-2 0,0 0-1 15,3 1-37-15,-2 1-8 0,-1-1-2 0,0 2 0 16,0-1-10-16,3 1 0 0,0 0 0 0,-3 3 0 16,3-3 0-16,0 2 0 0,0-2 0 0,0 2 0 15,3-2-16-15,0-2-9 0,0 1-2 0,0-1 0 16,-1-4-37-16,4-2-8 0,0 0-2 0,0-3 0 15,0-2 26-15,3-3 4 0,-3-3 2 0,3 1 0 16,0-3 25-16,0-3 5 0,3-3 0 0,-3 0 1 16,0 1 11-16,0-1 16 0,3-2-4 0,-3 2-1 15,-1-2 42-15,-2 0 9 0,0 2 2 0,0-2 0 16,0 3 0-16,-3-1 0 0,0 0 0 0,0 3 0 16,0 1 0-16,-3-1 0 0,0 2 0 0,0 1 0 15,0 5-52-15,0 0-12 0,0 0 0 0,0 0 0 16,0 0 0-16,0 0 0 0,-6 5 0 0,3 1 0 15,0 2 0-15,3-1 0 0,-3 7 0 0,3-1 0 16,3 3 0-16,0 2 0 0,0-2 0 0,3 5 0 16,0-2 0-16,0-3 0 0,3 2 0 0,3-2 0 0,-3-3 0 15,3-2 0-15,0 0 0 0,0-4 0 0,-1-1 0 0,1-4-10 0,0 1 2 16,-3-3 0-16,0-3 8 0,0 1 0 16,-3-4 8-16,3-1-8 0,-3-1 28 15,0-3 0-15,0-2 1 0,-3 0 0 0,3-3 2 0,0 0 0 0,-3 0 0 0,0-3 0 16,3 1-19-16,-3-1-3 0,0 3-1 0,2-2 0 15,-2-1-8-15,0 1 0 0,0-1 0 0,0 4 0 16,0-4 0-16,0 0 0 0,0 1 0 0,0-1 0 16,0 4 0-16,0-1 0 0,0 0 0 0,0 3 0 15,0 2-49-15,0 3-12 16,3 3-3-16,-6 5 0 0,0 0-153 0,6 5-31 16,0 0-7-16</inkml:trace>
  <inkml:trace contextRef="#ctx0" brushRef="#br0" timeOffset="73562.494">20324 8639 2066 0,'0'0'43'0,"3"5"10"15,3-5-42-15,3 3-11 0,-3-3 0 0,2 3 0 16,1-3 104-16,-3 0 20 0,3 0 3 0,0 0 1 16,0 0-52-16,-3 2-9 0,3-2-3 0,-3 3 0 15,0 0 0-15,-3 2 0 0,3 0 0 0,-6 3 0 16,3 0-64-16,-3 3-11 0,0-3-3 0,-3 5-1 0,-3 0 15 15,3 0 0-15,-6 3 0 0,3 0 0 16,-3 0 0-16,-3 0 0 0,3 0-10 0,-3 0 10 0,0-3-15 16,4 0 5-16,2 0 1 0,-3 1 0 0,3-4 9 0,3 1 0 15,-3-3 0-15,6 2 8 0,0-2-8 0,0-3 0 16,0-5 0-16,6 6 0 0,0-4 16 16,3 1 9-16,0-3 2 0,2 0 0 0,1 0-8 15,3 0-2-15,0-3 0 0,0 1 0 16,0-1 24-16,0 3 5 0,-3-3 1 0,3 1 0 0,-4-1-47 0,1 1-15 15,0-1 0-15,-3 0 0 0,0-2 15 0,0 2 0 0,0-2 0 16,0 0 0 0,0-3-67-16,-3 0-17 0,3 0-3 0</inkml:trace>
  <inkml:trace contextRef="#ctx0" brushRef="#br0" timeOffset="74409.14">20970 8446 2176 0,'3'-3'62'0,"-3"3"13"0,3-5-60 0,-3 0-15 0,3 0 0 0,-3 5 0 16,0 0 125-16,0 0 23 0,0 0 4 0,0 0 0 15,0 0-70-15,0 0-14 0,0 0-4 0,0 0 0 16,0 0-51-16,0 0-13 0,-3 5 0 16,0 5 0-16,0-2 54 0,-3 6 8 0,0 1 2 0,0 1 0 15,0 0-52-15,3 0-12 0,-3 0 0 0,0 2 0 16,3 1-48-16,0-1-13 0,0 4-3 0,3-1 0 15,3 0 52-15,-3-2 12 0,3 2 0 0,3-5 0 16,-3 2-54-16,3-5-8 0,0-2-2 0,0-1 0 16,3-4 52-16,-3-1 12 0,3 0 0 0,-3-2 0 15,2-6-54-15,1 1-8 0,0-4-2 0,0 1 0 16,-3-3 52-16,3-2 12 0,0-1 0 0,-3 0 0 16,0-2 48-16,0-3 13 0,0 3 3 0,0-3 0 15,-3 0-52-15,3 3-12 0,-6-3 0 0,3 3 0 16,0 0 54-16,-3 0 8 0,0 2 2 0,0 0 0 15,0 3 0-15,-3 3 0 0,3-3 0 0,-3 6 0 16,3 2-52-16,0 0-12 0,0 0 0 0,0 0 0 0,-6 2 0 16,3 4 0-16,0-1 0 0,0 3 0 0,3 2 0 0,0-2 0 15,0 5 0-15,3 1 0 0,3-4 0 0,-3 6 0 16,3-3 0-16,3 3 0 16,0-2 0-16,0-1 0 0,5 0 0 0,-2-2 0 0,0-1 0 15,3-2 0-15,3-3 0 0,-3 1 0 16,0-6 0-16,0 0-16 0,-1-3 3 0,1-2 1 0,-3-1 12 0,0-1 0 15,0-4 0-15,-3 0 0 0,0 1 12 0,0-3 4 16,0-1 2-16,0-2 0 0,-3 1 4 0,0 1 1 0,0-4 0 0,-3 2 0 16,0 0-7-16,3 0 0 0,-4-2-1 0,1-1 0 15,-3 1-3-15,3-1-1 0,0-2 0 0,-3 0 0 16,3 0-2-16,0 2 0 0,0-2 0 0,0 2 0 16,0 1-9-16,0 5 0 0,0 2 0 0,0 0 0 15,0 6-100-15,-3 5-23 0,0 0-4 0,0 0-1 16,6 8-51-16,-3 0-10 0,0 5-3 0</inkml:trace>
  <inkml:trace contextRef="#ctx0" brushRef="#br0" timeOffset="74867.127">21398 8689 1900 0,'0'0'80'15,"0"0"-64"1,3-5 124-16,3 0 26 0,0 0 5 0,0-3 1 0,0 2-36 0,6-2-6 15,-3-2-2-15,0 2 0 16,3 0-51-16,-3 0-10 0,3 0-3 0,-1 0 0 16,1 5-51-16,0-2-13 0,-3 0 0 0,0 2 0 15,0 3 54-15,0 0 8 0,-3 0 2 0,-6 0 0 0,6 3-52 16,-6-3-12-16,3 5 0 0,0 0 0 16,-3 3-48-16,0 0-13 0,0-2-3 0,-3 4 0 0,0-2 52 0,-3 3 12 0,3-1 0 0,-3 1 0 31,0 0-54-31,0 2-8 0,0-3-2 0,0 1 0 0,0 0 52 0,0-4 12 0,0 4 0 15,0-3 0-15,3 0-54 16,0-3-8-16,-2 0-2 0,5-5 0 0,0 0 52 0,0 0 12 0,0 0 0 16,0 0 0-16,0 0 0 0,0 0 0 0,2 3 0 0,4 0 0 15,-3-3 0-15,6 0 0 0,-3 0 0 0,3-3 0 16,0 0 48-16,0 3 13 16,0-2 3-16,0-1 0 0,0 1-52 0,0 2-12 0,0 0 0 15,0 0 0-15,-3 0 54 0,0 0 8 0,2 2 2 0,-2 3 0 16,-3 1-52-16,3-1-12 0,-3 3 0 0,-3 0 0 15,0 0 0-15,0 0 0 0,-3 0 0 0,0 0 0 16,0 2 0-16,-3-2 0 0,-2 3 0 0,2-1 0 16,-3 1 0-16,0-3 0 0,0 2 0 0,-3 1 0 15,3-3 0-15,0 3 0 0,-3-3 0 0,3 2 0 16,-3-2-48-16,3 3-13 0,0-3-3 0,1 0 0 16,-4-3-129-16,0 0-27 0</inkml:trace>
  <inkml:trace contextRef="#ctx0" brushRef="#br0" timeOffset="75243.018">21833 8298 2553 0,'-9'-56'53'0,"6"38"12"0,0-1-52 0,0 1-13 0,0 2 0 0,0 3 0 15,0-1 105-15,0 6 19 0,3 1 3 0,-3-1 1 16,3 5-52-16,0 3-9 0,0 0-3 0,0 0 0 15,0 0-51-15,0 0-13 0,3 3 0 0,0 7 0 16,0 1 0-16,3 2 0 0,-3 3 0 0,6 5 0 16,0 3 54-16,0 5 8 0,3 3 2 0,0 2 0 15,2-2-52-15,1-3-12 0,0 0 0 0,-3 0 0 16,3 0-9-16,-3-2-5 0,-3-1-1 0,0 9 0 16,0 2 15-16,-3 5 0 0,0 3 0 15,-3 3 0-15,0-6 8 0,0-5-8 0,0-3 0 0,-3 1 0 16,-3-1 15-16,-3-2-4 0,0 2-1 0,-3 1 0 15,0-1-10-15,-6 0 12 0,3 1-12 0,-6-1 12 16,3-5-12-16,0-2 0 0,0-3-12 0,-2-3 12 16,2 0-17-16,-3-2 4 0,3-4 1 0,-6-1 0 15,3-1-13-15,-3 0-3 0,-2-2 0 0,-1-1 0 16,-3-2-103-16,0 0-21 16,0-3-4-16</inkml:trace>
  <inkml:trace contextRef="#ctx0" brushRef="#br0" timeOffset="76824.203">7307 10544 2101 0,'0'0'60'0,"0"0"12"0,0 0-57 0,0 0-15 0,0 0 0 0,0 8 0 16,0-8 90-16,0 0 15 0,3 6 3 0,0-4 1 15,3 1-43-15,0-1-9 0,0 1-1 0,3 0-1 16,3-3-37-16,0 2-7 0,-1-2-2 0,1 0 0 16,6 3 44-16,-3-3 9 0,3 3 2 0,3-3 0 15,-3 0-52-15,3 2-12 0,-1-2 0 0,-2 0 0 16,0 3 0-16,3-3 0 0,-3 0 0 0,0 0-10 15,-6 0 10-15,2 3 0 0,-2-3 0 0,-3 0 0 16,3 0-52-16,-3 2-6 0,0-2-1 0,0 3 0 16,-3-3-106-16,0 3-22 0,0-1-4 0</inkml:trace>
  <inkml:trace contextRef="#ctx0" brushRef="#br0" timeOffset="77076.389">7387 10838 2066 0,'-9'5'43'0,"3"1"10"0,1-4-42 0,5-2-11 15,-6 6 0-15,6-6 0 0,-6 2 104 0,6-2 20 0,0 0 3 0,0 0 1 16,0 0-52-16,0 8-9 0,0-8-3 0,0 5 0 16,6-2 0-16,-3 0 0 0,3-1 0 0,-1 1 0 15,1 0-16-15,3-1-4 0,0 1-1 0,3-3 0 16,0 3-24-16,0-3-5 0,3 2-1 0,0-2 0 15,0 0-13-15,3 3 9 0,-4-3-9 0,4 0 8 16,-3 0-8-16,3 0 0 0,0-3 0 0,0 3 0 16,0-5-93-16,-1 2-11 0,-2 1-3 15</inkml:trace>
  <inkml:trace contextRef="#ctx0" brushRef="#br0" timeOffset="77993.954">8346 10513 2310 0,'0'0'48'0,"0"0"11"15,0 0-47-15,0-6-12 0,0 1 0 0,0 0 0 16,0 5 104-16,0 0 20 0,-3-6 3 0,3 6 1 15,0 0-52-15,-3-2-9 0,3 2-3 0,-6 0 0 16,0 0-51-16,0 0-13 0,0 2 0 0,-3 4 0 16,3-1 54-16,-3 3 8 0,3 0 2 0,-3 2 0 15,3 4-52-15,0-1-12 0,1 0 0 0,2 3 0 16,-3 0-17-16,3 0-7 0,3 2 0 0,-3 3-1 16,6-2-11-16,-3 2-3 0,6-2 0 0,-3 2 0 15,5-3-20-15,-2-2-4 0,6 0-1 0,-3 0 0 16,3-5 0-16,3-4 0 0,-3 1 0 0,3-2 0 15,0-4 12-15,-3 1 1 0,3-6 1 0,-1 3 0 0,-5-5 41 0,3 0 9 16,0-1 0-16,-3 1 0 0,0-3 22 0,-3-2 4 16,0-1 1-16,0 3 0 0,0-2 47 15,-3-1 10-15,0 0 1 0,0 1 1 0,0 2-58 16,-3 0-11-16,0-3-2 0,0 3-1 0,-3 0 25 16,0 1 5-16,3 1 0 0,-3 1 1 0,3 5-18 15,0 0-4-15,0 0-1 0,0 0 0 0,0 0-13 0,-6 5-9 0,0 1 12 16,3 1-12-16,0 4 0 0,0 0 0 0,3 2 0 15,0 0-12-15,3 3-4 0,0 0-1 0,0-3 0 0,6 3 0 16,-3 0 17-16,3-3 0 0,0-2 0 0,3-1 0 16,-1 1-55-16,1-3-7 0,3 0-2 15,0-3 0-15,0 0 52 0,3-2 12 0,0-3 0 0,0 0 0 16,-1 0 0-16,1-3 12 0,0-2-3 0,0 2 0 16,-3-5 25-16,-3 0 5 0,3 1 1 0,-3-4 0 15,-3 0 10-15,-1-2 2 0,1 0 1 0,-3 0 0 16,-3-1-5-16,3-1 0 0,-3-1-1 0,0 0 0 15,-3 0-15-15,0-3-2 0,0 4-1 0,-3-4 0 16,0 3-12-16,0 0-2 0,0 3-1 0,0-3 0 16,0 3-14-16,0 0 0 0,0-3 0 0,0 5 0 15,3 1 0-15,-3-1 0 0,3 0 0 0,0 6 0 16,0-3-100-16,0 6-22 0,3-4-5 0,0 4-1 16,3 2-51-16,3 0-10 0,0 2-3 0</inkml:trace>
  <inkml:trace contextRef="#ctx0" brushRef="#br0" timeOffset="78232.136">8971 10687 2310 0,'-6'11'48'0,"6"-11"11"0,0 5-47 0,-3 3-12 0,3-3 0 0,-3 3 0 16,3 0 102-16,0 0 18 0,-3 0 4 0,3 3 1 16,-3-1-46-16,3 3-10 0,-3-2-1 0,3 2-1 15,-3-2 4-15,0 2 1 0,0 0 0 0,0 1 0 16,0-1-36-16,3-3-8 0,-3 1 0 0,0 0-1 15,0-1-14-15,3 3-2 0,-3-2-1 0,0-1 0 16,3 1-10-16,-3-3 0 0,3 3 0 0,-3-3 8 16,3 2-8-16,-3-2-17 0,3 0 4 0,0 0 1 15,0 0-34 1,-3-3-6-16,3 3-2 0,0 0 0 0,0-3-117 0,3 1-23 16,-3-6-5-16</inkml:trace>
  <inkml:trace contextRef="#ctx0" brushRef="#br0" timeOffset="78701.043">8263 10208 1805 0,'0'0'76'0,"0"0"-61"15,0 0 82-15,0 0 17 0,0 0 3 0,0 0 1 16,0 0-19-16,0 0-4 0,0 0-1 15,0 0 0-15,0 0-27 0,0 0-6 0,0 0-1 0,0 0 0 16,5 0-20-16,4 3-5 0,0-3-1 0,6 3 0 16,0-3 4-16,6 2 1 0,0-2 0 0,0 0 0 15,2 0-15-15,1 0-2 0,0 0-1 0,6 0 0 16,0-2 2-16,5-1 0 0,4 3 0 0,0-3 0 16,2 3-23-16,-2 3 0 0,0-3-12 0,-1 3 4 15,-5-1 8-15,0-2 0 0,-6-2 0 0,2 2 8 16,-2 0-8-16,0 0 8 0,-3 2-8 0,0 1 8 15,-3-1-8-15,-4 1 0 0,1 2 0 0,-6 3 0 16,0-2-50-16,-3-1-11 0,-3 3-3 16,0-3 0-16,-3 3-51 0,-3 0-10 0,3 0-3 0</inkml:trace>
  <inkml:trace contextRef="#ctx0" brushRef="#br0" timeOffset="79269.237">9843 10203 2356 0,'-3'-5'49'0,"-3"2"11"16,6 3-48-16,-6-3-12 0,3 1 0 0,-3 2 0 16,-3 0 95-16,3 0 17 0,-3 2 3 0,1 4 1 15,-1 2-42-15,0 2-8 0,-3 1-2 0,3 7 0 16,0 6-64-16,0 3 0 0,-3 4-18 0,3 4 4 15,0-1 14-15,0 3 0 0,0-2 0 0,0 2 10 0,3 0-10 16,1 0 10-16,2 0-10 0,0 5 10 0,3-5-10 0,0 0 0 16,6 3 9-16,-4 0-9 0,4-9 0 0,0 1 0 15,3-5 0-15,0-1 8 0,0-2-8 0,0-3 0 16,3 0 8-16,0-5-8 0,0 0 0 16,0-3 0-16,3 0 0 0,0-5 0 0,-1 0 0 15,4-2-8-15,0-4 0 0,3-2 0 16,0-2-144-16,3-6-28 0,-4 0-5 0</inkml:trace>
  <inkml:trace contextRef="#ctx0" brushRef="#br0" timeOffset="82523.725">10209 10309 1824 0,'0'0'76'16,"-6"-3"-60"0,6 3 140-16,-6 0 29 0,6 0 6 0,-6 0 1 15,6 0-103-15,-6 3-20 0,6-3-4 0,-6 5-1 16,3 3 0-16,-2 0-1 0,-1 3 0 0,3 2 0 16,0 3-39-16,0 0-7 0,0 2-1 0,0 1-1 15,0 2-15-15,0-5 0 0,3 2 0 0,0 1 0 16,0-3 0-16,0-1 0 0,0 1 0 0,3 0 0 15,0-3-13-15,0 3-9 0,3-2-2 0,-3-4 0 16,6 1-24-16,-4-1-6 0,4-2-1 0,0-3 0 16,0 1-7-16,0-1-2 0,3-5 0 0,-3 0 0 15,3-5 64-15,0 2 20 0,0-2 0 0,0-3 0 16,0 3-20-16,-1-3 8 0,-2-3-8 0,3 3 0 16,-3 0 24-16,0 0-3 0,0 0 0 0,-3 0 0 15,-3 0 17-15,3 1 3 0,-3-1 1 0,-3 2 0 0,3-2 3 0,-3 3 1 16,-3 0 0-16,3-1 0 0,-3 1-8 0,3 5-2 15,-6-5 0-15,6 5 0 0,0 0-15 0,-3 0-3 0,3 0-1 16,0 0 0-16,-6 3-17 0,3 2 8 0,0 3-8 0,0 0 0 16,3 0 0-16,0 2 0 0,0 1 0 0,3-1-9 15,3 4-11-15,-3-1-1 0,6 0-1 0,-3 3 0 32,3-3-15-32,3 0-3 0,0 1-1 0,0-1 0 0,-1 0 6 15,4-5 2-15,-3 0 0 0,-3-3 0 0,3 1 8 0,-3-4 1 0,0-2 1 16,0 0 0-16,-3-2 23 0,3-4 0 0,-3-2 0 0,0 0 0 15,3 0 56-15,-6-2 15 0,3-3 3 0,-3 2 1 16,2-2-29-16,-2 2-6 0,0-2 0 0,-3 0-1 16,3 0-14-16,0 2-2 0,-3-2-1 0,3 0 0 15,-3-3-7-15,3 0-2 0,-3 0 0 0,0-3 0 16,0 1-13-16,0-3 0 0,0-6 8 0,0 3-8 16,0 3 0-16,3-3-10 0,0 3 2 0,0 3 0 15,0 2-108-15,0 3-22 0,3 2-4 0,0 3-1 16,0 5-58-16,0 6-12 0,0 0-3 0</inkml:trace>
  <inkml:trace contextRef="#ctx0" brushRef="#br0" timeOffset="82883.476">10742 10587 2150 0,'9'-3'91'0,"-3"0"-73"16,3 1 124-16,0-4 25 0,0 4 5 0,0-4 0 15,3 4-70-15,-4-1-14 0,4 1-4 0,-3-1 0 32,0 0-44-32,0 3-8 0,-3-2-3 0,0 2 0 0,0 2-17 0,0 1-3 0,0 0-1 15,-3 2 0-15,0 0-8 0,0 3 0 0,-3 0 0 0,0 3-11 32,-3-1-28-32,0 3-5 0,-3 1-2 0,-3 1 0 0,0 4-125 0,-3 2-25 0,-3 0-4 15,3 3-2-15,-2 0 10 0,-1 0 3 16,3-3 0-16,-3 3 0 0,3-6 117 0,0 1 23 15,3-3 5-15,0-3 0 0,3 0 72 0,3-2 13 0,0-1 3 0,0-2 1 16,6-2 50-16,0-1 9 0,0 0 3 0,3-2 0 16,0-1-27-16,3-2-6 0,0 0-1 0,3 0 0 15,-3 0-11-15,0-2-2 0,3-1-1 0,0 0 0 16,-4-2-16-16,4 0-3 0,0 0-1 0,-3-1 0 16,3 1-21-16,-3 0-4 0,0-1-1 15,0-1 0-15,0-1 9 0,0 0 2 0,0 0 0 0</inkml:trace>
  <inkml:trace contextRef="#ctx0" brushRef="#br0" timeOffset="83770.672">11239 10372 2025 0,'3'-2'85'16,"0"-1"-68"0,-3 3 96-16,0 0 19 0,0 0 4 0,0 0 1 15,0 0-37-15,0 0-8 0,0 0-2 0,0 5 0 16,-3 3-40-16,0 3-8 0,0-1-2 0,-3 4 0 16,3 2-25-16,-3-1-6 0,0 1-1 0,3 3 0 15,0-1-8-15,0-2 0 0,0 3 0 0,0-3 8 16,3 2-8-16,3-2-16 0,-3 0 4 0,3 0 1 15,3 0-29-15,-3-1-5 0,3 4-2 0,3-3 0 16,0-3-33-16,0-2-8 0,0-3 0 0,0 2-1 16,3-7 27-16,-3 0 6 0,0-3 0 0,0-3 1 0,3 0 55 15,-4-5 12-15,1 0 1 0,0-2 1 0,0-1 29 0,0 1 5 16,0-1 2-16,-3-2 0 0,3 2 11 0,-3 1 3 16,0-1 0-16,-3 0 0 0,0 1 0 0,0 2 0 15,-3 0 0-15,3-3 0 0,-6 3-30 0,3 1-6 0,-3-1 0 16,0 0-1-16,0 2 2 0,0 4 1 0,3 2 0 0,0 0 0 15,-3-3-15-15,3 3-3 0,0 0-1 0,-6 3 0 16,0 2-11-16,3 3 0 0,0 3 0 0,3-1 0 16,0 1 0-16,0 2-19 0,0-2 3 0,3 4 1 15,3-1-31-15,0 1-6 0,0 1-2 16,3 0 0-16,0 0-8 0,3-3-2 16,0 1 0-16,-1-1 0 0,4-5 64 0,-3 0 0 0,6 0 0 0,-6-6 10 15,3 1-10-15,-3-3 0 0,0-3 0 0,3 1 0 16,-3-6 48-16,-4 2 7 0,4-4 1 0,-3 2 1 15,0-5-24-15,-3 2-5 0,0-2 0 0,0 0-1 16,0 2 11-16,-3-2 2 0,0-3 1 0,0 3 0 16,-3-1-12-16,3-1-2 0,-3 1-1 0,3-2 0 15,-3 1-12-15,0-1-2 0,3 0-1 0,-3-3 0 16,0-2 9-16,3 0 3 0,-3-3 0 0,0 3 0 16,3 0-40-16,0 2-8 0,-3 3-2 0,3 3 0 15,0 0-56-15,0 5-11 0,0 3-2 0,3 2-1 16,-3 6-99-16,3-1-20 0,-3 6-4 0</inkml:trace>
  <inkml:trace contextRef="#ctx0" brushRef="#br0" timeOffset="84246.115">11772 10653 2747 0,'6'-8'78'0,"0"0"17"0,0 0-76 0,3 0-19 0,0-3 0 0,0 6 0 16,0-3 94-16,-1 3 15 0,1 0 3 0,3-1 1 16,-3 1-58-16,0 2-12 0,0 1-3 0,-3-1 0 15,3 0-16-15,-3 3-4 0,3 0-1 0,-3 0 0 16,0 3-19-16,-6-3 0 0,3 3 8 0,-3-3-8 16,3 5 0-16,-3 3-17 0,0-3 3 0,0 1 1 15,-3 2-27-15,0-3-4 0,0 3-2 0,0 0 0 16,-3 0-4-16,0 0-1 0,3 2 0 0,-3-2 0 15,0 3-10-15,0-3-3 0,3 0 0 0,0 2 0 16,0-5 52-16,0 3 12 0,3-2 0 0,0-6 0 16,0 0 0-16,0 5 0 0,0-5 0 0,6 3 0 15,-3-1 0-15,6-2 0 0,-3 0 0 0,3-2 0 16,0-1 48-16,3 0 13 0,-3 1 3 0,0-1 0 16,2 0-52-16,-2 1-12 0,0-1 0 0,0 3 0 15,0 0 54-15,-3 0 8 0,0 3 2 0,0-1 0 16,0 1-52-16,-3 0-12 0,3 2 0 0,-3 3 0 15,0 0 0-15,-3 2 0 0,0 1 0 0,0 2 0 16,0 0 0-16,-3 1 0 0,0-1 0 0,-3 0 0 16,0 3 22-16,0-3 2 0,0 0 0 0,-3 1 0 15,0-4-24-15,0 4-10 0,0-4 1 0,0-2 0 16,1 3-22-16,-4-1-4 0,3-2-1 0,0 0 0 16,-3 0-88-16,3 0-19 0,3-3-3 0</inkml:trace>
  <inkml:trace contextRef="#ctx0" brushRef="#br0" timeOffset="84611.894">12031 10266 2553 0,'-9'-34'53'0,"6"23"12"15,3 1-52-15,-3-1-13 0,3 1 0 0,0 2 0 16,0 3 105-16,0-1 19 0,3 1 3 0,-3 5 1 15,3 0-52-15,3-3-9 0,0 3-3 0,0 3 0 16,0 2-51-16,3 1-13 0,0-1 0 0,0 5 0 16,2 4 54-16,-2 1 8 0,0 1 2 0,3 6 0 15,-3 1-52-15,3 4-12 0,-3-1 0 0,0 6 0 16,3-6 8-16,-3 1 0 0,0-3-8 0,-3 2 12 16,0-5-12-16,-3 3 0 0,0 0 0 0,0 0 0 15,-3 0 0-15,-3 5 12 0,3 0-3 0,-3 0-1 16,-3 3-17-16,3-1-4 0,0 4-1 0,-3-1 0 0,0-7 14 15,0-1 13-15,0-2-2 0,0 0-1 0,-3-3-10 16,3-3-14-16,-3 1 3 0,0 0 1 16,0-6-14-16,0 3-2 0,-3-6-1 0,3 3 0 15,-2-5-27-15,-1 0-6 0,3 0 0 0,-3-2-1 16,3-4-129-16,-3 4-26 0,3-6-4 0</inkml:trace>
  <inkml:trace contextRef="#ctx0" brushRef="#br0" timeOffset="85024.063">12772 10655 2340 0,'9'-2'66'0,"0"2"15"0,0-3-65 15,6 3-16-15,0 0 0 0,0 0 0 0,-1 0 101 0,4 0 17 0,0-3 3 16,3 3 1-16,0-2-57 0,3-1-11 16,-1 1-2-16,4-1-1 0,0 0 10 0,3 1 3 15,2-1 0-15,1 3 0 0,-6-3-52 0,3 3-12 16,-3 0 0-16,-4 0 0 0,1 0 0 0,-3 0 0 16,-3-2 0-16,-3 2 0 0,0 0 0 0,-3-3 0 0,-3 3 0 15,-1 0 0 1,1-3-151-16,-3 3-33 0,0 0-6 0</inkml:trace>
  <inkml:trace contextRef="#ctx0" brushRef="#br0" timeOffset="85319.079">13052 10491 2747 0,'-6'-5'78'0,"3"0"17"15,0 0-76-15,0-1-19 0,0 4 0 0,3 2 0 16,0-6 55-16,0 6 7 0,0 0 2 0,0 0 0 16,0 0 0-16,0 0 0 0,0 0 0 0,0 0 0 15,0 0 0-15,0 0 0 0,0 0 0 0,0 6 0 16,0 2-52-16,0-1-12 0,0 1 0 0,-3 6 0 16,3-1 0-16,0 0 0 0,-3 3 0 0,3 2 0 15,-3 6 0-15,0 0 0 0,3 3 0 0,-3 2 0 16,0 2 0-16,0 1 0 0,3 3 0 0,0-4 0 15,0-2 0-15,0-2 0 0,0-3 0 0,0-3 0 16,3-3 0-16,-3-2 0 0,3 0 0 0,0-3 0 16,-3 1-104-16,3-4-23 0,0-2-5 0</inkml:trace>
  <inkml:trace contextRef="#ctx0" brushRef="#br0" timeOffset="86217.024">13769 10515 2553 0,'0'0'53'0,"0"-5"12"0,3 0-52 16,-3 5-13-16,3-6 0 0,-3 6 0 0,0 0 105 0,0 0 19 0,0 0 3 0,0 0 1 15,0 0-75-15,0 0-14 0,0 0-3 0,0 0-1 16,0 0-11-16,0 0-1 0,0 0-1 0,-6 8 0 15,3 0-13-15,-3 0-9 0,3 3 12 0,0-1-12 16,0 1 0-16,0-1 0 0,0 1 0 0,0 0 0 16,3 2 0-16,0-3-22 0,0 1 3 0,0 0 1 15,0-1-26-15,3 1-4 0,0-3-2 16,0 2 0-16,0-4-7 16,3-1-2-16,0 0 0 0,0-2 0 0,0-3 47 0,3 0 12 15,0-3 0-15,-3-2 0 16,3 0-53-16,3-1-9 0,-3 1-2 0,3-3 0 0,-3 0 52 0,0 0 12 0,-1 0 0 15,1 0 0-15,0 0 48 0,-3 0 13 0,3 1 3 0,-6-1 0 16,3 0 0-16,0 0 0 0,0 0 0 0,-3 2 0 16,-3-1-52-16,3-1-12 0,-3 2 0 0,0-2 0 15,0 3 42-15,0 0 6 0,-3-1 0 0,3 6 1 16,0 0-27-16,0 0-6 0,0 0 0 0,0 0-1 16,0 0-15-16,0 0 9 0,0 0-9 0,0 0 8 15,0 0-8-15,0 0 0 0,0 8 0 0,0 0 0 16,0 0 0-16,3 0-9 0,0 3 9 0,0-1-13 15,3 1 13-15,0 2 0 0,0-2 0 0,3 2 0 16,0 0-44-16,0 0-16 0,-1 1-4 0,1-1 0 16,0-2 0-16,3-1 0 0,0-2 0 0,-3 3 0 0,3-6 52 15,0 0 12-15,-3 1 0 0,3-4 0 0,-3-2 0 16,0 0 0-16,0 0 0 0,-4-2 0 16,4-4 48-16,-3 1 13 0,0 0 3 0,0-1 0 15,0-2-52-15,-3-2-12 0,3 2 0 0,0-3 0 16,-3 1 47-16,0-1 6 0,3 1 2 0,-3 2 0 0,0-3-37 15,0 0-7-15,0 1-2 0,0-1 0 0,0 1-9 16,0-1 0-16,0-2 0 0,0 2 0 0,0-2 0 0,0 2 0 0,0-2 0 16,0 3 0-16,0-1-10 0,0 1-4 0,0-1-1 15,0 3 0-15,0 0-181 16,3 0-36-16,-3 3-7 0</inkml:trace>
  <inkml:trace contextRef="#ctx0" brushRef="#br0" timeOffset="86546.159">14498 10632 2795 0,'0'0'58'0,"0"0"14"16,0 0-57-16,0 0-15 0,0 0 0 0,0 0 0 15,0 0 54-15,0 0 8 0,0 0 2 0,0 0 0 0,0 0 0 0,0 0 0 16,-2 5 0-16,-1 3 0 16,3 0-52-16,-3 0-12 0,0 5 0 0,0-2 0 15,0 4 0-15,0 4 0 0,0-1 0 0,0 4 0 16,-3-4 0-16,3 3 0 0,0 0 0 0,-3 1 0 0,0-1 54 0,0-3 8 16,0 1 2-16,0-1 0 0,0-2-52 0,0 0-12 15,0-3 0-15,0 1 0 16,0-1-48-16,0-3-13 0,0 4-3 0,0-4 0 0,3 3 52 0,-3-5 12 0,4 3 0 15,2 0 0-15,-3-3-176 16,3-3-32-16,0 0-6 0</inkml:trace>
  <inkml:trace contextRef="#ctx0" brushRef="#br0" timeOffset="87529.184">15305 10092 2310 0,'-6'-8'48'0,"-3"3"11"0,3-1-47 0,0 1-12 0,0 0 0 0,-3-1 0 16,1 4 104-16,-1-3 20 0,0 5 3 0,-3 0 1 15,-3 0-103-15,0 2-25 0,-3 1 0 0,0 2 0 16,0 0 56-16,-2 3 7 0,2 0 1 0,-3 3 0 16,3-1-52-16,3 4-12 0,0-1 0 0,0 3 0 15,3 2 0-15,1-2 0 0,2 0 0 0,0 3 0 16,3-1 0-16,3 6 0 0,0 0 0 0,6 0 0 15,0 2 0-15,0 0 0 0,6-2 0 0,0 3 0 16,3-3 0-16,-1-1 0 0,1-1 0 0,3-1 0 16,0-3 0-16,0 1 0 0,0-3 0 0,0 2 0 15,-3-2 0-15,-3 0 0 0,2 0 0 0,-5 0 0 16,0-1 0-16,-3 1 0 0,-3 0 0 0,-3 0 0 0,0 3 0 16,-3-3 0-16,1 2 0 0,-4-2 0 0,-3 0 0 15,3-3 0-15,-3 0 0 0,-3 0 0 16,3-2-48-16,0 2-13 0,0-5-3 0,0 0 0 0,0 0 52 0,1 0 12 15,2 0 0-15,0-3 0 0,3 1 0 0,-3-1 0 16,3-2 0-16,0 2 0 0,6-5 0 0,-6 2 0 0,6-2 0 16,-3 6 0-16,3-6 0 0,0 5 0 0,3 3 0 0,-3-3 0 15,6 1 0-15,-3 1 0 0,3-4 0 16,0 5 0-16,0-3 0 16,0 3 0-16,3-2 0 0,0 2 0 0,-4-1 0 0,4 1 0 15,0 0 0-15,-3 3 0 0,3 0 0 0,-3 2 0 0,0-3 0 16,0 6 0-16,0 3 48 0,0-1 13 0,0 1 3 0,-3 5 0 15,3-3-52-15,-3 0-12 0,-3 0 0 0,3 3 0 16,-3-3 0-16,0-2 0 0,0-1-9 0,0 1 9 16,0-3 0-16,0 2 0 0,-3-2 0 0,3 0 10 15,0 2-10-15,-3-2 0 0,3-3 0 0,0 6 0 16,0-3 0-16,0 0 0 0,0 0 0 0,0-1 0 16,0-1 0-16,0 2 0 0,3-6 0 0,-3 3 0 15,3 1 0-15,-3-6 0 0,3 2 0 0,3-2 0 16,-3 0-203-16,3-3-42 0,-3 1-9 0</inkml:trace>
  <inkml:trace contextRef="#ctx0" brushRef="#br0" timeOffset="89369.31">18085 9155 1018 0,'0'0'21'0,"0"0"5"0,0 0-26 0,0 0 0 0,-6-2 0 0,0 2 0 15,6 0 54-15,0 0 6 0,-3-6 0 0,3 6 1 16,-6-2-16-16,6 2-3 0,0 0-1 0,-5-3 0 16,5 3-3-16,-3-3-1 0,-3 1 0 0,6 2 0 15,-6-3 3-15,0 0 0 0,6 3 0 0,-6-2 0 16,6 2 2-16,-6 0 1 0,6 0 0 0,-6-3 0 16,6 3-9-16,0 0-2 0,0 0 0 0,-6 0 0 15,6 0-16-15,0 0-4 0,0 0-1 0,-6 0 0 16,6 0 0-16,0 0 0 0,0 0 0 0,0 0 0 15,-6 5-2-15,6-5 0 0,0 0 0 0,0 0 0 16,-6 6 0-16,6-6 0 0,0 2 0 0,0 4 0 16,0-6-21-16,3 5-5 0,0 0-1 0,3 0 0 15,0-2 18-15,0 2 0 0,3 1 0 0,0-4 0 16,0 1 0-16,3 0 0 0,-1-1 0 0,4 4 0 16,-3-4 24-16,3-2 9 0,-3 3 2 0,3-1 0 15,0 1-19-15,0-3-3 0,3 3-1 0,-1-3 0 16,1 2 0-16,6-2 0 0,0 0 0 0,3 0 0 15,2 0-12-15,1 0 11 0,3 0-11 0,3-2 10 16,-4 2-10-16,4-3 0 0,0 3 0 0,3 0 0 0,-1-3 32 16,1 3 4-16,3 0 0 0,2-2 1 0,-2 2-28 0,0-3-9 15,-1 3 0-15,4-2 0 0,-6-1 12 0,-4 3-12 0,4-3 12 16,0 3-12-16,-4-2 22 0,4-1-2 16,0 0-1-16,2 3 0 0,-5 0-19 0,-3-2 0 0,0 2 0 0,2 0 0 15,-2-3 0-15,-3 3 0 0,6 0 0 0,-4 0 0 16,1 0 0-16,3 3 0 0,-3-3 0 0,-1 2 0 15,1-2 0-15,-3 3 0 0,0 0 0 0,-4-1 0 16,4 1 55-16,-6 0 7 0,3-1 2 0,0 1 0 16,-1-1-52-16,1 1-12 0,3 0 0 0,0-1 0 15,-4 4-19-15,1-4-6 16,3-2-2-16,-3 6 0 0,-3-4 27 0,-1-2 0 0,1 3 0 0,0 0 0 16,0-1 0-16,-3 1 0 0,0 0 0 0,-1-3 8 15,4 2-8-15,0-2 11 0,0 0-11 0,0 0 12 16,-1 0 3-16,1 0 1 0,3 0 0 0,-3 3 0 15,0-3-7-15,-1 2-1 0,1-4 0 0,0 4 0 16,-3-2 0-16,0 0 0 0,0 0 0 0,-1 3 0 16,4-3-8-16,-3 3 8 0,3-3-8 0,3 2 8 15,-3-2-8-15,-1 0 0 0,1 0 9 0,3 3-9 16,-3-3 9-16,-3 0-9 0,-1 0 12 0,1 3-12 16,0-3 15-16,0 0-4 0,-3 0-1 0,0 2 0 15,0-2-2-15,-4 0-8 0,4 0 12 0,-3 0-4 0,3 0-8 16,-3 0 12-16,0 0-12 0,3 0 12 0,-3 0-12 15,-1 0 10-15,4 0-10 0,-3 0 10 0,0 0-2 16,0 0 0-16,0 0 0 0,3 0 0 0,-3 0 0 0,-4 0-8 16,4 0 12-16,-3 0-4 0,3 0-8 0,-3 0 10 0,0 0-10 0,0 0 10 15,0 0-10-15,0 0 10 0,-3 0-10 0,-1 0 10 16,1 0-10-16,0 0 12 0,0 0-12 0,0 0 12 16,0 0-4-16,-3 0-8 15,3 0 12-15,-3 0-4 0,3 0 1 0,-3 0 0 0,0 0 0 0,3 0 0 16,-3 0-1-16,0 0-8 0,0 0 12 0,0 0-4 15,0-2 0-15,-1 2 0 0,1 0 0 0,-3 0 0 16,3 0-8-16,0 0 8 0,-3 0-8 0,3 0 8 16,-6 0-8-16,6 0 0 0,-6 0 0 0,6 0 8 15,-6 0-8-15,0 0 0 0,3 0 0 0,-3 0 0 16,6 0 0-16,-6 0-14 0,0 0 3 0,0 0 1 16,6 0-33-16,-6 0-6 0,3 0-2 0</inkml:trace>
  <inkml:trace contextRef="#ctx0" brushRef="#br0" timeOffset="95043.126">15892 10544 657 0,'0'0'28'0</inkml:trace>
  <inkml:trace contextRef="#ctx0" brushRef="#br0" timeOffset="95876.482">15832 10367 1545 0,'0'0'32'0,"0"0"8"0,0 0-32 16,0 0-8-16,0 0 0 0,0 0 0 0,0 0 82 0,0 0 14 0,0 0 4 0,0 0 0 15,0 0-13-15,0 0-3 0,0 0 0 0,0 0 0 16,0 0-2-16,0 0-1 0,0 0 0 0,0 0 0 15,0 0-13-15,-6 8-4 0,3-3 0 0,0 3 0 16,0 0 0-16,0 3 0 0,-3-1 0 0,3 4 0 16,-3-1-64-16,0 0 0 0,3 0-8 0,-3 3-1 15,0 0 9-15,0 0 0 0,1 2 10 0,-1 1-10 16,0-1 9-16,3 1-9 0,-3-1 8 16,3 1-8-16,3-1 0 0,-3 1 0 0,6-3-9 15,-3 0 9-15,3 0 0 0,3-3 0 0,0 3 8 0,0-6-8 16,0-2-45-16,2 0-15 0,1-2-4 0,0-4 0 15,3-2 52-15,0 0 12 0,0-5 0 0,3 0 0 16,-3-3 0-16,3-3 0 0,0 0 0 0,-4-2 0 16,1 0 0-16,3 0 0 0,-3-3 0 0,0 3 0 15,0-3 0-15,-3 3 0 0,0 2 0 0,0-2 0 16,-3 2 32-16,0 1 10 0,0-1 2 0,-3 3 0 16,0-3-12-16,0 4-1 0,-3-1-1 0,0 0 0 15,0 2-10-15,0 1-1 0,-3 2-1 0,3 3 0 16,0 0-9-16,0 0-1 0,0 0-8 0,-3 0 12 0,3 0-12 15,-6 8 0-15,3-2 0 0,0 4 0 0,0 1-9 16,3-1 9-16,0 1-13 0,0 2 5 0,3 0-13 0,0 1-3 16,0-1 0-16,3 3 0 15,0-3-10-15,0 0-2 0,2 0-1 0,1-2 0 0,0 0 17 16,0-1 3-16,3-2 1 0,-3-3 0 16,0-2 16-16,3 0 0 0,-3-3 0 0,3-3 0 15,-3 0 0-15,-3-2 14 0,3 0-2 0,-3-6-1 0,-1 1 22 0,1-1 5 0,0-2 1 16,0 0 0-16,0-1 2 0,-3-1 1 0,3 1 0 15,-3 1 0-15,0-3-7 0,0 0-2 0,-3 0 0 0,3 1 0 16,-3-1-11-16,0-3-2 0,3 3-1 0,-3-2 0 16,0-3-19-16,0-1 8 0,0 1-8 0,0 0 0 15,0 0 0-15,0 2 0 0,0 1 0 0,0-1 0 16,0 6-21-16,0 0-8 0,0 5-2 0,0 0 0 16,0 3-129-16,0 5-25 0,0 0-6 0</inkml:trace>
  <inkml:trace contextRef="#ctx0" brushRef="#br0" timeOffset="96206.645">16332 10603 2415 0,'6'0'68'0,"0"-3"16"16,0 0-68-16,3 1-16 0,0-1 0 0,-3 0 0 15,3 1 75-15,0-1 11 0,-3 0 2 0,0 1 1 0,2-1-20 16,-2 0-4-16,3 3-1 0,-3-2 0 15,0 2-51-15,0 2-13 0,0-2 0 0,-6 0 0 16,3 6 0-16,0-1 0 0,-3 3 0 0,0 0 0 16,-3 0 54-16,0 5 8 0,-3-2 2 0,0 4 0 15,-3 4-88-15,0 0-16 0,0 2-4 0,-2 0-1 0,2 3 21 16,-3-3 4-16,3 0 0 0,-3 3 1 0,3-6 19 16,0-2 0-16,3 0 0 0,0-3 0 0,3 1 0 0,0-4 0 15,3-2 0-15,3 0 0 0,0-3 0 0,3 3 0 16,3-5 0-16,-3 2 0 0,6-5 0 0,-3 0 0 0,3 0 0 15,3-2 0-15,-4-1 0 0,4-2-12 16,3-1 12-16,-3-2-10 0,3 0-3 0,-3-2-1 0,3-1 0 16,-3 1 0-16,-1-1-175 15,-2-2-35-15</inkml:trace>
  <inkml:trace contextRef="#ctx0" brushRef="#br0" timeOffset="96609.317">17017 10610 1579 0,'-12'-2'32'0,"12"2"10"0,0 0-34 0,-3-3-8 0,3 3 0 0,0 0 0 16,0 0 104-16,0 0 20 0,0 0 3 0,0 0 1 15,0 0 0-15,0 0 0 0,3-2 0 0,0-1 0 32,3-2-52-32,3 2-9 0,0 0-3 0,0 1 0 15,5 2 0-15,1-3 0 0,0 0 0 0,6 1 0 0,-3 2-23 16,3-3-5-16,3 0 0 0,-1 1-1 0,1 2-12 0,0-3-3 15,0 0 0-15,0 1 0 0,-4 2-9 0,1-3-3 0,-3 1 0 16,-3-1 0-16,3 3-8 0,-3-3 0 0,-3 1 0 0,3-1 0 16,-4 3-9-16,1-3 9 0,-3 3-12 0,0-2 12 15,-3 2-51-15,0 0-3 0,-3-3-1 16,-3 3 0-16,0 0-161 0,0 0-32 0,0 0-6 16</inkml:trace>
  <inkml:trace contextRef="#ctx0" brushRef="#br0" timeOffset="96927.473">17198 10393 2412 0,'-6'-5'50'0,"0"0"12"0,3 0-50 0,3-3-12 0,-3 2 0 0,3 1 0 15,-3 0 105-15,3-1 19 0,3 4 3 0,-3 2 1 16,0-5-44-16,0 5-9 0,0 0-2 0,0 0 0 15,0 0-28-15,0 0-5 0,0 0-2 0,0 0 0 16,3 5-18-16,0 3-4 0,0 0-1 0,0 2 0 16,0 4-5-16,-3 1-1 0,3 4 0 0,-3-1 0 0,0 4-9 15,3-1 0-15,-3-3 9 0,3 6-9 0,-3-3 0 16,3-2 9-16,-3 2-9 0,3 0 0 0,0 3 26 16,0-3-2-16,0 3 0 0,0 0 0 0,0 0-24 15,0-3 0-15,0 0 0 0,0 0 0 0,0-5 0 0,0 0 0 0,0 0 0 16,0-3 0-16,-3 0-46 15,3-5-14-15,0 0-4 0,0 0 0 0,3-3-153 16,0-2-31-16</inkml:trace>
  <inkml:trace contextRef="#ctx0" brushRef="#br0" timeOffset="98872.16">18044 10221 1836 0,'0'0'52'0,"0"0"12"0,0 0-52 0,0 0-12 0,0 0 0 0,0 0 0 16,0 0 72-16,0 0 12 0,0 0 3 0,0 0 0 15,0 0-26-15,0 0-5 0,-6 3 0 0,0 5-1 16,3 0-22-16,0 3-4 0,-3-1-1 16,3 6 0-16,0 0-14 0,0 2-3 0,3 4-1 0,-3-1 0 15,3 0-10-15,3-3 0 0,-3 4 0 0,3-4-11 16,0 1 11-16,0-3 0 0,3-1 0 0,-3 1-8 16,6 0-7-16,-3-3-1 0,3 1 0 15,-1-4 0-15,1 1 4 0,0-3 1 0,3-3 0 0,0 0 0 16,-3-2 11-16,3 0-8 0,-3-6 8 0,3 3-8 15,-3-5 8-15,3-1 0 0,0 1-9 0,-3 0 9 16,-1-6 8-16,4 1 5 0,-3-1 2 0,0 0 0 16,0 1 8-16,-3-1 1 0,3 1 1 0,-3-1 0 15,0 1 31-15,0-4 7 0,-3 4 1 0,0-3 0 16,0-1 0-16,-3 1 0 0,3-3 0 0,-3 6 0 16,-3-1-24-16,3 0-4 0,-3 3 0 0,0 1-1 15,0 1-15-15,3 6-2 0,-6-2-1 0,6 2 0 16,-6 5-17-16,0 3 10 0,0 2-10 0,3 1 8 15,-3 2-8-15,3 3-14 0,3 3 3 0,-3-1 1 16,3 1-10-16,0-1-3 0,3 1 0 0,0-3 0 16,0 2-10-16,3-2-3 0,3 0 0 0,-3-3 0 15,3 0-1-15,3-2-1 0,-3 0 0 0,3-4 0 16,-3 1 20-16,2-2 4 0,1-1 1 0,0-2 0 0,0-3 13 16,0 0 0-16,0 0 12 0,0-3-12 0,0-2 25 15,-3-3-1-15,3 0-1 0,-3 0 0 0,2 0 9 0,-2-3 3 16,0 1 0-16,-3-1 0 0,3 1-2 0,-3-4 0 0,0 1 0 15,0 0 0-15,0 0-6 0,-3-1-2 0,0-1 0 0,0 1 0 16,0-4-7-16,-3-1-2 0,3 1 0 0,0-1 0 16,-3 1-16-16,3-1 8 0,0-2-8 0,-3 3 0 15,3-1 0-15,0 6 0 0,0-3 0 16,0 3 0 0,0 2-45-16,0 3-7 0,0 0 0 0,0 3-1 15,-3 5-128-15,3 0-26 0,3 0-5 0</inkml:trace>
  <inkml:trace contextRef="#ctx0" brushRef="#br0" timeOffset="102279.184">18541 10647 1854 0,'0'0'39'0,"0"0"8"0,0 0-38 0,0 0-9 0,0 0 0 0,0 0 0 16,0 0 104-16,3 3 18 0,3 0 4 0,-3-3 1 15,3 2-23-15,0-2-5 0,-1-2-1 0,4 2 0 16,-3 0-26-16,3-3-4 0,0 0-2 0,0 3 0 16,0-2-27-16,0 2-6 0,0 0-1 0,0 0 0 15,-3 0-13-15,3 2-3 0,0-2-1 0,-3 6 0 16,-6-6-15-16,6 2 0 0,0 1 0 0,0 2 0 15,-4 1-18-15,-2 2-6 0,0 0-2 0,0-1 0 16,0 1 26-16,-2 3 0 0,-1 0 0 0,-3-1 0 16,0 3 0-16,3-2 0 0,-3 2 0 0,0-2 0 15,0-1-19-15,0 1 2 0,0-3 0 0,0 2 0 16,3-2 27-16,0 0 6 0,0-2 0 0,0-1 1 16,0 0-17-16,3-2 0 0,0-3 0 0,3 5 0 15,0-2 0-15,3 2 0 0,0-5 0 0,0 5 0 16,3-5 0-16,0 3 0 0,0-3 0 0,3 3 0 15,-1-3 0-15,-2 2 0 0,3-2 0 0,-3 3 0 16,3 0 0-16,-3-1 0 0,0 1 0 0,0 0 0 16,-3-1 0-16,-3 4 0 0,0-4 0 0,-3-2 0 15,0 8 0-15,-3 0 0 0,0-3 0 0,-3 6 0 16,-3-3 0-16,-3 2 0 0,0-2 0 0,0 6 0 16,-3-4 0-16,1 3 0 0,-4 1 0 0,3-1 0 0,-3 0 0 15,3 3 0-15,3-3 0 0,-6 3 0 16,3-3-73-16,0 1-19 0,4-1-3 0,-4-3-1 15,3 1-114-15,-3-3-23 0</inkml:trace>
  <inkml:trace contextRef="#ctx0" brushRef="#br0" timeOffset="102660.779">19053 10296 2260 0,'0'-22'47'0,"0"14"11"15,0 1-46-15,3-1-12 0,-3 2 0 0,3-2 0 16,0 3 115-16,-3 0 21 0,3 2 4 0,-3 3 0 16,0 0-68-16,0 0-13 0,0 0-3 0,0 0-1 15,0 0-37-15,0 0-7 0,-3 8-2 0,-3 5 0 16,0 3 23-16,0 5 5 0,0 3 1 0,0 3 0 15,0-1-10-15,-3 1-1 0,3 2-1 0,-6 0 0 16,6 3-39-16,-3-3-8 0,3 2-2 0,-3 6 0 16,3-2 23-16,3 2 0 0,0 3 0 0,3-1 0 0,0-4 0 15,0-1 0-15,3 0-9 0,3-2 9 0,-3-3 0 0,6-2 0 16,-3-1 0-16,6-2 0 16,-3-3 0-16,3-2 0 0,0-3 0 0,0-1 0 15,3-4-9-15,0-3 9 0,-1-3 0 0,4 3-9 0,0-8-13 16,3 0-2-16,-3-2-1 0,6-4 0 15,-3 4-127-15,2-6-24 0,1-3-6 0</inkml:trace>
  <inkml:trace contextRef="#ctx0" brushRef="#br0" timeOffset="103169.975">19437 10214 1744 0,'0'-11'73'0,"0"3"-58"16,0-3 93-16,0 4 20 0,-3-1 3 15,3 2 1-15,0 1-41 0,0 5-8 0,0 0-2 0,0 0 0 16,0 0-8-16,0 0-1 0,0 0-1 0,0 0 0 15,0 0-39-15,0 0-7 0,0 0-1 0,-3 8-1 16,3 5-10-16,-3-2-1 0,3 5-1 0,0 2 0 16,-3 6-3-16,3 2 0 0,0 6 0 0,-3 0 0 15,3 0 1-15,0-3 0 0,0 3 0 0,-3-3 0 16,3 0-9-16,0 0 8 0,0-3-8 16,-3 3 8-16,3 1-8 0,0-4 0 0,0 3 0 15,0-2 8-15,0-4-8 0,0 1 0 0,0-3 0 16,3-2 0-16,-3-3-54 0,0 0-6 15,3-6-2-15,-3 1 0 0,0-1-108 0,0-2-22 0</inkml:trace>
  <inkml:trace contextRef="#ctx0" brushRef="#br0" timeOffset="103452.711">19693 10555 1580 0,'0'0'67'16,"0"0"-54"-16,0 0 115 0,6-5 24 16,-3 2 4-16,3 0 0 0,0 1-42 0,-1 2-9 0,4-3-1 15,0 0-1 1,3 1-26-16,-3 2-5 0,3-3 0 0,0 0-1 16,0 1-22-16,3 2-4 0,-3-3-1 0,6 0 0 0,-4 3-16 0,4-2-3 0,0 2-1 0,0 0 0 15,0-3-14-15,0 3-10 0,3-2 12 0,-4 2-12 16,1-3 8-16,0 0-8 0,0 1 0 15,-3 2 0-15,3 0 0 0,-3-3 0 16,-3 0-12-16,2 3 3 0,-2-2-29 16,0 2-6-16,-3-3 0 0,-3 0-1 15,0 3-163-15,-3 0-32 0</inkml:trace>
  <inkml:trace contextRef="#ctx0" brushRef="#br0" timeOffset="103770.278">20053 10282 2214 0,'-18'-16'46'0,"9"11"11"16,3 0-45-16,3 0-12 0,-3-1 0 0,3 1 0 16,0 2 124-16,3 3 24 0,-3-5 4 0,3 5 0 15,0 0-70-15,0 0-14 0,0 0-4 0,0 0 0 16,0 0-51-16,0 0-13 0,0 0 0 0,0 11 0 15,0-1 0-15,0 3 0 0,0 3 0 0,0 0 0 16,0 5 54-16,0 1 8 0,-3 1 2 0,3 1 0 16,-3 0-52-16,0-3-12 0,0 3 0 0,0-3 0 15,0 0 0-15,0 0 0 0,-3 1 0 0,3-1 0 16,1 0 0-16,-4-2-13 0,3 4 2 0,-3-2 1 16,3 1 10-16,-3-1 14 0,3 0-3 0,-3 0-1 15,3-2-59-15,0-3-12 0,0-3-3 0,3 0 0 16,-3 0-102-16,3-5-21 0,3 0-4 0</inkml:trace>
  <inkml:trace contextRef="#ctx0" brushRef="#br0" timeOffset="104562.113">20547 10261 2310 0,'0'-5'48'0,"0"0"11"15,0-1-47-15,0 1-12 0,3 2 0 0,-3-2 0 16,0 5 97-16,0 0 18 0,0-5 3 0,0 5 1 16,0 0-37-16,0 0-7 0,0 0-2 0,0 0 0 0,0 0-7 0,-6 5-2 0,0 0 0 0,0 6 0 15,0 0-51-15,0 4-13 0,-3 1 0 0,3 5 0 16,-3-2 0-16,3-1 0 0,0 4 0 0,1-1 0 15,2-3 0-15,3 1 0 16,-3-3 0-16,3 2 0 16,3-4-48-16,0 1-13 0,-1-1-3 0,4-1 0 15,3-3-51-15,0 4-10 0,0-6-3 0,3 0 0 16,0-1 34-16,-3-1 6 0,3-4 2 0,0 1 0 16,0-3 33-16,0 0 6 0,2-3 2 0,-5-2 0 0,3 0 45 0,-3 0 12 0,3-3 0 15,-3 0 1-15,3 0 33 0,-3 0 6 0,-3 0 2 0,3-3 0 16,-3 3 59-16,0 0 12 0,-3 0 3 0,0-2 0 15,-3 2-52-15,3-3-9 0,-3 3-3 0,0-2 0 16,0-1-51-16,0 3-13 0,-3-2 0 0,0 2 0 16,3 2 54-16,-6 1 8 0,3 3 2 0,3 2 0 15,-3-3-56-15,0 6-8 0,-3-1-8 0,3 3 8 16,-3 1 0-16,3 4 0 0,-3 1 8 0,3 0-8 16,3 2 0-16,-3-3 0 0,3 4 0 0,0-1 0 15,3-3-45-15,0 4-15 16,0-1-4-16,3-3 0 0,0 1 52 0,3 0 12 0,0-3 0 0,0-1 0 15,3-1 0-15,-4-1 0 0,4 0 0 0,0-2 0 16,0 0 0-16,3-3 0 0,-3 0 0 0,0-3 0 16,0 0 0-16,0-2 0 0,-3 0 0 0,3-3 0 15,-1 0 48-15,-2 0 13 0,0-3 3 0,0 1 0 16,0-3-52-16,0-1-12 0,-3 1 0 0,0-3 0 16,0-2 54-16,0-3 8 0,3-1 2 0,-3 1 0 15,0-3-52-15,0-2-12 0,0-1 0 0,0 1 0 0,0 2 0 0,0 0 0 16,-1 3 0-16,1 0 0 0,0 0 0 0,0 5 0 15,0 0 0-15,-3 3 0 16,3 0-48-16,0 2-13 0,-3 3-3 0,3 3 0 16,0 0-102-16,0 2-21 0,0 3-4 0</inkml:trace>
  <inkml:trace contextRef="#ctx0" brushRef="#br0" timeOffset="104968.07">21080 10412 2310 0,'0'0'48'0,"0"0"11"16,6-3-47-16,0 3-12 0,-3-2 0 0,3-1 0 15,0 0 104-15,0 1 20 0,2-1 3 0,-2 0 1 16,3 3-52-16,-3 0-9 0,3-2-3 0,-3 2 0 16,0 2 0-16,0-2 0 0,0 3 0 0,-3 0 0 15,0 2-51-15,0 0-13 0,0 1 0 0,-3 2 0 16,0 0 0-16,-3-1 0 0,3 4 0 0,-6 0 0 15,3-1-48-15,-6 3-13 0,3 1-3 0,-3-4 0 16,0 3 0-16,0 3 0 0,0-2 0 0,-2 1 0 16,2-1 0-16,0-1 0 0,3 0 0 0,-3 3 0 15,6-5-2-15,-3 2-1 0,6-3 0 0,-3 1 0 16,6 0 51-16,0-6 16 0,0 3-10 0,0-3 10 16,3-2 12-16,3-3 8 0,0 2 2 0,0-2 0 15,5-2 22-15,-2 2 4 0,3-6 0 0,0 4 1 0,0-3-39 16,0 2-10-16,0-2 0 0,3-1 0 0,-4 1 53 0,4 0 9 15,-3-1 2-15,3 1 0 0,-3 0-52 16,0-3-12-16,0 0 0 0,0 0 0 0,-1 0 0 16,-2-2 0-16,0 2 0 0,3-3 0 15,-6-2-202-15,3 2-43 0</inkml:trace>
  <inkml:trace contextRef="#ctx0" brushRef="#br0" timeOffset="105281.172">21392 10063 1926 0,'-6'-8'81'0,"0"3"-65"15,3-1 104-15,0 1 20 0,3 5 4 0,0 0 0 16,0 0-45-16,0 0-10 0,0 0-1 0,0 0-1 16,0 0-31-16,0 0-5 0,6 3-2 0,-3-1 0 15,3 1-7-15,0 5-2 0,3-3 0 0,-3 6 0 16,3-1-12-16,0 3-4 0,0 1 0 0,0 2 0 15,0 2-6-15,0 1-2 0,0-1 0 0,0 6 0 16,0 0-8-16,-3 5-8 0,-1 0 12 0,1 3-12 16,-3-3 0-16,0 0-9 0,0-3-1 0,-3 4 0 15,-3-7 10-15,3 4 0 0,-3-6 0 0,-3 3 0 16,0 0 0-16,1-1 0 0,-4 4 0 0,3-3 0 16,-3-1 0-16,-3 1 0 0,3 3 0 0,-3-6 0 0,3 0 0 15,-3 0 0-15,-3-2 0 0,0-1 0 16,0-4-53-16,1-1-9 0,-4 0-2 0,0-2 0 15,6-1 0-15,-3-2 0 0,0 0 0 0</inkml:trace>
  <inkml:trace contextRef="#ctx0" brushRef="#br0" timeOffset="106183.019">21791 9997 1698 0,'3'-8'72'16,"0"0"-58"-16,0 0 94 0,0 2 20 0,0-1 3 0,3-1 1 15,0 0-39-15,0 2-7 0,3-2-2 0,-3 3 0 16,6 0-23-16,0 0-5 16,0-1 0-16,-1 1-1 0,1 2-15 15,3 1-2-15,0-1-1 0,0 0 0 0,0 3-13 16,0 3-2-16,0-3-1 0,0 3 0 0,-1 2-9 0,-2-2-3 0,0 2 0 16,-3 3 0-16,0 0-9 0,0 0 12 0,-3 5-12 0,0-2 12 15,0 2-12-15,-6 3 8 0,0 0-8 0,0 2 8 16,-3-2-8-16,0 2 8 0,-3 1-8 15,0-1 8-15,0 1-8 0,0 0 0 0,-3-1 0 0,3 3 0 16,3-2 0-16,-3 2 0 0,3 0 0 0,0 3 0 16,0-3 0-16,3 3 0 0,0-3 0 0,0 0 0 15,3-2 0-15,-3-1 0 0,3-2-10 0,3-3 10 16,-3 1-11-16,3-4 11 0,-3 3-12 0,3-5 12 16,0 0-9-16,0 0 9 0,3-2 0 15,-6-1-9-15,3-3 9 0,-3 4 0 0,-3-6 0 0,0 0 0 16,0 0 0-16,3 2 0 0,-3-2 0 0,0 0 8 15,0 6 3-15,0-6 1 0,-3 5 0 0,0 0 0 16,-3 1-12-16,0-1 0 0,0 0 0 0,0 0 0 16,-3 1 0-16,3-1 0 0,-3 0 0 0,0 3 0 15,0-2 0-15,3 1 0 0,-2 1 0 0,2 3 0 16,-3 0 0-16,3 2 0 0,0 0 0 0,0 3 0 16,3 0 0-16,-3 2 0 0,3 3 0 0,-3 1 0 15,3 1 53-15,0-1 9 0,3 1 2 0,-3 1 0 16,3-3-103-16,0 1-20 0,0-1-4 0,0 0-1 15,-3-3 52-15,3 4 12 0,0-4 0 0,3 3 0 0,-3 3 0 0,0-3 0 16,3 6 0-16,-3-3 0 0,3 5 48 0,-3 0 13 16,3 0 3-16,0-3 0 0,0 1-52 0,-3-3-12 0,3 2 0 15,0-5 0-15,0 0 0 0,-3-2 0 0,-3 2 0 0,0 0 0 16,0-2 0 0,0-1 0-16,-3-2 0 0,0 5 0 0,0-5 0 0,0 3 0 15,-3-1 0-15,0 1 0 0,0-3 32 16,0 0 4-16,0-3 1 0,1 0 0 0,-1 0-28 0,-3-5-9 0,3 3 0 15,0-1 0-15,-3-4-12 0,3 2-10 0,0-3-2 16,0 0 0-16,-3-2-100 16,-3-1-21-16,3 1-4 0</inkml:trace>
  <inkml:trace contextRef="#ctx0" brushRef="#br0" timeOffset="107296.462">7271 12545 1568 0,'-15'16'32'0,"9"-11"9"16,1 0-33-16,5-5-8 0,-3 3 0 0,3-3 0 15,0 0 56-15,-6 5 8 0,6-5 3 0,0 0 0 16,0 0 28-16,0 0 5 0,0 5 2 0,0-5 0 15,3 6-10-15,0-1-1 0,0-2-1 0,2-1 0 16,4 1-21-16,0-3-4 0,0-3-1 0,3 3 0 0,0-2-51 0,3-1-13 16,0-2 0-16,6 2 0 0,-1 0 30 0,4-2 3 0,0 2 1 15,3-2 0-15,0 2-22 0,-1-2-4 16,1 3 0-16,0-1-8 16,0-2 0-16,-6 2 0 0,0 3 0 0,-1-3 0 15,-2 1 9-15,0 2-9 0,0 0 0 0,0 0 9 0,-3 0 9 0,0 2 2 0,-1-2 0 16,1 3 0-1,-3 0-68-15,-3-3-12 0,3 5-4 0,-3-2 0 16,0-1-19-16,-3 1-4 0,-6-3-1 0</inkml:trace>
  <inkml:trace contextRef="#ctx0" brushRef="#br0" timeOffset="107573.239">7322 12865 1577 0,'0'0'66'15,"0"0"-53"1,0 0 93-16,0 0 18 0,0 0 4 0,0 0 1 16,0 0-52-16,3 2-10 0,3-2-3 0,0 3 0 15,0-3 0-15,3 3 0 0,0-3 0 0,0 0 0 16,2 0-51-16,4 0-13 0,0 0 0 0,3-3 0 0,0 3 30 0,0-3 3 15,3 1 1-15,-1-1 0 16,4 1-34-16,-3-4 0 0,3 4 0 0,-3-4 0 16,0 4-20-16,-1-4-12 0,-2 1-1 0</inkml:trace>
  <inkml:trace contextRef="#ctx0" brushRef="#br0" timeOffset="108322.417">8414 12494 2322 0,'-3'-2'66'0,"3"2"14"15,-3-3-64-15,3 3-16 0,-6-5 0 0,6 5 0 16,0 0 68-16,-3-3 10 0,3 3 2 0,-6 0 1 16,1 3-27-16,-1-1-6 0,0 4 0 0,0-1-1 15,-3 3-22-15,3 3-4 0,0-1-1 0,0 1 0 16,0 2-20-16,0 3 9 0,0 0-9 0,0 5 0 15,3-3 0-15,-3 6 0 0,0-3 0 0,6 3-12 16,-3 0-28-16,6 0-4 0,-3-3-2 0,6 0 0 16,0 0-93-16,3-5-18 0,0-3-4 0,0 1-1 15,3-6 59-15,3 0 12 0,-3-3 3 0,2-3 0 16,1 1 0-16,0-3 1 0,-3 0 0 0,0-3 0 16,0-2 73-16,0 3 14 0,-3-6 0 0,3 2 0 15,-3-2 82-15,-3 0 10 0,2-2 1 0,1 2 1 16,-3 0 6-16,-3-3 0 0,3 1 1 0,-3-1 0 0,-3 3-9 0,0-2-3 15,0-1 0-15,-3 3 0 0,0 0-20 0,3 0-4 16,-3 0-1-16,0 3 0 0,0 2 0 0,-3 1 0 0,3-1 0 0,3 3 0 16,0 0-51-16,-5 3-13 0,5-3 0 0,-6 5 0 15,3 3 0-15,0 3 0 0,3 2 0 0,-3 0 0 16,3 0 0-16,3 1-15 0,-3-1 3 0,6 3 1 16,-3-6-33-16,2 3-8 15,4-2 0-15,0 0-1 0,3-3-11 0,0-1-1 0,0-1-1 16,3-1 0-16,0-2 37 0,3-1 7 0,0-2 2 0,-1 0 0 15,1 0 20-15,0-2 0 0,-3-4 0 0,3 1 0 16,-3-3 20-16,0 0 9 0,-3 0 2 0,-1-2 0 16,1-1 15-16,-3 1 3 0,0-1 1 0,0-2 0 15,-3 0 6-15,0-3 2 0,-3 2 0 0,0-4 0 16,0 5-8-16,0-3-2 0,-3 0 0 0,0 3 0 16,0-3-16-16,0 0-4 0,-3 3-1 0,0-1 0 15,3 1-27-15,-3 0 0 0,0 0 0 0,0 0 0 16,0 2 0-16,0-2 0 0,0 2 0 0,0-2 0 15,0 5 0-15,3-3 0 0,0 3 0 0,0 1 0 16,3 1-46-16,0 1-14 0,0 2-4 0,3 1 0 16,0 4-153-16,3 1-31 0,0 0-7 0</inkml:trace>
  <inkml:trace contextRef="#ctx0" brushRef="#br0" timeOffset="108558.814">9022 12669 2225 0,'-3'13'46'0,"3"-7"12"0,0-1-46 0,0 3-12 0,0-3 0 0,0 3 0 16,-3 3 122-16,3-1 22 0,0 1 5 0,0 2 1 16,-3 0-69-16,0 3-13 0,3 0-4 0,-3 3 0 15,0-4 0-15,3 1 0 0,-3 0 0 0,0-3 0 16,0 3-51-16,0-3-13 0,0 3 0 0,0-2 0 16,0-1 0-16,0 3 0 0,0 0 0 0,0-1 0 15,0 1 0-15,3 0 0 0,-3 0 0 0,0 3 0 16,0-4 0-16,3 4 0 0,-3-3 0 0,0 0 0 15,3-3-107-15,-3 0-24 16,0-2-5-16,0-3 0 0,0 0-96 0,0-3-20 0</inkml:trace>
  <inkml:trace contextRef="#ctx0" brushRef="#br0" timeOffset="109007.684">8343 12164 1706 0,'-6'5'36'0,"0"-2"7"0,0 2-35 0,3-2-8 0,3-3 0 0,-6 2 0 16,0 3 85-16,0-2 15 0,6-3 4 0,-6 5 0 15,3-2-12-15,-3 2-3 0,6-5 0 0,0 0 0 16,0 0-21-16,-3 3-5 0,3-3-1 0,0 0 0 16,0 0-24-16,0 0-5 0,6 5-1 0,3-2 0 15,3 0-6-15,3-3-2 0,0 0 0 0,6 0 0 16,-3 0 1-16,5-3 0 0,1 0 0 0,0 1 0 15,6-1-8-15,0-2-1 0,2-1-1 0,7 1 0 16,0 2-7-16,2-2 0 0,1 0-8 0,3 0 12 16,-4 2-12-16,-2-2-8 0,-3 2 8 0,-1-2-13 15,1 2 13-15,0 0 10 0,0-2-2 0,-4 2 0 16,1 1-8-16,-6-1 0 0,-3 3 0 0,0-2 0 16,-4 2-39-16,-2 0-3 15,-3 0-1-15,-3 0 0 0,-3 2-141 0,3 1-28 0,-6-1-5 0</inkml:trace>
  <inkml:trace contextRef="#ctx0" brushRef="#br0" timeOffset="109520.632">9852 12079 1976 0,'-12'-5'41'0,"12"5"9"15,-6-3-40-15,3 3-10 0,-3 0 0 0,0 3 0 16,0-1 104-16,0 1 20 0,-3 0 3 0,1 2 1 16,-1 3-32-16,0 2-7 0,0-2-1 0,-3 8 0 15,0 3-60-15,0 5-12 0,0-1-2 0,-3 9-1 16,0 5-3-16,3 6-1 0,-2 2 0 0,-1 5 0 15,0-5-9-15,3 0 0 0,-3-3 0 0,6 8 0 16,0-2 8-16,3 5-8 0,0 2 0 0,6-2 8 16,0-2 0-16,3-9-8 0,6-2 12 0,-3-1-4 15,3-2 5-15,3-2 1 0,0 2 0 0,0-5 0 16,3-3-14-16,-1-3 0 0,1-5 8 0,0 1-8 16,0-7 15-16,3-1 0 0,-3-6 0 0,3 0 0 15,0-6-15-15,2-2 0 0,-2-2 0 0,3-4 0 16,0-4-43-16,0-4-11 0,-3-1-2 0</inkml:trace>
  <inkml:trace contextRef="#ctx0" brushRef="#br0" timeOffset="110298.959">10382 12415 2310 0,'-9'-8'48'0,"6"5"11"16,-3 1-47-16,3-3-12 0,0 2 0 0,-3-2 0 15,3 2 104-15,-3 0 20 0,0 1 3 0,0 2 1 16,0 2-52-16,0 1-9 0,-3 0-3 0,0 5 0 16,1 2-51-16,-1 1-13 0,0 5 0 0,-3-1 0 0,3 1 0 0,0 3 0 0,3-1 0 0,-3 4 0 15,0-1 0-15,3 0 0 0,0 3 0 0,3-1 0 16,0 1 0-16,3 0 0 0,0 3 0 15,3-1 0-15,0-2-16 0,0-3-7 0,6 0-1 16,-3 0 0 0,3-5-64-16,3-3-12 0,0 1-4 0,3-6 0 15,0 0 8-15,2-6 0 0,1-2 1 0,0 0 0 16,0-2 17-16,0-4 3 0,0-2 1 0,0 0 0 0,-1 0 59 16,-2-5 15-16,0 3 0 0,-3-4 0 0,0 1 30 0,-3 0 9 0,0 2 1 15,-3-2 1-15,0 0 54 0,-3 0 10 0,0-1 3 16,0 4 0-16,-3-1-17 0,0-2-3 0,0 2-1 0,-3 4 0 15,0-4-23-15,0 3-4 0,0 3 0 0,0-1-1 16,-3 1-46-16,0 2-13 0,3 1 0 0,3 2 8 16,-6 0 28-16,6 0 5 0,-6 5 2 0,0 0 0 15,0 3-35-15,3 0-8 0,0 0 0 0,0 5 0 16,0 3-8-16,3-2-4 0,3 4-1 0,-3-2 0 16,3 0-15-16,3 0-4 15,0 0 0-15,0-1 0 0,3-4-5 0,3 2-2 0,-3-2 0 0,6-1 0 16,0-2 10-16,-1-5 1 0,4 0 1 0,-3-3 0 15,3 0 14-15,0-6 2 0,3 1 1 0,-3-3 0 16,-1-2 10-16,-2-1 16 0,0-5-4 0,0 3-1 16,0-3 29-16,-3-3 7 0,0 4 1 0,-3-4 0 15,-3 3-24-15,0-2-4 0,0 2 0 0,-3-3-1 16,0 3 45-16,0 1 10 0,-3-1 2 0,3 0 0 16,-3 0-36-16,-3 0-8 0,3 0 0 0,-3-2-1 15,0-1-15-15,0-2-2 0,0 0-1 0,-3-3 0 16,3 3-4-16,-3-3-1 0,3 3 0 0,-3 0 0 15,3 2-22-15,-3 1-5 0,3 4-1 0,0 1 0 16,0 5-128-16,3-2-25 0,3 4-6 0</inkml:trace>
  <inkml:trace contextRef="#ctx0" brushRef="#br0" timeOffset="110825.993">10918 12711 2269 0,'0'0'64'0,"0"0"15"0,0 0-63 15,0 0-16-15,0 0 0 0,0-5 0 16,0 5 84-16,3-5 15 0,-3 0 2 0,3 2 1 16,0-2-23-16,3 2-5 0,-1-2-1 0,1 2 0 0,0 0-45 0,3 3-8 15,0-2-3-15,0 2 0 0,0 2-17 0,-3-2 0 0,3 3 0 0,0 2 0 16,0 1 55-16,0-1 7 0,0 5 2 0,0 1 0 31,-3 2-75-31,0 0-14 0,-1 3-3 0,-2 3-1 0,-3-1 3 16,0 1 1-16,-3 2 0 0,-2-2 0 15,-1-1-90-15,-3 3-17 0,0-2-4 0,0-1-1 0,0 4-45 16,-3-4-9-16,3 3-1 0,0 0-1 16,0-2 52-16,0-1 10 0,3 1 3 0,-3-1 0 15,3-2 51-15,3 0 10 0,3 0 3 0,-3-5 0 0,6 2 102 0,0-5 21 0,0 0 4 16,3-3 1-16,3-2 0 0,0-1 0 0,3-2 0 15,0 0 0-15,3-5-3 0,3 0 0 0,0-3 0 0,2-3 0 16,1 1-1-16,0-1 0 0,0-2 0 0,3 0 0 16,-3 2-44-16,-4-2-16 0,1 0 9 0</inkml:trace>
  <inkml:trace contextRef="#ctx0" brushRef="#br0" timeOffset="111758.449">11507 12320 2328 0,'0'0'48'0,"0"0"12"15,0 0-48-15,0 0-12 0,-3-3 0 0,3 3 0 16,0 0 94-16,0 0 16 0,-6-3 3 0,6 3 1 16,-6 0-42-16,0 3-9 0,0 2-2 0,-3 3 0 15,3 3-30-15,0 2-7 0,-3 6 0 0,3-1-1 16,-2 3-14-16,2 1-9 0,0-1 12 0,0 0-12 16,3 0 0-16,-3-2 0 0,3 2 0 0,3 0 0 15,-3-3-12-15,3 1-2 0,3-1-1 0,0 1 0 16,0 0-39-16,3-1-8 0,3-2-2 0,0 0 0 15,-1-3-9-15,4-2-3 0,3-1 0 0,-3-5 0 16,6-2 16-16,-3 0 2 0,3-6 1 0,-3 0 0 0,3-2 38 0,-1-3 8 16,1-2 2-16,0-1 0 0,-3-2 17 0,0 2 3 15,-3-2 1-15,0 0 0 0,-3 0 36 16,0 2 7-16,-3-2 1 0,-1 0 1 16,1 2 8-16,-3 0 2 0,-3 1 0 0,3 2 0 0,-3 0-11 15,-3 0-1-15,3 3-1 0,-3-1 0 0,3 6-15 0,-6-5-3 16,6 5-1-16,0 0 0 0,0 0-19 0,-5 0-4 0,5 0-1 0,-6 3 0 15,0 5-11-15,3 0 0 0,3 2 0 16,-3 1 0-16,3 2-24 0,0 0 0 0,3 0 0 0,0 3 0 16,0-2-16-16,3-1-4 15,-1 3-1-15,4 0 0 0,0-3 17 0,0 0 4 0,3 0 1 0,-3-2 0 16,3-1 23-16,3-4 0 0,-3-1 0 16,0 0 0-16,3-2 0 0,-3-3 0 0,-1-3 0 0,-2 1 0 15,3-4 0-15,-3-2 0 0,0-2-9 0,0-1 9 16,0 1 43-16,-3-4 12 0,0 1 2 0,0 0 1 15,-3 0-6-15,-3 0 0 0,3-1-1 0,-3 1 0 16,-3 0-13-16,3 0-2 0,-3-3-1 0,3 2 0 16,-6 1-13-16,3 0-2 0,0-3-1 0,0 0 0 15,0 0-19-15,0-2 10 0,0-3-10 0,0 0 8 16,0-1-8-16,3 4 0 0,-3-3 0 0,3 2 0 16,0 3-22-16,3 0-6 0,-3 6-2 0,6-1 0 15,-3 6-134-15,3 0-28 0,3 5-4 0</inkml:trace>
  <inkml:trace contextRef="#ctx0" brushRef="#br0" timeOffset="112323.875">12192 12844 1846 0,'-6'-6'78'0,"0"-2"-62"16,0 3 112-16,0-3 22 0,0 3 5 0,0-3 1 16,3 0-50-16,-3-3-10 0,0 4-1 0,3-4-1 15,0 0-24-15,0 3-5 0,0-2-1 0,0-1 0 16,0 3-51-16,3 3-13 0,0-3 0 0,0 3 0 16,0-3 37-16,3 3 5 0,0-1 1 0,0-2 0 15,0 3-23-15,3 2-4 0,0-2 0 0,0 0-1 16,3 2-7-16,0-2-8 0,3 2 11 0,-3 1-11 15,6-1 0-15,-1 0 0 0,1 3 0 0,3 0 0 16,-3 0 13-16,0 0-4 0,0 3-1 0,-3-3 0 16,0 5-8-16,-3-2 0 0,-1 2 0 0,1 0 0 15,-3 3-28-15,-3 0 3 0,-3 0 0 0,0 3 0 16,-3-1-23-16,0 1-5 0,-3 2-1 0,-3 0 0 16,1 1-19-16,-1-1-4 0,0 0-1 0,0-2 0 15,0 2 1-15,0-2 0 0,0-3 0 0,3-1 0 16,0 1 37-16,0-2 8 0,3-1 2 0,0 0 0 15,3-5 30-15,0 0 0 0,0 0 0 0,0 0 0 0,0 0 21 16,6 3 1-16,0 0 0 0,3-3 0 0,0-3 22 0,3 0 4 16,0 1 0-16,0-1 1 0,0 0 7 0,-1 1 0 15,1-1 1-15,0 0 0 0,-3-2-13 0,0 5-2 16,3-3-1-16,-6 3 0 0,3 0-11 16,-3 0-2-16,-3 3-1 0,3 2 0 15,-3 1-6-15,-3 2-1 0,3 0 0 0,-3 2 0 0,0 1-11 0,-3-1-9 16,0 4 12-16,-3-1-12 0,0-3 10 0,-3 4-10 0,0-1 8 15,0 0-8-15,-3 0 0 0,0 0-16 0,0 1 3 16,-2 2 0-16,2-3-19 0,-3-3-3 16,3 4-1-16,-3-1 0 0,3-3-26 0,0 4-6 0,3-4 0 15</inkml:trace>
  <inkml:trace contextRef="#ctx0" brushRef="#br0" timeOffset="112756.432">12635 12142 2553 0,'-3'-13'53'0,"0"0"12"16,0 2-52-16,0-2-13 0,0 3 0 0,3 2 0 15,-3 0 54-15,3 2 8 0,0 6 2 0,0 0 0 0,0 0 0 16,0 0 0-16,0 0 0 0,0 0 0 15,0 6 0-15,0 2 0 0,0 2 0 0,3 4 0 16,0-1-52-16,0 3-12 0,0 2 0 0,3 3 0 16,0 0 0-16,0 3 0 0,6 5 0 0,-3 0 0 0,3 3 0 15,0 3 0-15,0 2 0 0,0 0 0 0,-1-6 0 16,4 1 0-16,-3-5 0 0,0 4 0 0,-3 1 0 16,-3 0 0-16,3 2 0 0,-3 3 0 0,-3 0 16 15,0 0 0-15,-3 3 0 0,-3-3 0 0,0-5-26 0,0-3-5 0,-6-2-1 0,0-1 0 16,0-2 16-16,-3 0 0 0,0-3 0 0,-3 3 0 15,1-3 0-15,-1 3 0 0,-3-3 0 0,3 3 0 16,-3-6 0-16,3 1 0 0,-3 2 0 16,3-5 0-16,1 0 13 0,-1-3 6 0,3 0 1 0,-3-2 0 15,3-1-28-15,3-2-6 0,-3 0-1 16,0 0 0-16,0 0-21 16,0-3-4-16,0 0 0 0,-2-2-1 0,-1 2-83 15,3-5-16-15,-3 3-3 0,3-3-1 0,0 0-95 0,0 0-19 16</inkml:trace>
  <inkml:trace contextRef="#ctx0" brushRef="#br0" timeOffset="113459.296">13233 12693 2298 0,'0'0'48'0,"0"0"11"0,0 0-47 0,0 0-12 0,0 0 0 0,6 8 0 15,-3-3 57-15,6 0 10 0,-3 1 1 0,3-1 1 32,3 0-5-32,-3 1-2 0,3-1 0 0,0 0 0 0,0 0-23 0,3-2-5 0,2 2-1 0,1-2 0 15,3 0-9-15,-3-1-1 0,6-2-1 0,3 0 0 16,-4 0-22-16,7 0 0 0,0 0 0 0,0 0-8 15,0-2 8-15,-4-1 0 0,1 0 0 0,0-2-8 16,0 2-33-16,-4-5-7 16,4 3 0-16,-3 0-1 0,-3-3-18 0,3 3-3 15,-3-1-1-15</inkml:trace>
  <inkml:trace contextRef="#ctx0" brushRef="#br0" timeOffset="113770.451">13620 12524 1820 0,'-6'0'76'16,"0"0"-60"-1,6 0 107-15,0 0 21 0,0 0 5 0,0 0 1 16,0 0-42-16,0 0-8 0,0 0-1 0,0 0-1 15,0 0-30-15,-5 5-5 0,5-5-2 0,-3 5 0 0,0 3-15 0,3-3-3 16,0 3-1-16,-3 3 0 16,3-1-11-16,0 4-3 0,-3-1 0 0,3 5 0 15,-3 4-14-15,0 1-3 0,0 1-1 0,0 5 0 0,-3 0-10 16,3 3 0-16,-3-3 0 0,0 0 8 16,3-2-8-16,-3-3 0 0,0-3 0 0,0 0 0 15,3-2-16-15,-3-1-4 0,0-2-2 0,3 0 0 16,0 0-123-16,0-3-25 0,0-3-5 0</inkml:trace>
  <inkml:trace contextRef="#ctx0" brushRef="#br0" timeOffset="114530.563">14284 12537 2526 0,'-6'0'52'0,"0"0"13"0,0 0-52 0,6 0-13 0,-6 2 0 16,0 1 0-1,6-3 60-15,-6 3 8 0,1-1 3 0,-4 4 0 16,3 2-6-16,-3-1-1 0,3 4 0 0,-3 5 0 0,3 0-51 0,0 2-13 0,0 1 0 0,0 5 0 16,0-3 0-16,3 5 0 0,0-2 0 0,3 3 0 15,-3-4 0-15,6-1 0 0,-3-4 0 0,6 1 0 31,-3-4-48-31,3-1-13 0,3-4-3 0,0 1 0 16,0-1-93-16,3-4-19 0,3-1-4 0,-1 0-1 0,1-5 66 16,0 0 14-16,3-2 2 0,-3-1 1 0,3-2 45 15,3-1 9-15,-3-1 1 0,-4-4 1 0,4 0 64 0,-3 3 13 16,-3-5 2-16,0 3 1 0,0 2 67 0,-3-3 14 16,-3 1 2-16,0-1 1 0,-3 0-20 0,-3 3-4 15,0 0-1-15,0-2 0 0,0 2 0 0,-3 0 0 0,3 0 0 0,-6 0 0 16,3 3-33-16,0 0-8 0,-3-1 0 0,0 1-1 15,0 5-24-15,6 0-5 0,-6 0-1 0,0 5 0 16,3 1-16-16,-3 4-9 0,3 1 10 0,0-1-10 16,0 6 0-16,3-3 0 0,0 3 0 0,0 0-10 15,0 0-8-15,3-3-2 0,3 0 0 0,-3 1 0 16,3-4-12-16,3-2-2 0,0 0-1 0,0 3 0 16,3-6-1-16,-3 0 0 0,3-2 0 15,-1 0 0-15,-2-1 15 0,3-2 2 0,0 0 1 0,-3-2 0 16,3 2 18-16,-3-3-8 0,0 0 8 0,0-2 0 15,0 0 0-15,0-1-8 0,0-1 8 0,-3-1 0 16,2-3 37-16,-2 0 11 0,0-2 3 0,-3-3 0 16,3 3-11-16,-3-3-1 0,0-2-1 0,0-1 0 15,0 3-7-15,-3-5-2 0,0 3 0 0,0-1 0 16,0 1-14-16,0 2-3 0,0-3-1 0,0 3 0 16,0 0-11-16,0 3 0 0,0 0 9 0,0 0-9 15,3-1 0-15,0 4-15 0,0-1 3 0,0 1 0 16,3 2-87-16,0 3-17 0,3-3-3 0,0 5-1 15,0 0-210-15</inkml:trace>
  <inkml:trace contextRef="#ctx0" brushRef="#br0" timeOffset="114775.501">14874 12799 2930 0,'0'0'83'0,"0"5"18"15,0 0-81-15,3 3-20 0,-3 0 0 0,0 0 0 16,0 3 67-16,0-3 9 0,0 2 1 0,0 1 1 16,-3-1-34-16,0 4-8 0,0-4 0 0,0 3-1 15,0 1-17-15,-3 2-3 0,3-3-1 0,-3 0 0 16,0 3-14-16,3 0 11 0,-3-3-11 0,0 3 10 16,0 0-10-16,0 2 0 0,3-2 0 0,-3 3 0 15,0-3 0-15,3-1-14 0,0 1 2 0,0-3 0 16,0 1-88-16,3-6-16 0,-3 2-4 0</inkml:trace>
  <inkml:trace contextRef="#ctx0" brushRef="#br0" timeOffset="115288.009">15386 12304 2508 0,'0'0'71'0,"0"0"16"16,0 0-70-16,0 0-17 0,0 0 0 0,0 0 0 16,-3 5 55-16,-3 0 7 0,3 3 2 0,0 3 0 15,-3 2 0-15,3 3 0 0,-3 3 0 0,0 4 0 16,0 4-52-16,0 2-12 0,0 0 0 0,0 6 0 15,0 4 54-15,-3 1 8 0,3 5 2 0,-3 0 0 16,6 0-76-16,0-3-16 0,3 1-2 0,0 1-1 16,3-4 31-16,0 3-9 0,3-1 9 0,0 3 0 15,0-5 0-15,3-1 0 0,3 1 0 0,0-3 0 16,3-3-30-16,3-5-1 0,-1-2 0 0,7-1 0 16,-3-7 31-16,6-1 0 0,0-2 0 0,-1 0 0 15,4-5 17-15,0-1 10 0,0-2 1 0,2-2 1 16,-2-4-29-16,0-2-8 0,-3-2-1 0,3-4 0 15,-4 1-123-15,7-6-24 0,0 1-4 0</inkml:trace>
  <inkml:trace contextRef="#ctx0" brushRef="#br0" timeOffset="116376.942">16177 12471 1914 0,'0'-14'40'0,"0"6"9"15,0 3-39-15,0-3-10 0,3 0 0 0,-3 0 0 16,3-2 85-16,-3 2 15 0,0 0 4 0,3 0 0 15,-3 0 0-15,0 3 1 0,0-1 0 0,0 6 0 16,0 0-29-16,0 0-7 0,0 0-1 0,0 0 0 16,0 0-20-16,-3 6-5 0,0 2-1 0,-3 2 0 15,3 6-24-15,0 3-5 0,0-1-1 0,-3 6 0 16,3 0-12-16,0 0 8 0,-2-1-8 0,2 4 0 16,0-1 0-16,0 1 0 0,0-1 0 0,3 1 0 15,0-1-9-15,3-2-2 0,0 0 0 0,0 0 0 16,0-6-16-16,2 1-3 0,1-1-1 0,0-5 0 15,3-2-5-15,0 0-2 0,-3-4 0 0,3-4 0 0,3 0 14 0,-3-1 4 16,3-4 0-16,0-1 0 0,0 0 12 0,3-4 8 16,-4-1-10-16,4-3 10 0,-6 0 0 0,3 1 0 15,0-3 0-15,-3-1 0 0,-3 4 13 0,0-3 9 0,0-1 2 0,-3 1 0 16,0 0 13-16,0 2 3 0,-3 1 1 16,0 2 0-16,-3-3-6 0,0 3-2 0,-3 3 0 0,3-3 0 15,-3 5-13-15,0 1-4 16,3-1 0-16,3 3 0 0,-6 5-16 0,0-2 10 0,0 2-10 0,3 6 8 15,0 0-8-15,3 2 0 0,0 3 0 0,3 2 0 16,0-2-20-16,3 3 4 0,0-4 1 0,3 4 0 16,0-3-2-16,3-3-1 0,0 0 0 0,3-2 0 15,0-3 9-15,-1 0 9 0,4-3-13 0,0 0 5 16,-3-5 8-16,0 3 0 0,-3-6-9 0,3 3 9 16,-6-5 0-16,3 0-9 0,-4-3 9 0,1 0 0 15,-3 0 0-15,0-5 0 0,0-1 0 0,0 1 0 16,0-3 28-16,-3 0 13 0,0-2 3 0,0-1 0 15,-3 1-17-15,3-1-3 0,0-2-1 0,-3 3 0 16,0-1-23-16,3 3 0 0,-3-2 0 0,0 2 0 16,3 0 0-16,-3 0 0 0,3 0 0 0,-3 0 0 15,3 3 0-15,0-3 12 0,0 0 0 0,0 3-1 16,3 0-69-16,0 2-14 0,0 1-2 0,3 2-1 16,-3 0-131-16,3 5-26 0,-1 3-6 0</inkml:trace>
  <inkml:trace contextRef="#ctx0" brushRef="#br0" timeOffset="116759.81">16752 12764 2788 0,'0'0'79'0,"6"0"17"0,0-2-76 0,0-1-20 0,3-2 0 0,0 2 0 15,-1-2 73-15,4-1 11 0,-3 1 3 0,3 0 0 16,0 0-35-16,0-1-6 0,3 1-2 0,-3 2 0 15,0 1-20-15,-3-1-4 0,0 3 0 0,2 0-1 16,-2 0-11-16,-3 3-8 0,3 2 12 0,-3 0-12 16,-3 3 8-16,3 0-8 0,-3 3 0 0,-3-1 0 15,3 4-14-15,-3 1-6 0,0 1-2 0,-3 0 0 16,-3 0-33-16,0 3-6 0,0-4-2 0,-3 4 0 16,0 0-25-16,-2-4-6 0,-1 1-1 0,-3 5 0 15,3-5 44-15,0 0 9 0,3 0 2 0,0 0 0 16,0 0 40-16,3-6 0 0,3 4 0 0,0-4 8 15,3 1 15-15,3-3 3 0,0-3 1 0,0 3 0 16,3-3 9-16,3-2 3 0,0 2 0 0,0-2 0 16,3 0 1-16,0-3 1 0,0 0 0 0,0 0 0 15,2-3-11-15,-2 3-2 0,3-5-1 0,-3 2 0 16,0 0-9-16,3 1-2 0,0-4 0 0,0 1 0 16,-3 0 8-16,2-1 0 0,1-1 1 0,3 1 0 15,-3 1-61-15,3-3-12 0,-3-3-2 0</inkml:trace>
  <inkml:trace contextRef="#ctx0" brushRef="#br0" timeOffset="117235.134">17371 12844 1812 0,'0'0'76'15,"0"0"-60"1,3 5 85-16,0 0 18 0,0 3 3 0,3-3 1 16,3 1-41-16,0-1-8 0,3 0-2 0,-1 1 0 15,4-4-6-15,3 4-2 0,3-4 0 0,3 4 0 16,3-6 7-16,-1 2 1 0,1-2 0 0,0 0 0 0,0 0-34 0,0 0-6 15,-4 0-2-15,1 0 0 0,0 0-18 0,0 0-3 0,-3 0-1 16,0 0 0-16,-1 0 8 0,4 0 2 0,-3-2 0 0,0-1 0 16,-3 0-34-1,3 3-8-15,-4-2 0 0,-2-4-1 16,0 4-22-16,0-4-4 0,-3 4-1 0,0-4 0 16,-3 1-118-16,-3 0-24 0,3 0-5 0</inkml:trace>
  <inkml:trace contextRef="#ctx0" brushRef="#br0" timeOffset="117551.8">17755 12645 2553 0,'-9'0'53'0,"0"-2"12"15,3-1-52-15,0 3-13 0,0-3 0 0,6 3 0 16,0 0 105-16,0 0 19 0,0 0 3 0,0 0 1 15,0 0-52-15,0 0-9 0,0 0-3 0,0 8 0 16,0 0-51-16,0 0-13 0,0 5 0 0,3-2 0 16,-3 5 0-16,0 2 0 0,3 3 0 0,-3 1 0 15,0-1 54-15,3 3 8 0,-3-1 2 0,0 1 0 16,0 0-52-16,0-3-12 0,0 0 0 0,0 1 0 16,0-1 0-16,-3 0 0 0,3 0 0 0,0 3 0 15,0-3 0-15,-3 3 0 0,3-3 0 0,0 0 0 16,-3-2 0-16,3-1 0 0,0-2 0 0,-3 0 0 15,3-3-48-15,0 0-13 0,0-2-3 0,0-3 0 16,3-3-153-16,-3 1-31 0,0-6-7 0</inkml:trace>
  <inkml:trace contextRef="#ctx0" brushRef="#br0" timeOffset="118316.504">18341 12603 2229 0,'0'0'46'0,"0"0"12"16,0 0-46-16,-3-5-12 0,3 5 0 0,0 0 0 16,0 0 102-16,0-6 18 0,0 6 4 0,0 0 1 15,0 0-33-15,0 0-6 0,0 0-2 0,0 0 0 16,0 0-28-16,0 0-5 0,0 0-2 0,-6 6 0 15,0 2-25-15,3 2-4 0,-3 1-2 0,1 2 0 0,2 5-18 0,0 1 0 16,-3 2 0-16,3 0 0 0,3 3 0 0,-3-3 0 0,3 0 0 16,3 1 0-16,0-4 0 15,0 1 0-15,3-6 0 0,0 0 0 16,-1 0-48-16,4-2-16 0,0 0-3 0,3-4-1 16,0-1 12-16,3-1 3 0,-3-2 0 0,3-1 0 0,0-2 37 0,0-2 7 15,-1-1 9-15,1-2-13 0,3-1 13 0,-6-1 0 16,3-1 0-16,-3 0 0 0,0-3 0 0,-3 0 0 0,0 1 0 0,0-3 0 15,-3 2 0-15,-1-2 0 0,1 0 0 0,-3-1 0 16,0-1 48-16,0 1 13 0,-3 1 3 0,3-3 0 16,-3 3 0-16,-3 2 0 0,3-2 0 0,-3 3 0 15,3 2-52-15,-3 0-12 0,0 2 0 0,0 1 0 16,3 5 54-16,0 0 8 0,0 0 2 0,-5 3 0 16,5-3-64-16,-6 8-26 0,3 2 2 0,0 1 0 15,0 5 14-15,3 0 10 0,0-1-12 16,0 4 12-16,3 0-21 0,0-4 2 0,3 1 1 0,-3 0 0 15,5 0-1-15,-2-3 0 0,3-2 0 0,0-1 0 16,0-2 4-16,0 0 1 0,3-2 0 0,-3-4 0 16,3 4 25-16,-3-6 5 0,3 0 0 0,-3 0 1 15,3-6-27-15,-4 4-6 0,1-6 0 0,0 0-1 16,0-3 26-16,-3 1 6 0,0-1 1 0,0-5 0 16,0-2-16-16,-3-1 0 0,0 1 0 0,0-4 0 15,0 4 57-15,-3-1 6 0,3-2 1 0,0 3 0 16,-3-1-52-16,3 3-12 0,0 0 0 0,0-2 0 15,0 5 0-15,0-3-18 0,0 2 4 0,0-1 1 16,3 1 21-16,-3 1 4 0,0-3 0 0,3 3 1 16,0 2-139-16,0 1-28 0,-1-1-6 0</inkml:trace>
  <inkml:trace contextRef="#ctx0" brushRef="#br0" timeOffset="119011.005">19032 12915 1579 0,'0'0'32'0,"-6"3"10"15,6-3-34-15,-6 2-8 0,6-2 0 0,-6 6 0 16,3-4 156-16,-3 1 28 0,6-3 7 0,-6 3 1 16,0-1-103-16,6-2-20 0,-6 3-4 0,6-3-1 15,-6 3 52-15,6-3 9 0,0 0 3 0,0 0 0 16,0 0-103-16,0 0-25 0,0 0 0 0,0 0 0 15,0 0 56-15,0 0 7 0,0 0 1 0,3 0 0 16,3-3-52-16,0 0-12 0,6 3 0 0,-3-2 0 0,3 2 54 16,3-3 8-16,3 0 2 0,-3 1 0 15,2 2-52-15,1-3-12 0,0 0 0 0,-3 3 0 0,0 0 0 16,0 0 0-16,-3 0 0 0,0 0 0 0,-4 3 0 16,1-3 0-16,-6 3 0 0,-3-3 0 15,0 0-48-15,0 0-13 0,0 5-3 0,-3 0 0 0,-3 3 52 0,-2 0 12 0,2-3 0 16,-3 3 0-1,0-2-105-15,0 2-19 0,0-3-3 0,-3 3-1 0,3-3 52 16,3 0 9-16,-3 3 3 0,0-2 0 0,3-4-8 16,6-2 0-16,-6 3-1 0,6-3 0 0,0 0 52 0,0 0 10 0,0 0 3 0,0 0 0 15,6 3 20-15,0-3 4 0,3 0 0 0,0 0 1 16,0 0 38-16,3-3 7 0,0 0 2 16,0 3 0-16,0-2 0 0,0 2 0 0,-4 0 0 0,4 0 0 15,0 0-52-15,-3 2-12 0,-3-2 0 16,3 3 0-16,-3 0 54 0,-3-1 8 0,3 4 2 0,-3-1 0 15,0 3-52-15,-3 0-12 0,0 0 0 0,0 2 0 16,-6 1 54-16,3 5 8 0,-3 0 2 0,-3-1 0 16,0 4-52-16,0-1-12 0,-3 1 0 0,-3 2 0 15,1-5-18-15,2 3-6 0,-3-4-2 0,-3 1 0 16,3-2-10-16,0-4-1 0,3 1-1 0,-3-1 0 16,0-2-21-16,4-2-4 0,2 1-1 0,-3-1 0 15,0-4-135-15,-3 1-27 0</inkml:trace>
  <inkml:trace contextRef="#ctx0" brushRef="#br0" timeOffset="119367.672">19356 12537 2747 0,'0'-13'78'0,"0"2"17"0,0-2-76 0,3 2-19 0,0 1 0 0,0 2 0 15,0 2 55-15,0 1 7 0,3 0 2 0,-3 5 0 16,-3 0-52-16,6 0-12 0,3 5 0 0,0 0 0 16,0 3 52-16,0 3 8 0,3-1 2 0,-3 4 0 15,3-1-38-15,-1 3-8 0,1 0-2 0,-3 2 0 16,3 1-6-16,-3 4 0 0,-3 1-8 0,0 3 12 16,0 2-12-16,0 3 9 0,-3-1-9 0,-3 4 8 15,0-6-8-15,0 0 8 0,-3-5-8 0,0 2 8 16,-3-2-8-16,0 0 0 0,0 0 0 0,-3-1 0 15,-3 4-20-15,0 2-5 0,0 0-2 0,1 3 0 16,-4-6 17-16,3 3 10 0,-3-2-12 0,3 2 12 16,-3-5-14-16,3 0 4 0,-3-3 1 0,0 0 0 15,1-2-7-15,-4-1-2 0,3-2 0 0,-3 2 0 16,0-2-21-16,0-2-4 0,0-4-1 0,0 3 0 16,4-5-57-16,-1 0-12 0,0 0-3 0</inkml:trace>
  <inkml:trace contextRef="#ctx0" brushRef="#br0" timeOffset="120463.94">19282 11132 1744 0,'0'0'36'0,"0"0"8"0,0 0-35 16,0 0-9-16,0 0 0 0,0 0 0 0,0 0 19 0,0 0 1 0,0 0 1 0,0 0 0 15,0 0 61-15,0 0 12 0,3 2 2 0,3 1 1 16,0-3-53-16,-3 3-10 0,3-3-2 0,0 0-1 16,0 0 25-16,3 0 6 0,-3 0 1 0,2 2 0 15,1-2-19-15,0 0-4 0,3 3-1 0,0-3 0 16,0 3-11-16,3-3-1 0,3 0-1 0,-3 0 0 16,5 0-26-16,4 0 0 0,0 0 0 0,6 0 0 15,0 0 27-15,-1 0 0 0,4 0 0 0,3-3 0 16,-6 3 8-16,2-3 1 0,1 3 1 0,3 0 0 15,0-2-29-15,5 2-8 0,4 0 0 0,0 0 0 16,-1 0-12-16,-2 0-4 0,2 0-1 0,1 0 0 16,3 0 27-16,-4 2 6 0,7-2 0 0,0 3 1 15,-7-3-17-15,1 3-16 0,0-1 4 0,-1 1 0 16,-5-3 12-16,0 3 0 0,-1-1 9 0,-2 1-9 16,0-1 11-16,-1-2-11 0,4 3 12 0,-3-3-12 15,-3 3 14-15,-4-3-4 0,-2 0-1 0,0 0 0 16,-3 0-9-16,0 0 10 0,-4 0-10 0,1 0 10 15,0 0-10-15,-3 0 8 0,3-3-8 0,-3 3 8 16,-3-3-20-16,2 3-4 0,1-2 0 0,-3 2-1 16,0-3 17-16,0 3 0 0,-3-2 0 0,3 2 0 0,-3 0 0 15,2 0 0-15,-2 0 0 0,-3 0 0 16,3-3 48-16,0 3 12 0,-3 0 4 0,3 0 0 0,-3 0-52 16,0 0-12-16,0 0 0 0,-3 0 0 15,3 0 0-15,-3 0 0 0,0 0 0 0,2 0 0 0,-2 0 0 16,0 0 0-16,0 0 0 0,0 0 0 0,0 0 0 0,0 0 0 15,0 0 0-15,-3 0 0 0,3 0 0 0,0 0 0 0,3-3 0 16,-3 3 0-16,0 0 0 0,0 0 0 0,0 0 0 16,0 0 0-16,0 0 0 0,0 0 0 0,-3 0 0 0,3 0 0 15,0 0 9-15,-1 0-1 0,-5 0 0 0,9 0 0 16,0 0-8-16,-3 0-11 0,3 0 3 0,0 0 0 16,0 0 8-16,0 0 0 0,0-2 0 0,0 2 0 15,0 0 0-15,3-3 0 0,-3 0 0 0,0 1 0 16,-1 2 0-16,1 0 0 0,0-3 0 0,0 0 0 15,0 3 0-15,-3 0 0 0,0-2 0 0,0 2 0 16,-3-3 0-16,3 0 0 0,-3 1 0 0,3 2 0 16,-6 0-53-16,3-3-9 15,-3 3-2-15,3-3 0 0,0 1-153 0,0-1-31 0</inkml:trace>
  <inkml:trace contextRef="#ctx0" brushRef="#br0" timeOffset="128739.833">9757 13497 1579 0,'0'0'32'0,"0"0"10"16,0 0-34-16,0 0-8 0,0 0 0 0,0 0 0 15,0 0 85-15,0 0 15 0,0 0 4 0,0 0 0 16,0 6-27-16,0 1-5 0,3-1 0 0,0-4-1 16,0 4-43-16,0-1-9 0,3 0-2 0,0 1 0 15,0-1 38-15,2-2 7 0,1 2 2 0,0-3 0 0,0 4-52 16,3-4-12-16,0 1 0 0,0 0 0 0,3-1 22 0,0 1 2 0,3 0 0 0,-1-3 0 15,1 2-16 1,3-2-8-16,0 0 8 0,3 0-8 0,-3-2 0 0,-1 2 0 16,1-3 0-16,-3 0 8 0,3 1 21 0,3-1 5 0,-3 0 1 0,2 1 0 15,4-1-35-15,0 0 0 0,0 3 0 16,3 0 0 0,-4 0-20-16,7 0-10 0,-3 0-2 0,0 0-1 0,-1 0 33 0,1 0 0 15,0 0 0-15,0-2 0 16,2 2 20-16,1 0 10 0,6-3 2 0,0 3 1 15,-1 0-53-15,1 0-10 0,0 0-2 0,2 0-1 0,-2 0 33 0,0-2 0 0,-4-1 0 16,7 0 0-16,-3 1 0 0,0-1 0 0,2 0 8 0,-2 3-8 16,0-2 27-16,-7-1-1 0,1 0 0 0,0 3 0 15,-3-2-26-15,-4-1 0 0,4 0 8 0,0 3-8 16,-3 0 53-16,-3-2 9 0,2 2 2 0,1 0 0 16,-3 0-64-16,0 0-24 0,-3 0 0 0,-1 0 1 15,4 2 37-15,-6-2 7 0,3 0 2 0,-3 0 0 16,0 0-23-16,-1 0 0 0,-2 0 0 0,3 0 0 15,-3 0 0-15,3 0 0 0,0 0 0 0,0 0 0 16,3 0 0-16,-1 0 0 0,1 0 0 0,0 0 0 16,0 3 0-16,3-3 0 0,-3 3 0 0,2-1 0 15,-2-2 0-15,3 6 0 0,-3-6 0 0,0 2 0 16,-1-2 0-16,-2 3 0 0,0-3 0 0,3 0 0 16,0 0 0-16,0 0 0 0,0 0 0 0,-1 0 0 15,1 0 10-15,0 0 1 0,0 0 0 0,0 0 0 16,0 0-2-16,-4 0 0 0,4 0 0 0,-3 0 0 15,-3 3-9-15,0-3 0 0,0 0 0 0,0 2 0 16,0-2 0-16,-4 0 0 0,-2 3 8 0,3-3-8 16,-3 3 0-16,-3-3 0 0,3 0 0 0,-3 2 0 0,3-2 0 15,-3 3-16-15,0-3 4 0,3 0 1 16,0 0-29-16,0 0-7 0,0 0-1 0,3 0 0 16,-1-3-136-16,4 1-27 0,3-4-5 0</inkml:trace>
  <inkml:trace contextRef="#ctx0" brushRef="#br0" timeOffset="130014.856">15841 13651 1275 0,'-12'-3'26'0,"0"-2"8"15,3-1-34-15,3 4 0 0,-3-3 0 0,0 2 0 16,0-2 57-16,1 2 5 0,-1 3 1 0,0-3 0 16,-3 1 14-16,3 2 3 0,-3 2 1 0,3 1 0 15,-3 0-65-15,3-1-16 0,0 1 0 0,0 0 0 16,-3 2 55-16,3-3 7 0,4 4 2 0,-4-1 0 15,0 0-52-15,0 1-12 0,0-4 0 0,3 4 0 16,-3-1 0-16,3-2 0 0,0-1 0 0,0 3 0 16,0-2 0-16,3 2 0 0,-3-2 0 0,3 0 0 15,0 2 34-15,3-5 4 0,0 3 1 0,0-3 0 0,-3 5-18 0,3 0-3 0,0-5-1 0,3 6 0 32,0-1-7-32,0 3-2 0,0-6 0 0,3 4 0 0,-3-1 12 0,3-2 1 15,0 2 1-15,3 0 0 0,0-2-10 0,0 2-1 0,3-2-1 0,0 2 0 16,2-2 0-16,-2 2 0 0,3-2 0 0,3 2 0 15,-3 0-2-15,0-2 0 0,0 2 0 0,0-2 0 16,3-1 5-16,-4 1 1 16,4 0 0-16,3 2 0 0,3-5-14 0,-3 3 0 0,6-3 0 0,-1 2 0 15,1-2 16-15,3 0 1 0,3 0 0 0,-1 0 0 16,-2 0-9-16,3 0-8 0,-3-2 12 16,2 2-12-16,1-3-12 0,0 3-8 0,3-3-3 15,2 3 0-15,-2-2 38 0,3 2 7 0,2 0 2 0,-2-3 0 16,0 3-13-16,-4 0-3 0,4-3 0 0,0 1 0 15,-3 2 20-15,5 0 3 0,1-3 1 0,0 3 0 16,-1 0-32-16,-2 0-21 0,3 0 3 0,-1 0 1 16,-2-2 17-16,3 2 16 0,2-3-4 0,1 3 0 15,-3 0-2-15,-1-3-1 0,1 3 0 0,0 0 0 16,-1-2-9-16,-5 2 0 0,3 0 0 0,-1 0-11 16,-2 0 11-16,0 0 0 0,3 0 0 0,-1 0 0 15,-2 0 25-15,-3 0 7 0,-1 0 2 0,1 0 0 16,0 0-17-16,-3 0-3 0,0 0-1 0,-1 0 0 15,1 2 1-15,3-2 0 0,-3 0 0 0,2 3 0 0,-2-3-4 16,3 3-1-16,-3-1 0 0,2-2 0 0,-5 3-9 16,0-3 10-16,0 0-10 0,-1 0 10 0,1 2-10 0,3 1 8 15,0-3-8-15,0 3 8 0,-1-1-18 0,4 1-4 0,-3-3-1 16,3 3 0-16,-4-3 36 16,1 0 7-16,3 0 2 0,-3 0 0 0,2 0-18 0,1 0-3 15,3 0-1-15,0 0 0 0,-1-3 15 16,4 3 2-16,-3 0 1 0,2-3 0 0,-2 3-26 15,-3-2 0-15,0-1 0 0,-1 3 0 0,1-5 0 16,0 2-19-16,-3 1 3 0,2-1 1 0,-2 0 23 0,0 1 5 0,0-4 1 16,-1 4 0-16,-2-1-14 0,0-2 0 0,-3 2 0 0,0-2 0 15,-7 2 0-15,1 0 0 0,0 1 0 0,-3-1 0 16,0 3 0-16,-3-2 0 0,0-1 0 0,-3 0 0 16,0 1 0-16,0 2 0 0,-4-3 0 0,1 0 0 15,0 1-196-15,-6 2-44 0</inkml:trace>
  <inkml:trace contextRef="#ctx0" brushRef="#br0" timeOffset="138122.204">20749 14294 1579 0,'0'0'32'16,"0"0"10"-16,0 0-34 0,0 0-8 0,0 0 0 0,0 0 0 15,0 0 104-15,0 0 20 0,0 0 3 0,0 0 1 16,0 0-52-16,0 0-9 0,0 0-3 0,0 0 0 16,0 0 0-16,0 0 0 0,0 0 0 0,0 8 0 15,0 0 0-15,0-1 0 0,0 4 0 0,0 0 0 16,0 2-51-16,0 0-13 0,0 0 0 0,0 3 0 16,0 0 0-16,-3 0 0 0,3 3 0 0,-3-1 0 15,3-2 54-15,-3 0 8 0,0 2 2 0,3-2 0 16,-3 0-52-16,1 0-12 0,-1-3 0 0,0 6 0 15,3-1 0-15,-3-2-12 0,0 3 3 0,0-1 0 16,0 3 9-16,0 0 12 0,3 1-2 0,-3 1-1 16,3 1 5-16,-3 3 1 0,3-3 0 0,-3 2 0 15,3-5-6-15,-3 0-1 0,3 0 0 0,-3 1 0 16,3-4-24-16,-3 1-6 0,3-3-1 0,-3 2 0 0,3 1 50 16,-3-1 9-16,0 1 3 0,3 2 0 0,-3 0-27 15,0 0-4-15,3 3-8 0,0 0 11 0,-3 0 6 0,3-1 2 16,0-1 0-16,0 1 0 0,0-1-19 0,0-7 0 0,0 4 0 15,0-1 0-15,0-4 0 0,0 2 0 0,0-3 0 16,0 3 0-16,0-3 0 0,0 0 0 0,0 0 0 16,0 3 0-16,0-2 0 0,-3 1 0 0,3-1 0 0,0 1 0 15,0 1 24-15,0 0 0 0,0 0 1 16,3 0 0-16,-3 3-40 16,0-1-8-16,3 1-1 0,-3-1-1 0,0 1 44 0,3-1 9 15,-3-2 1-15,0 3 1 0,0-4-19 0,0-1-11 0,0-1 12 0,0 3-12 16,0-3 11-16,-3 3-11 0,3-3 10 0,0 0-10 15,-3 3 24-15,3-3 0 0,0 3-1 0,-3 3 0 16,3-1-23-16,-3 1-15 0,0-1 3 0,3 4 0 16,-3 1 12-16,3-1 16 0,0-1-3 0,0 0-1 15,0-3-12-15,0 1 0 0,0-1 0 0,0 1 0 16,3-3 0-16,-3-3 0 0,0 0 0 0,3 1 0 16,-3-1 0-16,0 0 0 0,3 0 0 0,-3 0 0 15,0 1 0-15,0 2 0 0,0-3 0 0,0 5 0 16,0-2 0-16,0 3 0 0,0-1 0 0,0 3 0 15,0 1 0-15,0 1 0 0,0-1 0 0,0 1 0 16,0-1 0-16,-3-4 0 0,3 1 0 0,0-1 0 16,0-2 27-16,-3 0 2 0,3-3 1 0,0 3 0 15,0-3-22-15,-3 0-8 0,3 1 0 0,0-1 0 16,0 0 0-16,-3 3 0 0,3 0 0 0,0 0 0 16,0 2 0-16,0 1 8 0,3-1-8 0,-3 1 0 15,0 2 0-15,0 0 0 0,0 0 0 0,0-2 0 16,0 2 30-16,0-2 0 0,0-4 0 0,3 4 0 0,-3-6-30 15,0 0 0-15,3 1 0 0,-3-4 0 0,3 3 0 0,-3-2 0 16,3-3 0-16,-3 3 0 0,0-1 0 0,3 1 0 0,-3-1 0 16,0 1 0-16,3-1 0 0,-3 1 0 0,3 2 0 0,-3-2 0 15,3 2 0-15,-3 0 0 0,3 1 0 16,-3-1 0-16,3 0 0 0,-3 0 0 0,3 3 0 0,-3 0 0 16,3-3 0-16,-3 3 0 0,3-3 0 15,0 1 0-15,-3-1 0 0,3 0 0 16,0-2 0-16,-3 2 0 0,3-3 0 0,-3 1 0 0,3-3 0 15,-3 0 0-15,3 0 0 0,-3-3 0 0,3 3 0 0,-3-5 0 16,3 2 0-16,-3-5 0 0,0 0 0 0,0 0 0 16,0 0 0-16,0 0 0 0,0 0 0 0,0 0 0 15,0 0-31-15,0 0-12 0,0 0-2 16,0-11-1-16,-3-7-80 0,3-3-16 0,0-8-3 16,0-6-1-16,3-5-110 15,0-7-21-15</inkml:trace>
  <inkml:trace contextRef="#ctx0" brushRef="#br0" timeOffset="140547.649">20788 14370 1554 0,'0'0'32'0,"0"0"8"0,0 0-32 0,0 0-8 0,0 0 0 0,0 0 0 16,0 0 72-16,0 0 14 0,0 0 2 0,0 0 1 15,0 0-17-15,0-2-3 0,0 2-1 0,0 0 0 16,3-3-4-16,-3 3 0 0,3-5-1 0,-3 5 0 16,0 0-5-16,6 0-1 0,-3 0 0 0,-3 0 0 15,6 2-8-15,-6-2-1 0,3 6-1 0,0-1 0 16,0 0-9-16,0 1-2 0,0-1 0 0,0 3 0 15,0 0-8-15,-3 0-1 0,6 0-1 0,-3 0 0 16,0 0-8-16,0 0-2 0,0-1 0 0,0 4 0 16,3-3-2-16,-1 0-1 0,1 0 0 0,0 0 0 15,0-3-5-15,0 3-8 0,3-3 11 0,-3 3-11 16,3-2 13-16,0 1-4 0,0-1-1 0,-3 2 0 16,3-3 1-16,0 3 0 0,-3 0 0 0,3 2 0 15,0-2-9-15,0 0 8 0,-1 0-8 0,1 3 8 16,3-3-8-16,-3 2 12 0,3 1-12 0,0 0 12 15,-3-1-12-15,3 1 0 0,3-1 9 0,-3 4-9 16,3 1 0-16,-1-1 0 0,1 2 0 0,3 2 0 16,-3-2 0-16,3 2 0 0,0-2 0 0,3 3 0 15,-7-3 0-15,4 0 0 0,0-1 0 0,-3-1 0 16,0-1 0-16,0-3 0 0,0 4 0 0,-3-4 0 16,0 1 0-16,-4 2 0 0,4-2 0 0,-3-1 8 0,3 1-8 15,-3-1 0-15,3 4 0 0,-3-4 0 0,3 4 0 16,0-1 0-16,0 0 0 0,0 0 0 0,0 0 0 15,-1 3 0-15,4-2 0 0,-3 1 0 0,3 1 0 0,-3 0 0 16,3 3 0-16,0-3 0 0,-3 2 0 0,3-2 0 16,-1 0 0-16,-2-3 8 0,3 0-8 0,-3 1 0 15,3-4 0-15,-3 3 0 0,0-2 0 0,0-1 0 16,0-2 0-16,0 0 0 0,-1 3 0 16,-2-6 0-16,0 3 0 0,-3 0 0 0,3-3 0 0,-3 1 9 15,0 2-9-15,3-3 0 0,-3 0 8 0,0 1-8 0,0-1 0 16,0-3 0-16,-3 4 9 0,3-1-9 0,-3 0 0 0,0-2 9 15,0 2-9-15,-3-5 10 0,6 3-10 0,-6-3 10 16,3 5-10-16,0-2 12 0,-3-3-12 0,3 5 12 16,-3-5-12-16,0 0 10 0,3 5-10 0,-3-5 10 15,3 6-10-15,-3-6 12 0,0 0-12 0,3 5 12 16,-3-5-12-16,0 3 8 0,0-3-8 0,0 8 8 16,0-8-8-16,0 0 0 0,0 5 0 0,0-5 8 15,0 5-8-15,0-5 0 0,-3 5 0 0,0 1 0 16,3-6 27-16,0 5 0 0,0-5 0 0,-3 5 0 15,3-5-41-15,-3 6-8 0,3-1-2 0,-6 0 0 16,6-5 24-16,-3 6 0 0,3-1 0 0,-3 0 0 16,3-5 15-16,-3 5 7 0,0 1 2 0,0 2 0 15,3-3-24-15,-3 0 0 0,0 3 0 0,3-3 0 16,-3 1 0-16,0-1 0 0,3 3 0 0,-3-3 0 16,0 1-12-16,3-1-8 0,-3 3 0 0,0-3-1 15,3 3 21-15,-3-3 0 0,3 3 0 0,-3-2 0 16,3-1 12-16,-3 3 8 0,3-3 0 0,-3 3 1 15,0 0-32-15,3-3-6 0,-3 3-2 0,3 0 0 0,-3-3 31 16,3 1 5-16,0-1 2 0,-3 3 0 0,3-3-31 0,0 1-5 16,0-1-2-16,-3 0 0 0,3 0 19 0,-3 3 0 15,3-2 0-15,0-1 0 0,-3 0 0 0,3 3 0 0,0-3 0 16,-3 1 0-16,3-1 0 0,0 0 0 0,0 3 0 16,0-2 0-16,-3 1 0 0,3-1 0 15,0-1 0-15,0 3 0 0,-3-3 16 0,3 3 1 0,0-2 0 16,0-1 0-16,0 0-26 0,-3 0-6 0,3 1-1 0,0-1 0 15,0 0 26-15,0 3 5 0,0-3 1 0,0 3 0 16,0-2-16-16,0-1-18 0,0 0 4 16,0 3 1-16,0 0 13 0,0-3 0 0,3 3 0 0,-3 0 0 15,0 0 8-15,0 3 4 0,0-3 0 0,0 2 1 16,0 1-13-16,0-3-12 0,0 3 3 0,-3-4 0 16,3 4 9-16,0 0 0 0,0-3 0 0,-3 5 8 15,3-5-8-15,0 0 0 0,0 0 8 0,0 0-8 16,0 2 0-16,0-2 8 0,0-3-8 0,-3 3 0 15,3 0 0-15,0 0 0 0,0 0 0 0,0 3 8 16,0-3-8-16,0 0 0 0,0-1 0 0,0 1 0 16,-3 3 0-16,3 0 0 0,0-1 0 0,0 1 0 15,-3-1 0-15,3 4 0 0,0-4 0 0,0 3 0 16,-3-2 0-16,3 2 0 0,0 3 0 0,-3-3 0 16,3 1 0-16,0 1 0 0,-3-1 0 0,3-1 0 15,0 0 0-15,0 0 0 0,0 1 8 0,0-1-8 0,0-3 0 16,0 4 0-16,0-4 0 0,0 1 0 0,0-1 0 15,0 1 0-15,0-3 0 0,0 2 11 0,0-2-11 16,0 0 0-16,0 0 0 0,0 0 0 16,0 3 0-16,0-3 0 0,0 0 0 0,0 0 0 0,0 2 0 15,3 1 0-15,-3-3-11 0,0 5 11 0,0-2 0 0,0 2 0 16,0 0 0-16,0 3 11 16,0 0-11-16,3 0 0 0,-3 2 0 0,0 1 0 0,0-1 0 15,3 1 0-15,-3-3 0 0,0 2 0 0,3-2 0 0,-3 0 0 0,0 2 0 0,3-2 0 16,-3-5 0-16,3 2 0 0,-3 0-10 15,0-2 10-15,3-1 0 0,-3-2 0 0,0 3 0 0,0-3 0 16,3 3 0-16,-3-4 0 0,0 4 11 0,0-3-3 16,3 3-8-16,-3-3 0 0,3-1 0 0,-3 4 8 15,0 0-8-15,0-3 0 0,0-1 0 0,0 4 0 16,0-3 0-16,0 3-12 0,0-3 2 0,0-1 0 16,0 1 10-16,0 0 0 0,0-2 0 0,-3 2 0 15,3 0 8-15,0-3 4 0,0 3 1 0,-3-3 0 16,3 0-13-16,0 1 0 0,-3 2 8 0,3-3-8 15,-3 0 0-15,0 0 0 0,3 3 0 0,-3-2 0 16,0 2 0-16,0-3-20 0,0 3 4 0,0-3 0 16,-2 3 28-16,2 0 7 0,-3-3 1 0,3 3 0 15,-3 0-32-15,0-3-7 0,3 3-1 0,-3 3 0 16,0-6 35-16,-3 3 6 0,3 0 2 0,-3 0 0 16,3-3-23-16,-3 3 0 0,0-2 0 0,0-1 0 15,-3 3 0-15,3-3 0 0,1 0 0 0,-1 1 8 16,-3 2-26-16,3-3-5 0,0 0-1 0,0 3 0 15,0-3 71-15,0 1 13 0,0 2 4 0,-3-3 0 16,3 3-81-16,3 0-16 0,-3-3-3 0,0 0-1 16,1 3 8-16,2-2 1 0,-3-1 1 0,0 3 0 0,0 0 27 0,3-3 0 15,-3 3 0-15,3 0 0 0,-3 0 0 0,0 0 0 16,0 2 0-16,3 1 0 0,-3 0 16 0,0-1 9 16,0 1 2-16,0-1 0 0,1 1-27 0,-1 0 0 15,0-1 0-15,0 1 0 0,-3-1 0 0,0 1 0 0,3-1 0 0,-3 4 0 16,-3-6 0-16,3 2 0 0,-3 1 8 15,1-1-8-15,-1-2 31 0,0 0 4 0,-3 3 1 16,3-3 0-16,0 0-80 16,0-3-16-16,0 0-4 0,-2 1 0 0,5-1 103 0,-3 0 20 0,3 0 4 0,0 1 1 15,3-4-79-15,0 4-15 16,0-1-3-16,0 0-1 0,0 1 34 0,0-1 0 0,3-2 0 0,0 4 0 16,1-1 0-16,-1-4-8 15,0 4 8-15,0-1 0 0,3 0 0 0,-3 1 0 0,6-6 0 0,-6 5 0 16,0 0 0-16,6-5 0 0,-3 5 0 0,-3-2 0 15,6-3 0-15,-6 5 0 0,6-5 0 0,-6 6 0 16,6-6 0-16,-3 5 0 0,-3 0 0 0,3-2 0 16,3-3 0-16,-6 5-8 0,6-5 8 0,-6 5 0 15,6-5 0-15,-6 6 0 0,6-6 0 0,-3 2 0 16,3-2 0-16,0 0 0 0,-6 6 0 0,6-6 0 16,0 0 0-16,-6 2 0 0,6-2 0 0,0 0 0 15,0 0 0-15,0 0 0 0,0 0-8 0,0 0 8 0,-6 3-15 16,3-3 1-16,3 0 0 0,-6-3 0 15,0 1-49-15,1-4-9 0,-1-2-3 0,0 1 0 16,0-1-51-16,0-6-10 0,-3 1-3 0</inkml:trace>
  <inkml:trace contextRef="#ctx0" brushRef="#br0" timeOffset="141076.122">20666 17278 1516 0,'-3'-8'32'0,"3"6"6"15,-3-4-30-15,3 1-8 0,0 0 0 0,0 5 0 16,-3-3 117-16,3 3 23 0,0 0 4 0,0 0 0 16,0 0-64-16,0 0-12 0,0 0-4 0,0 0 0 15,0 0 38-15,0 0 7 0,3 6 2 0,-3 1 0 16,3 4-24-16,0 0-5 0,-3-1-1 0,3 3 0 16,0 1-65-16,0 2-16 0,0-1 0 0,0 1 0 15,3 0 55-15,-3 0 7 0,3-3 2 0,-3 1 0 16,3 1-52-16,-3-1-12 0,3 2 0 0,-3 2 0 15,0-2 0-15,0 2 0 0,3 4 0 0,-3 1 0 16,-1 1 0-16,1 0 0 0,0 5 0 0,0 0 0 0,0-2 0 16,0-3 0-16,0 2 0 0,0-5 0 0,0 0 0 0,0-5 0 15,0 3 0-15,-3-6 0 0,3 3 0 16,-3-6 0-16,0 4 0 0,3-1 0 0,-3-3 54 16,3 1 8-16,0 0 2 0,-3 2 0 15,0-5-103-15,3 2-20 0,-3 1-4 0,0-3-1 16,0 0 52-16,0 0 12 0,3-3 0 0,-3 3 0 0,0-8 0 0,0 3 0 15,0-3 0-15,0 0 0 0,0 0 0 0,0 0 0 0,0 0 0 0,0 0 0 16,0-8-54-16,-3-3-8 16,0-2-2-16,3-3 0 0,-3-5-153 0,0-6-31 15</inkml:trace>
  <inkml:trace contextRef="#ctx0" brushRef="#br0" timeOffset="142113.992">21386 13611 1789 0,'-12'-19'37'0,"7"12"9"15,2-1-37-15,0-3-9 0,0 0 0 0,-3 1 0 16,6-1 95-16,-3 3 17 0,3-2 3 0,0-1 1 15,0 3-25-15,0 0-5 0,3 0-1 0,-3 3 0 16,0 0-11-16,0-1-2 0,3 1-1 0,-3 3 0 16,0 2-19-16,0 0-3 0,0 0-1 0,0 0 0 15,0 0-17-15,0 0-4 0,0 0-1 0,0 0 0 16,0 0-7-16,0 0-2 0,0 0 0 0,3 2 0 16,-3-2-2-16,6 5-1 0,-3 3 0 0,-1 0 0 15,1 0-4-15,0 3-1 0,0-1 0 0,0 4 0 16,-3-1-1-16,3 3 0 0,0 0 0 0,-3 2 0 15,0 1-8-15,3-1 8 0,-3 1-8 0,0-1 8 16,3-2-8-16,-3 3 0 0,0-3 0 0,3 2 8 0,-3-2-8 16,0 0 0-16,0-3 0 0,0 3 0 0,0 0 0 15,0 0 0-15,0 2-14 0,0-2 5 0,0 3 17 16,-3 2 4-16,3 0 1 0,0 0 0 0,0 0-13 16,0 0 8-16,0 1-8 0,-3-1 0 0,3-3 8 0,0 3-8 15,0-2 0-15,-3 0 9 0,3-4-9 0,0-1 0 16,-3 2 0-16,3-3 8 0,-3 0-8 0,3 3 0 15,0-3 0-15,-3 0 8 0,0 1-8 16,3-1 0-16,-3 0 0 0,0 0 8 0,3 0-8 0,0 1 0 16,-2-1 9-16,2 3-9 0,0-3 0 0,-3 0 8 0,3 3-8 0,0-3 0 15,-3 3 0 1,3-3 8-16,0 1-8 0,0 2 0 0,0-3 0 0,0 0 9 16,0 0-9-16,0 0 0 0,0-2 8 0,0 2-8 0,0-5 0 15,0 3 0-15,0-1 11 0,0-2-11 0,0 3 10 0,0-3-10 16,0 0 9-16,0 0-9 0,0 0 8 0,0 2-8 15,0-2 8-15,-3 0-8 0,3 3 8 0,0-1-8 16,0-2 0-16,0 3 0 0,0-1 8 0,0 4-8 16,0-4 0-16,0 3 0 0,0 1 0 0,0 2 8 15,0-3-8-15,-3 3 0 0,3 0 0 0,0-1 0 16,0 1 0-16,0 0 8 0,0-3-8 0,-3 3 8 16,3 0-8-16,0-3 8 0,-3-2-8 0,3 0 8 15,-3-1-8-15,3 1 0 0,0-1 9 0,-3-2-9 16,3 3 0-16,-3-3 0 0,3-3 0 0,-3 3 8 15,0 0-8-15,3 0 0 0,-3-3 0 0,-3 3 0 16,6-3 0-16,-3 1 0 0,0-1 0 0,0 0 0 16,3-2 0-16,-3 5 0 0,0-3 0 0,0-2 0 0,3-3 0 15,0 0 0-15,0 0-12 0,0 0 4 16,0 0-17-16,0 0-3 0,0 0-1 0,0 0 0 16,-3-5-107-16,0-3-22 0,3-3-4 0</inkml:trace>
  <inkml:trace contextRef="#ctx0" brushRef="#br0" timeOffset="143015.709">21848 13230 2508 0,'-3'-8'71'0,"0"0"16"0,0-2-70 16,0-1-17-16,3 3 0 0,-3-3 0 0,3 3 55 0,0 1 7 0,-3-1 2 0,3 2 0 15,0 1 0-15,0 0 0 0,0 5 0 0,0 0 0 16,0 0-19-16,0 0-3 0,0 0-1 0,0 0 0 16,0 0-14-16,0 8-3 0,-3 5-1 0,3 0 0 15,0 3-23-15,0 3 0 16,0 2 0-16,0 0 0 0,0 0 0 0,3-2 0 0,-3-1 0 0,0 3 0 16,3-2 0-1,-3-1 0-15,3-2 0 0,0 3 0 0,0-3-47 0,0-1-13 16,3-1-4-16,0-1 0 0,0-3 52 0,0 1 12 0,3-3 0 0,-4 0 0 15,4-3-27-15,0-2-2 0,3 0-1 0,0-3 0 16,0-6 15-16,0 4 3 0,0-4 1 0,3-2 0 16,-3 0 11-16,0 0 0 0,2-2-9 0,-2-1 9 15,-3-2 0-15,3 3 0 0,-3-1 0 0,0-2 0 16,0 2 24-16,-6 1 2 0,3-1 1 0,-3 0 0 16,0 1 11-16,-3-1 2 0,3 3 1 15,-3-2 0-15,-3 2-9 0,3 2-1 0,-3-2-1 0,3 8 0 16,0 0-14-16,0 0-2 0,0 0-1 0,0 0 0 15,-3 6-13-15,0-1 0 0,-3 3 8 0,3 3-8 16,0-1 0-16,3 1 0 0,0 2 0 0,0 0 0 16,3 0-15-16,0 1 1 0,3 2 0 0,-3-3 0 0,6 0-2 15,-3 0-1-15,3 0 0 0,0-2 0 16,0 0 6-16,0-3 2 0,-1 0 0 0,4-3 0 0,-3-3 9 16,0 1-8-16,3-6 8 0,-3 1-8 15,-3-3-14-15,3-1-2 0,0-2-1 0,0-2 0 0,-3-1 25 0,3 3 0 16,0-5 0-16,-3 2 0 0,2-2 46 0,-2 3 14 15,0-4 4-15,0 1 0 0,0 0-52 0,0 0-12 0,0-3 0 16,-3-3 0-16,3-2 54 0,-3-3 8 0,3-5 2 0,-3 0 0 16,3 0-52-16,-3 2-12 0,0-2 0 0,0 6 0 15,0-1 0-15,0 5 0 0,0 3 8 0,-3 3-8 16,3 0 0-16,0 5-8 0,-3-3 8 0,3 3-13 16,0 3-68-16,0 2-14 15,0 1-2-15,-3 2-1 0,6 0-78 16,0 0-15-16,3 5-3 0</inkml:trace>
  <inkml:trace contextRef="#ctx0" brushRef="#br0" timeOffset="143304.022">22589 13304 2674 0,'0'0'56'0,"0"0"12"16,0 0-54-16,0 0-14 0,0 0 0 0,0 0 0 15,0 0 80-15,0 0 12 0,0 0 4 0,0 8 0 16,0-3-27-16,0 3-5 0,3-2 0 0,-6 1-1 16,3 4-30-16,0-3-5 0,0 5-2 0,0 0 0 15,0 1-9-15,0 2-1 0,0 2-1 0,0 3 0 16,0 3-7-16,0 3-8 0,0-1 11 0,0 6-11 16,0-3 8-16,0-3-8 0,0 3 0 0,0-2 0 15,0-1 0-15,0-2 0 0,0 0 0 0,0 0 0 0,0-3 0 16,0 0 0-16,-3-2-13 0,3 2 5 15,-3 0-28-15,3-3-6 0,0 1-1 0,-3 0 0 16,3-1-133-16,-3-2-26 0,3 2-6 0</inkml:trace>
  <inkml:trace contextRef="#ctx0" brushRef="#br0" timeOffset="144046.79">21577 16315 2066 0,'3'3'43'0,"0"2"10"0,3 0-42 0,0-2-11 0,0 0 0 0,0-1 0 16,3 1 36-16,2-3 6 0,-2 3 1 0,3-3 0 16,3 2-20-16,-3-2-4 0,3 0-1 0,3 0 0 15,-3 0-8-15,3-2-2 0,2 2 0 0,-2-3 0 16,3 0-8-16,3 1 8 0,0-1-8 0,3 0 8 16,-1 1-8-16,4-1-12 0,6 1 2 0,0-1 1 15,2 3 41-15,1-3 8 0,3 3 1 0,2 0 1 16,4 0-16-16,-1 0-3 0,7-2-1 0,0-1 0 15,-7 3 15-15,4-3 3 0,-3-2 1 0,2 2 0 16,1-2-14-16,2 0-3 0,1 2-1 0,-1 0 0 16,-5 1-23-16,-3-1 0 0,-1 1 0 0,-2 2 0 15,-3-3 0-15,-1 3 0 0,-2 0 0 0,0 0 0 16,-3-3 0-16,-1 3 0 0,-2 0 0 0,0 3 8 16,-6-3-8-16,0 0 11 0,-7 3-11 0,1-3 12 15,-6 2-4-15,0-2-8 0,0 0 12 0,-6 0-4 0,0 3-8 16,-3-3 0-16,-3 0 0 0,0 0 0 15,0 0-31-15,0 0-8 0,0 0-1 0,0 0-1 16,0 0-179-16,0 0-35 0</inkml:trace>
  <inkml:trace contextRef="#ctx0" brushRef="#br0" timeOffset="144499.441">23976 15762 2508 0,'-3'-10'71'0,"0"-1"16"16,3 0-70-16,-3 1-17 0,3 2 0 0,-3-3 0 15,0 3 51-15,3 3 6 0,-3-3 2 0,0 3 0 16,3 5 1-16,-6 0 1 0,6 0 0 0,-6 0 0 15,0 5-42-15,0-2-9 0,0 5-2 0,0 0 0 16,1 2 21-16,-1 1 4 0,0 2 1 0,0 3 0 16,3 0-54-16,0 2-12 0,0-2-1 0,0 5-1 15,0 3 34-15,3 3 0 0,-3-1 0 0,3 9 0 16,0-4 18-16,0 6 10 0,3 3 3 0,0 0 0 16,-3-3-50-16,3-3-9 0,0-2-3 0,-3 8 0 15,3-3 31-15,0 2 10 0,0 4 0 0,-3-1 0 16,3 0-10-16,0-2-14 0,-3 0 3 0,3-1 1 15,-3-2 10-15,0 1 0 0,0-4 0 0,-3 6 8 0,3-3-8 0,-3 0 0 16,0 2-8-16,-3-2 8 0,3-5 0 0,-3-3 0 0,3 0 0 16,-3-5 0-16,0-3-20 0,0 1 2 0,0-1 0 15,-3-3 0 1,3-2-16-16,0 3-3 0,0-3-1 0,-3-1 0 16,3-1-18-16,0-1-4 0,0-3-1 0,0 1 0 15,-3-3-24-15,4-3-5 0,-4 1-1 0</inkml:trace>
  <inkml:trace contextRef="#ctx0" brushRef="#br0" timeOffset="144730.906">23711 16524 2452 0,'0'0'69'0,"0"0"16"15,0 0-68-15,0 0-17 0,3-5 0 0,-3 5 0 16,3-3 43-16,0-2 5 0,0 2 0 0,3 1 1 15,0-1-2-15,0 0-1 0,3-2 0 0,0 3 0 16,3-4-15-16,0-2-3 0,-1 3-1 0,4-6 0 16,3 1-5-16,0-3-1 0,6-1 0 0,0-4 0 15,2 2-21-15,4 0-20 0,3-2 4 0,0-1 1 16,-4 1-64-16,4-1-13 0,0 0-2 0</inkml:trace>
  <inkml:trace contextRef="#ctx0" brushRef="#br0" timeOffset="145626.732">21068 15291 1751 0,'-15'-2'36'0,"9"2"9"0,0 0-36 0,0 0-9 0,6 0 0 0,-9 0 0 16,3 2 68-16,0 1 12 0,6-3 3 0,-9 5 0 16,3 0-15-16,-3 3-4 0,7-2 0 0,-4 2 0 15,0 2 8-15,3 1 2 0,-3-3 0 0,3 2 0 16,0 4-46-16,3-4-10 0,-3 3-2 0,3 1 0 15,0 1-16-15,0 1 0 0,3 0 0 0,0 0 0 16,-3 3 0-16,3-4 0 0,3 4-11 0,-3-3 11 16,3 0-23-16,0-3 3 0,-1 0 0 0,1-2 0 15,0-3 4-15,3 0 2 0,0-3 0 0,0-2 0 16,3-3 0-16,-3-3 0 0,0 0 0 0,3-5 0 16,0 0 14-16,0-5-9 0,0 0 9 0,-1 0-8 15,-2-3 8-15,3 3 0 0,-3-3 0 0,0 0 0 16,-3 0 16-16,3 3 8 0,-3-3 1 0,-3 3 1 15,0-1 18-15,-3 1 3 0,0 3 1 0,0-4 0 16,-6 4 7-16,3-3 1 0,-3-1 1 0,-3 1 0 16,3-3-13-16,-3 3-4 0,0-3 0 0,0 3 0 0,0 0-40 0,-2 2 0 15,2 1-16-15,0 2 5 0,0 0 33 16,0 5 6-16,0-2 2 0,0 5 0 16,0 2-30-16,0 1-15 0,3 2 2 0,-3 6 0 15,3-1-157-15,-3 4-31 0,3 2-7 0</inkml:trace>
  <inkml:trace contextRef="#ctx0" brushRef="#br0" timeOffset="146179.475">21026 16590 2066 0,'0'0'43'0,"-3"6"10"0,3-6-42 16,-3 5-11-16,0 0 0 0,0 1 0 0,3 2 104 0,-3-3 20 0,0 3 3 0,3 0 1 15,0 0-52-15,-3 2-9 0,3 1-3 0,0 2 0 16,0 3 0-16,3 0 0 0,-3 2 0 0,0 3 0 16,3 1-51-16,0-1-13 0,0 3 0 0,0 2 0 15,0-2 0-15,0 0 0 0,0-3 0 0,3 3 0 16,-3-3 0-16,0-3 0 0,3 1 0 0,-3-3 0 16,0 0 0-1,-3 0 0-15,3-1 0 0,0-1 0 0,-3-1 0 0,3 0 0 0,0-2 0 0,-3-1 0 16,0 1 0-16,3-3 0 0,-3 0 0 0,0-3 0 15,0-5-48-15,0 0-13 0,0 0-3 0,0 0 0 16,0 0-102-16,0 0-21 0</inkml:trace>
  <inkml:trace contextRef="#ctx0" brushRef="#br0" timeOffset="151913.351">14710 14966 608 0,'-12'-3'25'15,"-3"-2"-25"1,3 2 56-16,0 1 7 0,0-1 1 0,3 0 0 16,-3 1-13-16,4-1-3 0,-1 0 0 0,0 1 0 15,0 2 35-15,0-3 6 0,3 0 2 0,0 3 0 16,6 0-1-16,-6-2 0 0,6 2 0 0,0 0 0 16,0 0-20-16,-9 0-4 0,9 0-1 0,0 0 0 15,0 0-17-15,0 0-3 0,0 0-1 0,0 0 0 16,0 0-24-16,0 0-6 0,0 0-1 0,0 0 0 15,0 0-4-15,0 0-1 0,6 2 0 0,0-2 0 0,0 3 0 0,0-3 0 16,3 0 0-16,0 0 0 0,0 3 8 0,0-3 0 16,2 0 1-16,1 0 0 0,3 0 4 15,0 0 1-15,3 0 0 0,0 0 0 0,3 0-2 0,0 0 0 16,2-3 0-16,1 3 0 0,0 0-1 0,3-3-1 16,0 3 0-16,2-2 0 15,1 2-6-15,0 0 0 0,6 0-1 0,-1 0 0 16,1-3 0-16,3 0 0 0,2 1 0 0,1-4 0 0,-3 6-23 0,-1-2-5 15,1 2-1-15,0-3 0 0,-3 3 18 0,2-2 0 0,4 2 0 0,-3-3 0 16,2 0 13-16,-2-2 7 0,0 0 0 0,-1 2 1 16,-2-2-13-16,-3-1-8 0,0 4 10 0,-1-3-10 15,-2 2 36-15,3-2 2 0,-3-1 0 0,-1 4 0 16,1-4-54-16,-3 4-12 16,-3-4-1-16,-3 1-1 0,-1 2 30 0,-2 1 0 0,-3-3 0 15,0 2 0-15,-3 0 0 0,-3 1 0 0,-3 2 0 0,3 0 0 16,-6-3-25-16,3 3-3 15,-6 0 0-15,0 0 0 0,0 0-36 0,0 0-8 0,0 0-2 0</inkml:trace>
  <inkml:trace contextRef="#ctx0" brushRef="#br0" timeOffset="152819.278">14540 15775 1364 0,'0'0'57'16,"0"0"-45"-16,0 0 54 0,0 0 11 16,0 0 3-16,0 0 0 0,0 0-32 0,6 0-5 0,-3 3-2 0,3 0 0 15,0-1 47-15,3-2 8 0,-3 0 3 16,3 3 0-16,3-3-56 0,0 0-11 16,0 0-3-16,5 0 0 0,1 0 15 15,0 0 2-15,3-3 1 0,3 1 0 16,0-1-31-16,2 0-7 0,1-2-1 0,3 3 0 0,-3-1 1 0,2 0 0 0,1-2 0 15,3 2 0-15,0 1-9 0,2-1 0 0,4 0 0 16,3-2 0-16,-3 0 0 0,-1-3 0 0,4 0 0 0,-3 0 0 16,-1 0 0-16,1 0 0 0,-3 0 0 0,2 0 0 15,-2 0 0-15,3-2 0 0,-1-1 0 0,1 3 0 16,-3-2 0-16,0-1 0 0,-7 3 0 0,4-3 0 16,-6 4 0-16,0-4 0 0,-3 3 0 0,-1 0 0 15,-2 0 0-15,0 0 0 0,-3 3 0 0,0 0 0 16,-3 2 0-16,0-2 0 0,-4 2 0 0,1 0 0 15,0 1 16-15,-3 2 2 0,-3 0 0 0,0-3 0 16,0 3-18-16,0 0 8 0,0 3-8 0,-6-3 0 16,6 0 8-16,0 2-8 0,0 1 0 0,0 0 0 15,-3-1 8-15,3 1-8 0,0 0 0 0,-3 2 0 16,3-2 0-16,-1-1 0 0,1 1 8 0,3 2-8 16,-3-2 0-16,3-1 0 0,-3 1 0 0,0-3 0 15,3 3 0-15,-3-1 0 0,0-2 0 0,3 3 0 16,-3-3-17-16,0 0-7 0,3 0-2 0,-3 0 0 15,0 0 26-15,0 0 0 0,0 0 0 0,0 0 0 16,-1-3 0-16,-2 1 0 0,3 2 12 0,-3-3-4 16,0 0-69-16,0 1-14 0,0-1-2 0</inkml:trace>
  <inkml:trace contextRef="#ctx0" brushRef="#br0" timeOffset="153709.452">16151 14749 1208 0,'-3'-8'25'0,"3"3"6"0,0-3-31 16,0 0 0-16,0 0 0 0,0-3 0 16,0 3 54-16,0-2 5 0,0-1 1 0,3 0 0 0,-3 1-17 15,0-1-3-15,0-2-1 0,0 2 0 16,0 4 15-16,-3-4 3 0,3 3 1 0,-3 0 0 0,0 0 9 0,0 0 1 15,3 0 1-15,-3 3 0 0,0 0 15 0,0-1 4 0,3 1 0 16,-3 2 0-16,0-2-28 0,3 5-4 0,-3-5-2 0,3 5 0 16,-3-3-15-16,0 1-3 0,3 2-1 0,-3-3 0 15,3 3-5-15,0 0-1 0,-6 0 0 0,6 0 0 16,0 0-10-16,-6 3-3 0,3-1 0 0,3-2 0 16,-3 8-6-16,0-3-2 0,0 1 0 0,0 2 0 15,3 0-8-15,0 0 12 0,0 0-12 0,0 2 12 16,0 3-12-16,3 1 10 0,-3-1-10 0,0 0 10 15,3 3 0-15,-3 0 0 0,3 0 0 0,-3 2 0 16,3 1-1-16,0 2 0 0,0 0 0 0,0 3 0 16,0-3-9-16,0 0 8 0,3 3-8 0,-3 0 8 15,0-3-8-15,0 3 0 0,3-3 9 0,-3 0-9 16,0 3 0-16,-3-3 0 0,3 6 0 0,0-1 8 16,-3-2-8-16,3 5 0 0,-3 0 0 0,0 0 0 15,3 0 0-15,-3 0 0 0,0-2 0 0,0-1 0 16,0 1 0-16,0-3 0 0,0-1 0 0,0 1 0 15,-3 0 0-15,3 0 0 0,0-3 0 0,0 3 0 16,-3 0 0-16,3-1 0 0,0-1 0 0,0 1 0 16,0-1 0-16,0-1 0 0,0 3 0 0,0-3 0 15,0 0 0-15,0-3 0 0,0 1 0 0,0-1 0 16,0 1 0-16,3-3 0 0,-3 0 0 0,0-3 0 0,3 3 0 16,-3-3 0-16,0 0 0 0,2 1 0 15,-2-4 0-15,0-2 0 0,3 0 0 0,-3 0 0 0,3-3 0 0,-3 1 0 16,3-1 8-16,-3-3-8 0,0-2 0 15,0 0 0-15,0 0 0 0,0 0 0 0,0 0 0 0,0 0-12 0,0 0 12 16,0 0-12 0,0 0-17-16,6-5-4 0,-3-3-1 0,0 0 0 0,0 0-105 15,0-5-21-15,0 0-4 0</inkml:trace>
  <inkml:trace contextRef="#ctx0" brushRef="#br0" timeOffset="154199.548">16139 14553 1858 0,'0'0'52'0,"0"0"13"0,0 0-52 15,0 0-13-15,0 0 0 0,3-3 0 0,3 3 40 0,-1-2 4 0,1-1 2 0,0 3 0 16,0-3 14-16,3 3 4 0,-3 0 0 0,3 0 0 16,3 0-10-16,0 0-2 0,0 0 0 0,0 0 0 15,6 0-31-15,-3 0-6 0,2 0-2 0,1 0 0 16,0 0-13-16,3 0 0 0,0 0 0 0,-3 0 0 15,2 0 0-15,1 3 0 0,-3-3 0 0,3 3 0 16,-3-3 0-16,-3 2-20 0,0 1 4 0,0 2 0 16,-4-2-130-16,1 2-26 15,-3 1-4-15</inkml:trace>
  <inkml:trace contextRef="#ctx0" brushRef="#br0" timeOffset="154745.206">16133 15905 1421 0,'3'0'60'16,"3"0"-48"-1,0 0 60-15,-1 3 12 0,4-3 2 0,-3 2 1 16,0-2-25-16,3 0-5 0,-3 3-1 0,3 0 0 16,0-3-23-16,0 0-5 0,3 2 0 0,0-2-1 15,0 0-27-15,3 3 0 0,-1-3 0 0,1 0 0 0,3-3 20 16,0 3-2-16,0-2 0 0,3-1 0 16,-3-2-18-16,2-1 0 0,1 1 0 0</inkml:trace>
  <inkml:trace contextRef="#ctx0" brushRef="#br0" timeOffset="155839.145">16543 14508 1459 0,'0'0'61'0,"0"0"-49"15,0 0 67-15,0 0 13 0,0 0 2 0,0 0 1 16,0 0-43-16,0 0-9 0,0 0-2 0,0 0 0 16,0 0-13-16,3 8-4 0,3 0 0 0,-3-3 0 15,3 3 22-15,3 0 4 0,-3 0 1 0,3 0 0 16,0 3-31-16,0-4-5 0,3 1-2 0,-3 3 0 15,3-3-13-15,3 2 0 0,-4-2 0 0,4 0 0 16,0 3 46-16,0-3 6 0,0 0 2 0,3 0 0 16,0 0-28-16,0 0-6 0,-1 0 0 0,1 0-1 15,0 2-8-15,3-2-2 0,-3 3 0 0,0-3 0 16,0 2-9-16,-4-2 0 0,4 0 0 0,-6 3 8 16,3-3-8-16,-3-1 0 0,3 4 9 0,-3 0-9 15,0-1 37-15,0 1 3 0,0-1 1 0,-1 1 0 16,-2 2-33-16,0-2-8 0,0-1 0 0,0 1 0 15,0 0-24-15,0-1-6 0,-3 1-2 0,0-3 0 16,0 2 32-16,0 1 0 0,-3-3 0 0,3 0 10 16,-3 2-10-16,0 1 0 0,0-3 9 0,0 2-9 15,0 1 0-15,-3 0 0 0,3-1 0 0,0 1 8 16,-3-1-8-16,0 1 0 0,3-1 0 0,-3 1 0 16,0 2 0-16,0-2 0 0,-3 2 0 0,3-2 8 15,-3 2-8-15,0 0 0 0,0 0 0 0,0 3 0 0,-3 0 0 16,0-3 0-16,3 3 0 0,-3 0 0 0,0-3 0 15,0 1 0-15,0 1 0 0,0-1 0 0,0-1 0 0,0-3 0 16,-3 4 0-16,3-4 0 0,0 4 20 0,0-4 0 0,0 1 0 0,0-1 0 16,0 1-20-16,-2-1 0 0,2 4 0 0,0-4 0 15,0 1-10-15,-3-1-6 0,3 4-2 0,0-1 0 16,-3-3 18-16,3 1 0 0,0 0 0 0,-3 2 0 16,3 0 0-16,-3-2 0 0,3-1 0 0,-3 1 0 15,3 2 0-15,-3-2 0 0,1-3 0 0,-1 2 0 16,0 1 0-16,0-3 8 0,0 2-8 0,0-2 0 15,0 3 0-15,0-3 0 0,0 2 8 0,0-2-8 16,0 3 0-16,0-3 0 0,0 0 0 0,-3 0 0 16,4 2 0-16,-4-2 0 0,0 0 0 0,0 0 0 15,3 0 15-15,0 0-3 0,-3 0-1 0,3 0 0 16,0-3-11-16,-3 3 0 0,3 0 0 0,-3 3 0 16,4-3 0-16,-4-1 0 0,3-1 0 0,-3 2 0 15,3 0 0-15,0 0 0 0,-3-3 0 0,3 3 0 16,0-3 0-16,-3 0 0 0,3 3 0 0,-3-2 0 15,3-1 16-15,-2-2 0 0,-4-1 1 0,3 3 0 16,0-2-17-16,0-3 0 0,0 0 0 0,0 0 0 16,0-3-28-16,3 1 0 0,0-3 0 0,0 2 0 15,1-5-123-15,2 0-24 0</inkml:trace>
  <inkml:trace contextRef="#ctx0" brushRef="#br0" timeOffset="157368.146">17106 15074 1041 0,'0'0'29'0,"0"0"7"15,0 0-28-15,0 0-8 0,0 0 0 0,0 0 0 16,0 0 60-16,0 0 10 0,0 0 2 0,0 0 1 16,0 0-58-16,0 0-15 0,0 0 0 0,0 0 0 15,0 0 54-15,0 0 8 0,6 0 2 0,0 0 0 16,0 3 3-16,0-3 1 0,3 0 0 0,3 3 0 16,-3-1-33-16,2 1-7 0,4-3 0 0,0 5-1 15,3-5-15-15,0 3-2 0,0-1-1 0,0 1 0 16,3 0 2-16,-1-1 0 0,-2-2 0 0,3 3 0 15,0 0 1-15,3-3 1 0,3 2 0 0,-1-2 0 16,1 3 9-16,3-3 2 0,0 3 0 0,2-1 0 0,1 1-12 16,0-3-3-16,0 3 0 0,-1-1 0 0,1-2-9 15,-3 3 8-15,0-3-8 0,-1 0 8 0,4 2-8 0,-3 1 12 16,3-3-12-16,-1 5 12 0,1-2 1 0,-3 0 1 0,0-1 0 16,2 1 0-16,-5-3-6 0,0 3 0 0,0-3-8 15,-3 2 12-15,2-2-12 0,-2 0 0 16,3 0 0-16,0 0 0 0,-3 3 16 0,2-3 1 15,-2 0 0-15,3 3 0 0,-3-1-9 0,0-2-8 0,-4 3 9 16,4 0-9-16,-3-1 13 0,-3 1-3 0,3-1-1 16,-3-2 0-16,-1 0 0 0,1 3 0 0,0-3 0 0,0 3 0 15,0-3 12-15,0 2 3 0,0-2 0 0,2 0 0 16,1 3-24-16,0-3 0 0,0 0 0 0,0 3 0 16,0-1 11-16,-1-2 4 0,4 0 1 15,-3 3 0-15,0-3-6 0,0 0-1 0,0 3 0 0,-3-3 0 16,-1 0 26-16,1 2 5 0,0-2 0 0,0 3 1 15,0-3-33-15,0 3-8 0,0-1 0 0,-1-2 0 16,1 3-24-16,0-1-6 0,3 1-2 0,-3-3 0 16,0 3 32-16,0-1 0 0,2-2 0 0,-2 0 0 15,0 3 0-15,-3-3 0 0,3 0 8 0,0 0-8 16,0 0 0-16,-4 3 0 0,1-3 0 0,0 0 0 16,0 2 28-16,0-2-2 0,3 0 0 0,-3 0 0 0,3 3-37 15,-4-3-7-15,4 0-2 0,0 0 0 0,0 3 20 0,0-3 0 0,3 0 0 16,-3 0 0-16,-1 2 0 0,1-2 0 15,0 0 0-15,0 3 0 0,0-3 0 0,0 3 0 0,0-3 0 16,-1 2 0-16,1-2 0 0,0 0 0 0,-3 3 0 16,0 0 0-16,3-3 0 0,-3 0 0 15,3 0 0-15,-4 0 0 0,4 2 17 16,0-2 1-16,-3 0 0 0,3 0 0 0,0 0-26 0,0 0-6 16,-4 0-1-16,4 0 0 15,-3 0 15-15,3 0 0 0,-3 0 12 0,0 3-12 0,3-3 12 0,-3 0-4 16,-1 0 0-16,-2 2-8 0,3-2 8 0,0 0-8 0,-3 0 0 0,3 3 0 15,0-3 0-15,-3 0 0 0,3 3 0 0,-1-3 0 16,1 2 0-16,0-2 0 0,0 0 0 0,0 3 0 16,0-3 0-16,0 0 0 0,0 0 0 0,0 3 0 15,-4-3 0-15,4 0 0 0,0 0 0 0,0 0 0 16,-3 0 24-16,0 0-1 0,3 0-1 0,-3 0 0 16,-3 0-35-16,3 0-7 0,-4 0-2 0,1 0 0 15,0 0 41-15,0 0 8 0,3 0 1 0,-3 2 1 16,0-2-20-16,0 0-9 0,-3 3 8 0,3 0-8 15,-3-1 15-15,3-2-3 0,-3 0 0 0,3 3 0 16,-3-3-12-16,0 3 9 0,-1-3-9 0,1 0 8 16,0 2-8-16,-3-2 8 0,3 0-8 0,-6 0 8 15,0 0-8-15,0 0 0 0,3 0 0 0,-3 0 8 16,0 0-8-16,0 0 0 0,0 0-12 0,3-5 12 16,-6 0-101-16,3-3-13 0,-3 0-2 15</inkml:trace>
  <inkml:trace contextRef="#ctx0" brushRef="#br0" timeOffset="158585.771">12963 14820 2222 0,'-3'-2'46'0,"0"-4"11"16,0 1-45-16,0 0-12 0,3-1 0 0,-3 1 0 16,3 0 58-16,-3 0 10 0,3-1 1 0,0 1 1 15,-3 0 9-15,3 5 1 0,0 0 1 0,0 0 0 16,0 0-65-16,0 0-16 0,0 0 0 0,0 0 0 15,-3 8 0-15,-3 0 0 0,3 5 0 0,-3 0 0 16,3 3 55-16,-3 2 7 0,3 4 2 0,0 4 0 16,-3-5-103-16,3 3-20 0,3 2-4 0,-3 1-1 15,3-3 64-15,0 0 15 0,0-1 1 0,3 1 1 16,0-3-44-16,3-2-9 0,0 2-1 0,0-5-1 16,3 0-4-16,0-6-1 0,0 1 0 0,3-3 0 15,-1-3 11-15,1-2 1 0,0-3 1 0,3-3 0 0,-3-5 12 0,3 0 2 16,3 0 1-16,-3-5 0 0,3 0 7 0,-4 2 8 0,1-5-13 0,0 3 5 15,-3 0 8-15,0 0 9 0,0 2-1 0,-3-2-8 16,0 2 46-16,-3 1 2 0,-3-1 1 0,0 3 0 16,-3-2 17-16,0 2 3 0,-3 0 1 0,0 3 0 15,0-3-16-15,-3 5-3 0,0-2-1 0,0 2 0 16,0 3-24-16,0-3-5 0,0 3-1 0,3 3 0 16,-3 2-20-16,3 1 0 0,0 2 0 0,3 2 8 15,0 1-8-15,3 2-8 0,0 0 8 0,0 3-12 16,3-3-3-16,0 0-1 0,3 3 0 0,0-2 0 15,3-4-34-15,0 3-7 0,0-5-2 0,2 0 0 16,-2 0 47-16,0-5 12 0,3 0 0 0,-3-1 0 16,0-4 0-16,-3-4 0 0,0 1 0 0,0-3 0 15,0 0 10-15,0-5 4 0,0 2 1 0,-3-5 0 16,-1 3-24-16,1-3-5 0,0 3-1 0,0-3 0 16,-3 3 54-16,0 0 10 0,0-3 3 0,0 0 0 15,-3 0-32-15,0 0-7 0,0-2-1 0,0-4 0 16,0 1-12-16,0 0 0 0,0-3 0 0,0 3 0 15,3 0 0-15,-3 0 0 0,0 2 0 0,3 1 0 16,0 2 0-16,-3 3 0 0,3 2 0 0,0 3 0 16,0 0-24-16,0 6-7 0,3-1-1 0,-6 3-1 15,6 3-112-15,0 2-23 0,0 0-4 0</inkml:trace>
  <inkml:trace contextRef="#ctx0" brushRef="#br0" timeOffset="158960.251">13463 14982 1824 0,'-3'5'38'0,"0"3"8"0,3-8-37 0,0 0-9 0,0 0 0 0,0 0 0 16,0 0 134-16,0 0 25 0,0 0 5 0,0 0 0 16,0 0-70-16,0 0-14 0,3-3-4 0,3 3 0 15,0-2-14-15,0-1-3 0,2-2-1 0,1 2 0 16,0-2-27-16,0 2-6 0,0 0-1 0,0 1 0 16,0-1-15-16,0-2-9 0,0 5 10 0,0-3-10 15,-3 3 8-15,0 3-8 0,3-3 0 0,-6 5 9 16,0 0-9-16,-3 3 0 0,3 0 0 0,-3 3 0 15,-3 2-12-15,0 3-8 0,-3 0-2 0,0 0 0 16,0 5-25-16,-3 0-5 0,0 0 0 0,0 3-1 16,0 0 6-16,-3 0 2 0,3-1 0 0,0 1 0 15,3-3 25-15,0-2 6 0,0-3 1 0,3 0 0 16,3-3 13-16,0-2 0 0,0-4 0 0,6 1 0 16,0-5 0-16,0 0 8 0,3-1 0 0,3-2-8 15,0-2 30-15,0-1-1 0,6-2 0 0,0-3 0 16,3 0-10-16,-4 0-3 0,7-3 0 0,-3-2 0 15,0 3-8-15,0-4-8 0,0 4 9 0,-4-3-9 16,4-1 0-16,0 1 0 0,0-3 0 0,0 3 0 16,0 0 0-16,-1 0 0 0,-2-1 0 0,3 4 0 15,-3-1-151-15,-3 3-29 0,0 0-7 0</inkml:trace>
  <inkml:trace contextRef="#ctx0" brushRef="#br0" timeOffset="159892.772">12855 15701 2211 0,'0'0'46'0,"0"0"10"0,0-2-44 0,3-4-12 0,0 1 0 0,0 0 0 16,-3 0 55-16,3-1 9 0,-3 6 1 0,0 0 1 16,0 0-8-16,0 0-2 0,0 0 0 0,0 0 0 15,0 0 0-15,0 0-1 0,-3 8 0 0,0 3 0 16,0 2-38-16,0 3-7 0,-3 2-2 0,1 1 0 16,2-1-8-16,0 4 0 0,-3 1 0 15,3 1 0-15,0-3 0 0,0 3 0 0,0-3-9 0,3 1 9 16,0-1-17-16,3-3 0 0,0 1 0 0,3-3 0 15,0-3-30-15,2-3-5 0,1-2-2 16,0 0 0-16,3-5-3 0,-3-3-1 0,3-3 0 16,0 1 0-16,0-6 30 0,0 0 5 0,0-5 2 0,0-1 0 15,2 1 13-15,1-3 8 0,-3 0-10 0,0 0 10 16,0 3 13-16,0-3 9 0,-3 3 2 0,0 0 0 16,0 0 16-16,-6 2 3 0,0 1 1 15,0 2 0-15,-3 0 12 0,0 2 4 0,-3-2 0 0,-3 6 0 16,3-1-16-16,-3 0-4 0,3 1 0 0,-3 2 0 15,0 2-23-15,-3 1-5 0,3 5 0 0,-3 0-1 16,3 5-11-16,0 0 0 0,0 6 0 0,3 0 0 16,-3 4-44-16,3 1-4 0,3 0 0 0,0 2-1 15,0-2 39-15,3 0 10 0,3-3 0 0,0 0 0 16,3-5-53-16,3-3-9 0,0-2-2 0,3-3 0 16,-3-3 25-16,6-2 5 0,0-3 1 0,-1 0 0 0,1-5 18 0,0-1 4 15,-3-4 1-15,6-1 0 16,-6-2-9-16,3 0-1 0,-1-3-1 0,-2 0 0 15,0 0 67-15,-3 0 14 0,0-2 2 0,-3-1 1 0,0 3-6 0,-3-2-1 0,0 2 0 0,-3-3 0 16,0 1-8-16,0-1-1 0,0 3-1 0,-3-5 0 16,0 3-15-16,0-1-3 0,0-2-1 0,0 0 0 15,-3 0-27-15,3 0 0 0,-3-3 0 0,3 3 0 16,-3-1 0-16,3 4 0 0,0-1 0 0,0 4 0 16,0 1-8-16,0 4-8 0,3-1 0 0,-3 3-1 15,3 3-129-15,0 2-26 16,0 3-4-16</inkml:trace>
  <inkml:trace contextRef="#ctx0" brushRef="#br0" timeOffset="160424.924">13424 15897 2553 0,'0'0'53'0,"0"0"12"15,0 0-52-15,-3-2-13 0,3 2 0 0,-3-3 0 16,3 3 54-16,-3-5 8 0,3-3 2 0,3 2 0 16,0-2 0-16,0 0 0 0,3 3 0 0,0-3 0 15,3 3-52-15,0-3-12 0,3 3 0 0,0-1 0 0,-1-2 32 16,7 3 3-16,-3 0 1 0,0-3 0 16,3 5-27-16,-3-2-9 0,3 0 0 0,-3-1 9 15,-1 6-9-15,1-2 0 0,0-1 0 0,-3 6 0 16,0-1 0-16,-3 1 0 0,-3 0 0 0,0 2 0 15,0 0-13-15,-3 1-5 0,0 2-1 0,-3-1 0 16,0 4-20-16,-3 0-4 0,3-1-1 0,-6 3 0 16,3-2-4-16,-6 2 0 0,3-2-1 0,0 2 0 0,-3-2 11 15,0-1 2-15,3 3 1 0,-3-2 0 0,3-3 20 16,0 0 4-16,0 0 1 0,3 0 0 0,0-3 0 0,3-5 0 16,0 0 0-16,0 0 0 0,0 0 18 0,0 0 3 0,0 0 1 0,3-3 0 15,3 3 3-15,3-2 1 0,0-3 0 0,0 2 0 16,0-2-3-16,0 2 0 0,0-2 0 0,3 2 0 15,-3 0 3-15,0 1 1 0,0 2 0 0,-3-3 0 16,3 6-9-16,-4-3-8 0,1 2 12 0,0 4-12 16,0-1 42-16,0 3 2 0,0 0 0 0,-3 5 0 15,0 0-20-15,-3 1-4 0,0 4-1 0,0 1 0 16,-3-1-19-16,0 1 0 0,0 2 0 0,-3 3 0 16,0-3 0-16,-3 3 0 0,1-3 0 0,-4 5 0 15,-3-5 22-15,0 3-2 0,-3 0-1 0,0 5 0 16,-3-5-19-16,3 2 0 0,-2 1 0 0,-1-3 0 15,0-1-11-15,3-1-9 0,0-1-1 0,-3-3-1 16,1-4-134-16,-1-1-28 0</inkml:trace>
  <inkml:trace contextRef="#ctx0" brushRef="#br0" timeOffset="167273.345">15930 17154 1541 0,'0'0'44'0,"0"0"9"15,0 0-42-15,0 0-11 0,0 0 0 0,0 0 0 16,0 0 0-16,0 0 0 0,0 0 9 0,0 0-9 16,0 0 55-16,0 0 6 0,0 0 2 0,0 0 0 0,0 0-15 0,0 0-2 15,0 0-1-15,6-3 0 0,-3 3-20 16,3-2-4-16,0 2-1 0,0 0 0 0,0-3 36 0,0 3 6 15,0 0 2-15,3 3 0 0,-3-3-46 0,0 0-9 16,0 2-1-16,3-2-8 0,0 0 27 0,-1 3-2 16,1 0 0-16,0-1 0 0,3 1-5 0,-3 0-2 15,3-1 0-15,0 4 0 0,-3-4-3 0,3 1-1 16,0-1 0-16,0 1 0 0,3 0-14 0,-4-1 0 0,1 4 0 0,0-4 0 16,3 1 0-16,-3 0 0 0,3-1 0 15,3 4 0-15,0-4 54 0,2 1 8 16,-2 2 2-16,3 0 0 0,3-2-52 0,0 2-12 0,0-2 0 0,-1 2 0 15,1 1-11-15,0-4-5 0,0 1 0 0,0 0-1 16,-4-1 17-16,1 1 0 0,3-1 0 0,-3 1 0 16,3 0 17-16,-3-3-2 0,2 2-1 0,1-2 0 15,0 3-14-15,-3-3 0 0,3 0 0 0,0 0 0 16,-7 0-9-16,4 0-5 0,-3 0-1 0,0 0 0 16,-3 0-4-16,0-3-1 0,0 3 0 0,-3 0 0 15,-1 0-58-15,-2-2-12 0,-3 2-2 16,0 0-1-16,-6 0 5 0,0 0 2 0,0 0 0 15</inkml:trace>
  <inkml:trace contextRef="#ctx0" brushRef="#br0" timeOffset="167998.363">16058 18032 1512 0,'0'0'43'0,"0"0"9"16,0 0-42-16,3-2-10 0,3-3 0 0,-3 2 0 16,3-2 24-16,-3 2 4 0,3-2 0 0,0 2 0 15,3 0 4-15,-3 1 2 0,0-1 0 0,3 3 0 0,-3-3 13 0,3 1 2 0,-3 2 1 16,3-3 0-16,-1 0 8 0,1 1 2 0,0 2 0 15,0-3 0-15,3 1-24 0,0-1-4 0,0 3 0 16,3-3-1-16,0 1 21 0,0-1 5 16,2 3 1-16,1-3 0 15,3 1-42-15,0-1-8 0,6 3-8 0,-3-3 12 0,-4 3 20 16,7-2 5-16,-3 2 1 0,3-3 0 16,-3 3-23-16,-4-3-5 0,1 3-1 0,3-2 0 0,0 2 3 0,-3 0 0 0,3 0 0 15,2 0 0-15,1 0-12 0,0 0 10 0,0 2-10 0,3-2 10 16,-4 3-10-16,-2 0 0 0,3-1 0 0,-3 1 0 15,-3 0 20-15,-1-1 3 0,-2 1 0 0,0-3 0 16,-3 3-37-16,-3-1-7 0,0 1-2 0,0-3 0 16,-3 3 23-16,0-1 0 0,-3-2 0 0,-1 3 0 15,-2-3 0-15,-3 0 0 0,0 0 0 0,0 0 0 16,0 0-107-16,0 0-17 16,0 0-3-16,0 0-1 0,-3 0-102 0,-5-5-21 0</inkml:trace>
  <inkml:trace contextRef="#ctx0" brushRef="#br0" timeOffset="169211.888">16600 16971 2014 0,'-18'3'42'0,"12"-3"9"0,0-3-41 0,-3 3-10 0,3-2 0 0,-3-1 0 16,3 0 11-16,3 1 0 0,-2-1 0 0,5 3 0 16,0 0 4-16,0 0 1 0,0 0 0 0,0 0 0 15,0 0 21-15,0 0 5 0,0 0 1 0,0 0 0 16,0 0 3-16,0 0 1 0,5-2 0 0,-2-1 0 16,3 3-12-16,0 0-3 0,0 0 0 0,0 3 0 15,0-1-1-15,3 3-1 0,-3 1 0 0,3-1 0 16,0 0-5-16,0 3-1 0,0-2 0 0,3 2 0 15,0-1-16-15,3 1-8 0,-1 0 0 0,1 0 8 16,0 0-8-16,0 3 0 0,3-3 0 0,0 2 0 16,0 1 53-16,-1 0 9 0,1-1 2 0,0 3 0 15,-3-2-73-15,3 2-15 0,-3 0-2 0,3 1-1 16,-6 1 27-16,2-1 0 0,-2 2 0 0,0 2 0 16,0-2 0-16,-3 0 0 0,0 2 0 0,0-2 8 15,-3 3-8-15,3-3 0 0,-3 0 8 0,0-1-8 16,0 1 0-16,0 0 0 0,0-3 0 0,-3 3 8 0,3 0 8 15,-3 0 3-15,0 0 0 0,2 2 0 16,-2 1-19-16,0-3 0 0,0 0 0 0,0 2 0 16,-3 1 0-16,3-1 0 0,-3 3 0 0,3-2 0 15,-3 2 0-15,-3-2 0 0,3-1 0 0,-3 1 0 16,0-1 0-16,0 1 0 0,0-3 0 0,0-1 0 16,0 1 0-16,-2-2-17 0,2 1 3 0,-3 1 1 15,0-2 13-15,0 1 0 0,0 1 0 0,-3 0 0 0,3-3 10 0,-3 3 2 0,0-2 0 16,0-1 0-16,0 3-12 0,0-3 0 0,-3 0 0 0,3 3 0 15,-3-3 0-15,1-2 0 0,2 2 0 0,-3 3 0 16,-3-3 0-16,3-2 0 0,-3 2 0 0,0 3 0 16,0-3 0-16,0 0 0 0,1-2 0 0,-1-1 0 15,-3 1 0-15,3 0 0 0,0-1 0 0,0 1 0 16,0-3 0-16,0 2 0 0,0-2 0 16,1 3 0-1,-1-1-19-15,0-2-5 0,3 3-2 0,-3-1 0 0,3-2 26 0,-3 3 0 0,0 0 0 0,3-1 0 16,-2 1 16-16,2-1 8 0,0-2 1 0,3 0 1 15,-3 0-26-15,3 3 0 0,3-3 0 0,-3 0 0 16,0 0 0-16,3 0 0 0,0-1 0 0,3 1 0 16,0 0-46-16,0-2-14 0,3 2-4 0,-3-1 0 15,3 1 52-15,3-2 12 0,-3-1 0 0,3 0 0 16,0 1 0-16,3-1 0 0,-3 0 0 0,3 0 0 16,3-2 0-16,0 0 0 0,0 2 0 0,0-2 0 15,0-1 0-15,3-2 0 0,0 3 0 0,0-3 0 16,-4 0 0-16,4 0 0 0,0 0 0 0,0-3 0 15,3 3 0-15,-3-2 0 0,3-1 0 0,3 0 0 16,0 1 0-16,-1-4 0 0,4 4 0 0,3-3 0 0,-3-3 48 0,3 2 13 16,3-2 3-16,-1 0 0 0,-2 0-52 0,0 1-12 0,3-4 0 15,-3 0 0 1,-1 1-20-16,1-1-6 0,0-2-2 0,3 2 0 0,0-2 45 16,-1 3 9-16,1-4 2 0,6 1 0 0,-3 3-28 15,-1-4 0-15,1-2 0 0,0 3 0 16,0 0 0-16,-3-3 0 0,-1 3 0 0,4-3 0 0,-3 0 0 0,0 0 0 15,-1 0 0-15,1-2 0 0,3-1 0 0,-3-2 0 16,3 0 0-16,-1 0 0 0,-2 0 0 0,3 2 0 16,-3-2 0-16,-4 2 0 0,1 1 0 0,-3 2-9 0,0-2 0 0,-3 2 0 15,0 0 9-15,-3 3 12 0,-1-3-2 0,-2 2-1 16,0 4-9-16,0-1 0 0,0-2 0 0,-3 2 0 16,-3 4 33-16,3-1 5 0,-3 0 1 0,0 0 0 15,0 2-11-15,-3-2-3 0,0 3 0 0,0 0 0 16,0 0-25-16,-3 2 0 0,0 3 0 0,0 0 0 15,0-5 0-15,0 5 0 0,0-3 0 0,0 3 0 16,-3-5 0-16,3 5 0 0,-3-3 0 0,-3 0 0 16,0 3-46-16,0-2-14 0,0-1-4 0,0 0 0 15,-3 3-102-15,3-2-21 0,-3-1-4 0</inkml:trace>
  <inkml:trace contextRef="#ctx0" brushRef="#br0" timeOffset="169950.322">16651 17003 1698 0,'0'0'48'0,"0"0"11"16,0 0-47-16,0 0-12 0,0 0 0 0,0 0 0 15,0-5 22-15,0 5 2 0,0 0 1 0,0 0 0 16,0 0-25-16,0 0 0 0,0 0 0 0,0 0 0 16,3-5 56-16,0 2 7 0,0 0 1 0,2 1 0 15,4-1-3-15,0 3 0 0,0-3 0 0,3 3 0 16,0 0-46-16,0 0-15 0,3 0 8 0,0 0-8 15,3 3 55-15,-1-3 7 0,1 0 2 0,3 0 0 16,-3 3-52-16,3-1-12 0,0 1 0 0,0 0 0 16,-1-1 30-16,-2 4 3 0,0-4 1 0,3 3 0 0,0 1-18 15,-3-1-3-15,2 0-1 0,4 3 0 0,0-2 5 0,0 2 1 16,0-1 0-16,2 1 0 16,-2 0-18-16,3 3 0 0,-3-3 0 0,0 2 0 0,0 1 0 15,-4 0 0-15,1-1-13 0,-3 3 5 0,3-2 8 16,-3 2 9-16,0 0-1 0,2 1-8 0,-2 2 0 15,3-1 0-15,-3 1 0 0,3 0 0 0,-3 0 0 0,3 3 0 16,-4-4 0-16,1 4 0 0,0-3 0 0,0-3 0 0,0 3 0 16,-3 0 0-16,0-3 8 0,-1 0-8 15,-2 1 0-15,0-1 0 0,0 3 0 0,0-3 0 0,-3 3 0 16,3-3 0-16,-6 0 0 0,0 0 0 0,0-2 0 0,0 2 0 16,-3-2 0-16,0 2 0 0,0 0 0 0,0-2 0 15,0-1 0-15,0 1 0 0,0 0 0 0,0-1 0 16,0-2 0-16,3 3 0 0,-4-3 0 0,1 0 0 15,3 0 0-15,0-3 0 0,0 0 0 0,0 0 0 16,3-2-52-16,-3 2-10 0,3-2-2 0,3 0-1 16,0-1-166-16,3-2-33 0</inkml:trace>
  <inkml:trace contextRef="#ctx0" brushRef="#br0" timeOffset="171171.742">17755 17741 1956 0,'0'0'56'0,"0"0"11"15,0 0-54-15,0 0-13 0,0 0 0 0,0 0 0 16,0 0 24-16,0 0 1 0,0 0 1 0,0 0 0 16,0 0 3-16,6-2 1 0,0-1 0 0,0 0 0 0,0 3 0 0,0-2 0 0,3-1 0 0,0 1 0 31,-1 2-4-31,1-3-1 0,3 0 0 0,0 1 0 16,0-1-5-16,3 0-2 0,0 1 0 0,0-4 0 0,0 4 1 0,0-1 0 15,2-2 0-15,1 2 0 0,0 0-19 16,3 1 0-16,-3-1 0 0,3 1 0 0,-1-4 0 0,1 6 0 15,0-2 0-15,-3-1 0 0,3 0 27 16,-3 3 1-16,0-2 1 0,-1-1 0 0,4 0 5 0,-3 3 1 16,3-2 0-16,0-1 0 0,3 0-35 15,-4 1 0-15,4-1 0 0,0 3 0 0,0-2 0 0,0-1 0 0,0 0 0 16,-1 3 0-16,1-5 0 0,-3 2-20 0,0 1 2 0,3-1 1 16,-4 0 17-16,1 1 9 15,-3-1-1-15,3 0 0 0,3 1 1 0,-3-1 0 0,2 0 0 0,1 3 0 16,0-2-9-16,3-1 0 0,-3 1 0 0,2-1 0 15,1 0 0-15,-3 3 0 0,0 0 0 0,0-2 0 16,0 2 0-16,-4-3 0 0,1 0 0 0,3-2 0 16,-3 2 0-16,3 1 0 0,-1-4 0 0,1 4 0 15,3-1 0-15,0-2 0 0,0 2 0 0,-1 1 0 16,1-1 53-16,0 0 9 0,0 1 2 0,0-1 0 16,-4 0-52-16,1 1-12 0,0-1 0 0,0 0 0 15,0 1 0-15,-1-4 0 0,1 4 0 0,3-3 0 16,-3 2 0-16,3 0 0 0,-4 1 0 0,4-1 0 15,-3 0 0-15,0-2 0 0,0 2 0 0,0 1 0 16,-4-1 0-16,1 0 0 0,0 1 0 0,-3-1 0 16,3 0 0-16,-3 1 0 0,2-1 0 0,1-2 0 15,-3 2 0-15,3 1 0 0,0-1 0 0,3 0 0 16,-4 1 0-16,-2-1 0 0,3-2 0 0,0 2 0 16,-3 0 0-16,3 1 0 0,-3-1 0 0,-1 0 0 0,-2 1 0 15,0-1 0-15,0-2 0 0,0 5 0 0,0-3 0 0,-3 1 0 16,0-1 0-16,0 3 0 0,-1-3 0 0,1 1 0 0,-3-1 0 0,3 3 0 15,-3-3 0-15,3 3 0 0,0-2 0 0,-3 2 0 16,3 0 0-16,-3-3 0 0,0 3 0 0,0 0 0 16,-1-3 0-16,-2 3 0 0,3-2 0 0,0 2 0 15,-3-3 0-15,3 3 0 0,-3-2 0 0,0 2 0 16,3-3 0-16,-3 3 0 0,3 0 0 16,-3-3 0-16,0 3 0 0,0-2 0 0,0-1 0 15,0 3 0-15,0-3 0 0,0 1 0 16,0 2 0-16,-1-3 0 0,1 3 0 0,-6 0 0 0,3 0 0 0,-3 0 0 15,3-3 0-15,-3 3 0 0,6-2 0 0,-3-1 0 16,-3 3 0-16,3 0 0 0,3 0 0 0,-3-3 0 16,0 3 0-16,3-2 0 0,-3 2 0 0,0 0 0 15,3-3 54-15,-3 3 8 0,0-3 2 0,3 3 0 16,0-2-52-16,-3 2-12 0,3-3 0 0,-3 1 0 16,0 2 0-16,3-3 0 0,-3 3 0 0,0-3 0 15,3 3 0-15,0-2 0 0,0-1 0 0,-1 3 0 16,1 0 0-16,0-3 0 0,3 1 0 0,-3-1 0 15,3 3-100-15,0-3-22 0,0 1-5 0</inkml:trace>
  <inkml:trace contextRef="#ctx0" brushRef="#br0" timeOffset="173747.958">15499 14892 1337 0,'0'0'28'0,"0"-6"6"16,0 1-34-16,0 0 0 0,-3-3 0 0,3 3 0 0,0-1 0 0,0 1 0 0,-3 0 0 0,3 5 0 16,-3-6 81-16,0 4 10 0,3 2 1 0,-6-3 1 15,0 3-46-15,0 3-10 0,-3-3-1 0,3 2-1 16,-3 4 13-16,0 2 2 0,3-3 1 0,-3 3 0 15,0 0-36-15,0 2-7 0,0-2-8 0,4 3 11 16,-1-3-11 0,0 0 0-16,0 0 0 0,0 0 8 0,3-3 2 0,0 3 0 15,3-8 0-15,0 0 0 0,0 5 0 16,0-5 0-16,0 0 0 0,0 0 0 16,0 0-10-16,0 0 0 0,6 3 0 0,-3-3 8 0,6-3 12 0,-3 1 1 0,0-1 1 0,-1-2 0 15,1 2 1-15,0-2 0 0,0 2 0 0,0-2 0 16,-3-1-23-16,0 4 8 0,0-4-8 0,-3 6 0 15,0-5 56-15,0 5 6 0,-3-5 2 0,0 2 0 16,-3-2-24-16,0 2-4 0,-3 1 0 0,0 2-1 16,1 0-15-16,-1 0-4 0,-3 2 0 0,0 4 0 15,0-1-2-15,0 0-1 0,-3 0 0 0,6 3 0 16,-3-2-13-16,3-1 0 0,0 3 0 0,3-3 0 16,3 1 0-16,3-6 0 0,0 5 0 0,3 0 0 15,3 0 0-15,0-2 0 0,3 0 0 0,3-1 0 16,-3 1 0-16,3-6 0 0,0 3 0 0,0-2 0 15,0-1 0-15,0 0 0 0,3-2 0 0,-1 0 0 16,1 2 0-16,-3-2 0 0,3 0 0 0,0 2 0 16,-3-2 0-16,0-1 0 0,0 1 0 0,-6 0 0 15,3-1 0-15,-3 4 0 0,-1-1 0 0,-5 3 0 16,0 0 0-16,0 0 0 0,0 0 0 0,-2-5 0 16,-4 2 0-16,0 3 0 0,-3 0 0 0,0 0 0 15,-3 3 0-15,0 0 0 0,0 2 0 0,-3-3 0 16,3 6 0-16,0-2 0 0,0 2 0 0,1 0 0 15,2-3 0-15,0 3 0 0,0-3 0 0,3 3 0 0,0-3 0 0,6-5 0 0,0 6 0 16,0-6 0-16,0 5 0 0,0 0 0 0,3 1 0 16,3-4 0-16,-3 1 0 0,3-3 0 0,3 0 0 0,-3-3 0 15,3 1 0-15,-1-1 0 0,4-2 0 0,0 2 0 16,-3-5 0-16,3 3 0 0,0-3 0 16,0 2 0-16,-3-1 0 0,0 1 0 0,3-2 0 15,-6 3 0-15,3-3 0 0,-6 0 0 0,2 3 0 16,-5-3 0-16,3 0 0 0,-6 3 0 0,3-3 0 0,-3 2 0 15,1 1 0-15,-4 0 0 16,3 0 0-16,-3 2 0 0,0 3 0 0,0-3 0 0,3 1 0 0,-3 2 0 16,0 2 0-16,6-2 0 0,-6 3 0 0,3 2 0 15,-3-2 0-15,3 2 0 0,0 0 0 0,0 1 0 16,0 2 0-16,3 0 0 0,0 0 0 0,-3-1 0 16,3 4 0-16,0-3 0 0,0 3 0 0,3-1 0 15,-3 1 0-15,3 2 0 0,-3-2 0 0,3-1 0 16,0 3 0-16,0 1 0 0,0-1 0 0,0 0 0 15,3 3 0-15,-3 0 0 0,0-3 0 0,0 6 0 16,3-4 0-16,-3 4 0 0,0 0 0 0,0 2 0 16,0-3 0-16,0 3 0 0,0 1 0 0,0-4 0 15,0 1 0-15,0-1 0 0,0 1 0 0,-1 2 0 16,1-3 0-16,0 1 0 0,-3-1 0 0,3 1 0 16,0-1 0-16,0 1 0 0,-3-1 0 0,3 4 0 15,0-1 0-15,0 0 0 0,0 3 0 0,0 0 0 0,0-3 0 16,0 5 0-16,0-2 0 0,0-3 0 0,0 3 0 0,0-5 0 15,3-1 0-15,-3 3 0 0,0-2 0 16,0-1 0-16,3 1 0 0,-3-1 0 0,0 1 0 16,0-1 0-16,3-2 0 0,-3 5 0 0,0 1 0 0,3-1 0 15,-3 3 0-15,3-1 0 0,-3 1 13 16,0-3 0-16,3 3 0 0,-3 0 0 0,0-3-13 16,0-2 0-16,-1 2 0 0,-2 0 0 0,3-2 0 15,0 2 0-15,-3-3-8 0,3 3 8 0,-3-2 0 0,3-1-12 0,-3 1 12 16,0 2-10-16,0 0 10 0,0 0 0 0,0 1 0 0,0-1 0 15,0-3 0-15,0 1 0 0,-3-1 0 0,3 1 0 16,0-3 0-16,-3 0 0 0,3-3 0 0,0 3 0 16,0-6 0-16,-3 4 0 0,3-1 0 0,0-3 0 15,-3 4 0-15,3-4 0 0,0 1 0 0,0 2 0 16,0-2 0-16,0-4-8 0,0 4 8 0,0-3 0 16,0 3 0-16,0-3 0 0,0-1 0 0,0 4 0 15,3-3 0-15,-3 3 0 0,0-3 0 0,0 2 0 16,0-2 0-16,0 3 0 0,0-3 0 0,0 2 0 15,3 1 0-15,-3-3 0 0,0 0 0 0,3 0 0 16,-3-1 0-16,0 1 0 0,3-2 0 0,-3 2 0 16,0-3 0-16,3 3 0 0,-3-3 0 0,0 0 0 15,3 1 0-15,-3-1 0 0,3-2 0 0,-3 2 0 16,3 0 0-16,-3-5 0 0,3 6 0 0,-3-1 0 16,3 0 0-16,0-2 0 0,0 2 0 0,-3 0 0 15,3 1 0-15,0-4 0 0,0 4 0 0,0-4 0 16,0 4 0-16,-3-4 0 0,3 3 0 0,0 1 0 15,0-4 0-15,0 4 0 0,0-4 0 0,0 4 0 0,0-4 0 16,3 4 0-16,-3-1 0 0,0 0 0 0,0 0 0 0,3-2 0 0,-3 2 0 16,0-2 0-16,3 2 0 0,-3-2 0 0,0 2 0 0,3 1 0 15,-3-4 0-15,0 4 0 0,2-4 0 0,1 3 8 16,0-2-8-16,-3 0 0 0,3-1 0 16,0 1 0-16,-3 0 0 0,3-1 0 0,0 1 0 15,0 0 0-15,0-3 0 0,3 2 0 0,-3 1-11 16,0 0 11-16,3-3 0 0,0 2 0 0,-3 1 0 0,3 0 0 15,0-3 0-15,0 2 0 16,-1 1 0-16,1-1 0 0,3-2 0 0,-3 3 0 0,3 0 0 16,-3-1 0-16,3 1 0 0,0 0 0 0,0-1 0 15,0 4 0-15,0-4 0 0,-1 1 0 0,4 0 0 0,-3-1 0 16,0-2 0-16,0 3 0 0,0-1 0 0,-3 1 0 16,3-3-70-1,-3-3-18-15,3 3-3 0</inkml:trace>
  <inkml:trace contextRef="#ctx0" brushRef="#br0" timeOffset="175369.128">15002 15667 1668 0,'-12'3'35'0,"12"-3"7"15,-6 2-34-15,0 1-8 0,6-3 0 0,-6 5 0 16,3-2 34-16,-3 2 5 0,3 3 1 0,0-3 0 16,0 3-32-16,0 0-8 0,0 0 0 0,0 3 0 15,0-3 50-15,3 2 6 0,-3 1 0 0,0-1 1 16,3-2-40-16,0 3-8 0,0 0-1 0,0-1-8 16,0-2 0-16,0 0 0 0,3 3 0 0,0-3 0 15,0-3 0-15,0 0 0 0,3-2 0 0,-3-1 0 16,3-2 0-16,0 0 0 0,3 0 0 0,-3-2 0 15,3-1 56-15,-3 0 5 0,2 1 1 0,1-3 0 16,-3-1-18-16,3 1-4 0,0 0-1 0,0-1 0 0,-3-2-11 0,0 3-1 16,0 0-1-16,-3 0 0 0,0-1-26 0,0 1 0 15,-3 2 8-15,0 3-8 0,0-5 46 0,-3 0 7 0,0-1 2 16,0 1 0-16,-3 3-37 0,0-1-7 16,0 0-2-16,-3 3 0 0,0-2-9 0,0 2 0 15,0 0 0-15,1 2 0 0,2-2 0 0,0 3 0 16,-3 2 0-16,3-2 0 0,0 2 0 0,6-5 0 0,-3 5 0 15,0-2 0-15,3-3 0 0,0 8 0 0,0-8 0 16,0 5 0-16,3 1 0 0,3-4 0 0,0-2 0 16,3 3 0-16,-3-3 0 0,3-3 0 15,2 3 0-15,-2-2 0 0,3-4 0 0,0 1 0 0,0 0 0 0,0-1 0 16,-3-2 0-16,3 3 0 0,-3-3 0 0,-3 0 0 16,0 0 0-16,-3 0 0 0,0 3 0 0,-3-3 0 15,0 0 0-15,-3 3 0 0,0-3 0 0,-3 3 0 16,0-1 53-16,0 1 9 0,-3 0 2 0,0 2 0 15,0 3-52-15,-3-2-12 0,3 2 0 0,0 2 0 16,-3-2 0-16,3 5 0 0,0-2 0 0,1 2 0 16,2 3 0-16,-3-2 0 0,3-1 0 0,0 3 0 15,3 0-12-15,0 2-6 0,-3 1-1 0,3 0 0 16,0-1 19-16,3 3-12 0,-3 1 12 0,3 1-10 16,0 1 10-16,0 0 0 0,0 3 0 0,0-1 0 15,3 3 0-15,-3 1 0 0,3 1 0 0,0 1 8 16,0 3-8-16,0-1 0 0,3 1 0 0,0-1 0 15,0-2 13-15,3 2 8 0,-3-2 2 0,2 0 0 16,1 0-23-16,0 0 0 0,0 2 0 0,0-2 0 16,0 2 0-16,3 3 0 0,-3 1 0 0,3 1 0 15,-3-2 0-15,0 3 0 0,3-3 0 0,-3 6 0 0,-1-6 0 16,4 0 0-16,-3 0 0 0,0 0 0 16,0 3-14-16,-3-3-7 0,3 3-2 0,0 5 0 0,-3-3 23 15,3-2 0-15,-3 5 0 0,0-3 0 0,0 1 0 0,-3-4 0 0,3 1 0 16,0 3 8-16,-3-4-8 0,3 1 0 0,0 3 0 15,-4-4-11-15,4 4 11 0,-3-4 0 0,3 4 8 0,0-3-8 16,-3-1 0-16,3-2 8 0,0-2-8 0,0 2 0 16,0 0 0-16,0 0 0 0,0-2 0 0,0 2 0 15,0 0 0-15,0 0 0 0,-3-3 0 0,3 4 0 16,0-4 0-16,0 3 0 0,0-2 0 16,0 2 0-16,0-5 0 0,-3-1 0 0,3-1 0 15,-1 1 0-15,1-2 0 0,0-2 0 16,-3 0 0-16,3 2 0 0,0 0 18 0,-3 0-1 0,3-2 0 0,-3 2 0 15,0 0-17-15,3-3 0 0,-3 1 0 0,0-1 0 16,0-2 0-16,3 0 0 0,-3-3 0 0,0 1 0 16,0-1 0-16,0-3 0 0,0 1 0 0,0-3 0 15,-3 0 0-15,3-3 0 0,-3 1 0 0,0-1 0 16,3 0 0-16,-3-5 0 0,0 3 0 0,0-3 0 16,0 0 0-16,0 0 0 0,3 5 0 0,-3-5 0 15,0 0 0-15,0 0 0 0,0 0 0 0,0 0 0 16,0 0 0-16,0 0 0 0,0 0 0 0,0 0 0 15,0 0 0-15,0 0 0 0,0 0 0 0,0 0 0 16,0 0 0-16,0 0 0 0,0 0 0 0,0 0 0 0,0 0 0 16,0 0 0-16,0 0 0 0,0 0 0 0,0 0 0 0,0 0 0 15,6-3 0-15,-3-2 0 0,3 2 0 0,-3-2 0 16,6 5 0-16,-4-5 0 0,1 2 0 16,0 1 0-16,0-1 0 0,0-2 0 0,3 2-9 0,-3 0-6 15,3-2-1-15,0 0 0 0,0-1 16 0,0 1 0 16,0 0 0-16,3 0 0 0,0-1 0 0,-3-2 0 0,2 3 0 15,1-3 0-15,0 0 0 0,0 3 0 16,0-3 0-16,0 3 0 0,0-3 0 0,0 0 0 0,0 3 0 16,0-3 0-16,0 0 0 0,-4 2 0 15,4 1 0-15,0 0 0 0,0-1 0 0,0 1 0 0,0 0 0 0,0 2 0 16,0 1 0-16,0-1 0 0,0 3 0 0,0-3 0 16,-1 3 0-16,4 0 0 0,-3-2 0 15,0 2 0-15,0 2 0 0,0-2 0 0,0 3 0 0,0-3 0 16,-3 0 0-16,3 3 0 0,0-3 0 0,-1 0 0 15,1 0 0-15,-3 0 0 0,3 0 0 0,-3 0 0 16,0 0 0-16,3-3 0 0,-3 3 0 0,3-3 0 16,-3 1 0-16,0 2 0 0,-3-3 0 0,5-2 0 15,-5 2 0-15,3 0 0 0,0 1 0 0,-3-1 0 16,3 0 0-16,-3 1-9 0,3 2 9 0,-3-5 0 16,3 2-92-16,0 0-14 0,-3-2-2 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02T23:15:24.26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7846 9557 1990 0,'0'0'41'0,"-3"-5"11"0,3 0-42 0,0 5-10 0,0-6 0 0,3 4 0 15,-3 2 92-15,0-5 17 0,3-1 3 0,0 4 1 16,0-1-33-16,3-2-6 0,0 2-2 0,0 3 0 16,2-3-12-16,4 1-4 0,0 2 0 15,3 0 0-15,3-3-12 0,0 3-2 0,0-3-1 0,3 1 0 16,-1 2-21-16,4-3-5 0,0-2-1 0,0 2 0 15,6 1-27-15,-4-4-6 0,4 1-1 0,3 0 0 16,0 2 20-16,-1-2 0 0,1 2 0 0,0 0 0 16,0 1 0-16,-7 2 0 0,4-3 0 0,-3 1 0 15,-3-1 19-15,-3-2 7 0,-1 2 2 0,1 3 0 16,-3-3-54-16,-3 1-10 0,-3 2-3 0,0 0 0 16,-3 0-11-16,-3 0-2 0,0 2-1 0,-6-2 0 15,0 0-163-15,-3 8-32 0,0 0-6 0</inkml:trace>
  <inkml:trace contextRef="#ctx0" brushRef="#br0" timeOffset="271.293">7932 9761 2067 0,'0'0'87'15,"0"0"-70"-15,0 0 69 0,0 0 14 16,0 0 2-16,3 5 1 0,0 1-4 0,0-1-1 0,3-2 0 0,0-1 0 15,3 4-34-15,3-4-8 0,0-2 0 0,3 3-1 16,-1-1 7-16,4-2 2 0,0 0 0 16,3 0 0-16,0 0-54 0,3-2-10 0,-1-1 0 0,4 3 0 15,0-2 0-15,3-1 11 0,0 0-1 0,-1 3 0 16,1-2-10-16,0 2 10 0,-3 0-10 0,2 0 10 16,-2 0-10-16,-3 0 0 0,0-3 0 0,3 0 0 15,-4 3 0-15,1-2-12 0,0-4 2 0,0 4 1 16,0-4-149-16,2 1-30 15,-2 3-5-15</inkml:trace>
  <inkml:trace contextRef="#ctx0" brushRef="#br0" timeOffset="1262.773">9275 9388 2412 0,'-6'-13'50'0,"6"13"12"15,0-6-50-15,0-1-12 0,0 4 0 0,0-2 0 16,0 5 76-16,0 0 13 0,0 0 3 0,0 0 0 16,0 0-15-16,0 0-2 0,0 0-1 0,-9 2 0 0,3 4-45 15,0 1-9-15,0 4-1 0,0 2-1 16,0 3-18-16,0 3 0 0,0-1 0 0,3 3 0 0,0 3 0 0,0-3 0 15,3 3 0-15,0 0 0 16,3-3-28-16,0-2 0 0,0-1 0 0,3-2 0 16,3 0-22-16,0-3-4 0,0 0-1 0,3-5 0 15,0-2-5-15,-1-1 0 0,-2 0-1 0,3-5 0 0,0 0 49 0,0 0 12 0,3-5 0 16,-3 0 0-16,0-1 0 0,0-2 0 16,0-2 0-16,0-1 0 0,-4-2 0 15,1 0 0-15,0 0 0 0,0-3 0 0,-3 0 48 0,-3 0 13 0,0 0 3 0,0 0 0 16,-3 3 0-16,0-3 0 0,-3 3 0 0,0 0 0 15,0 2-8-15,0 3-2 0,0 3 0 0,0 2 0 16,-3 3-33-16,6 0-6 0,-6 3-2 0,0 2 0 16,0 6-13-16,0-1 0 0,4 3 0 0,-4 3 0 15,6 0 0-15,0 0 0 0,0 3 0 0,3-3 0 16,2-1 0-16,1-1 0 0,3-1 0 0,3 0 0 16,0 0-14-16,3-5 4 15,3 0 1-15,-3 0 0 0,3-3 9 0,-3 1 0 0,2-4 0 0,1-2 0 16,0 0 0-16,0-2 0 0,-3-4 0 0,0 1 0 15,-3 0 10-15,0-3 1 0,-1 0 0 0,-2-3 0 16,0 1 11-16,0-3 2 0,0-1 1 0,-3-2 0 16,0-2 1-16,0-3 0 0,-3 2 0 0,3-5 0 15,-3 3-5-15,0 0-1 0,0 0 0 0,0-3 0 16,0 3-9-16,-3 2-3 0,0-2 0 0,0 3 0 16,0 2-8-16,-3-3 0 0,0 3 9 0,3 3-9 15,-3 3 0-15,0 2-8 0,3 0 0 0,-3 2 0 16,3 6-82-16,0 0-16 0,0 0-3 0</inkml:trace>
  <inkml:trace contextRef="#ctx0" brushRef="#br0" timeOffset="1560.609">9894 9629 3040 0,'0'-6'64'0,"0"1"12"0,3 0-60 0,-3 2-16 0,3-2 0 16,-3 5 0-16,3-5 54 0,-3 5 8 0,0 0 2 0,0 0 0 15,0 0-52-15,0 0-12 0,0 0 0 0,3 8 0 16,-3 0 31-16,3 2 3 0,-3 1 1 0,-3 2 0 16,3 5-27-16,-3-2-8 0,-3 3 0 0,0 2 0 15,0 0 8-15,0 3-8 0,-3 0 0 0,3 2 0 16,0 3 0-16,-3 3 0 0,3 0 0 0,0 5 0 15,0-8-29-15,0 0-7 0,0-2 0 0,3-1-1 16,-3-2 37-16,3-3 0 0,0 0 0 0,0-2 0 16,0-1-161-16,0-2-25 0,0-5-5 0</inkml:trace>
  <inkml:trace contextRef="#ctx0" brushRef="#br0" timeOffset="2151.276">9147 9166 1579 0,'0'0'32'0,"-3"-3"10"16,0 0-34-16,0 1-8 0,0-1 0 0,3 3 0 15,-3-2 104-15,3 2 20 0,0 0 3 0,0 0 1 16,0 0-52-16,0 0-9 0,0 0-3 0,0 0 0 16,0 0 0-16,0 0 0 0,0 0 0 0,0 0 0 15,0 0 0-15,0 0 0 0,0 0 0 0,6 0 0 16,0 0 0-16,5 0 0 0,1 2 0 0,3-2 0 0,3 0-51 0,0 0-13 0,6 0 0 0,0 0 0 15,2-2 54 1,4 2 8-16,3-6 2 0,3 4 0 0,-1-4-64 0,4 4-8 16,0-6-4-16,2 2-1 0,-5 1 13 0,-3-3 0 0,0 3 9 15,-4-3-9-15,1 3 8 16,-3-3-8-16,0 2 0 0,-3-2 0 0,-1 3 9 16,-2 0-9-16,-3 0 8 0,0 2-8 0,-3 0 0 15,-6-2 0-15,0 2 0 0,0 3 0 16,-6 0-47-16,-3 0-11 0,0 0-2 0,0 0-1 15,0 0-73-15,0 0-14 0,0 0-4 0</inkml:trace>
  <inkml:trace contextRef="#ctx0" brushRef="#br0" timeOffset="3423.112">10623 8951 2012 0,'3'-8'57'0,"3"1"12"0,-3 1-55 0,-3 1-14 0,3 0 0 0,-3-1 0 16,0 6 109-16,-6-5 19 0,0 2 4 0,-3 1 1 15,0-1-55-15,-3 3-11 0,0 0-3 0,-3 3 0 16,-2-1-26-16,-1 4-6 0,-3-1 0 0,0 3-1 15,0 0-15-15,0 2-2 0,-3 1-1 0,1 2 0 16,-1 1 6-16,3 1 1 0,0 1 0 0,0 5 0 16,4 1-20-16,2 1 0 0,3 4 0 0,0 2 0 15,6-3 0-15,3-2-11 0,0 3 2 0,3-1 0 16,6 1 9-16,3-4 12 0,0 1-2 0,3 0-1 16,3 0-9-16,-1 2 0 0,4 1 0 0,0-1 0 15,0 1 0-15,0 2-11 0,0 0 3 0,-3 0 0 16,-1-5 8-16,-2 2 0 0,0-5 0 0,-3 3 0 15,-3-3-9-15,-3 3 0 0,-3-3 0 0,0 1 0 16,-6-4-10-16,0 3-1 0,-3-2-1 0,-3-1 0 16,0 1 7-16,-2-1 2 0,-1 4 0 0,0-4 0 15,-3 1-2-15,0 2 0 0,-3-5 0 0,0 2 0 0,4 1 14 0,-1-6 0 16,3 3 0-16,0-3 0 0,3-2 0 0,0-1 0 16,3-2 0-16,0 0 0 15,3 0 16-15,3-5 7 0,0 2 1 0,3 0 0 0,0 1-8 0,3-4-2 0,0 3 0 0,3-2 0 16,0 2-1-16,6 1 0 0,-3-1 0 15,3 0 0-15,0 3 0 0,0-2 0 0,3 1 0 0,-3 1 0 16,2 3-2-16,1 0-1 0,0-1 0 16,-3 6 0-16,0-3 2 0,0 6 1 0,0-1 0 15,-3 3 0-15,3 3-5 0,-3 0 0 0,-3 3-8 16,2-1 12-16,1 3-12 0,-3-2 9 16,0 2-9-16,0 2 8 0,-3-1-8 0,0-1 0 15,0 0 0-15,-3 0 8 0,3 0-8 0,-3 0 0 0,0 3 9 0,0-3-9 16,-3 0-14-16,0-2-7 0,3-1-2 0,-3 0 0 15,0-2-29-15,-3-3-7 16,3 1-1-16,-3-4 0 0,3-2-186 0,0-3-38 0</inkml:trace>
  <inkml:trace contextRef="#ctx0" brushRef="#br0" timeOffset="4137.626">4098 8541 1561 0,'0'0'32'0,"0"0"8"0,0 0-32 0,0 0-8 0,0 0 0 0,-6 6 0 15,6-6 87-15,-9 0 15 0,0 2 3 0,9-2 1 16,0 0-16-16,0 0-3 0,0 0-1 0,0 0 0 15,0 0-30-15,0 0-5 0,0 0-2 0,0 0 0 16,0 0-5-16,6 6 0 0,-6-6-1 0,3 2 0 16,6 1-9-16,-3-1-2 0,6-2 0 0,0 3 0 15,9-3-3-15,0 0-1 0,8 0 0 0,1 0 0 16,3 0-1-16,6 0-1 0,2 3 0 0,4-3 0 16,0 0-10-16,-1-3-1 0,7 3-1 0,-6-3 0 15,-7 3-5-15,-5 0-1 0,-3 0 0 0</inkml:trace>
  <inkml:trace contextRef="#ctx0" brushRef="#br0" timeOffset="4244.528">5661 8547 2948 0,'12'2'262'0,"0"-2"-210"16,0 3-38-16,3-3-14 0,-1-3 9 0,1 3-9 15,0 0 9-15,0-2-9 0,0 2 10 0,0 0-10 16,-3-3 10-16,-3 3-10 0,0-3 10 0,-3 3-10 16,-6 0 0-16,0 0 0 0,0 0 0 0,0 0 0 15,0 0-84-15,0 0-9 0,-3-2-3 0</inkml:trace>
  <inkml:trace contextRef="#ctx0" brushRef="#br0" timeOffset="4556.587">4170 8766 2073 0,'-6'5'43'0,"3"3"11"0,0-2-43 0,3 2-11 0,0-3 0 0,0 0 0 16,3 1 63-16,0-1 10 0,3 0 3 0,0-2 0 16,6-1 4-16,-1 1 0 0,4 0 1 0,3-1 0 15,3-2-28-15,3 0-5 0,6 0-2 0,-1-2 0 16,4-1-10-16,3 3-1 0,3-3-1 0,-1-2 0 15,4 0-11-15,-3 0-3 0,2-3 0 0,-2 2 0 16,-12-2-8-16,-9 0-3 0,-6 3 0 0</inkml:trace>
  <inkml:trace contextRef="#ctx0" brushRef="#br0" timeOffset="4655.968">5685 8689 2984 0,'21'-2'265'16,"2"-3"-212"0,1 2-39-16,3-2-14 0,0 2 9 0,0 0-9 15,-7 1 9-15,1-1-9 0,-3 0 10 0,-6 3-10 16,0 0 0-16,-3 0 0 0,0 0-11 0,-9 0 11 15,0 0-102-15,0 0-13 0,0 0-2 0</inkml:trace>
  <inkml:trace contextRef="#ctx0" brushRef="#br0" timeOffset="8258.441">11078 9499 2067 0,'3'-13'87'0,"0"5"-70"16,0-3 89-16,0 6 18 0,-3-3 3 0,3 3 1 15,-3 5-52-15,0 0-9 0,0 0-3 0,0 0 0 16,-6 3 0-16,0 2 0 0,0 0 0 0,0 6 0 16,-2 2-51-16,2 5-13 0,-3 4 0 0,3 1 0 31,-3 1 0-31,3-3 0 0,3 3 0 0,-3 0 0 0,3-3 0 0,3 0 0 0,-3 1 0 0,3-1 0 31,3-3-51-31,0 1-9 0,0-3-3 0,6-1 0 0,0 1 51 0,0-5 12 0,3 0 0 0,2-4 0 16,-2-1-54-16,6-4-8 0,-3 1-2 15,3-6 0-15,0 1 64 0,0-4 15 0,0 1 1 0,-4-3 1 16,4-2-4-16,-3-1-1 0,-3-2 0 0,3 0 0 16,-3-1 16-16,-3 1 4 0,0-3 0 0,0 0 0 15,-3 3 12-15,0-3 2 0,-3 3 1 0,-1-3 0 16,1 3-7-16,-3-3-2 0,0 3 0 15,0 2 0-15,-3-2-9 0,3 5-1 0,-2 0-1 0,2 3 0 16,0 5-10-16,0 0-1 0,0 0-1 0,-6 5 0 16,0 0-15-16,3 6 9 0,0 0-9 0,0 2 8 15,3 0-8-15,0 0-9 0,0 3 9 0,0 0-13 16,3-3-4-16,3 3-1 0,0 0 0 0,0-3 0 16,2 1-17-16,1-7-3 0,0 4-1 0,3-3 0 15,0-3 39-15,0 1 0 0,3-4 0 0,0 1 12 16,0-3-12-16,0 0 0 0,-4-3-12 0,4-2 12 15,0 0 11-15,-3-1 9 0,3 1 3 0,-6-3 0 16,3-2 9-16,-3 2 3 0,3-6 0 0,-3 4 0 0,-3-1-3 16,0-2-1-16,-1 0 0 0,1-3 0 0,-3-3-7 0,3-2 0 15,-3-3-1-15,0-2 0 0,0 2-11 0,-3 0-3 0,3-2 0 16,-3 2 0-16,0 3-1 0,0 2-8 0,0 3 12 0,-3 3-4 16,3 3-8-16,-3 2 0 0,3 2 0 15,-3 1 0-15,3 5-152 16,0 0-32-16,0 0-6 0</inkml:trace>
  <inkml:trace contextRef="#ctx0" brushRef="#br0" timeOffset="8889.815">11692 9814 2328 0,'0'0'48'0,"0"0"12"0,-3-5-48 16,3-1-12-16,0 1 0 0,0 0 0 0,3 0 100 0,0-1 16 0,0 4 4 0,-1-4 1 15,4 1-48-15,-3 0-9 0,3 2-3 0,0-2 0 16,0 2-20-16,0 1-4 15,0-1-1-15,-3 0 0 0,3 3-17 0,0-2-4 0,0 2-1 0,-3 2 0 16,3-2-14-16,-3 6 11 0,0-1-11 0,0 0 10 16,0 3-10-16,-3 0 0 0,0 3 0 0,0-1 8 15,-3 6-16-15,0 3-4 0,-3 2-1 0,0 0 0 16,-3 0-25-16,3 3-5 0,-3 0-1 16,-3-1 0-16,3-1-12 0,-3-1-2 15,1 0-1-15,-1-2 0 0,0-1 31 0,0-2 7 0,0 0 1 16,3 0 0-16,-3-3 4 0,6 0 0 0,0-5 1 15,0 3 0-15,3-3 29 0,3 0 6 0,0-3 0 0,3 0 1 16,3-2-5-16,-3 2-2 0,6-2 0 0,0-1 0 16,3-2 16-16,-3 0 3 0,3 0 1 0,0 0 0 15,0-2-18-15,2-1-4 0,-2-2-1 0,-3 2 0 16,3-2-1-16,0 2 0 0,0-2 0 0,0 0 0 16,0-1-10-16,0 1 0 0,3 0 0 0,-6 2 0 15,2-5 0-15,1 3-11 0,-3 0 3 0,3-1 0 16,0-2-194-16,0 3-38 0</inkml:trace>
  <inkml:trace contextRef="#ctx0" brushRef="#br0" timeOffset="9664.14">11034 9248 1552 0,'-6'0'44'0,"0"0"10"0,0 0-43 0,0 0-11 0,6 0 0 0,-6 0 0 16,6 0 97-16,-3 0 18 0,3 0 3 0,0 0 1 16,0 0-37-16,-6 0-7 0,6 0-2 0,0 0 0 15,0 0-7-15,0 0-2 0,0 0 0 0,0 0 0 16,0 0 0-16,0 0 0 0,0 0 0 0,0 0 0 16,0 0-51-16,0 0-13 0,0 0 0 0,9 2 0 15,3-2 54-15,0 0 8 0,6 0 2 0,2 0 0 16,1 0-52-16,6-2-12 15,0-1 0-15,3 0 0 0,-4 1 29 0,1-1 3 16,0 1 1-16,3-1 0 0,0 0-21 0,-1 3-12 0,4-2 12 0,0 2-12 16,0-3 27-16,-1 0-2 0,4 1 0 0,-6-4 0 15,0 4-25-15,-7-1 0 0,4 0 0 0,-6 1 0 16,-3-1-10-16,-3 3-7 0,-3 0-2 0,0 0 0 16,-4-3 19-16,1 3 0 0,-3 0 0 0,0 0 0 15,0 0 0-15,-6 0 0 0,0 0 0 0,0 0 0 16,0 0-13-16,0 0 4 0,0 0 1 0,0 0 0 15,0 0-23-15,0 0-4 0,0 0-1 0,0 0 0 16,0 0-73-16,0 0-15 0,0 0-4 0</inkml:trace>
  <inkml:trace contextRef="#ctx0" brushRef="#br0" timeOffset="14550.842">12293 9242 2191 0,'-3'-5'62'0,"3"5"14"0,-3-2-61 0,-3-1-15 0,6 3 0 0,-6-3 0 15,0 3 71-15,0 3 11 0,0 0 2 0,0 2 1 16,-3 3-17-16,3 0-3 0,-3 2-1 0,0 4 0 16,0 1-51-16,-2 7-13 0,2 1 0 0,0 4 0 15,-3 2 8-15,3 5 0 0,0 6-8 0,0 0 12 16,3-3-12-16,0 0 9 0,0 0-9 0,3 5 8 16,0-5-8-16,3 0 0 0,0 0 9 0,3 3-9 15,3-3 11-15,0-3-3 0,3 1 0 16,3-1 0-16,0-7 28 0,0-3 4 0,3-1 2 0,0-4 0 15,2-3-34-15,-2-6-8 0,3 1 0 0,0-3 0 16,-3-3-30-16,3-5-8 0,-3 0-2 16</inkml:trace>
  <inkml:trace contextRef="#ctx0" brushRef="#br0" timeOffset="14969.208">12543 9512 2258 0,'-9'6'64'0,"0"2"14"0,3-3-62 16,-3 3-16-16,3-3 0 0,-3 3 0 0,3 0 73 0,0 0 12 0,0 3 3 0,0-1 0 15,3-2-33-15,0 3-7 0,0-1 0 0,1 1-1 16,2 2-23-16,0-2-5 0,0-1-1 0,2 3 0 15,1-2-18-15,0 2 0 0,3 0 8 0,0-5-8 16,0 3 0-16,0 0 0 0,3-3 0 0,0-1 0 16,-3 1 0-16,3 0 0 0,0-2 0 0,3-4 0 15,-3-2 0-15,3 0 10 0,0-2-10 0,-3-4 8 16,2 4-28 0,1-4-7-16,-3 1-1 0,3-3 0 0,-3 0 74 0,3-2 14 0,-3-1 4 15,0 0 0-15,-3-2-52 0,0 3-12 0,-3-1 0 0,0-5 0 16,0 0 54-16,-3 0 8 0,0-5 2 0,-3 0 0 15,-3 0-52-15,0-3-12 0,0 3 0 0,-3-3 0 16,0 3 18-16,-3 2 1 0,0 1 0 0,-3 2 0 16,0 3-19-16,4 2-11 0,-4 1 2 0,-3 2 0 15,3 2-28-15,-3 1-6 0,0 0-1 0,0 2 0 16,0 1-115-16,1 2-23 0,-4 0-5 0</inkml:trace>
  <inkml:trace contextRef="#ctx0" brushRef="#br0" timeOffset="15324.897">12787 9208 2482 0,'0'0'70'0,"0"0"16"0,0 0-69 16,0 0-17-16,0 0 0 0,0 0 0 0,0 0 92 0,0 0 16 0,0 0 2 0,0 0 1 15,0 0-56-15,6 3-11 0,0-1-3 0,0 4 0 16,3-1-17-16,0 0-4 0,0 3-1 0,3 0 0 15,-1 3-6-15,1-1-1 0,0 4 0 0,3-1 0 16,-6 3-4-16,3-1-8 0,-3 1 11 0,3 6-11 16,-3-1 8-16,0 0-8 0,0 3 0 0,-1 2 0 15,-2 1 11-15,0-1-2 0,0 1 0 0,-3-1 0 16,0-2-9-16,-3-3 0 0,0 0 0 0,-3 0 0 16,0-2 0-16,-3-1 0 0,3 4 0 0,-6-4 0 15,4 1 0-15,-4-4 0 0,0 1 0 0,0 0 0 16,-3 0 0-16,0 0 0 0,0-3 9 15,0 0-9-15,0 3 0 0,-3-5 8 0,0-1-8 0,4 4 0 16,-1-6 0-16,0 0 0 0,0-1 0 0,3-1 0 16,0-4 0-16,0 4 0 0,-3-6 0 0,3 0-12 15,3 0-84-15,-3-6-18 0,3 4-3 16</inkml:trace>
  <inkml:trace contextRef="#ctx0" brushRef="#br0" timeOffset="15779.794">13373 9637 1956 0,'-12'-6'40'0,"12"6"11"0,-3-2-41 0,-2-1-10 0,2 0 0 0,3 3 0 16,0 0 106-16,0 0 19 0,-3-5 4 0,3 5 1 15,0 0-31-15,0 0-7 0,0-2 0 0,6-1-1 16,-1 3-26-16,1 0-5 0,6 0 0 0,0 0-1 16,6 0-7-16,0 0-2 0,6 0 0 0,3 0 0 15,-1 0-25-15,4 0-5 0,3-3 0 0,0 1-1 16,-1-1-19-16,-5 3 0 0,3-3 0 0,0 1 0 16,-4-1 0-16,1 0 0 0,-3 1 0 0,3 2 0 15,-3-3 0-15,-1 0 0 0,-2 1 0 0,-3-1 0 16,0-2 0-16,-3 2 0 0,-3 1 0 0,0-1 0 15,-6 0-124-15,-3-2-29 0,0 2-6 0</inkml:trace>
  <inkml:trace contextRef="#ctx0" brushRef="#br0" timeOffset="16096.11">13597 9377 2635 0,'0'-8'75'0,"0"1"16"0,0-1-73 0,0 0-18 0,0 2 0 0,3 1 0 16,-3 0 80-16,0 5 13 0,3-6 3 0,-3 6 0 15,0 0-33-15,0 0-7 0,0 0 0 0,0 0-1 16,5 6-21-16,-2-4-4 0,3 4-1 0,-3 2 0 16,0 2-11-16,-3 3-2 0,3 3-1 0,-3 6 0 15,3 1 9-15,-3 4 3 0,0 5 0 0,0-1 0 16,0 1-27-16,0 0-17 0,3-3 2 0,-3 0 1 15,0-3 14-15,0 1 0 0,0 2 0 0,0-2 0 16,0-1 0-16,0 0 0 0,0 1 0 0,0-1 0 16,0 1 0-16,0-6 0 0,0 3-13 0,0-6 5 15,0 1-32-15,0-3-5 0,3-3-2 0,-3-2 0 16,3-4-136-16,0 1-27 0,3-2-6 16</inkml:trace>
  <inkml:trace contextRef="#ctx0" brushRef="#br0" timeOffset="16846.446">14272 9526 2066 0,'3'-30'43'0,"-3"20"10"0,0-1-42 0,3-2-11 0,0 3 0 0,0-1 0 16,0 0 104-16,-3 3 20 0,3 0 3 0,-3 3 1 15,3 3-52-15,-3 2-9 0,0 0-3 0,0 0 0 16,0 0 0-16,0 0 0 0,0 0 0 0,-6 5 0 16,0 3 0-16,0 5 0 0,0 3 0 0,0 5 0 15,3-2-51-15,-3 2-13 0,0 5 0 0,3-2 0 16,1-3-14-16,-1 0-6 0,0-2 0 0,3-1-1 16,0 1 33-16,3-3 8 0,0-3 0 0,2 3 1 15,1-3-68-15,3-2-13 0,0-1-4 16,0-2 0-16,3 0 52 0,0-3 12 0,3-2 0 0,0 0 0 15,3-3-16-15,-3 0-1 0,-1-3 0 0,4 0 0 16,-3-4 17-16,0-1 0 0,-3 0 0 0,3-3 0 16,-3 0 0-16,-3 1 0 0,0-1 0 0,0 1 9 15,-1-4 12-15,-5 1 3 0,3 0 0 0,-3 2 0 0,0-4 8 16,-3 1 3-16,3-2 0 0,-3 3 0 16,0 0-3-16,0 2-1 0,-3 3 0 0,3 1 0 15,-3 1-12-15,3 6-3 0,0 0 0 0,0 0 0 16,-6 0-16-16,0 8 8 0,0 0-8 0,1 3 0 15,2 2 0-15,0 0 0 0,0 3 0 0,3 0 0 0,3 0-12 0,-3-3 1 16,6 3 0-16,-3 0 0 0,2-3-6 0,4 0-2 0,0 0 0 16,0-2 0-16,0 0 19 0,0-3 0 0,3 0 0 0,-3-3 0 15,3-3 0-15,-3 1 0 0,0-3 0 0,0 0 0 16,0-3 0-16,0 1 0 0,-1-3 0 0,1-1 0 16,-3-2 0-16,3 0 0 0,-3 0 0 15,0-2 0-15,0-1 51 0,-3 1 10 0,3-4 3 0,-3 1 0 16,3-3-52-16,-3-5-12 15,3-3 0-15,0 1 0 0,0-4 0 0,0 1 0 0,-3-1 0 0,3-2 0 16,3 5 0-16,-3 3 0 0,0 0 0 16,-1 5 0-16,1 0 0 0,0 6-15 0,0-1 5 0,0 6 1 15,0-1-67-15,0 4-14 0,0-1-2 16,-3 6-1-16,3-1-64 0,0 9-13 16,-3-3-2-16</inkml:trace>
  <inkml:trace contextRef="#ctx0" brushRef="#br0" timeOffset="17191.975">14823 9682 2512 0,'0'0'72'0,"0"0"14"15,0 0-69-15,0 0-17 0,0 0 0 0,6 0 0 16,0-3 95-16,3-2 15 0,0-1 3 0,0 1 1 0,0 0-46 0,0 0-8 0,2-1-3 0,-2 1 0 16,0 2-25-16,0 1-4 0,0-1-2 0,0 3 0 15,0 0-11-15,-3 0-3 0,0 3 0 0,3-1 0 16,-6 4-12-16,3-1 0 0,-3 0 0 0,0 3 0 15,-3 3-9-15,0-1-8 0,-3 4-2 0,0-1 0 16,0 0-3-16,-3 3-1 0,0 0 0 0,-3 2 0 31,3-2-14-31,-3 3-3 0,0-1-1 0,0 3 0 0,0-5 25 0,0 3 4 0,3-1 2 16,0-2 0-16,3-3 10 16,0 1 0-16,3-1 0 0,0-3 0 0,3-2 10 15,0 0 1-15,0-2 0 0,3-1 0 0,0-2 0 0,0-1 0 0,3 1 0 0,-3-3 0 16,3-3-19-16,0 1-4 0,0-1-1 15,0 0 0-15,0-2 13 0,3 0 0 0,0-3 0 0,0 0 0 16,-1 0 0-16,1-3 0 0,0 1 0 0,0-4 0 16,3 1-54-16,0 0-8 0,0 0-2 15</inkml:trace>
  <inkml:trace contextRef="#ctx0" brushRef="#br0" timeOffset="17702.854">15427 9232 1968 0,'-6'0'41'0,"0"0"9"0,-3 0-40 0,3 0-10 0,0 3 0 0,1-1 0 16,-1 1 96-16,0-1 16 0,-3 4 4 0,3 2 1 16,-3 2-64-16,0 4-13 0,0-1-2 0,0 3-1 15,-3 2 17-15,0 3 3 0,0 0 1 0,-3 3 0 16,3 5-34-16,1 3-8 0,-1 0 0 0,3 2-1 16,0-2-1-16,3 0 0 0,3-3 0 0,0 3 0 15,6-3 1-15,0-3 0 0,0 3 0 0,6 0 0 16,0 1 5-16,3-4 0 0,2 3 1 0,1 0 0 15,0-5-13-15,0 0-8 0,0-3 10 0,3-2-10 16,0-1 0-16,-3-2 0 0,2-5 0 0,4 2 0 16,-3-8 0-16,0 3 0 0,3-5 0 0,-3-1 0 15,0-2-80-15,2-5-23 0,-2 0-4 0</inkml:trace>
  <inkml:trace contextRef="#ctx0" brushRef="#br0" timeOffset="18334.07">15650 9380 2109 0,'3'-5'88'0,"3"-1"-70"16,0 4 78-16,-3-3 15 0,0 2 3 0,-3 3 1 15,0 0-39-15,0 0-8 0,3-3-2 0,-3 3 0 16,0 0-2-16,0 0 0 0,0 0 0 0,0 6 0 16,-3 1-18-16,0 4-4 0,0 0-1 0,-3 5 0 15,0 2-14-15,0 1-3 0,1-1-1 0,-1 6 0 16,3-3-23-16,0 0 0 0,0 0 0 0,0 1 0 16,3-4 0-16,3-2 0 0,0 0 0 0,0-3 0 15,3 0 0-15,-1-2 0 0,1-1 0 0,3 1 0 16,0-6-47-16,0 3-13 0,0-5-4 0,3 2 0 15,-3-5 52-15,0 0 12 0,3-2 0 0,0-4 0 16,-3 1 0-16,0 0 0 0,-3-1 0 0,2-2 0 16,-2 3 0-16,0-3 0 0,0 0 0 0,0-2 0 15,-3-1 48-15,0-2 13 0,0 0 3 0,0-1 0 16,0 1-52-16,-3 0-12 0,0-3 0 0,0 3 0 16,0 2 54-16,0 1 8 0,-3-1 2 0,3 3 0 15,-3 3-52-15,3 5-12 0,0 0 0 0,0 0 0 16,-6 5 0-16,0 3 0 0,3 3 0 0,-3 2 0 15,6 0 0-15,-3 3 0 0,3 0 0 0,0 0 0 16,0 2 0-16,3-4 0 0,0 1 0 0,3-1 0 16,0-1-48-16,0-3-13 0,3 1-3 0,0 0 0 0,3-6 52 0,-3 3 12 0,3-5 0 0,0-1 0 15,-3 1 0-15,3-1 0 0,-3-2 0 0,2-2 0 16,-2-1 0-16,0 1 0 0,3-4 0 16,-3 1 0-16,0-3 0 0,-3 3 0 0,3-3 0 15,0-3 0-15,-3 1 0 0,3-4 0 16,-3 1 0-16,0-3 0 0,3-2 48 15,-3-1 13-15,-1-2 3 0,1-3 0 0,0 3-52 0,0-3-12 0,0 3 0 0,0 0 0 16,0 2 0-16,3 4 0 0,-3-1 0 16,3 0 0-16,-3 3-100 0,0 2-22 0,3-2-5 0,-3 2-1 15,0 6-102-15,3 0-21 0,-3 5-4 16</inkml:trace>
  <inkml:trace contextRef="#ctx0" brushRef="#br0" timeOffset="18872.183">16264 9658 2553 0,'-6'-5'53'0,"0"-1"12"15,0 1-52-15,3-3-13 0,-3 3 0 0,3-3 0 0,-3 0 105 0,3 0 19 0,0 0 3 16,0-3 1-16,3 4-52 0,0-4-9 0,0 3-3 0,0 0 0 15,0 0-51-15,3 3-13 0,0 0 0 0,0-1 0 16,3 4 0-16,-3-1 0 0,3 0 0 0,3 1 0 16,0 2 39-16,0 2 5 0,0 1 0 0,-1 0 1 15,4 2-21-15,-3 3-4 0,0 0 0 0,3 0-1 16,-3 2-19-16,-3 1 0 16,3-3 0-16,-3 5 0 0,0-5 0 0,-3 3 0 15,0-1 0-15,-3 1 0 16,0-3-48-16,0 2-12 0,-3-2-4 0,0 0 0 15,0-3 0-15,-3 3 0 0,0 0 0 0,0-2 0 0,0 2 52 0,0-3 12 16,3 0 0-16,-3 0 0 0,6-5 0 0,-6 6 0 0,6-6 0 0,0 0 0 16,0 0 0-16,0 0 0 0,0 0 0 0,0 0 0 15,0 0 0-15,6-3 0 0,0 0 0 0,0 1 0 16,3-1 0-16,0-2 0 0,0 0 0 0,3-1 0 16,0 1 0-16,0 0 0 0,-1-1 0 0,1 1 0 15,-3 2 48-15,3-2 13 0,0 2 3 16,-3 1 0-16,3-1-52 0,-3 3-12 0,-3 0 0 0,3 0 0 15,-3 3 0-15,-3 2 0 0,0-2 0 0,0 2 0 16,0 3 0-16,-3 0 0 0,0 3 0 0,-3-1 0 16,0 3 0-16,-3 1 0 0,0-4 0 0,-3 3 0 15,0 1 0-15,0 1 0 0,-3-1 0 0,-3 2 0 16,3-1 0-16,-3 1 0 0,4 0 0 0,-4 0 0 16,0 0-48-16,0-3-13 0,-3 0-3 0,3-2 0 15,3 0-51-15,0-6-10 0,3 0-3 0</inkml:trace>
  <inkml:trace contextRef="#ctx0" brushRef="#br0" timeOffset="19199.954">16561 9272 2795 0,'0'-8'58'0,"-3"0"14"0,3 2-57 0,0 6-15 0,0-5 0 0,0 5 0 16,0 0 54-16,0 0 8 0,0 0 2 0,0 0 0 15,3 5 0-15,6 3 0 0,-3 3 0 0,0 0 0 16,3-1 0-16,0 3 0 0,3 1 0 0,0-1 0 16,0 3-52-16,0 0-12 0,2-1 0 0,-2 7 0 15,3-1 0-15,-3 3 8 0,-3 2-8 0,3 3 0 16,-6-5 9-16,3 2-9 0,-3 1 8 0,-3-1-8 16,0-2 8-16,-3-3-8 0,-3 3 0 0,0-3 8 15,-3 0-8-15,-3 3 0 0,-3 0 9 16,0 0-9-16,-3 2 0 0,0 3-16 0,-2-2 2 0,-1 2 1 15,-3-3 13-15,3 1 0 0,0-3 0 0,-6-3 0 16,0 0 0-16,1 0 0 0,-7-2 0 0,0-1 0 16,3-2 0-16,1 0 0 0,-4-5 0 0,3 2-9 15,3 0-94-15,0-5-18 0,4 3-4 0</inkml:trace>
  <inkml:trace contextRef="#ctx0" brushRef="#br0" timeOffset="20105.564">17046 9105 1824 0,'-3'-13'38'0,"3"-1"8"16,0 1-37-16,0-3-9 0,3 3 0 0,0 0 0 15,0 0 104-15,3-1 20 0,3 1 3 0,-3 3 1 16,6-1-52-16,-3 3-9 0,3-3-3 0,3 4 0 16,-3 1 0-16,3-2 0 0,0 3 0 0,-1 0 0 0,-2 2-51 0,3 0-13 0,-3 1 0 15,0 4 0-15,-3 1 54 0,-3 0 8 0,0 5 2 0,0 0 0 16,-3 2-52-16,-3 3-12 0,0 1 0 0,-3 4 0 16,-3 3-9-16,0 3-5 15,0 5-1-15,-6 0 0 0,3 0 15 0,-3 1 0 16,0 1 0-16,3-2 0 0,-3 1 8 0,4-7-8 0,-1 4 0 15,3-3 0-15,0 2 0 0,3 1 0 16,3-1 0-16,0 0 0 0,3 1 0 0,3-1 0 0,3 1 0 16,0 2 0-16,2-8 0 0,1 0 0 15,6-5 0-15,-3 3-9 0,0-6 9 0,0-3 0 0,0-2 0 0,0 0 0 16,-3-2 0-16,-1-1 0 0,1-2 0 0,-3 2 0 16,-3-2 0-16,0-1 8 0,-3 1-8 0,-3-3 11 15,0 0 15-15,0 0 3 0,0 0 1 0,-3 5 0 16,0 0 5-16,-3 3 1 0,0-2 0 0,-3-1 0 15,0 3-16-15,1-3-2 0,-4 3-1 0,0 3 0 16,0-3-9-16,0 2-8 0,0 1 9 0,3-1-9 16,-3 4 0-16,3-1 0 0,-3 3 0 0,3 0 0 15,0 5 0-15,3 0 0 0,4 3 0 0,-4 0 0 16,3 2-8-16,3-2-5 0,-3 2-1 0,3 1 0 16,-3-3 22-16,3 2 4 0,0 0 0 0,0 1 1 15,-3 2-13-15,0 0-18 0,3 0 4 16,-3 6 1-16,0-4 13 0,3 4 0 0,-3-1 0 0,0 1 0 15,0-6 0-15,0-3 0 0,-3-2 0 0,3 0 0 16,-6-3 0-16,3-3 0 0,0 1 0 0,-3 0 0 0,0-4 0 16,0 4 0-16,0-6 0 0,3 3 0 15,-3-3 0-15,1 0 13 0,-1 1-2 0,0-4-1 16,0 1-38-16,0-3-8 0,3 0-2 0,-3 0 0 16,0-6-109-16,3 1-21 0,-3-3-5 0</inkml:trace>
  <inkml:trace contextRef="#ctx0" brushRef="#br0" timeOffset="21045.685">17612 9706 1824 0,'0'0'76'0,"0"0"-60"15,0 0 107-15,0 0 21 0,0 0 5 0,3 5 1 16,3-3-61-16,6 1-12 0,0-3-2 0,3 3-1 15,3-3-9-15,2 0-1 0,1-3-1 0,6 3 0 16,0-3-13-16,3-2-2 0,-1 3-1 0,7-4 0 16,-3 1 2-16,2 0 1 0,4-1 0 0,-3 1 0 15,-3 2-50-15,-1-5-11 0,-2 3-1 16,0 0-1-16,-3 0 13 0,-3-1 0 0,-4 1 9 16,1 2-9-16,0-2 0 0,-3 2 8 0,0-2-8 0,-3 2 0 15,0 1 0-15,-4-1-16 0,1-2 3 0,-3 2 1 16,0 1-27-16,-3-1-5 0,-6 3 0 15,0 0-1-15,0 0-15 0,0 0-4 0,0 0 0 0,0 0 0 16,0 0-103-16,0 0-21 0,0 0-4 0</inkml:trace>
  <inkml:trace contextRef="#ctx0" brushRef="#br0" timeOffset="21330.727">18017 9449 2310 0,'-12'-5'48'0,"0"2"11"0,3-2-47 16,3-1-12-16,0 1 0 0,6 5 0 0,0 0 104 0,0 0 20 0,0 0 3 0,0 0 1 16,0 0-52-16,0 0-9 0,0 0-3 0,0 0 0 15,0 0 0-15,3 5 0 0,3 1 0 0,-3 2 0 32,3 5-51-32,0 3-13 0,0 2 0 0,-3 1 0 15,3 2 30-15,-3 0 3 0,3 3 1 0,-3 0 0 16,0-3-17-16,0 0-3 0,0 0-1 0,0 0 0 0,0 1-13 15,-3-4 11-15,3 3-11 0,-3 0 10 0,0 1-10 0,3-1 0 0,-3 0 0 16,0 0 0-16,0 0 0 0,0 0 0 0,-3 1 0 16,3-4 0-16,0 1-13 0,-3-6-8 0,3 3-2 0,0-3 0 15,0-5-97-15,3 0-20 16,-3 0-4-16</inkml:trace>
  <inkml:trace contextRef="#ctx0" brushRef="#br0" timeOffset="22177.493">18666 9303 2066 0,'0'-8'43'0,"0"0"10"0,0 1-42 0,0-1-11 0,0 0 0 0,0 2 0 15,0-2 84-15,0 8 16 0,0-2 2 0,0 2 1 16,0 0-11-16,0 0-3 0,0 0 0 0,0 0 0 16,0 0-20-16,0 0-4 0,0 0-1 0,0 5 0 15,-3 3-51-15,0 3-13 0,3 2 0 0,-3 3 0 16,0 0 0-16,0-1 0 0,0 4 0 0,0-3 0 15,0 5 0-15,0-2 0 0,0-1 0 0,3 3 0 16,0-2 0-16,0 2 0 0,3 0 0 0,0-5 0 16,0 0 0-16,3 0 0 0,0-3 0 0,0-2 0 15,3-1 0-15,0-5 0 0,3 3 0 0,-1-5 0 16,1 0-48-16,0-3-13 0,3-3-3 16,-3-2 0-16,3-1 76 0,-3-2 16 0,3 1 2 0,-3-4 1 15,0 0-50-15,-4-2-9 0,1 0-3 16,0 0 0-16,0-3 75 0,-3 0 16 0,0 0 2 0,0 3 1 15,-3-3-19-15,0 3-4 0,0-1-1 0,-3 4 0 16,0-1-7-16,0 3-2 0,0 0 0 0,-3 0 0 16,0 3-12-16,3 5-2 0,0 0-1 0,0 0 0 15,-6 3-15-15,0 2 8 0,0 3-8 0,0 3 0 0,3-1 0 16,0 3 0-16,0 3 0 0,3 3 0 16,0-3 0-16,3 2-10 0,3 1 10 0,0-3-8 15,3 2-2-15,3-2 0 0,0-3 0 0,3 1 0 0,-3-4-1 16,3 1 0-16,0-6 0 0,-4 3 0 0,4-5 11 0,-3-1 8 15,3 1-8-15,-3-3 11 0,3-3-11 0,-3 1 0 16,0-4 0-16,0 1 0 0,0 0 0 0,-4-6 0 0,1 3 0 16,0-5 0-16,0 0 28 0,-3-3 4 0,0-3 1 15,-3 1 0-15,3-3-2 0,-6 2-1 0,3-2 0 0,-3 2 0 16,3 1-30-16,-3-3 8 0,0 5-8 0,0-3 0 16,-3 1 0-1,3 2 0-15,-3-3 0 0,-3 4 0 0,3 1 0 0,-3-2 0 0,3 3 0 0,-3 3 0 16,0 2 0-16,0 0 0 0,3 0 0 0,-3 2 0 15,6 6-100-15,0 0-22 16,0 0-5-16,0 0-1 0,-3 8 0 0,3 3 0 16,0 2 0-16</inkml:trace>
  <inkml:trace contextRef="#ctx0" brushRef="#br0" timeOffset="22434.045">19279 9526 2185 0,'0'0'92'16,"0"5"-74"-1,0 0 126-15,0-5 26 0,0 0 5 0,0 5 1 16,0 1-65-16,0-1-13 0,3 0-2 0,-3 1-1 16,0-1-38-16,0 3-7 0,0-3-2 0,0 3 0 15,0 0-16-15,-3 0-3 0,3 0-1 0,-3 2 0 16,3 1-8-16,-3 0-3 0,0 2 0 0,0 0 0 16,0 0-5-16,0 1-2 0,0-1 0 0,-3 3 0 15,0 0-10-15,3-1 0 0,-3 1 0 0,0 0 8 0,0 3-8 16,0-1 0-16,0 3 0 0,-2 1 0 0,2-4 0 15,0 3 0-15,0-2 0 0,0 2 0 0,0-5-19 0,3 0-2 0,0 0-1 16,0-3 0 0,0-5-85-16,3 0-17 0,0 0-3 0</inkml:trace>
  <inkml:trace contextRef="#ctx0" brushRef="#br0" timeOffset="23149.573">19693 8967 2067 0,'9'-16'87'15,"0"3"-70"1,-1-3 89-16,-2 0 18 0,3 3 3 0,-3-3 1 16,-3 3-52-16,0 0-9 0,0 0-3 0,0-1 0 0,-6 4 0 15,0 2 0-15,0 0 0 0,-3 0 0 16,-3 3 0-16,0 2 0 0,-2 0 0 0,-4 3 0 15,0 3-51-15,-6 2-13 0,0 1 0 0,-3 4 0 0,3 3 0 0,-2 1 0 0,-1 2 0 16,0 5 0-16,3 0 0 0,3 3 0 0,0 2 0 16,7 6 0-16,-1 2 0 0,3 3 0 0,3 6 0 0,3-1 0 15,3-5 0-15,3 3 0 0,0-3 0 0,3 0 0 16,3 0 0-16,0 0 0 0,2-3 0 0,1 6 0 16,0-6 0-16,0 3 0 15,0 1 0-15,3-4 0 0,-3 0 0 16,0-7 0-16,0-1 0 0,0-2 0 0,-3 3 0 0,-4-9 0 0,1 3 0 0,-3 0 0 15,-3-2 0-15,0-1 0 0,-3 1 0 0,-3-1 0 16,1-2 0-16,-4 0 0 0,0 0 0 0,0 0 0 16,0-3 0-16,-3-2 0 0,0 2 0 0,0-2 0 15,3-3 0-15,0-1 0 0,0-1 0 0,3-1 0 16,0-2 0-16,0 2 0 0,3-2 0 0,3-3 0 16,0 0 0-16,0 0 0 0,0 0 0 0,0 0 0 15,3 2-48-15,0 4-13 0,3-4-3 0,0 4 0 16,3-1 103-16,0 3 20 0,0-3 4 0,3 3 1 15,0 3-64-15,0-3 0 0,3 5-12 0,-3 0 2 16,0 0 21-16,-1 3 4 0,-2 0 1 0,0 2 0 16,0 1 1-16,-3 5 1 0,0 0 0 0,0 2 0 15,-3 3 18-15,0 3 3 0,-3 2 1 0,0 3 0 16,0-5-40-16,-3-3-18 0,0 0 2 0,-3 0 0 0,3-2 25 16,0-1 6-16,-3 1 1 0,3 2 0 0,-3-3-16 15,3 1 0-15,-3 2 0 0,3 0 0 16,0-5-48-16,0 0-13 0,0 0-3 0,0-3 0 15,1-5-102-15,-1-1-21 0,3-1-4 0</inkml:trace>
  <inkml:trace contextRef="#ctx0" brushRef="#br0" timeOffset="24315.932">9022 8560 1075 0,'-12'0'45'16,"0"2"-36"-1,0-2 48-15,0 0 10 0,0 3 1 0,0-3 1 16,3 0 40-16,0 3 8 0,0-3 2 0,0 2 0 16,9-2-37-16,0 0-7 0,0 0-2 0,0 0 0 15,0 0-11-15,0 0-2 0,0 0-1 0,0 0 0 16,0 0-43-16,0 0-16 0,0 0 11 0,0 0-11 16,6 0 57-16,3 0 6 0,0 0 1 0,6 0 0 15,-3 0 0-15,6 0 0 0,0 0 0 0,3 0 0 16,2 0-64-16,1 3-20 0,3-3 0 0,0 3 0 15,3-3 20-15,-4 0 14 0,4 0-2 0,0 0-1 16,0 0 4-16,-1 0 1 0,1 0 0 0,0 0 0 0,3 0-16 16,-1 0-8-16,4 0 8 0,0 0-13 0,0 0 42 0,-1 2 9 15,4 1 2-15,0 0 0 0,-4-3-13 0,4 0-3 16,0 0 0-16,2 0 0 0,-2 0-24 0,3 0-9 0,-1 2 0 16,4-2 0-16,-6 3 9 0,-3-3 11 0,-1-3-3 15,7 3 0-15,-6 0-8 0,2 0 0 0,4 0 0 0,0 3 0 16,-4-3 14-16,4 3-2 0,-6-3-1 0,2 0 0 15,-2 0-3-15,0 0-8 0,0-3 12 0,-1 0-4 16,1 3-20-16,0-2-5 0,0 2-1 0,-1-3 0 16,1 3 49-16,-3-3 9 0,-4 3 3 0,4 0 0 15,0 0-29-15,-6-2-6 0,2-1 0 0,1 0-8 16,0 3 18-16,3 0-3 0,-3-2-1 0,-1444 2 0 16,2890 0-14-16,-1446 2-8 0,3-2 8 0,-7 0-13 15,4 0 13-15,-6 0 0 0,0 0 0 0,3 0 0 16,-4 0 8-16,1 0-8 0,0 0 0 0,0 0 0 15,0 0 8-15,-1 0-8 0,1 0 0 0,0 0 0 16,0 0 0-16,-3 3 0 0,0-3 0 0,-4 3 0 16,4-3 0-16,-3 0 0 0,0 0 0 0,0 0 0 15,-3 0 0-15,0 0 0 0,-4 0 0 0,4 0 0 16,-3 0 0-16,3 0 0 0,-3 0 0 0,3 0 0 16,0-3 0-16,-3 3 0 0,6-3 0 0,-7 3 0 15,1 0 0-15,0-2 0 0,0 2 0 0,0-3 0 16,0 3 32-16,-3 0-1 0,0 0 0 0,3 0 0 0,-6 0-22 15,3 0-9-15,-3 0 8 0,-3 0-8 0,-3 0 0 16,6 0 0-16,-6 0 8 0,0 0-8 0,0 0 0 0,0 0 0 16,0 0 0-16,0 0 0 15,0 0-74-15,0 0-10 0,0 0-3 0</inkml:trace>
  <inkml:trace contextRef="#ctx0" brushRef="#br0" timeOffset="27846.675">20124 9377 2508 0,'-3'-8'71'0,"3"6"16"0,-3-3-70 0,3-1-17 0,0 6 0 0,-3-5 0 16,3 5 55-16,-3-5 7 0,3 5 2 0,-3 0 0 15,3 0 0-15,-6 0 0 0,0 5 0 0,1-2 0 16,-1 5-52-16,-3 2-12 0,0 3 0 0,-3 3 0 16,3 3 0-16,0 2 0 0,0 3 0 0,0 2 0 15,3-2 0-15,0 2 0 0,3-2 0 0,0 0 0 16,0-3-48-1,3 0-13-15,3-5-3 0,0 0 0 0,0-3 52 0,3-2 12 0,3 0 0 0,0-3 0 16,0-3-54-16,3 0-8 0,0-5-2 0,3 0 0 16,-3 0 52-16,-1-5 12 0,4 0 0 0,-3-3 0 15,0 2 0-15,0-2 0 0,0 0 0 0,-3-2 0 16,3-1 48-16,-6 1 13 0,0-1 3 0,0 0 0 16,0 1 0-16,-3-1 0 0,0-2 0 0,0 3 0 15,-3-1-52-15,3 0-12 0,-3 1 0 0,0 2 0 16,-3 3 54-16,3 5 8 0,0 0 2 0,0 0 0 15,0 0-64-15,-3 5 0 0,-3 0-14 0,3 3 2 16,0 5 12-16,0-2 0 0,0 2 0 0,3 3 0 16,0-3 12-16,0 0-3 0,0 1 0 0,3-1 0 15,0 0-58-15,0-2-12 0,3 2-3 0,0-2 0 16,-1-4 52-16,1 1 12 0,3 0 0 0,-3-5 0 16,3 2 0-16,0-5 0 0,3 0 0 0,-6 0 0 15,3-2 21-15,0-1 7 0,0-2 2 0,0-1 0 16,-3-2 3-16,3 1 1 0,0-1 0 0,-3-3 0 15,2 0-13-15,-2 1-2 0,0-3-1 0,0-1 0 0,3-4-3 0,-3-3-1 16,0-3 0-16,0 0 0 0,0 0-14 0,0-2 8 0,0 2-8 16,0 0 0-1,0 3-22-15,-3 2-10 0,0 4-3 0,0 1 0 0,0 4 35 0,0-1 0 0,-3 6 0 0,0 0 0 16,0 5-109-16,0 0-15 16,0 0-4-16</inkml:trace>
  <inkml:trace contextRef="#ctx0" brushRef="#br0" timeOffset="28199.077">20487 9676 1854 0,'6'3'78'15,"3"-3"-62"1,-3 0 134-16,3 0 27 0,0 0 6 0,0-3 1 16,-3 3-45-16,3 0-9 0,0-2-2 0,-3 2 0 15,0 0-102-15,0 2-26 0,0-2 0 0,0 3 0 16,-3 0 0-16,0-1 0 0,0 1 0 0,0 2 0 15,-3 3 56-15,0-2 7 0,0 1 1 0,-3 1 0 16,-3 0-52-16,0 6-12 0,0-4 0 0,-3 3 0 16,-3 1 0-16,0-1 0 0,-3 3 0 0,0 0 0 15,0 2-48-15,3 1-13 0,-2 2-3 0,2 0 0 16,3 0 52-16,0-2 12 0,0-1 0 0,6-2 0 16,0 0 0-16,3-5 0 0,3 2 0 0,3-5 0 15,0 0 0-15,3-3 0 0,3 0 0 0,0-2 0 16,-1-3 0-16,4 0 0 0,0-3 0 0,0-2 0 0,0 2 0 0,-3-2 0 15,3-3 0-15,-3 0 0 0,0-2 0 0,-1-1 0 0,1 0 0 16,0-2 0 0,0 0-54-16,-3-3-8 0,3 0-2 0,-3-2 0 0,0-1-175 15,0 1-35-15</inkml:trace>
  <inkml:trace contextRef="#ctx0" brushRef="#br0" timeOffset="28617.821">19981 9150 1579 0,'0'0'32'0,"0"0"10"15,0 0-34-15,0 0-8 0,0 0 0 0,0 0 0 16,-6 0 66-16,6 0 11 0,0 0 3 0,0 0 0 16,0 0-3-16,-5-3 0 0,5 3 0 0,0 0 0 15,0 0-4-15,0 0-1 0,0 0 0 0,0 0 0 16,0 0-5-16,0 0-2 0,0 0 0 0,0 0 0 0,5 3-13 0,4 0-4 16,3-3 0-16,0 2 0 15,6-2 9-15,3 0 2 0,3 0 0 0,0 0 0 16,-1-2-11-16,1-4-1 0,0 4-1 0,6-4 0 15,2 1-12-15,4-3-2 0,3 3-1 0,3-3 0 16,-4 3-14-16,-2-1-2 0,0 1-1 0,-1 0 0 0,-5-1 5 0,-3 1 1 16,0 0 0-16,-3-1 0 0,-4 1-20 0,1 3 0 0,0-1 0 0,0-2 0 15,-6 2 0-15,0 3-11 0,-3 0 2 16,-3 0 0 0,-4 0-19-16,-5 0-3 0,6 3-1 0,-6-3 0 15,0 5-73-15,0 3-15 0,0-3-4 0</inkml:trace>
  <inkml:trace contextRef="#ctx0" brushRef="#br0" timeOffset="29912.074">21238 9039 2098 0,'-3'-6'60'0,"0"1"12"0,0 3-58 0,0-4-14 0,0 4 0 0,3 2 0 16,-6-3 85-16,0 0 15 0,0 1 2 0,-3 2 1 15,3 2-39-15,-3 1-8 0,0 2-2 0,-3 8 0 16,0 3-30-16,0 5-5 0,-3 6-2 0,1 2 0 16,-1 5-17-1,0-2 0-15,3 3 0 0,-3 4 0 0,3-2 0 0,0 3 0 0,3 0 0 0,3 5 0 16,0 0 0-16,6 0 0 0,0 0 0 15,0 2 0-15,3-2 0 0,0-5 0 0,3 0 0 0,0 2 0 16,3-2 0-16,0 2 0 0,3 0 0 0,0-5 0 16,3-2 55-16,0-3 7 0,3-6 2 0,2-2 0 15,-2-3-42-15,3-3-8 0,0-2-2 0,0-2 0 16,3-1 12-16,-4-5 3 0,1 2 0 0,-3-2 0 16,0 0-19-16,0-5-8 0,-3 0 8 0,0-1-8 15,-4 1-29-15,1-3-11 0,-3-3-3 16,3 3 0-16,-6-5 7 0,3 2 2 0,-3 1 0 0,-3-4 0 15,3 1-150-15,0 0-31 0,-3 2-5 0</inkml:trace>
  <inkml:trace contextRef="#ctx0" brushRef="#br0" timeOffset="33828.009">21360 9409 2055 0,'0'-18'43'0,"0"10"9"15,3 0-41-15,-3 0-11 0,3 0 0 0,-3 0 0 16,0 0 93-16,3 0 17 0,-3 0 3 0,0 0 1 16,0 3-21-16,0 5-4 0,0 0-1 0,0 0 0 15,0 0-47-15,0 0-9 0,0 0-3 0,0 0 0 16,0 0-19-16,-6 5-10 0,3 3 10 0,-3 3-10 16,3-1 0-16,-3 4 0 0,0-1 0 0,3 3 0 15,-3 0 0-15,3 2 0 0,-3 1 0 0,6 2 0 0,-3-3-16 16,3 1 0-16,0 2 0 0,3-5 0 15,0 0-10-15,0-3-2 0,3 0 0 0,0-2 0 0,0-3 11 0,3-3 1 0,0 0 1 16,-1-2 0-16,1 0 5 0,0-3 1 0,0-3 0 16,0 0 0-16,0 1 9 0,0-4 0 0,0-2 10 0,0 0-10 15,0 1 26-15,0-4-1 0,0 3 0 0,0-3 0 16,0 1-25-16,-3-1 0 0,-1 1 0 0,-2-1 0 16,3 3 0-16,-3 0 0 15,-3 0 0-15,3 3 0 0,-3 5 0 0,0 0 0 0,0 0 0 0,0 0 0 16,0 0 0-16,0 0 0 0,0 0 0 0,-3 5 0 15,0 3 30-15,0 3 1 0,0-1 0 0,0 1 0 16,3 2-50-16,0-2-9 16,0-1-3-16,3 1 0 0,0-3 31 0,0 0 0 0,0 0 0 0,3 0 0 15,0-3 0-15,-3 0 0 0,3-5 0 0,0 3 0 16,3-3 0-16,0-3 0 0,-3-2 0 0,3 2 0 16,0-5 45-16,0-2 15 0,0-1 4 0,-3 1 0 15,3-4-23-15,-3 1-4 0,2-3-1 0,-2 0 0 16,0 1-17-16,3-1-4 0,-3 0-1 0,0 0 0 15,0 0 0-15,0 0 0 0,-3 0 0 0,3 0 0 16,-3 1-14-16,3-1-12 0,-3 2 3 0,0 1 0 16,0 3-37-16,0-4-7 0,0 6-2 0,0 1 0 15,3 1-58-15,-3 1-12 0,0 2-3 0</inkml:trace>
  <inkml:trace contextRef="#ctx0" brushRef="#br0" timeOffset="34260.415">21782 9507 2310 0,'0'0'48'0,"0"0"11"0,6-3-47 0,-3 1-12 0,3-1 0 15,0-2 0-15,0 0 104 0,0-1 20 0,3 1 3 0,-3-3 1 16,3 3-52-16,3-3-9 0,-3 3-3 0,0-3 0 16,2 5-20-16,-2-2-5 0,3 2-1 0,-3 0 0 15,0 3-26-15,-3-2-4 0,3 4-8 0,-6 1 11 16,-3-3-11-16,6 3 0 0,-6 2 9 0,3 3-9 15,-3-3 0-15,-3 3 0 0,3 0-10 0,-6 0 10 16,3 3-40-16,-3-4 0 0,3 4-1 0,-3-3 0 16,0 3 17-16,0-3 4 0,0 2 1 0,0-2 0 15,0-3 3-15,3 3 1 0,-3 0 0 0,4-5 0 16,2-3 4-16,0 0 1 0,0 0 0 0,0 0 0 16,0 0-8-16,0 0-2 0,0 5 0 0,2-2 0 15,4-1 20-15,0-2 0 0,0 0 0 0,0 0 0 16,3-2 0-16,0 2 0 0,0-3 0 0,0 1 0 15,0-1 48-15,0 3 12 0,0-3 4 0,0 1 0 16,-3 2-52-16,0 0-12 0,0 0 0 0,0 2 0 16,-3 1 0-16,0 2 0 0,-1 0 0 0,1 1 0 15,-3 4 0-15,-3-2 0 0,3 3 0 0,-2-1 0 16,-4 1 0-16,0 2 0 0,0-2 0 0,-3-1 0 16,0 4 0-16,0-4 0 0,0 3 0 0,-3 1 0 15,3-1-48-15,-3 0-13 0,3 0-3 0,-3-2 0 16,0-3-109-16,-2 0-23 0</inkml:trace>
  <inkml:trace contextRef="#ctx0" brushRef="#br0" timeOffset="34624.959">22068 9250 2795 0,'-3'-15'58'0,"-3"1"14"0,3 1-57 0,3 2-15 0,-3-2 0 0,3 5 0 15,0 0 54-15,0 3 8 0,3 2 2 0,-3 3 0 16,6 0 0-16,0 0 0 0,0 6 0 0,3-1 0 16,0 6-52-16,3-1-12 0,0 3 0 0,3 1 0 15,-4 2 0-15,1-1 0 0,3 1 0 0,0 5 0 16,-3-2 0-16,3-1 0 0,-3 4 0 0,0 1 0 16,0 4 26-16,0-1 2 0,2 6 1 0,-2 0 0 15,-3-3-21-15,3 0-8 0,-3 3 0 0,-3-3 0 16,0-3 8-16,-3 1-8 0,0-1 0 0,-3 1 9 15,0-3-9-15,-3 2 0 0,-3 1 9 0,0 2-9 16,-3-3 26-16,0 1 1 0,-3 2 0 0,0 0 0 16,-3-3-47-16,1-5-8 0,-1 1-3 0,-6-1 0 15,3-5 13-15,-6 2 2 0,3-2 1 0,-2 0 0 16,-1-3-2-16,0-2-1 0,0-1 0 0,3-2 0 16,0 0-37-16,1-3-7 0,2 1-2 0,-3-4 0 15,3-2-154-15,3-2-31 0</inkml:trace>
  <inkml:trace contextRef="#ctx0" brushRef="#br0" timeOffset="34987.719">22538 9668 2004 0,'0'0'56'0,"0"0"14"0,0 0-56 0,0 0-14 0,0 0 0 0,0 0 0 16,0 0 81-16,0 0 14 0,6 0 2 0,-3 0 1 15,6-2-22-15,-3 2-4 0,3 0 0 0,0 0-1 16,0 0-3-16,0 2-1 0,3-2 0 0,-3 0 0 15,3 0-16-15,-1 0-3 0,1 0-1 0,3-2 0 16,0 2-18-16,0 0-3 0,3-3-1 0,0 1 0 16,-3-1-13-16,3 3-2 0,-1-3-1 0,1 1 0 15,0-1-9-15,-3 0 0 0,0-2 0 0,0 2 0 16,-3 1 12-16,0-4-2 0,-4 4-1 0,1-1 0 16,-3-2-109-16,0 2-23 0,0 1-4 0</inkml:trace>
  <inkml:trace contextRef="#ctx0" brushRef="#br0" timeOffset="35279.948">22729 9385 2298 0,'-18'-10'48'0,"12"7"11"0,0 0-47 15,0 1-12-15,6 2 0 0,0 0 0 0,0 0 107 0,0 0 19 0,-3-5 4 0,3 5 1 16,0 0-54-16,0 0-10 0,0 0-3 0,0 0 0 15,0 0 0-15,0 0 0 0,0 7 0 0,0 1 0 16,3 6-51-16,-3-1-13 0,3 0 0 0,0 6 0 16,-3 2 23-16,3 0 1 0,0 3 1 0,-3 0 0 15,3-3-11-15,-3 5-2 0,0-5-1 0,0 3 0 16,0-3-11-16,0-2 0 0,0 2 9 0,-3 0-9 16,0 0 0-16,0 1 0 0,3-4 0 0,-3 3 8 15,0-2-8-15,0 2-10 0,0 0 10 0,-3 0-13 16,3 0-24-16,0-2-5 0,0-1-1 0,0-2 0 15,0-2-111-15,3-1-22 0,-3-3-5 0</inkml:trace>
  <inkml:trace contextRef="#ctx0" brushRef="#br0" timeOffset="36071.708">23119 9295 2067 0,'3'-8'87'16,"0"1"-70"-1,3 1 89-15,-3 1 18 0,0 0 3 0,-3 5 1 16,0 0-52-16,0 0-9 0,0 0-3 0,0 0 0 15,0 0 0-15,0 0 0 0,0 0 0 0,-3 10 0 16,0 1-51-16,-3 2-13 0,0 3 0 0,0 0 0 16,3 2 0-16,-3 1 0 0,0-1 0 0,3 4 0 15,0-1 0-15,0 0 0 0,0 3 0 0,3-3 0 16,0 0 0-16,3-2 0 0,0-1 0 0,0 1 0 16,3-6-48-16,0 0-13 0,3-5-3 0,0 3 0 15,0-6 52-15,3-3 12 0,-1 1 0 0,1-3 0 16,0-3 0-16,3 1 0 0,0-3 0 0,0-3 0 0,0 0 0 15,0-3 0-15,0 1 0 0,-1-4 0 0,-2 1 0 0,0 0 0 16,-3 0 0-16,0-3 0 0,0 2 48 0,-3-1 13 16,0-1 3-16,0 3 0 0,-3-3 0 0,0 5 0 15,0-2 0-15,0 5 0 0,-3-3-52 0,-3 6-12 16,3-3 0-16,-3 3 0 0,3 5 0 0,0 0 0 0,0 0 0 16,-6 2 0-1,0 4 0-15,0-1 0 0,-3 6 0 0,3-1 0 0,0 3 0 0,3 1 0 16,0 4 0-16,0 1 0 0,3-1 0 0,0 1 0 15,3-1 0-15,0 1 0 0,3-1 0 16,3-4 0-16,0-1 0 0,3 0 0 0,-3-2 0 0,3-1 0 0,-3-5 0 0,3 3 0 16,-3-5 0-16,-1 0 0 0,1-1 0 0,0-2 0 15,0-2 0-15,0-1 0 0,-3 0 0 0,3-5 0 16,-3 0 0-16,0 1 0 0,-3-4 0 0,3-2 0 16,0-3 54-16,-3 0 8 0,0 0 2 0,0-2 0 15,0-4-52-15,0 1-12 0,0 0 0 0,0-3 0 16,0 3 0-16,0 3 0 0,0-4 0 0,0 4 0 15,-3-3 23-15,3 2 1 0,0 1 1 0,0-1 0 16,-3 3-25-16,0 0 0 0,2 3 0 0,-2 0 0 16,0 2-36-16,3 1-2 0,-3 4-1 0,0 6 0 15,0 0-113-15,0 0-22 0,3 3-5 0</inkml:trace>
  <inkml:trace contextRef="#ctx0" brushRef="#br0" timeOffset="36488.452">23595 9589 2605 0,'6'-5'74'0,"0"2"16"0,0-2-72 16,0 0-18-16,3-1 0 0,-3 1 0 0,3 0 72 0,0 2 12 0,-1-2 1 0,1 2 1 15,0 0-40-15,0 1-8 0,-3 2-2 0,0 0 0 16,0 0-16-16,0 0-3 0,0 2-1 0,-3 4 0 16,0-4 10-16,0 4 2 0,0-1 0 0,-3 3 0 15,0 0-28-15,-3 2 0 0,0 1 0 0,0-3 0 16,-3 3-46-16,0-1-14 0,0 3-4 0,0-2 0 16,-3 0 52-16,0 2 12 0,0-3 0 0,0 4 0 31,1-4-54-31,-1 3-8 0,0-2-2 0,3 0 0 0,0-1 0 0,0-2 0 15,6 3 0-15,-3-3 0 0,3 0 52 0,3-3 12 0,0 0 0 0,0-2 0 16,3-1 0-16,0 1 0 0,3 0 0 0,0-3 0 16,-1 0 48-16,4 0 13 0,0 0 3 0,0 0 0 15,3-3-52-15,-3 0-12 0,3 1 0 0,0-1 0 16,0-2 0-16,0 0 0 0,-4-3 0 0,4 0 0 16,-3-3-100-16,3-2-22 0,-3 0-5 0</inkml:trace>
  <inkml:trace contextRef="#ctx0" brushRef="#br0" timeOffset="36813.678">24110 9163 2229 0,'-9'-24'46'0,"6"16"12"0,0 0-46 0,0 0-12 0,0 3 0 0,0 0 0 16,0 2 95-16,3 3 17 0,0 0 3 0,0 0 1 15,0 0-38-15,-6 3-7 0,0 2-2 0,0 3 0 16,0 5-33-16,0 3-8 0,-3 3 0 0,4 2-1 15,-4 0-15-15,0 0-4 0,-3 3 0 0,3 0 0 16,0 0-8-16,-3-1-9 16,0 4 9-16,3 2-13 0,0 3 13 0,0 2 0 0,0 1 0 0,6 2 0 15,-3-3 0-15,3-2 0 0,3-3 0 0,0 0 0 16,3-3 0-16,3-2 0 0,0 0 0 0,3 0 0 16,0-3 0-16,0-2 0 0,3-1 0 0,3 3 0 15,3-5 0-15,-3 0 0 0,6 0 0 16,-4-3 0-16,1-2 0 0,3-1 0 0,-3-2 0 0,0-2 0 15,0-1 0-15,0-3 0 0,-1 1 0 0,-2 0 0 16,0-6 0-16,0 0 0 0,-3-2 0 0,0-3 0 16,-3-2-208-16,0-4-38 0</inkml:trace>
  <inkml:trace contextRef="#ctx0" brushRef="#br0" timeOffset="37380.725">24354 9287 1918 0,'0'0'40'0,"0"-5"9"15,0 5-39-15,3-5-10 0,-3 5 0 0,0 0 0 16,0 0 124-16,0 0 24 0,0 0 4 0,0 0 0 16,0 0-43-16,0 0-9 0,0 0-1 0,0 0-1 15,0 0-34-15,0 0-6 0,0 0-2 0,-6 5 0 16,0 0-21-16,3 3-5 0,-3 0-1 0,3 3 0 15,-3-1-15-15,3 4-3 0,-3-1-1 0,3 3 0 0,0 0 2 16,0 2 1-16,0 1 0 0,3 2 0 16,0-3-13-16,0 4 0 0,0-1 0 0,3 0 0 0,0-3 0 15,0 1 0-15,0 0 0 0,0-1 0 0,0-5 0 0,0 3 0 16,0-5 0-16,0 2 0 0,0-5 0 0,-3 2 0 16,3-4 0-16,-3 2 0 15,3-3-48-15,-3-5-13 0,0 0-3 0,0 0 0 16,0 0-154-16,3 0-31 0,3 0-7 0</inkml:trace>
  <inkml:trace contextRef="#ctx0" brushRef="#br0" timeOffset="37718.47">24527 9092 2322 0,'-6'-6'66'0,"0"4"14"0,6 2-64 0,0 0-16 0,0 0 0 0,0 0 0 15,0 0 78-15,0 0 13 0,0 0 2 0,0 5 1 16,3 6-32-16,0 2-6 0,3 0-2 0,0 6 0 16,0-4-11-16,6 1-3 0,-4 3 0 0,4 2 0 15,0-2-10-15,0 2-2 0,0-3-1 0,0 3 0 16,-3 1-14-16,0-4-2 0,0 1-1 0,-3 4 0 16,0-1-2-16,-3 1 0 0,3 4 0 0,-3-1 0 15,-3-2-8-15,0 3 0 0,0-4 0 0,0 1 0 16,-3-3 0-16,-3 1 0 0,3-4 0 0,-3 3 0 15,-3-5 0-15,0 0 0 0,0 0 0 0,-3 0 0 16,0-3-9-16,-3-2 9 0,3-1-12 0,-3-2 12 16,4 3-44-16,-4-6-3 0,3 3 0 0,0-3 0 15,-3 0 38-15,6-2 9 0,-3 2 0 0,3-2 0 16,0 0-104-16,3-3-20 0,-3-3-3 0</inkml:trace>
  <inkml:trace contextRef="#ctx0" brushRef="#br0" timeOffset="38532.937">24595 8801 2066 0,'9'-14'43'0,"0"-2"10"16,3 1-42-16,0-1-11 0,3 0 0 0,0-3 0 15,2 3 104-15,1-2 20 0,3-1 3 0,0 4 1 16,3 1-76-16,0 1-14 0,-1 0-3 0,1 2-1 16,0 6 6-16,-3 0 0 0,0-1 1 0,-3 1 0 15,-1 5-13-15,-2 0-4 0,0 0 0 0,-3 3 0 16,-3 5-12-16,-3 0-4 0,-3 2 0 0,0 6 0 0,-3 3 1 0,-3 4 0 16,0 4 0-16,-3-1 0 15,-3 6-1-15,3 0 0 0,-3 0 0 0,-3 2 0 16,3-2-8-16,3-3 0 0,-2 3 0 0,-1 2 8 0,3 0-8 15,-3 3 0-15,3 0 0 0,0 1 0 0,3-7 0 0,3 1 0 16,-3-3 0-16,3-2 0 0,3-4 0 16,0-1 0-16,3-1 0 0,-3-5 0 0,6-1 0 0,-3-1 0 0,3-4 0 15,-1 1 0-15,-2-3 0 0,3 0 0 0,-3 0 0 16,0-3 0-16,0 0 0 0,0-2 0 0,0 0 0 0,-6-3 0 16,0 0 18-16,0 0-2 0,0 0 0 0,0 0 0 15,0 0 20-15,0 0 3 16,0 0 1-16,0 5 0 0,0-5-25 0,0 8-5 0,0-3-1 0,-3 3 0 15,0 0-9-15,-3 0 0 0,3 3 0 0,-3-1 0 16,3 1 0-16,-3 5 0 0,0-1 0 0,3 1 0 16,-3 0 0-16,3 3 0 0,-2-1 0 0,2 1 0 15,0-1 0-15,0 1 0 0,3-1 0 0,-3 1 0 16,3-1 17-16,0 4 2 0,0-4 0 0,0 6 0 16,3 0-31-16,-3 2-5 0,3 1-2 0,0 2 0 15,0 2 19-15,0-1 0 0,-1 4 0 0,1-2 0 16,0-3 48-16,0-3 12 0,0 1 4 0,0-1 0 15,-3-2-52-15,3 0-12 0,-3-3 0 0,0 3 0 16,0-3 0-16,0 0 0 0,0 0 0 0,0-2 0 16,-3-1 0-16,0 1 0 0,3-1 0 0,-6-2 0 15,3 0 9-15,-2-3-1 0,-1 1 0 0,0-1 0 16,-3-3 1-16,3 1 0 0,-3-3 0 0,0 3 0 16,0-6-9-16,0 3 12 0,0-3-12 0,-3 0 12 15,3 1-28-15,0-1-6 0,3-2-1 0,-3 2 0 0,0-2 23 0,4-1 0 16,-1 1 0-16,3-1 0 15,3-2-56-15,-6 0-6 0,6 0-2 0,0 0 0 16,-6 3-69-16,6-3-15 0,0 0-2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16:57:57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12457 1516 1116 0,'0'0'24'0,"0"0"6"0,0 0 1 0,0 0 0 0,0 0-31 0,0 0 0 0,-6-5 0 0,6 5 0 0,-6-3 59 0,0 3 5 15,-3 0 2-15,3 0 0 16,0 0-28-16,0 0-6 0,-3 0 0 0,3 3-1 16,0 2-6-16,0-5-1 0,0 0 0 0,6 0 0 0,-3 5-4 0,3-5-2 15,-6 3 0-15,6-3 0 16,-3 5-10-16,3-2-8 0,0-3 12 0,3 8-12 0,0-3 13 0,3-2-4 15,0 2-1-15,3 0 0 16,0-2-8-16,3 2 0 0,0-5 0 0,0 3 8 0,3 2 6 0,-1-5 1 16,1 0 0-16,0 3 0 0,0-3-15 15,3 0 0-15,3-3 0 0,0 3 0 0,2 0 0 0,1-5 0 0,3 5 0 16,3 0 0-16,0-3 29 0,-1 3 3 16,1 0 1-16,3 0 0 0,-3 0-19 0,-1 0-4 0,4 0-1 0,0-5 0 15,0 2 3-15,2-2 1 16,1 5 0-16,3-5 0 0,-1 2-3 0,1 3-1 0,0 0 0 15,-3 0 0-15,-4 0-9 0,1 0 12 0,-3-5-12 0,3 2 12 16,-4 3-3-16,4-5 0 16,0 2 0-16,0 3 0 0,-1 0-19 0,-2 0-4 0,0 0-1 0,-3 0 0 15,2 0 41-15,-5 0 8 0,0 0 2 0,0 0 0 16,-3-5-28-16,-1 5-8 0,-2 0 0 0,0 5 0 16,0-5 11-16,0 0-11 0,-3 0 10 0,0 0-10 15,-3 0-28-15,0 3-12 16,-1-3-3-16,-2 5 0 0,0-5 86 0,0 0 17 0,-3 3 3 0,0 2 1 15,0-5-64-15,0 3-21 0,0-3 0 0,0 5 0 16,-3-5-18-16,3 0-3 0,-6 0-1 0,6 5 0 31,-3-5-17-31,3 0-3 0,0 0-1 0</inkml:trace>
  <inkml:trace contextRef="#ctx0" brushRef="#br0" timeOffset="908.57">21985 1590 600 0,'0'0'16'0,"-9"-2"6"0,3-4-22 0,0 6 0 0,0-5 0 0,6 5 0 16,-3-3 90-16,3 3 14 0,-6-5 2 0,6 5 1 15,-3-3-39-15,3 3-7 0,0 0-1 0,0 0-1 16,0 0-19-16,0 0-3 0,0 0-1 0,3-5 0 16,3 2-12-16,0 3-2 0,3-5-1 0,3 5 0 15,0 0-1-15,5 0-1 0,4 0 0 0,3 0 0 16,3 0 7-16,0-5 2 0,5 5 0 0,10-3 0 15,-3 3 6-15,8-5 2 0,7 5 0 0,6-3 0 16,-1 3-1-16,4-5 0 0,2 2 0 0,12 3 0 16,-2-5-11-16,-1 5-1 0,1-3-1 15,11 3 0-15,-6 0-14 0,1 0-8 0,-4 0 8 0,9 3-8 16,-8-3 0-16,-1 0 0 0,-2 0 0 0,2 5 0 16,-11-5 0-16,-1 0 9 0,-5 0-9 0,-1 0 0 15,-5 3 0-15,-7-3 0 0,-2 0 0 0,-6 5 0 16,-7-5 10-16,-2 0-10 0,-3 0 8 0,-6 3-8 0,-3-3 0 0,-3 0 0 15,-4 0 0-15,1 0 0 16,-3 0-40-16,-3 5-1 0,-3-5 0 0,-3 0 0 16,6 0-19-16,-6 0-4 0,3 8-1 0,0-3 0 15,0-5-7-15,-3 8-2 0,3-5 0 0,-3-3 0 0</inkml:trace>
  <inkml:trace contextRef="#ctx0" brushRef="#br0" timeOffset="13941.97">11567 5403 1720 0,'8'-16'48'0,"-5"6"12"0,6-1-48 0,0-2-12 0,0 0 0 0,0-1 0 15,0 1 90-15,-3 0 15 0,0-3 3 0,-3 3 1 16,0 0-13-16,-3-1-2 0,-3 1-1 0,0 0 0 15,-3 0-35-15,0 2-7 0,-3 3-2 0,0 0 0 16,-6 0-17-16,3 6-4 0,-2-1-1 0,-1 3 0 16,-3 3-15-16,3 2-4 0,-3 6 0 0,0-1 0 15,0 3-8-15,3 3 0 0,-2 3 0 0,-1 2 0 16,3 0 0-16,3 8 0 0,-3 3 0 0,3 8 0 16,6-1 0-16,0 4-9 0,0-1 9 0,3 0 0 15,0-2-9-15,0 0 9 0,3 2 0 0,0 3-9 0,0 0 9 16,0 3 0-16,0-1 0 0,3-2 0 15,-3-2 0-15,0-1 0 0,0-5 0 0,-3 3 0 16,3-3 0-16,-3 2 0 0,0-2 0 0,-3 3 0 0,4-6 0 0,-1 4 0 16,-3-7-8-16,0 1 8 15,0-5-20-15,-3-1 2 0,0-5 0 0,0 0 0 16,0-2-11-16,0-3-3 0,-3-3 0 0,0-5 0 16,-3 0-88-16,3 0-17 0,-2-6-4 0,-1-2-506 0,0-2-101 0</inkml:trace>
  <inkml:trace contextRef="#ctx0" brushRef="#br0" timeOffset="14107.9">11052 6017 1728 0,'-3'-8'38'0,"-3"0"8"0,3 0 2 0,-3 0 0 0,3 0-39 0,-3 3-9 16,3 0 0-16,3-1 0 0,-3-2 93 0,3 3 17 0,3 0 3 0,0 0 1 16,0-1-55-16,6 1-11 15,0 0-3-15,0-1 0 0,5 1-14 0,1 0-3 0,3-3-1 0,3 3 0 16,0-3-12-16,3 2-3 0,-1 1 0 0,4-3 0 15,-3 3-12-15,0-3 0 0,3 3-9 0,2-1 9 32,1-2-134-32,6 3-21 0,-3 0-4 0</inkml:trace>
  <inkml:trace contextRef="#ctx0" brushRef="#br0" timeOffset="14458.61">12126 5919 1743 0,'0'0'49'16,"0"0"11"-16,0 0-48 0,0 0-12 0,0 0 0 0,0 0 0 0,0 0 13 0,0 0 0 15,6 3 0-15,0-1 0 0,3 1 77 0,0 2 15 0,3-2 3 0,3 0 1 16,3-1-72-16,2-2-14 0,7 3-3 0,0-3-1 16,0 0 36-1,3 0 7-15,2 0 2 0,-2 0 0 0,3 0-52 0,-3 0-12 16,-1-3 0-16,1 3 0 0,0-2 0 0,0-1 0 0,-1 3 0 0,1-3 0 16,0 1 0-16,-3-1 0 15,-3 0 0-15,-1 1 0 0,-2-1 0 0,-6 3 0 0,0-3 0 0,-3 1 0 16,0 2-202-1,-6-3-43-15,0 3-9 0,-6 0-2 0</inkml:trace>
  <inkml:trace contextRef="#ctx0" brushRef="#br0" timeOffset="14699.4">12272 6112 1728 0,'-9'0'38'0,"0"6"8"0,-3-4 2 0,3 3 0 0,0-2-39 0,3 0-9 0,6-3 0 0,0 0 0 15,0 0 94-15,0 0 17 0,0 0 3 0,0 0 1 16,0 0-25-16,6 2-5 0,6-2-1 0,0 0 0 0,0 0-21 0,6 0-5 16,0 0-1-16,0-2 0 15,5 2-45-15,-2-3-12 0,3 3 0 0,0 0 0 16,0 0 53-16,0 0 9 0,-4-3 2 0,4 1 0 0,-3-1-64 16,3 1-26-16,3-1 2 15,-1 0 0-15,1 1-13 16,3-4-3-16,0 6 0 0,0-2 0 0,-1-1-122 0,4 0-25 0,-3 3-5 15,3-5 0-15</inkml:trace>
  <inkml:trace contextRef="#ctx0" brushRef="#br0" timeOffset="17645.3">13796 5760 1963 0,'0'0'56'15,"-3"-5"12"-15,3 0-55 0,0-1-13 0,0 1 0 0,0 5 0 16,0 0 68-16,0 0 12 0,-3-2 1 0,3 2 1 16,-6 0-66-16,0 2-16 0,0 3 0 0,-3 3 0 15,3 6 0-15,-3 2 0 0,0 5 0 0,1 5 0 16,-1-2 0-16,0 2 0 0,0 1 0 0,3 2 0 0,0-3 0 0,3-2 0 16,0-3 0-16,0 3 0 15,3-3 13-15,0-2-1 0,3-3 0 0,3 0 0 16,-3 0-70-16,6-6-14 0,0 1-4 0,-3-6 0 0,6 0 61 15,-4 1 15-15,4-6 0 0,-3 0 0 16,6-6 0-16,-3 4 0 0,3-6 0 0,0 2 0 0,0-2 0 0,-3-2 0 16,3-1 0-16,-4 3 0 0,1-2 48 0,0-1 13 15,-3-2 3-15,0 0 0 0,-3 0 0 0,3-6 0 0,-3 3 0 16,0-2 0-16,-3-1-52 0,0 3-12 0,0 3 0 16,-3 0 0-1,0 2 54-15,-3 3 8 0,3 0 2 0,0 8 0 0,0 0-52 0,0 0-12 0,-6 6 0 0,0 2 0 16,0 2 0-16,3 3 0 15,-3 1 0-15,3 1 0 0,3 1 0 0,0 0 0 16,3 0 0-16,3 0 0 16,3 0-48-16,0-3-13 0,3-2-3 0,0 2 0 0,3-3 64 0,2-2 0 0,-2 3 0 0,6-6 0 15,-3 1 0-15,-3-1 0 16,3-3 0-16,-3-2-12 0,0-2 12 0,-1-1 0 0,1-2 0 0,-3 0 0 16,0-3 48-16,0 0 13 0,0 0 3 0,-3-3 0 15,0 1 0-15,0-4 0 0,-3-1 0 0,0-1 0 16,0-3-52-16,0-2-12 0,-4-3 0 0,1-2 0 15,3-1 0-15,-3 1 0 0,0-3 0 0,-3 5 0 16,3 3 0-16,-3 0 0 0,0 2 0 0,0 3 0 16,0 3 0-16,0 0 0 0,-3 2 0 0,3 0 0 15,0 6 0-15,0 0 0 0,-3 0 0 0,3 5 0 16,0 0-208-16,0 0-42 0</inkml:trace>
  <inkml:trace contextRef="#ctx0" brushRef="#br0" timeOffset="18152.5">14501 5998 1688 0,'0'0'37'0,"0"0"8"0,0 0 2 0,0 0 0 0,0 0-38 0,0 0-9 0,0 0 0 0,0 0 0 16,0 0 84-16,0 0 14 15,0 0 3-15,0 0 1 0,0 0-37 0,0 8-7 0,0 0-2 0,0 0 0 16,0 0-14-16,0 0-3 0,0 3-1 0,0-1 0 16,0-2-11-16,-3 6-3 0,3-4 0 15,-2 3 0-15,-1 1-2 0,3 1-1 0,-3 1 0 0,0 3 0 16,0-1-3-16,0 1-1 0,0 2 0 0,0 3 0 16,0-6-5-16,0 4-2 0,0-1 0 0,0 3 0 15,0-6-10-15,0 1 12 0,0-1-12 0,0-2 12 16,0 0-4-16,0-3-8 0,3 0 12 0,-3-2-4 0,3-1-8 15,0-2 0-15,-3 3 9 0,3-3-9 0,-3-3 0 16,3 1 8-16,0-1-8 0,0 0 0 16,0-5 0-16,-3 5 0 0,3 1 0 0,0-6 0 15,-3 5-29-15,3-5-4 0,0 0-1 0,0 8 0 16,0-8-94-16,0 0-18 0,0 0-4 0,0 0-850 16</inkml:trace>
  <inkml:trace contextRef="#ctx0" brushRef="#br0" timeOffset="28079.39">13719 5501 1267 0,'0'0'28'0,"0"0"5"0,0 0 2 0,0 0 1 0,0 0-36 0,0 0 0 0,0 0 0 0,6 3 0 16,-3-1 58-16,3 4 5 0,-1-4 1 0,-2 1 0 15,3 0 0-15,3-1 0 0,0 1 0 0,0-1 0 16,3 1 0-16,0 2 0 0,0-5 0 0,6 6 0 16,0-4-32-16,-1-2-7 0,4 3-1 0,0 0 0 15,0-3-9-15,0 0-3 0,0 2 0 0,2-2 0 16,-2 0-12-16,0 0 9 0,0 0-9 0,-3 0 8 16,0-2-8-16,0 2 0 0,-4-3 0 0,4 3 8 0,-3-3-8 15,3 1 0-15,-3 2 0 0,3-3 0 16,-3 0-28-16,3-2-8 0,-1 2-2 0,1 1-564 15,0-3-113-15</inkml:trace>
  <inkml:trace contextRef="#ctx0" brushRef="#br0" timeOffset="28727.23">15493 5316 1497 0,'0'-19'32'0,"-3"11"8"0,3-2 0 0,-3 2 4 0,3-5-36 0,-3-1-8 0,-3 1 0 0,3 0 0 0,-3-3 102 0,-3 0 18 0,3 3 4 16,-3-3 1-16,0 3-50 0,-3 2-11 0,3 1-1 0,0 4-1 15,-3-2-21-15,4 3-4 16,-4 2-1-16,3 3 0 0,0 3-14 0,-3 2-3 0,0 6-1 0,0 5 0 15,-3 2-18-15,3 1 8 16,-3 5-8-16,0 0 0 0,4 2 0 0,-1 6 0 16,3 2 0-16,-3 11 0 0,3 3 0 0,0 2 0 0,3-2 0 15,0-1 0-15,3-2 0 16,0 0 0-16,3 3 0 0,-3 5 0 0,6 0 0 0,-3-3 0 0,3-2 0 16,0-1 0-16,0-7 0 0,0 0 0 0,0-1 0 0,0 1 0 15,-3 2 0-15,3-2 0 0,-3 0 0 16,-3-3 0-16,0 0-21 0,0-5-2 0,0-3 0 15,0 0 0 1,-3-5-30-16,0-1-7 0,0-4 0 0,0-1-1 0,-3-2-99 0,0-2-20 0,0-1-4 0,1-5-1 16</inkml:trace>
  <inkml:trace contextRef="#ctx0" brushRef="#br0" timeOffset="28924.4">14972 6067 1846 0,'0'0'40'0,"0"0"9"0,0-2 2 0,3-4 1 0,3 1-41 0,0 2-11 0,0-5 0 0,3 3 0 0,-1 3 61 0,1-4 11 15,6 1 1-15,0 0 1 16,0-1-43-16,6 1-9 0,3 0-2 0,-3-1 0 0,2 1-20 0,1 3 0 16,3-4 0-16,0 1 0 15,-3 2-90-15,2 1-19 0,-2-1-4 0</inkml:trace>
  <inkml:trace contextRef="#ctx0" brushRef="#br0" timeOffset="29496.98">15463 6088 1792 0,'0'0'51'0,"0"0"10"0,0 0-49 16,0 0-12-16,3-5 0 0,0 3 0 0,0-1 105 0,0 0 19 0,0 1 3 0,-3 2 1 15,0 0-52-15,0 0-9 16,0 0-3-16,0 0 0 0,0 0-51 0,0 0-13 0,0 8 0 0,0-3 0 16,-3 3 0-16,0 0 0 0,0 0 0 15,0 2 0-15,0 1 0 0,-3 2 0 0,3 0 0 0,3 0 0 16,-3 3 0-16,3 0 0 0,3 3 0 0,-3-1 0 31,3 1-48-31,3-1-13 0,0 1-3 0,0-6 0 0,3 0 0 16,-3-2 0-16,6-1 0 0,-3 1 0 0,2-3 52 0,-2-3 12 0,0-2 0 15,0 0 0-15,0-1 0 0,-3-4 0 0,3 2 0 0,-3-3 0 16,3-2 48-16,-3-1 13 0,0 1 3 16,-3-6 0-16,3 1 0 0,-3-1 0 0,3-2 0 15,-3-3 0-15,0 0-52 0,0 0-12 0,0 1 0 0,0-1 0 0,-3 0 54 0,3 3 8 16,-3 2 2-16,0 3 0 16,0 0-52-16,0 0-12 0,0 6 0 0,0 2 0 0,0 0 0 15,0 0 0-15,0 0 0 0,0 0 0 0,0 5 0 0,0 3 0 0,3 2 0 0,-3 1 0 16,3 0 0-16,2 2 0 15,1-3 0-15,3 1 0 0,0-1 0 16,0-2 0-16,0 0-11 0,0 3 11 0,3-6 0 0,-3 1 0 16,0-4 0-16,0 1 0 15,-3-1 0-15,3-2 0 0,-3 0 8 0,0 0-8 0,0-2 34 0,-4-3 2 0,4-1 0 0,-3 1 0 16,0-6 5-16,0 1 2 16,0-1 0-16,0 1 0 0,0-6-18 0,-3 0-3 15,3 0-1-15,0 0 0 0,0 0-21 0,0 0 8 0,0 3-8 0,3 0 0 16,-3-3-11-16,0 5-6 0,3-2-2 0,0 0 0 31,3 2-51-31,-3 3-10 0,3 1-3 16,-3 1 0-16,3 1-87 0,0 2-18 0,0 6-3 0</inkml:trace>
  <inkml:trace contextRef="#ctx0" brushRef="#br0" timeOffset="29721.77">15951 6247 1947 0,'-6'8'43'0,"0"3"9"0,0-1 1 15,0 4 2-15,0-1-44 0,0 0-11 0,3 0 0 0,-3-2 0 0,3 2 71 0,0-2 12 0,1-3 2 0,2 2 1 0,-3-2-33 0,3 3-6 16,0-3-2-16,0 0 0 0,3-1 15 0,-3 1 4 16,2-2 0-16,-2 2 0 15,3-3-52-15,0 3-12 0,0-3 0 0,0 3 0 0,0-3 0 0,0 1 0 16,-3 2 0-16,3 0 0 16,-3 0 0-16,0-3 0 0,0 3 0 0,0 0 0 15,-3 0-56-15,3 0-13 0,-3-1-3 0,0 1-1 16,0 0-88-16,0 0-18 15,-3 0-3-15</inkml:trace>
  <inkml:trace contextRef="#ctx0" brushRef="#br0" timeOffset="30231.1">15472 5895 1728 0,'-9'-5'38'0,"6"2"8"0,-3 1 2 0,3-4 0 0,3 4-39 0,0 2-9 0,0-6 0 0,3 1 0 15,0 0 53-15,0 2 9 0,3-2 2 0,0 0 0 32,6-1 28-32,0 1 5 0,6 0 2 0,-1 2 0 0,4-2-56 0,3 2-11 15,-3 1-3-15,6-1 0 0,-1 0 16 0,-2 1 3 16,0-1 1-16,0 0 0 0,0-2-24 0,0 2-5 0,-1-2 0 0,4 2-1 16,-3 1-19-16,3-3 0 15,-3 2 0-15,-1 3 0 0,-2-3 0 0,0 1 0 16,-3 2 0-16,-3 0-9 15,3 0-28-15,-6 2-6 0,-1-2-1 0,1 3 0 16,0-3-135-16,-3 3-27 0</inkml:trace>
  <inkml:trace contextRef="#ctx0" brushRef="#br0" timeOffset="30782.96">17302 5993 1552 0,'0'0'44'0,"0"0"10"0,0 0-43 0,0 0-11 0,0 0 0 0,0 0 0 16,0 0 53-16,0 0 9 0,6 0 2 0,0 0 0 16,3 0 12-16,0 0 2 0,3 3 1 0,3-3 0 15,3 0-12-15,6 0-3 0,2 0 0 0,4 0 0 16,3-3-15-16,6 3-3 0,-1 0-1 0,7-2 0 16,-6 2-8-16,2-3-1 0,4 3-1 0,0 0 0 15,2 3-2-15,4-3 0 0,3 2 0 0,-1-2 0 16,-5 3-33-16,-1-3 0 0,-2 2 0 0,0-2 0 15,-7 0 0-15,1 0 0 0,-3 0 0 0,-4 0 0 16,-5 0 0-16,-3-2 0 0,-3-1 0 0,-6 3 0 16,-3-5-147-16,-6 2-36 0,0 1-7 0,-6 2-795 15</inkml:trace>
  <inkml:trace contextRef="#ctx0" brushRef="#br0" timeOffset="31006.32">17743 5689 2134 0,'0'0'47'0,"0"0"9"0,0 0 3 0,3-3 1 0,3 1-48 0,-3-1-12 0,0-2 0 0,3 5 0 15,0-3 76-15,-3 3 12 0,3 3 2 0,0-3 1 0,0 5-41 0,3-2-8 16,-3 5-2-16,-1-1 0 0,1 9-24 0,0-5-4 16,0 7-2-16,0 6 0 0,0 5-10 0,0 3 0 0,0 0 9 0,-3 5-9 15,3-3 0-15,-3 1 8 0,0-1-8 0,0-2 0 16,-3-3 0-16,-3 5 0 0,0-2 0 0,0 5 0 15,0 0 0-15,0 0 0 0,0-2 0 16,0-4 0-16,0 4 0 0,0-6 0 16,0 0 0-16,0-3 0 0,3-2-147 0,-3 0-24 15,0-3-5-15,3-2 0 0</inkml:trace>
  <inkml:trace contextRef="#ctx0" brushRef="#br0" timeOffset="31848.06">19142 5715 1810 0,'0'0'40'0,"0"0"8"0,0 0 1 0,-3-8 3 0,3 6-42 0,0 2-10 0,0 0 0 0,0 0 0 15,0 0 68-15,0 0 12 0,0 0 3 0,-6 2 0 16,0 1-51-16,-3 5-9 0,3 0-3 0,-3 3 0 0,3 2-20 0,0 5 8 15,0 1-8-15,0 5 0 16,1-3 0-16,-1 5 0 0,3-2 0 0,0 0 0 0,3-3 0 16,0 0 0-16,0 0 0 15,3 1 0-15,-3-7 0 0,3 1 0 0,3-2 0 0,-3-4 0 16,2 1 0-16,4-3-15 0,-3-3 4 0,3 0 1 16,0 1-3-16,0-6-1 0,3 0 0 0,0 0 0 15,0 0 14-15,3-6 0 0,-3 4 0 0,3-4 0 0,-4-2 0 0,4-2 0 16,-3-1 0-16,-3-2 0 15,0 2 22-15,0-5-2 0,-3-2-1 0,3-1 0 0,-3-2 6 16,-3 0 2-16,3 3 0 0,-3-1 0 16,-3 1 1-16,0 4 1 0,0 1 0 0,0 5 0 15,-3-2-14-15,0 4-3 0,0 4-1 0,3 2 0 0,-6 2-11 16,0 4 0-16,0 4 0 0,0 1 0 0,0 5 0 0,0 2 0 0,3-2 0 16,0 5 0-16,3-5 0 0,0 3 0 15,3-4 0-15,0 1 0 0,3 0 0 0,0-3 0 16,6 1 0-16,-3-4 0 0,6 1-10 15,-3-6 10-15,3 0-13 0,-4 1 5 0,4-4 8 0,-3-2 12 16,0 0-2-16,0 0-1 0,0-5 44 0,0 2 9 0,-3-2 2 0,3-3 0 16,-3 0-52-16,0 0-12 0,-3-2 0 0,2-4 0 15,-2 1 54-15,0-5 8 16,0-1 2-16,0-5 0 0,0-2-52 0,0 2-12 16,0-2 0-16,-3 2 0 0,3 0 0 0,-3 0 0 0,3 6 0 0,-3-1 0 15,0 3 0-15,0 0 0 0,0 3 0 0,0 0 0 16,0 2 0-16,0 3 0 0,0 3 0 15,3 0 0-15,-3 2-160 0,3 3-34 0,0 3-7 0,3-1-876 16</inkml:trace>
  <inkml:trace contextRef="#ctx0" brushRef="#br0" timeOffset="32302.26">19767 5996 1724 0,'0'0'38'0,"-3"-3"8"0,0-2 2 0,0 0 0 0,3 5-39 0,0 0-9 0,0 0 0 0,-6-3 0 0,3 0 98 0,3 3 18 0,-6 3 3 0,0 2 1 16,0 1-38-16,0 1-7 0,0 4-2 0,1 2 0 16,-1 1-58-16,-3-1-15 0,3 0 0 0,-3 3 0 15,3-3 54-15,0 6 8 0,0-1 2 0,-3 3 0 16,3 3-52-16,0 3-12 0,0-4 0 0,0 6 0 15,0-2 0-15,0-3 0 0,3 0 0 0,0-1 0 16,-3-1 0-16,3-4 0 0,0 1 0 0,0-4 0 0,0-1 0 16,-3-1 0-16,3-2 0 0,1-1 0 15,-4 1-48-15,3-3-13 0,0 0-3 0,-3-3 0 16,3 0 0-16,3-5 0 0,0 0 0 0,0 0-947 16</inkml:trace>
  <inkml:trace contextRef="#ctx0" brushRef="#br0" timeOffset="33549.88">20821 5326 1728 0,'3'-8'38'0,"0"-2"8"0,0-1 2 0,0-2 0 0,0 0-39 0,0 0-9 0,-3-6 0 0,0-2 0 16,-3 2 68-16,0 1 11 0,0-3 2 0,0 2 1 15,-3 1-33-15,-3 2-6 0,3-3-2 0,-6 3 0 16,3 1-9-16,0-1-3 0,3 2 0 0,-3 4 0 15,3 2-10-15,-3-3-3 0,3 6 0 0,0 0 0 16,1 2-1-16,-1 0-1 0,0 1 0 0,-3 4 0 16,3-2-6-16,0 6-8 0,-3 2 11 0,0 5-11 15,0 3 0-15,0 0 0 0,3 5 0 0,-6 3 0 0,6 7 0 0,-3-7 0 16,0 5 0-16,0 3 0 16,1-6 0-16,-1 6 0 0,-3 3 10 0,3-1-10 15,-3 6 8-15,3 2-8 0,0 3 0 0,-3 3 8 16,3-3-8-16,-3-3 0 0,3-2 9 0,0 5-9 0,-2 0 0 0,2 2 9 15,3 1-9-15,-3 2 0 0,3-5 0 16,-3-5 0-16,3-3-10 0,-3 0 10 16,3-3 0-16,0 1 0 0,-3-1 0 0,0 3 0 0,3-2 0 0,0-4 0 15,-3 1 0-15,3 0 0 0,-3-8 0 16,3-1 0-16,1-1 0 0,-1-1 0 16,0-5-59-16,0-3-4 0,0 0-1 0,0-5 0 15,3 0-74-15,-3-5-15 0,6-3-3 0,0 0-1 0</inkml:trace>
  <inkml:trace contextRef="#ctx0" brushRef="#br0" timeOffset="34278.44">20214 6030 1717 0,'0'0'37'0,"0"-5"8"0,-3 0 2 0,3-1 2 0,3 1-39 0,-3 0-10 0,3-1 0 0,3-1 0 16,-1 1 56-16,1 1 8 0,6 0 3 0,0 2 0 15,3-2-3-15,0 2 0 0,3-2 0 0,0 2 0 16,3-2-51-16,-1 2-13 0,4 3 0 0,0 0 0 15,0 0-8-15,0 0-5 0,-1 3-1 0,4-1 0 16,-6 1-30-16,0 2-5 0,0 1-2 0,0-1 0 16,-1 0 20-16,-2 1 4 0,3-1 1 0,-3 0 0 15,-3 0-9-15,0 3-1 0,0-2-1 0,-3-1 0 16,-1 0 81-16,-5-2 16 0,0 2 3 0,0 1 1 16,-3-4-52-16,-3-2-12 0,0 0 0 0,-3 8 0 15,0-3 44-15,-3-2 5 0,3 2 2 0,3-5 0 16,-6 3-31-16,0 0-5 0,6-3-2 0,-5 2 0 0,5-2 34 15,-6 6 6-15,0-6 2 0,0 2 0 0,0 1-10 0,0 0-1 16,0-1-1-16,0 3 0 0,0 1-22 16,-3-1-4-16,3 3-1 0,0 3 0 15,-3-4-16-15,3 7 0 0,0-4 8 0,-3 1-8 0,6 2 0 16,-3 0 0-16,3 1 0 0,0 1 0 16,0-1-45-16,3 2-3 0,0-3-1 0,3-3 0 0,0 4 20 15,0-4 4-15,3 1 1 0,0-3 0 16,0-3-13-1,3 0-3-15,0 1 0 0,0-6 0 0,3 0 40 0,3-3 0 0,0 0 0 16,-3-2 0-16,2 0 44 0,-2-3 16 0,0-3 3 16,0 3 1-16,0-2-52 0,-3-4-12 0,3 4 0 0,-6-3 0 0,3-1 54 0,-3 1 8 0,0-3 2 0,0 6 0 15,0-4-52-15,-3 4-12 16,3-1 0-16,-3 1 0 0,0 2 0 0,-3 0 0 0,3 3 0 16,-3 5 0-16,0 0 0 0,0 0 0 15,0 0 0-15,0 0 0 0,0 0 0 0,0 0 0 0,0 0 0 0,-3 5 0 16,3 0 0-1,-3 6 0-15,3-3 0 0,3 5 0 0,-3-3 0 0,3 6 0 0,2-2 0 16,1-1 0-16,0 3-16 0,3-3-7 0,-3-3-1 0,3 4 0 16,3-4 16-16,-3-2 8 0,3-2-10 0,-3-1 10 15,0 0 0-15,0-2 0 0,0-3 8 0,-3 0-8 16,3 0 31-16,-4 0-1 0,1-6 0 0,-3 4 0 16,3-6 14-16,-3 3 2 0,3-6 1 0,-3 0 0 15,0-2-6-15,0 0-1 0,0 0 0 0,0-6 0 0,0 3-20 16,0 0-5-16,0 1-1 0,3-1 0 0,-3 2-14 15,3-1 0-15,0 1 0 0,0-1 0 16,0 1-40-16,-3 1 0 0,3 2-1 0,0 1 0 16,0-1-19-16,0 6-3 0,3 0-1 0,-3 2 0 15,-1 0-153 1,1 3-31-16,0 3-7 0,0 5-1 0</inkml:trace>
  <inkml:trace contextRef="#ctx0" brushRef="#br0" timeOffset="34523.5">21169 6247 1695 0,'0'0'37'0,"-3"5"8"0,0 1 2 0,3 2 1 0,-3 0-39 0,3-3-9 0,0 3 0 0,0-3 0 0,0 0 109 0,0 1 20 0,0-1 4 0,0 0 1 15,0 1-54-15,3-1-10 0,-3 3-2 0,0-3-1 16,0 0-3-16,0 3 0 16,0-2 0-16,0 4 0 0,0-2-51 0,-3 0-13 0,3 0 0 0,0 3 0 15,0 2 54-15,-3-3 8 0,3 1 2 0,-3 0 0 16,3 2-52-16,-3-3-12 0,0 1 0 0,0 0 0 15,0-1 0-15,0 3 0 0,-3 1 0 16,3-4 0-16,0 3 0 0,-3-2-12 0,1 2 3 0,-1-2 0 16,3 2 9-16,0-5 12 0,0 5-2 0,0-5-1 15,0 0-212 1,0-3-42-16,-9 3-9 0,12-8-2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5:59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7176 5016 1414 0,'24'-10'31'0,"-21"7"6"0,-3-5 2 0,-3 3 1 0,3-6-32 0,0 1-8 0,0 2 0 0,-3 0 0 15,-6 0 119-15,6 0 21 0,0-2 5 0,-6 4 1 16,-6 4-46-16,6-6-10 0,9 8-2 0,-6-3 0 16,-5 0-34-16,2 3-7 0,3 0-2 0,0 0 0 15,-3 6-36-15,0 2-9 0,0-6 0 0,3 9 0 16,0 2 0-16,0 3 0 0,-6 5 0 0,6 6 0 16,3-1 0-16,0 3 0 0,-6 3 0 0,6 2 0 15,0 1 0-15,0 2 0 0,3 0 0 0,-3-3 0 16,0 3 0-16,3 0 0 0,0 3 0 0,0 2 0 0,-3-5 17 15,3 3 2-15,6-8 0 0,-6 5 0 0,0-8-19 0,3 3 0 16,-3-3 0-16,3 0 0 0,-3-3 0 16,0-2 0-16,-3 3 0 0,3-6 0 15,3 0-22-15,-6-3-8 0,0 1-2 16,0-1 0-16,0-2 32 0,1 0 12 0,-4-5-1 0,3 2 0 0,0 0-11 0,-3-2 0 16,-3-1 0-16,3-2 0 0,-3-2-16 0,3-4-6 15,0-2-1-15,0 3 0 16,-3-3-115-16,0-3-23 0,3-5-5 0,0 3-702 0</inkml:trace>
  <inkml:trace contextRef="#ctx0" brushRef="#br0" timeOffset="181.65">6861 5596 864 0,'0'0'76'0,"-3"-3"-60"0,0 1-16 0,0-4 0 16,0 1 188-16,3 0 34 0,-3-1 7 0,3 1 2 15,0 5-95-15,3-5-20 0,-3 2-3 0,6-2-1 16,0 0-44-16,3 2-10 0,-3 0-2 0,3-2 0 15,-1 2-35-15,4 1-7 0,-3-1-2 0,6 0 0 16,-3 3-12-16,3 0 0 0,-3 0 0 0,3 0 0 16,6 0-154-16,-4-2-34 15,16-1-6-15,-12-5-2 0</inkml:trace>
  <inkml:trace contextRef="#ctx0" brushRef="#br0" timeOffset="684.7">7602 5548 1497 0,'-12'-2'32'0,"3"2"8"0,6 2 0 0,3-2 4 0,6 0-36 0,-6 0-8 0,-3 3 0 0,3-3 0 15,6 3 53-15,-6-3 9 0,0 0 2 0,0 0 0 16,12 2 0-16,0-2 0 0,-6 3 0 0,0-3 0 16,3-3-11-16,3 1-1 0,-3 2-1 0,-1 0 0 15,1-6-31-15,3 6-5 0,3-5-2 0,0 2 0 0,-6-2 22 16,6 5 4-16,3-3 1 0,0 1 0 0,-4-4-13 0,1 4-3 15,0-1 0-15,0 3 0 0,-3 0-24 16,0-5 0-16,0 5 0 0,3-3 0 16,-3 6-46-16,-3-3-14 0,-9 0-4 0,0 0 0 15,11 5-102-15,-5-2-21 0,-6-3-4 0,-3 8-1 0</inkml:trace>
  <inkml:trace contextRef="#ctx0" brushRef="#br0" timeOffset="963.89">7647 5696 1785 0,'0'0'39'0,"0"0"8"0,0 0 1 0,0 0 4 0,-6 6-42 0,6-6-10 16,0 0 0-16,0 0 0 0,-12 0 72 0,12 0 12 0,6 0 2 0,-6 0 1 16,0 0-50-16,0 0-9 0,0 0-3 0,0 0 0 15,9 0 31-15,-9 0 7 0,0 0 1 16,11 0 0-16,7 0-21 0,-6 0-4 0,-12 0-1 0,12 2 0 15,6-2-16-15,-3 0-3 0,-3 0-1 0,-3 0 0 16,6 0-8-16,0 0-2 0,-4 0 0 0,1 0 0 16,0 0-8-16,0 0 0 0,3-2 0 0,-3 2 0 15,-6 0 0-15,6 0 0 0,3 0 0 0,-3 0 0 16,-3 0-56 0,2-6-4-16,4 4-1 0,0 2-684 0,0-3-137 0</inkml:trace>
  <inkml:trace contextRef="#ctx0" brushRef="#br0" timeOffset="1787.58">8531 5453 1594 0,'0'0'35'0,"-3"-5"7"0,0 2 2 0,3-5 1 0,-3 0-36 0,3 3-9 0,-3 2 0 0,0-5 0 15,3 3 108-15,-3-3 19 0,3 8 4 0,0-5 1 0,-3 5-48 0,3 0-10 16,0 0-2-16,0 0 0 0,-6 0-50 0,6 0-10 16,0 0-3-16,-3 2 0 0,-3 9-9 0,3 2 0 15,-3-2 0-15,3 2 0 0,0 3 0 0,-3 3 0 16,3-4 9-16,3 4-9 0,0-3 0 0,0 2-10 16,0-2 1-16,3 0 0 15,0 0-21-15,0-3-4 0,3 0-1 0,0 1 0 16,3-6-13-16,-3-1-4 0,3 1 0 0,-3-5 0 15,-6-3 9-15,0 0 2 0,0 0 0 0,12 0 0 0,0-3 41 0,2-2 12 16,-5 0 1-16,3 0 0 0,-6-6-3 0,3 3-1 16,-3 0 0-16,0-2 0 0,0-4 44 0,-3 4 9 15,0-1 2-15,0 1 0 0,-3-4 0 0,0 6 0 16,0 3 0-16,-3-3 0 0,3 3 0 0,-3 2 0 16,3 3 0-16,0 0 0 0,0 0-64 0,0 0-15 15,0 0-1-15,0 0-1 0,0 0 27 0,0 0 6 16,0 0 0-16,0 3 1 0,-3 7-17 0,6 1 0 0,-3-3 0 15,3 3 0-15,3-1 0 0,0 1 0 0,0-3 0 16,6 0 0 0,-3 0-48-16,3-3-12 0,-1 3-4 0,1-6 0 0,0 1 52 0,-3 0 12 15,3-6 0-15,0 0 0 0,0 1 0 0,-3-1 0 0,0-5 0 0,0 3 0 16,0-3 38-16,0-3 10 0,-3 1 3 0,-1-1 0 16,1 1 0-16,0 2 0 0,-3-3 0 0,0 0 0 15,0 6-5-15,0-8-1 0,0 0 0 16,0 0 0-16,-3 2-45 0,0-2 0 0,3 2 0 0,-3-5 0 15,0 3-16-15,0 5 1 0,0 0 0 0,0 3 0 16,0 0-85-16,0 5-16 16,0 0-4-16,0 0-661 0,0 0-132 0</inkml:trace>
  <inkml:trace contextRef="#ctx0" brushRef="#br0" timeOffset="2035.86">8921 5554 1728 0,'0'0'38'0,"0"0"8"0,0 0 2 0,0 0 0 0,0 0-39 0,0 0-9 0,0 0 0 0,-3 8 0 0,3-8 104 0,0 10 20 15,0 1 3-15,0-3 1 0,0-8-52 0,3 13-9 16,-3-5-3-16,0 2 0 0,0 1-51 0,0 0-13 16,0-1 0-16,0 3 0 0,0-2 0 0,0 0 0 15,-3 2 0-15,3-5 0 0,0 2 0 0,-3 1 0 0,0-1 0 16,0 1 0-1,3-3-48-15,-3 3-13 0,-3-4-3 0,3 4 0 16,0 0 0-16,0-3 0 0,0-3 0 0,0 3-546 0,0 0-110 16</inkml:trace>
  <inkml:trace contextRef="#ctx0" brushRef="#br0" timeOffset="2571.06">8409 5226 1364 0,'0'0'30'0,"0"0"6"0,-3 2 2 0,-3 1 0 0,3-1-30 0,3-2-8 16,-6 6 0-16,3-4 0 0,3-2 72 0,-6 3 12 16,0 0 4-16,6-3 0 0,0 0-13 0,0 0-3 15,0 0 0-15,0 0 0 0,0 0-2 0,0 0-1 0,0 0 0 16,0 0 0-16,0 0-55 0,6 2-14 0,3 1 0 15,0 0 0-15,3-3 52 0,-1 0 8 0,4 0 2 16,3 0 0-16,0-6-48 0,3 6-14 0,-3-2 0 0,6 2 8 16,2-6 37-16,1 6 8 0,0-2 2 15,3 2 0-15,-3-6-37 0,-4 4-7 0,4-3-2 0,-3 5 0 16,0 0-9-16,0-6 0 0,-4 4 0 0,1-1 0 16,3 0 24-16,-3 3 2 0,0 0 1 0,0 0 0 15,-4 0-27-15,1 0 0 0,-6 0 0 0,3 0 0 16,-3 0-16-1,0 0-9-15,-6 0-2 0,0 0 0 0,3 3 43 0,-9-3 9 0,0 0 2 0,0 0 0 16,0 0-27-16,0 0 0 0,0 0 0 0,6 3 0 16,-6-3-34-16,0 0-9 15,0 0-1-15,3 8-1 0,-3-8-87 0,3 2-18 0,-3-2-3 0,0 0-1 16</inkml:trace>
  <inkml:trace contextRef="#ctx0" brushRef="#br0" timeOffset="4189.92">9412 5226 748 0,'-3'-14'67'0,"3"6"-54"0,0 3-13 0,3-3 0 16,-3-2 118-16,3-1 21 0,0 0 4 0,-3 1 1 16,3-3 2-16,-3 5 1 0,-3-6 0 0,3 6 0 15,-3-2-44-15,0 2-9 0,3 0-2 0,-6 3 0 16,0 2-16-16,0-2-3 0,0 5-1 0,0 0 0 15,-3 2-25-15,0 6-6 0,0 3-1 0,-3 5 0 16,3 8-22-16,-3-1-5 0,1 7-1 0,-1 7 0 16,-3 0-3-16,3 5-1 0,-3 8 0 15,3 3 0-15,-3-5-8 0,6 5 0 0,0-3 0 0,0 3 0 16,0-8 0-16,6 0 0 0,-2-3 0 0,5 0 0 16,-3-2 0-16,6 0 0 0,-1-6-10 0,1 1 10 15,6-4 0-15,-3-4-9 0,3-3 9 0,0-1 0 0,0-4 0 16,3-3 0-16,-3 0 0 0,3-3-8 0,3-5 23 0,-3 3 5 15,-3-6 0-15,3 0 1 0,-4-2-30 0,1-1-7 16,0 1 0-16,-3-3-1 0,0 0 27 0,-3 0 6 16,3-3 0-16,0 3 1 15,0-5-65-15,0 2-12 0,0-2-4 0,0-3-682 16,0 3-137-16</inkml:trace>
  <inkml:trace contextRef="#ctx0" brushRef="#br0" timeOffset="10181.89">9689 5487 864 0,'0'0'76'0,"0"0"-60"0,0-7-16 0,0-1 0 15,0 0 82-15,-3 0 14 0,3 0 2 0,0 0 1 16,-3 0 48-16,0 0 9 0,0 0 3 0,3 3 0 16,-3-3-59-16,3 8-12 0,0 0-3 0,0 0 0 15,-6-3-26-15,6 3-6 0,-6 3-1 0,3 2 0 16,-6 0-38-16,6 3-14 0,-3 6 9 0,0 1-9 0,3 1 0 0,0 3 0 16,-3 2 0-16,3-5 0 0,3 5 0 15,-3-2 0-15,6 2 0 0,-3 0 0 16,3-8-30-16,3 6-11 0,0-4-3 0,0 1 0 15,0-2-32-15,3-4-6 0,0 1-2 0,0-6 0 16,0 3 7-16,0-8 1 0,2 0 0 0,1 0 0 0,-3-8 60 16,3 3 16-16,-3-6 0 0,0 1 0 0,-3 2 28 0,3-6 8 15,-3 1 1-15,0 0 1 0,0 5 26 0,-3 0 4 16,3-5 2-16,-3 0 0 0,0-3-10 0,0 5-1 16,-3 3-1-16,0-2 0 0,-3 4-16 0,3 6-3 15,0 0-1-15,0 0 0 0,0 0-21 0,0 0-4 16,0 0-1-16,0 0 0 0,0 0-12 0,-3 8 0 15,0 3 0-15,3-1-10 0,0 1 10 0,0 0 0 16,3 2 0-16,0 0 0 0,3-8-12 0,0 3 0 16,3-2 0-16,5 2 0 0,-8-6-9 0,6 3-3 15,-3-2 0-15,-3-3 0 0,3-3 24 0,-3 1 16 16,3-1-2-16,0-2-1 0,3-3-1 0,-3 0-1 0,-3 0 0 16,3-2 0-16,-3-4 36 0,3-2 7 0,-7 1 2 15,4 1 0-15,0 1-20 0,-3 0-3 0,-3-3-1 0,3-5 0 16,-3 5 0-16,0-3 0 0,3 1 0 0,-6 2 0 15,3 3-32-15,-3 0 0 0,3 5 0 0,0-8 0 16,-3 8-19 0,0 3-10-16,3-1-3 0,0 4 0 0,0 2-132 0,0 0-28 15,0 0-4-15,3 8-2 0</inkml:trace>
  <inkml:trace contextRef="#ctx0" brushRef="#br0" timeOffset="10600.61">10046 5673 1652 0,'0'0'36'0,"3"-6"8"0,3 4 2 0,0-4 0 0,-3 1-37 0,6-3-9 0,-3 6 0 0,-1-4 0 0,1 1 104 0,0 0 20 16,-6 5 3-16,6-6 1 0,0 1-52 0,-6 5-9 16,6 0-3-16,0 0 0 0,-6 0-19 0,0 0-4 15,0 0-1-15,6 3 0 0,-6-3-32 0,6 5-8 16,-6 3 0-16,0 0 0 0,0-3 0 0,0 6 0 15,-3-1 0-15,0 1 0 0,0 0 0 0,-3 2 0 16,0 0 0-16,0-2 0 16,0 2-30-16,0 0-8 0,-3 0-2 0,4-2 0 0,-1 2 22 0,0-2 4 15,0-1 1-15,0 1 0 0,3-1 1 0,0-2 1 16,0 0 0-16,0 0 0 0,0 0 11 0,3-8 0 0,0 0 0 16,0 0 0-16,0 5 0 0,0-5 11 0,0 0-3 15,3 8 0-15,-3-8-8 0,3 3 8 0,-3-3-8 0,6 5 8 16,0-5 4-16,3 0 0 0,-3 0 0 0,3 0 0 15,-4 0-4-15,1-5 0 0,0 2 0 0,3 1 0 16,-3-1 20-16,3 0 3 0,-3 3 1 0,0-2 0 16,3-1-32-16,-3 1 0 0,0-4 0 0,0 6 0 15,-3-2 12-15,3-1-3 16,0 0-1-16,3 1 0 0,-3-1-8 0,0 0-11 0,0 3 3 0,0-2 0 16,-1-4-142-16,-5 6-28 15,3 0-6-15</inkml:trace>
  <inkml:trace contextRef="#ctx0" brushRef="#br0" timeOffset="11179.98">10376 5442 2055 0,'0'0'45'16,"3"-5"10"-16,-3-5 1 0,0-1 2 0,3 3-46 0,-3-5-12 0,0 2 0 0,0 1 0 0,0 4 72 0,0 1 12 15,0-3 2-15,0 8 1 0,0 0-27 0,0 0-4 16,0 0-2-16,0 0 0 0,0 0-9 0,0 0-1 16,0 0-1-16,-3 5 0 0,0 3-35 0,3 6-8 15,-3 1 0-15,0 1 0 0,3 3 0 0,-3-1 0 0,0 1 0 16,0-3 0-16,6 5 0 0,-3-8 0 0,-6 3 0 0,6 3 0 31,6-4-36-31,0-1-5 0,3 7-2 0,-3-8 0 16,-3-5-16-16,6 3-3 0,-6-3-1 0,6-1 0 15,-3-4-17-15,0 0-4 0,3-3-1 0,-3-3 0 16,-6 3 26-16,9-5 6 0,0-3 1 0,0-3 0 0,-4 1 41 0,1-3 11 0,0-1 0 16,0 1 0-16,-3-3 29 0,0 0 8 0,0 3 2 15,0-3 0-15,0 3 22 0,-3 0 5 0,0-6 1 0,0 6 0 16,3 2-21-16,-3 1-4 0,-3 2-1 0,3 3 0 16,0 5-6-16,0 0-2 0,0 0 0 0,0 0 0 15,0 0-20-15,3 5-4 0,-3 3-1 0,3 2 0 16,-3 4-8-16,0 2-9 0,3-9 9 0,0 7-13 15,0-6 13-15,3 2 0 0,0 1 0 0,0 2-9 0,3-2 9 16,-3-3-8-16,3 2 8 0,3-2-8 0,-3 3 8 0,3-9-13 16,-4 1 5-16,4 0 8 0,0-3-8 0,-3 0 8 15,0-3 0-15,0-2 0 0,0-1 0 0,0-2 8 16,-3 0 0-16,3-2 0 0,-3-1 21 0,-3 3 4 16,3-5 1-16,0-3 0 0,-6 3 18 0,6-5 3 15,-3-4 1-15,0 1 0 0,0 5-21 0,-3-8-4 16,2 3-1-16,-2 0 0 0,0 3-20 0,0 4-10 15,0-4 10-15,3 5-10 0,-3-3 0 0,0 5 0 16,0 1 0-16,-3 2-10 16,3 2-34-16,0 4-8 0,0 2 0 0,0 0-1 15,0 0-207-15,0 0-42 0</inkml:trace>
  <inkml:trace contextRef="#ctx0" brushRef="#br0" timeOffset="11756.2">10882 5569 1422 0,'-15'6'63'0,"12"-6"13"0,3 0-61 0,0 0-15 0,-9-3 0 0,6 0 0 0,3-2 108 16,-5 3 18-16,2-4 4 0,0 4 1 0,3-4-19 0,0 1-4 15,0 0-1-15,-3 2 0 0,0-2-33 0,6-1-6 16,-3 6-2-16,0 0 0 0,0 0-34 0,9-5-6 16,2-3-2-16,1 3 0 0,-3-3 7 0,0 3 1 15,0-3 0-15,0 5 0 0,0 1-20 0,0 2-3 16,-9 0-1-16,9 0 0 0,0 2-8 0,-3 1 8 16,3 5-8-16,-3-8 8 0,-6 0-8 0,6 13-11 15,0-5 3-15,-4 2 0 0,-2 1-4 0,3 0 0 16,-3 2 0-16,-3-3 0 0,1 4-10 0,-1-1-2 15,0-2-1-15,0-1 0 0,0 1 2 16,0-1 1-16,-3-2 0 0,3 0 0 0,-3 0 1 0,3 0 0 16,0-3 0-16,3-5 0 0,0 0 21 0,0 0 15 15,0 0-3-15,0 0 0 0,0 0-12 0,0 0-8 16,0 0 8-16,0 0-13 0,0 0 13 0,6-5 15 16,-3 2-3-16,3-2-1 0,0 0 0 0,0-1 0 15,0 1 0-15,-1 0 0 0,1-3 1 0,-3 5 1 0,3-2 0 16,0 0 0-16,-3 2 2 0,3 3 0 0,-6 0 0 0,6-5 0 15,-6 5-5-15,0 0-1 0,6 0 0 0,3 5 0 16,-3-5-9-16,-6 0 12 0,3 5-12 0,0 1 12 16,3 2-12-16,-6 0 0 0,3 2 9 0,-3-2-9 15,3 3 0-15,-3 5 0 0,0-9 0 0,-3 7 0 16,0-4 0-16,0 1 0 0,0 2 0 0,0 0-12 16,-3-2 0-16,0-1-1 0,0 1 0 0,3 0 0 15,-3-6-14-15,3 6-2 16,-3-4-1-16,0 1 0 0,3-2-28 0,-3-6-6 15,-3 5 0-15,4-5-998 0</inkml:trace>
  <inkml:trace contextRef="#ctx0" brushRef="#br0" timeOffset="12126.41">11067 5194 1674 0,'-9'-16'74'0,"6"8"15"0,3 0-71 0,-6-3-18 0,3 1 0 0,0 2 0 0,-3 3 120 0,3-6 20 15,0 0 4-15,0 6 0 0,3-3-42 0,-3 3-9 16,3 5-1-16,0 0-1 0,0 0-30 0,0 0-5 16,0 0-2-16,0 0 0 0,9 0-42 0,0 5-12 15,0 3 0-15,3 5 8 0,0 1-8 0,0-1 9 16,3-3-9-16,-1 9 10 0,7-1-10 0,-3 1 10 16,0 0-10-16,3 2 10 0,-3 0-10 0,0 3 0 15,-1-1 0-15,4 4 0 0,-3-3 0 0,-3 5 13 16,0-3-3-16,-3 3-1 0,0 1-9 0,-3-4 0 0,-6 0 0 15,3 4 0-15,-4 1 0 0,-2-4 0 0,-2-1 0 16,-1 1 0-16,-3 2 0 0,0-5 0 0,-3-1 0 0,-6 1 0 16,3 3 0-16,-3-9-11 0,0 6 3 15,-3 0 0-15,0-6 8 0,-2-4-10 0,-1 4 10 0,3 1-10 16,0-6-2-16,0 5-1 0,-3-2 0 0,0-3 0 16,4-2-10-16,-1 2-1 0,3-2-1 0,0-1 0 15,3-2-7 1,0-2-2-16,3-1 0 0,3-2 0 0,0-1-116 0,6-2-23 15,0 0-5-15</inkml:trace>
  <inkml:trace contextRef="#ctx0" brushRef="#br0" timeOffset="12682.32">11737 5628 1054 0,'-6'-3'47'0,"6"3"9"0,0 0-44 0,0 0-12 0,-6-3 0 0,6 3 0 0,0 0 95 0,0 0 17 15,0 0 3-15,0 0 1 0,0 0-8 0,0 0-2 16,0 0 0-16,0 0 0 0,0 0-37 0,0 0-7 16,6-2-2-16,3-1 0 0,-4 3-6 0,4-5-2 15,3 2 0-15,0 1 0 0,3 2-16 0,3-3-3 16,-3 3-1-16,3 0 0 0,0-8 0 0,-1 5 0 16,1 1 0-16,3-4 0 0,0 1-16 0,-3 0-3 15,3 2-1-15,0 0 0 0,-1-4-12 16,1 1 0-16,0 1 0 0,0 2 0 0,0-5 0 0,-3 3 0 15,-4 5 0-15,1-3 0 0,0 1-12 0,0-1 0 16,-3 3 1-16,-3 3 0 16,3-3-49-16,-3 2-9 0,-6-2-3 0,-3 0 0 15,0 0-157-15,0 0-32 0,0 0-7 0,0 0 0 0</inkml:trace>
  <inkml:trace contextRef="#ctx0" brushRef="#br0" timeOffset="12999.4">11951 5480 1422 0,'-3'-8'63'0,"3"2"13"0,0-2-61 0,-3 3-15 0,3 0 0 0,0-3 0 15,0 0 100-15,0 0 18 0,0 0 3 0,0 3 1 16,0 2-21-16,0-5-4 0,0 8-1 0,0-5 0 16,0-3-26-16,0 8-6 0,0-5 0 0,0 5-1 15,0 0-16-15,0 0-3 0,0 0-1 0,0 0 0 16,0 0-16-16,0 0-3 0,0 0-1 0,0 5 0 15,3 5-8-15,0 1-2 0,0 2 0 0,0-2 0 16,0 5-5-16,-3 0 0 0,3 0-8 0,0-1 12 16,3 9-12-16,-6-8 8 0,3 5-8 0,0-2 0 15,0 2 8-15,0 0-8 0,0-2 0 0,-3 2 0 0,0-3 8 16,3 1-8-16,-3 2 0 0,0-10 0 16,0 4 0-16,3-1 0 0,0-4 0 0,0 3 0 0,-3 1 0 15,2-4-20-15,-2 1 4 0,3 2 0 16,0-2-141-16,0-3-28 0,-3 0-6 15,6-3-1-15</inkml:trace>
  <inkml:trace contextRef="#ctx0" brushRef="#br0" timeOffset="14207.15">12481 5527 1152 0,'3'-13'102'0,"-3"13"-82"0,0-8-20 0,3 0 0 0,0 3 108 0,0-6 16 15,-3 3 4-15,0 3 1 0,0-3-2 0,0 0-1 16,0 0 0-16,3 3 0 0,-6 2-55 0,3 3-11 16,0 0-3-16,0 0 0 0,0 0-33 0,0 0-8 15,0 0 0-15,0 0-1 0,0 0-15 0,0 8 0 16,0 0 0-16,-3 3 0 0,6 5 0 0,-3-3 0 16,-3 0 0-16,0 0 0 0,6 0 0 0,-3 3 0 15,0-2 0-15,0 1 0 0,-3 1-9 0,6-2-5 16,0-4-1-16,0 1 0 15,0-1-18-15,0-2-4 0,3 0-1 0,2-3 0 16,-2-2 5-16,0 0 1 0,0-6 0 0,3 3 0 0,0-3 5 0,0 1 2 16,0-4 0-16,-3 1 0 0,3-3 40 0,0 0 8 0,-3-2 1 15,3-1 1-15,0-2-9 0,-3 2-3 0,-3 1 0 0,3-3 0 16,0 2 30-16,-4 0 5 0,1-2 2 0,0 5 0 16,-3-5-22-16,0 0-5 0,3 5-1 0,-3 3 0 15,0 5-8-15,0 0-2 0,0-8 0 0,0 8 0 16,0 0-4-16,0 0-8 0,0 0 11 0,0 0-11 15,0 0 0-15,0 10 0 0,0 1 0 0,0 2 0 16,6 0 0-16,-3-5 0 0,0 5 0 0,3 1 0 16,0-4 0-16,0 1 0 0,3 5-9 0,0-8 9 15,0 2-15-15,3-2 3 0,0-3 0 0,0 1 0 16,0-1 3-16,0-2 1 0,-1-3 0 0,1 0 0 0,0 0-1 16,-3-3 0-16,3-5 0 0,-3 3 0 0,0-3 18 15,0 0 4-15,0-3 1 0,-3 1 0 0,0-4 26 0,0-1 4 16,-3 1 2-16,3-2 0 0,-3 1 2 0,0-1 1 15,0-3 0-15,-1 3 0 0,-2 0-23 0,0 1-5 16,0 1-1-16,0 1 0 0,0 0-20 0,0 0 9 16,0 2-9-16,0 3 0 0,-2 3 0 0,2 2-17 15,0 3 1-15,0 0 1 16,0 0-95-16,0 0-19 0,0 0-4 0,-3 6-583 16,0 1-117-16</inkml:trace>
  <inkml:trace contextRef="#ctx0" brushRef="#br0" timeOffset="14641.03">12996 5540 403 0,'0'0'17'0,"0"0"5"0,0 0-22 0,0 0 0 0,0 0 0 0,0 0 0 0,0 0 250 0,0 0 46 15,0 0 8-15,0 0 3 0,0 0-153 0,0 0-30 16,0 0-7-16,0 0-1 0,3 8-20 0,-3 0-5 15,0 0-1-15,3 0 0 0,-3 0-19 0,0 3-4 16,0 2-1-16,0-5 0 0,0 2-45 0,0 1-9 16,3 2-1-16,-3-2-1 0,0-1 3 0,0 4 1 15,0-4 0-15,0 3 0 0,0-2-3 0,0 5-1 16,0-3 0-16,0 0 0 0,0-2-10 0,0-1 0 16,0 4 9-16,0-4-9 0,0-2 0 0,0 0 0 15,0 3 0-15,3-3-12 0,-6-3 12 0,3 0 0 16,3 3 0-16,-3-8 0 0,0 0-25 0,0 6 0 15,0-6 0-15,0 0-731 16,0 0-145-16</inkml:trace>
  <inkml:trace contextRef="#ctx0" brushRef="#br0" timeOffset="15331.11">13502 5186 1036 0,'0'0'92'0,"-3"0"-73"0,3 0-19 0,0 0 0 15,-3-8 120-15,3 8 20 0,0 0 4 0,0 0 0 16,-6 0-33-16,3 0-7 0,3 0-2 0,-6 3 0 15,0 2-30-15,3 3-7 0,-3 2-1 0,0 4 0 16,3-1-28-16,-3 5-7 0,0 3-1 0,0 6 0 16,3-9-16-16,-3 9-3 0,0 2-1 0,-3 3 0 15,6 0-8-15,0-1 8 0,0 1-8 0,3 0 8 16,-2-3 0-16,2 3 0 0,2-6 0 0,1 3 0 16,-3-5-8-16,6 0 0 0,0-3 0 0,3 3 0 0,-3-6 0 15,0 3 0-15,3 1 0 0,0-4 0 0,0-2 0 0,0 0 16 16,3 2-2-16,-3-2-1 0,3-2 15 15,-3-9 2-15,-6 0 1 0,3 3 0 0,2 0-17 0,1 0-3 16,0-5-1-16,0 2 0 0,3 0-10 0,-3-2 0 16,0-1 0-16,0 1 0 0,0 0 8 0,-3-3-8 15,-6 0 0-15,9 0 8 0,-3-3-8 0,-6 3-17 16,0 0 4-16,0 0 1 16,0 0-189-16,0 0-38 0</inkml:trace>
  <inkml:trace contextRef="#ctx0" brushRef="#br0" timeOffset="18230.16">13889 5382 460 0,'0'0'41'0,"3"-8"-33"0,0 0-8 0,0 2 0 15,0-1 171-15,-3 1 32 0,0-2 6 0,3 3 2 16,-3 0-63-16,0 5-13 0,0 0-3 0,0-6 0 16,0 1-32-16,0 5-8 0,0 0 0 0,0 0-1 15,-6-3-47-15,0 3-8 0,3 3-3 0,-3 2 0 16,3 1-1-16,-3 4 0 0,3 1 0 0,-3 2 0 15,0 6-32-15,3-6 0 0,-3 3 0 0,6 0 0 16,-3-1 0-16,3 1 0 0,0-2 0 0,0 1 0 16,3 4-19-16,0-6-10 15,0 3-3-15,3-3 0 0,0-2-19 0,0-1-4 0,0 1-1 0,3 0 0 16,-3-9-12-16,3 1-4 0,3-3 0 0,-4-3 0 16,4 1 50-16,0 2 10 0,-3-8 1 0,0 0 1 0,3 2 10 15,-6-4 11-15,0-1-3 0,0 3 0 0,0-2 28 0,-3 2 4 16,-3-3 2-16,3 1 0 0,0 2 17 0,-3-5 3 15,0 5 1-15,-3-3 0 0,3 3-21 0,-3 3-4 16,0-1-1-16,0 4 0 0,0-1-29 0,0 3-8 16,3 0 0-16,0 0 0 0,0 0 24 0,0 8 1 15,-3 3 0-15,3-3 0 0,0 8-25 0,-3-3 0 16,0-5-9-16,3 5 9 0,6-3-22 0,-3 1 2 16,3 2 1-16,0-2 0 0,6-1 6 0,-3-2 1 15,0 6 0-15,0-9 0 0,2-2-4 0,-2 2-1 0,3-2 0 16,0-1 0-16,-3-4 17 0,3-1-10 0,-3-2 10 15,3-1-8-15,0 4 16 0,-3-6 3 16,0-3 1-16,0 1 0 0,-4 2 28 0,4-3 7 0,-3 0 1 0,0-2 0 16,0 3-20-16,-3-4-3 0,0 1-1 0,0-3 0 15,0 3 13-15,0 0 3 0,0 0 0 0,-3 2 0 16,3-2-40-16,0 5 0 0,-3 0-12 0,3 3 4 16,-3 5-77-1,0 0-15-15,0 0-4 0,0 0-570 0,0 0-114 0</inkml:trace>
  <inkml:trace contextRef="#ctx0" brushRef="#br0" timeOffset="18601.82">14279 5591 748 0,'0'0'33'0,"0"0"7"0,0 0-32 0,6-8-8 0,0 2 0 0,0-2 0 0,-1 3 251 0,1-3 48 15,0 3 9-15,0 0 3 0,0-1-188 0,0 1-38 16,3 2-7-16,-3 1-2 0,0-1-16 0,0 3-4 15,0 0-1-15,0 3 0 0,-6-3-37 0,6 0-7 16,-6 0-2-16,6 2 0 0,-3 4-9 0,0 2 0 16,-3 0 0-16,0 0 0 0,-3-1 0 0,3 1 0 15,-3 6 0-15,0-1 0 0,0 0 0 0,-3-2 0 16,0 2 0-16,0 0 0 16,0 0-24-16,0 1-6 0,0-1-2 0,-3 0 0 15,3-2-6-15,0 2-2 0,0-3 0 0,3 1 0 0,0 0 20 16,0-3 3-16,0-1 1 0,1 1 0 0,2-8 16 0,0 0 0 15,0 6 0-15,0-6 0 0,2 8 0 0,-2-8 0 0,0 0 0 16,6 2 0-16,-6-2 0 0,9 3 0 0,-3-3 0 0,3 0 0 16,-3 0 0-16,3-3 0 0,-3 1 0 15,3 2 9-15,0-8-9 0,0 2 8 0,0 6-8 0,0-8 8 16,-3 3-8-16,3 0 0 0,0 0 0 0,-1-3 0 16,1 2-12-16,-6 1-4 0,-3 0 0 0,3 0-894 15</inkml:trace>
  <inkml:trace contextRef="#ctx0" brushRef="#br0" timeOffset="19187.73">13942 5141 867 0,'0'0'38'0,"0"0"9"0,0 0-38 0,0 0-9 0,0-5 0 0,0 5 0 15,-6-3 74-15,6 3 13 0,-3-3 2 0,3 3 1 16,0 0-16-16,0 0-3 0,-3 0-1 0,3 0 0 16,0 0-3-16,-6-2-1 0,3 2 0 0,3 0 0 15,0 0 2-15,-5 0 0 0,5 0 0 0,0 0 0 16,0 0-20-16,-3 0-3 0,-3 0-1 0,3 0 0 16,-3 0 2-16,6 0 0 0,0 0 0 0,-6 0 0 15,3 0-26-15,3 0-4 0,0 0-2 0,0 0 0 16,0 0-2-16,0 0 0 0,0 0 0 0,0 0 0 15,0 0-3-15,0 0-1 0,0 0 0 0,0 0 0 16,6 2 19-16,3 1 3 0,-3-3 1 0,5 3 0 16,1-3-18-16,0-3-3 0,-3 3-1 0,9-3 0 0,0 1 23 15,3 2 4-15,-3 0 0 0,2 0 1 16,1-6-46-16,3 6-10 0,-3-2-1 0,0 2-1 0,-6 0 21 0,6 0 0 16,-7 0 0-16,4-3 0 0,-3 3 0 15,0 3 0-15,-3-6 0 0,3 3 0 0,-6 0 0 16,3 0 0-16,-3 0 10 0,0 0-10 0,-1-3 8 0,1 3-8 15,-3 0 0-15,0 0 0 0,3 0 0 0,-9 0 0 16,0 0 0-16,6 3-9 0,-6-3-10 0,0 0-1 16,6 3-1-16,-6-3 0 15,0 0-55-15,0 0-12 0,3 8-1 0,-3-8-936 0</inkml:trace>
  <inkml:trace contextRef="#ctx0" brushRef="#br0" timeOffset="20064.57">14767 5310 1443 0,'0'0'32'0,"0"0"6"0,0 0 2 0,0 0 0 0,0 0-32 0,0 0-8 16,0 0 0-16,0 0 0 0,-3-8 106 0,3 8 19 15,0 0 4-15,0 0 1 0,0-5-54 0,0 5-12 0,0 0-1 16,0 0-1-16,0 0-23 0,0 8-5 0,-3 0-1 0,0 2 0 16,3 1-33-16,-3 0 0 0,3 2 0 15,0 0 0-15,0 3 0 0,0 5 0 0,0-8 0 0,0 3 0 16,0 0 0-16,0 0 0 0,6 0 0 0,-3 0 0 16,3 2-40-1,0-7-11-15,0-1-2 0,3-2-1 0,-3 0-3 16,3-2-1-16,-1 1 0 0,1-7 0 0,3 0 34 0,0 0 8 0,-3 0 0 0,0-5 1 15,3-3 15-15,-6 0 0 0,-3 3 0 0,0-3 0 16,6-3 0-16,-6 6 10 0,0-3-2 0,-3-2 0 16,6 2 26-16,-6-5 5 0,-3 2 1 0,3 0 0 15,0 3 0-15,0-5 1 0,-3 3 0 0,3 4 0 16,0-2-6-16,0 3-2 0,0-3 0 0,0 8 0 0,0 0-11 16,0 0-2-16,0 0-1 0,0 0 0 0,0 0-19 15,0 13 0-15,-3 1 0 0,3-1 0 0,0-3 0 16,3 4 0-16,-6 2 0 0,6-9 0 0,3 4 0 0,0 0 0 15,0 2 0-15,3-3-9 0,0-2-3 0,2 0 0 16,-2 0 0-16,3 0 0 0,3-3 2 0,0-2 0 16,-3-6 0-16,0 3 0 0,0 0 18 0,0 0 3 15,0-5 1-15,-1 0 0 0,-2 0-12 0,3-3 0 16,-3-3 0-16,0 3 0 0,-3 0 50 0,-3-2 14 16,3-4 4-16,0-1 0 0,-3-1-29 0,0 0-6 15,0 0-1-15,0-3 0 0,-3 1 10 0,3-1 2 16,-3 3 0-16,0 1 0 0,0-1-29 0,0 0-6 15,-3 0-1-15,0 5 0 0,3 1-8 0,0-1 0 0,0 3 0 16,-3 0 0-16,0 3-14 0,3 2-5 16,0 3-1-16,0 0 0 15,0 0-128-15,0 0-25 0,-3 6-6 0,3 2-849 0</inkml:trace>
  <inkml:trace contextRef="#ctx0" brushRef="#br0" timeOffset="20575.99">15216 5583 921 0,'0'0'82'0,"0"0"-66"0,3-6-16 0,3 1 0 0,0 0 163 0,0 0 29 16,0-1 5-16,3-2 2 0,-3-2-57 0,3 2-11 16,0 2-3-16,0 1 0 0,0-3-48 0,0 3-9 15,0-6-3-15,0 3 0 0,-1 3-12 0,-2 3-4 16,3-4 0-16,0 4 0 0,-6-1-27 0,3 0-5 15,-6 3-2-15,6 0 0 0,0-2-18 0,-6 2 0 16,0 0 0-16,9 8 0 0,-3-6 0 0,-6-2 0 16,3 11 0-16,0-3 0 0,-3 5 0 0,0-5 0 15,-3 2-11-15,3 1 11 0,-3 0-27 0,0 2 2 16,0-3 0-16,-3 1 0 16,0 0-16-16,0 2-3 0,6 0-1 0,-3-5 0 15,0 0 1-15,0 3 0 0,0-4 0 0,0-1 0 0,0-1 17 0,3-5 4 16,0 0 1-16,0 0 0 0,0 0 10 0,0 0 3 15,0 0 0-15,6 3 0 0,-6-3 9 0,0 0 0 16,3-6 0-16,6 4 0 0,0-4 0 0,3 1 0 16,-3 0 0-16,0 0 0 0,0-1 0 0,0 4 0 0,0-4 0 15,-3 4 0-15,3-1 12 0,-4 3 0 0,1 0 1 0,-6 0 0 16,0 0 7-16,0 0 0 0,9 0 1 0,-9 0 0 16,3 8-1-16,3-3 0 0,-3 1 0 15,0 2 0-15,-3-3-6 0,0 5-2 0,-3-2 0 0,0 0 0 16,3 0-4-16,-6 3 0 0,0 2-8 0,-3-2 12 15,6-3-12-15,-5 2 8 0,-1 1-8 0,-3-1 0 16,3-2 8-16,0 0-8 0,-6 0 0 0,3 3 9 16,3-3-9-16,-3 2 0 0,3-4 0 0,-3 1 0 15,1 4-35 1,-1-3 1-16,0 0 0 0,3-3 0 0,-3 1-115 0,0-1-23 16</inkml:trace>
  <inkml:trace contextRef="#ctx0" brushRef="#br0" timeOffset="21216.85">15794 5617 993 0,'0'0'44'0,"0"0"9"16,0 0-42-16,0 0-11 0,0 0 0 0,0 0 0 0,0 0 86 0,0 0 15 15,0 0 3-15,0 0 1 0,-3-5-25 0,3 5-4 16,0 0-2-16,3-3 0 0,0-2-18 0,-3 5-3 16,6-8-1-16,-6 8 0 0,0 0 3 0,3-3 0 15,6 1 0-15,3 2 0 0,-1-6-27 0,1 4-6 16,3 2-1-16,3-3 0 0,0 3 3 0,0-3 0 15,3 1 0-15,0-1 0 0,-4 0-4 0,4-2 0 16,-6 3 0-16,6 2 0 0,-3-6-20 0,0 4 0 16,-6-1 0-16,2 0 0 0,-2 1 0 0,0-1 0 15,0-2 0-15,0 2 0 0,-3 3-20 0,0-3-1 0,0 3-1 16,0 3 0 0,-6-3-37-16,-3 0-7 0,0 0-2 0,0 0-534 0,6 5-107 0</inkml:trace>
  <inkml:trace contextRef="#ctx0" brushRef="#br0" timeOffset="21558.88">16020 5421 864 0,'3'-8'76'0,"-3"3"-60"0,0 5-16 0,0-8 0 0,0-2 107 0,0 2 18 15,0 2 4-15,0 1 1 0,0 0-23 0,0 5-5 16,0 0-1-16,0 0 0 0,0-8-23 0,0 8-5 15,0 0-1-15,0 0 0 0,0 0-22 0,0 0-5 16,0 0-1-16,0 0 0 0,0 0-3 0,0 0-1 16,0 8 0-16,0 0 0 0,0 0-22 0,0 5-5 15,3-5-1-15,0 5 0 0,-3 0 0 0,3 3 0 16,0 5 0-16,0-2 0 0,0 2-3 0,0-5-1 16,-3 2 0-16,0 1 0 0,3-3 3 0,0 2 0 15,-3 6 0-15,0-11 0 0,0 3-11 0,0-3 0 16,3 3 0-16,-3-2 0 0,-3-1 20 0,3 0 0 15,0-8-1-15,0 6 0 0,0-1-29 0,0-2-6 16,-3-2 0-16,3 2-1 0,0-3 3 0,3 0 1 16,-3-5 0-16,0 0 0 15,0 0-49-15,0 5-10 0,0-5-1 0,0 0-587 0,6 3-116 16</inkml:trace>
  <inkml:trace contextRef="#ctx0" brushRef="#br0" timeOffset="22409.64">16627 5360 1681 0,'-6'-2'36'0,"6"2"8"0,0 0 2 0,0 0 2 0,-6-5-38 0,0-1-10 0,6 1 0 0,0 5 0 16,0 0 96-16,0 0 18 0,-3-5 3 0,3 5 1 15,0 0-54-15,0 0-12 0,0 0-1 0,-8 0-1 16,2 2-40-16,0 1-10 0,0 2 0 0,3 6 0 16,-6-3 0-16,6 8 0 0,0-3 0 0,0 0 0 15,-6 0 0-15,6-2 0 0,3 2 0 0,0 6 0 16,0-1 0-16,0-2-11 0,3-3 3 0,0-2 0 16,3 2-36-16,3-2-6 15,-6-1-2-15,6-2 0 0,0-3 7 0,0 1 1 16,-1-6 0-16,1 0 0 0,6 0 32 0,-3-3 12 0,-3 0-9 0,-3 1 9 15,0-6 0-15,3 3 0 0,3-3 0 0,-6 0 0 0,-3 0 14 16,3 0 8-16,3-3 2 0,-3 1 0 0,-9 2 19 16,3-3 4-16,3 1 1 0,0-1 0 0,-3 0-7 15,0 3-1-15,-3 1 0 0,6 1 0 0,3-2-22 0,-6 3-5 16,-9 2-1-16,3-2 0 0,6 5 0 0,0 0-1 16,0 0 0-16,0 0 0 0,0 0-11 0,0 0 0 15,0 8 0-15,-6 0-11 0,3-3 11 0,6 3 0 16,6 5 0-16,-6-2 8 0,-6-3-8 0,9 3-12 15,6-6 4-15,-7 3 0 0,-5 0-1 0,6-3 0 16,3 3 0-16,6-3 0 0,0-2 9 0,-3-3-13 16,-12 0 5-16,6-3 8 0,6 3 0 0,-6-5 0 15,3 2 0-15,0-2 0 0,3 0 15 0,-3-3 4 16,-6-3 1-16,-1 1 0 0,10-4 25 0,-6 1 6 0,-3 0 1 16,-3 2 0-16,3 1-7 0,0-4-1 0,3 1 0 15,-3 0 0-15,-6 0-35 0,3 2-9 0,6-2 0 16,-3 2 0-16,-9 1 0 0,6 2 0 0,6 3 0 15,-6 5 0 1,0-3-102-16,0 3-22 0,0 0-5 0,0 0-599 0,0 0-119 0</inkml:trace>
  <inkml:trace contextRef="#ctx0" brushRef="#br0" timeOffset="22792.49">16949 5551 1796 0,'0'0'40'0,"0"0"8"0,0 0 1 0,0 0 1 0,6-5-40 0,0-1-10 0,-3-2 0 0,3 3 0 0,6 0 79 0,-7 2 13 16,-2-2 4-16,3 0 0 0,3 2-27 0,-3-2-5 16,-6 5 0-16,0 0-1 0,6-3-18 0,-6 3-3 15,6-3-1-15,-6 3 0 0,0 0-23 0,0 0-5 16,6 6-1-16,-6-6 0 0,-3 8-12 0,0 2 0 16,3-5 0-16,0 6 0 0,-6 0 0 0,0 2-10 15,0 0 2-15,3 6 0 16,-3-6-29-16,-3 0-6 0,1 3-1 0,2-3 0 0,0 3 25 15,3 0 5-15,-9-3 1 0,6 0 0 0,3-2-5 0,0 0-1 16,-6-1 0-16,3-2 0 0,3 0 19 0,3-3 0 16,0 3 0-16,0-8 0 0,-3 6 0 0,3-6 0 15,0 0 0-15,0 0 0 0,0 0 0 0,0 0 14 16,6 2-1-16,3 1 0 0,-9-3 6 0,0 0 1 0,9 2 0 16,0-4 0-16,0-1 9 0,-3 1 3 15,-6 2 0-15,12 0 0 0,2-6-32 0,-5 6 0 0,-3-2 0 16,3-1 0-16,6 0 0 0,-6 1 0 0,-3-1 0 15,0 3 0-15,0 0 0 0,3-3 0 0,0 1 0 0,-3 2 0 32,-6 0-39-32,6-3-13 0,3 3-4 0,-3 0-647 0,-6 0-129 0</inkml:trace>
  <inkml:trace contextRef="#ctx0" brushRef="#br0" timeOffset="23571.26">17345 5360 1036 0,'0'0'46'0,"6"-2"10"0,0-3-45 0,-3-1-11 0,-3 1 0 0,0 0 0 16,6-1 156-16,-6 4 28 0,-3-4 7 0,3 6 1 16,0 0-66-16,0 0-13 0,-6 0-2 0,-3-5-1 15,3 10-74-15,6-5-14 0,-3 6-3 0,-3 2-1 16,-3 2-18-16,3 1 0 0,6 5 0 0,-6-3 0 16,0 3 0-16,0 2 0 0,3-2 0 0,3 0 0 15,0-5 0-15,0 5 0 0,0-3 0 0,6 0 0 16,3 0 0-16,-3-5 0 0,-3 0 0 0,3 0 0 15,6-3 0-15,-3 1 0 0,-9-6-13 0,9 0 5 0,5 2 8 16,-5-2 9-16,0-2-1 0,-3-4-8 0,0 4-13 16,0-6-10-16,0-3-1 0,3 3-1 0,-6-5 33 15,0 2 6-15,3 1 2 0,0-3 0 0,-9-1 9 0,6 1 3 16,0 0 0-16,3 2 0 0,-9 1 3 0,3-1 1 16,0 6 0-16,0-8 0 0,3 5 0 0,-6 2 0 15,0 4 0-15,3 2 0 0,0 0-20 0,0 0-3 16,0 0-1-16,0 0 0 0,0 0-8 0,-3 8 0 15,0 5 0-15,3 0 0 0,0-2 0 0,0 5-11 16,0-1 3-16,0 1 0 0,0-2 8 0,3-1 0 16,3 0 0-16,0 0 0 15,0-2-34-15,-3 2-5 0,6-5-1 0,0-3 0 0,0 3 23 0,0-2 4 16,5-4 1-16,-2 3 0 0,0-5 12 0,-3-2 0 16,-3-1 0-16,3-2-9 0,9 0 9 0,-6-3 16 15,-6 0-4-15,3 0-1 0,3-3 35 0,-1 1 7 0,-5-4 2 16,-3-1 0-16,0-1-31 0,0 0-5 0,3-3-2 15,-3 3 0-15,-3-2-1 0,3 5 0 0,6-6 0 16,-3 6 0-16,-9 0-16 0,6 2 0 0,3 0 0 0,-3 6 0 16,-3-3 0-16,0 8 0 0,0 0 0 0,0 0 0 31,6 0-159-31,-6 0-35 0,0 0-7 0,-3 8-774 0</inkml:trace>
  <inkml:trace contextRef="#ctx0" brushRef="#br0" timeOffset="24026.52">17619 5548 1267 0,'20'11'56'0,"-20"-11"12"0,0 0-55 0,6-3-13 0,0 6 0 0,6-3 0 0,0-5 105 0,-6-1 19 16,-3 1 3-16,3 0 1 0,9-1-2 0,-6-2 0 15,-6 3 0-15,9-3 0 0,3 3-33 0,-4-8-6 16,1 2-2-16,0 3 0 0,-3 3-42 0,3-3-9 16,-3 0-2-16,0 0 0 0,0 3 7 0,0 2 1 15,-3 3 0-15,-6 0 0 0,0 0-29 0,0 0-11 16,0 0 8-16,0 0-8 0,0 0 0 0,6 8 0 15,-6-8 0-15,3 8 0 0,0 3 0 0,-6 5 0 16,0-11 0-16,0 5 0 16,3 1-30-16,-6 2-11 0,-3-2-3 0,3 2 0 15,6 0 10-15,-6 0 2 0,0 1 0 0,0-4 0 16,3 1-20-16,3-3-4 0,-6 0-1 0,3-3 0 0,3-5 28 16,0 0 5-16,0 0 2 0,0 0 0 0,0 0 22 0,0 0 15 15,9-3-3-15,-9 3 0 0,3-2-12 0,3-1 8 16,0-5-8-16,3 3 0 0,0 0 16 0,0-1-4 0,-3-2 0 0,0 3 0 15,3 0 0-15,-3-1 0 0,0 1 0 16,-1 0 0-16,-2 2 21 0,-3 3 4 0,0 0 1 16,0 0 0-16,0 0-30 0,0 0-8 0,6 6 0 0,-3-1 0 15,-3-5 8-15,3 8 1 0,0 0 0 0,-3 2 0 16,-3 1-9-16,0-3 10 0,0 0-10 0,0 2 10 16,-3 1-10-16,-2-1 0 0,2 1 0 0,0 0 0 15,-3-3 0-15,-3 2 0 0,3 1 0 0,0-3 0 16,0 0-17-16,0 0-6 0,-9 0-1 0,6-1 0 15,3-4-22-15,-6 2-5 16,-5 1-1-16,-4-4-640 0,6-2-129 0</inkml:trace>
  <inkml:trace contextRef="#ctx0" brushRef="#br0" timeOffset="24413.76">17321 5075 345 0,'-18'0'15'0,"18"0"4"0,0 0-19 0,0 0 0 16,-6-3 0-16,6 3 0 0,0 0 236 0,0 0 44 15,0 0 9-15,0 0 2 0,0 0-144 0,0 0-29 0,0 0-6 16,0 0 0-16,-6 0-38 0,6 0-7 0,9 0-2 0,-3 0 0 15,-6 0-22-15,9 3-5 0,6-3-1 16,3 2 0-16,0 1 11 0,-1-3 1 0,1 0 1 0,0 0 0 16,6 0-22-16,-3-3-5 0,0 1-1 0,2-1 0 15,10 0 6-15,-9 1 0 0,-3-4 1 0,3 4 0 16,-1 2 5-16,4-3 1 0,-9-2 0 0,3 2 0 16,-3 1-45-16,-3 2-9 0,0-3-1 0,-1 3-1 15,-2 0 21-15,-3 0 0 0,3 3 0 0,-3-1 8 16,-9-2-8-16,6 3 0 0,0 0-10 0,-6-3 10 15,0 0-18-15,0 0 2 0,0 0 1 0,3 5 0 16,3 3-48-16,-6-3-9 16,0-5-3-16,0 8-969 0</inkml:trace>
  <inkml:trace contextRef="#ctx0" brushRef="#br0" timeOffset="25039.12">18363 5530 633 0,'0'0'28'0,"0"0"6"0,0 0-34 0,0 0 0 15,0 0 0-15,0 0 0 0,0 0 179 0,0 0 29 16,0 0 5-16,0 0 2 0,0 0-108 0,6-3-22 15,0-2-4-15,3 2-1 0,-1 3-12 0,1-5-4 16,0 2 0-16,3 3 0 0,3-2-16 0,0-1-3 16,0 3-1-16,3-5 0 0,0-1 4 0,-1 4 0 15,1 2 0-15,0-6 0 0,0 1-48 0,3 3-21 16,-3 2 1-16,3-6 1 0,-4 4 31 0,1-1 5 16,3-2 2-16,-3 5 0 0,0-6-19 0,-6 6 0 15,3-2 0-15,0-1 0 16,-7 0-22-16,4 3-8 0,-6-2-2 0,3 2 0 15,-9 0 0-15,0 0 0 0,0 0 0 0,0 0 0 16,0 0-37-16,0 0-8 0,0 0-2 0,0 0 0 16,0 0-26-16,0 0-6 0,0 0-1 0,0 0 0 0</inkml:trace>
  <inkml:trace contextRef="#ctx0" brushRef="#br0" timeOffset="25371.94">18601 5347 748 0,'0'0'67'0,"0"-8"-54"0,0 3-13 0,0-3 0 16,-3 5 140-16,3-5 24 0,0 3 6 0,0 0 1 0,0 0-60 0,0 5-12 16,0 0-3-16,0-3 0 0,0 3-7 0,0 0-1 15,0 0-1-15,0 0 0 0,0 0-37 0,0 0-7 16,0 0-2-16,0 0 0 0,0 0-2 0,0 0-1 16,0 0 0-16,3 3 0 0,0 7-18 0,-3-5-4 15,3 6-1-15,-3 0 0 0,0 5 14 0,0-3 3 16,0 5 1-16,0 1 0 0,0-1-9 15,0 3-1-15,-3-2-1 0,3 0 0 0,0-1-22 16,0 3 8-16,-3 0-8 0,0 1 0 0,3-4 0 0,0 6 0 16,3-11 0-16,-3 6 0 0,-3-4 0 0,3-1 8 15,-3 2-8-15,3-6 0 0,0 1 0 0,0 2 8 16,0-2-8-16,0-3 0 0,0-3 0 0,3 3 0 16,-3-3-10-16,3 3 10 15,0-3-49-15,-3-2-3 0,3 2-1 0,-3-5 0 16,0 0-27-16,6 3-6 0,0-1-1 0,-6-2-879 0</inkml:trace>
  <inkml:trace contextRef="#ctx0" brushRef="#br0" timeOffset="26785.64">19089 5326 864 0,'0'0'76'0,"0"0"-60"0,0 0-16 0,0 0 0 0,0-8 124 0,0 3 21 15,0 5 5-15,0 0 1 0,0-3-31 0,0 3-5 16,0 0-2-16,0 0 0 0,0 0-44 0,0 0-9 15,-3-5-1-15,-3 10-1 0,3-5-40 0,0 8-8 16,-3 0-2-16,0 5 0 0,3 1-8 0,-3 1 0 16,3 4 0-16,-3 2 0 0,3-5 0 0,3 0 0 15,0 2 0-15,-3-2 0 0,6 3 0 0,-3-1 0 16,0 1 0-16,3-1 0 16,3-2-36-16,0-3-12 0,0 1-2 0,3-1-1 15,3 0-5-15,0-8 0 0,-3 1-1 0,3-4 0 16,0 1 23-16,0-3 5 0,0-3 1 0,-4 1 0 0,4-4 28 0,-3 1 0 15,3-3 13-15,-3-2-4 0,3 2 22 0,-3-3 4 16,-3 0 1-16,0-2 0 0,0 3 16 0,0-4 3 16,-3 1 1-16,0 0 0 0,0 0-4 0,-3 0 0 15,0 2 0-15,0 0 0 0,0 1-4 0,0-1-2 0,-3 6 0 16,0 0 0-16,0-1-27 0,3 6-6 16,0 0-1-16,0 0 0 0,-3 0-12 0,3 0 11 0,-6 8-11 15,3 0 10-15,0 3-10 0,3-1 0 0,-3 4 0 16,6-4 0-16,-3 3 0 0,3 1 0 0,0-4 0 0,3 3 0 15,0-2-13-15,0 0 5 0,3-1 8 0,0 1-13 16,0-3 4-16,-1 0 1 0,4-6 0 0,0 1 0 16,-3-3 8-16,6 0 0 0,-3-3 0 0,3 1 0 15,0-4 0-15,0-2 0 0,0 0 0 0,-4-2 0 16,1-1 9-16,0 3 1 0,-6-2 0 0,3-1 0 16,-3-2 30-16,0 0 5 0,0 0 2 0,0-6 0 15,0 0-30-15,-3 4-5 0,0 1-2 0,0-2 0 0,0 1-10 16,0 1 0-16,-3 6 0 0,0-2 0 15,0 2-33-15,-3 0-9 0,0 3-2 0,0 2 0 16,3 3-112-16,0 0-24 0,0 0-4 0,-6 5-680 16</inkml:trace>
  <inkml:trace contextRef="#ctx0" brushRef="#br0" timeOffset="27145.38">19559 5522 864 0,'0'0'38'0,"6"2"8"0,0 1-37 0,0-3-9 16,-3-3 0-16,3 3 0 0,0 0 184 0,0-2 34 15,-3 2 7-15,3 0 2 0,0-3-95 0,0 3-20 16,0 0-3-16,0-5-1 0,0 5-38 0,-3 0-8 16,-3 0-2-16,0 0 0 0,0 0-35 0,6 5-7 15,-6-5-2-15,6 3 0 0,-6-3-16 0,6 8 0 16,-6 0 0-16,0 0 0 0,0-8 10 0,0 8-2 0,-3 2 0 0,0 1 0 16,0-1-8-16,0 1 0 0,-3-3 0 0,3 5 0 15,-6-2-9-15,3 2-4 0,0-3-1 16,-3 1 0-16,3 2 2 0,-3 1 0 0,3-9 0 0,0 5 0 15,0 1 12-15,0-6-12 0,3 3 12 0,0 0-12 16,3-8 12-16,0 0 0 0,-3 8 0 0,3-8-9 16,0 0 9-16,0 0 0 0,0 0 0 0,9 5 0 15,-3-2 0-15,0-3 0 0,3 3 0 0,-3-3 0 16,3 0 11-16,0 0-3 0,0-3 0 0,0 0 0 16,0 1-8-16,0-1 10 0,0 0-10 0,0 1 10 15,-1-1-10-15,1-2 8 0,-3 2-8 0,3 1 8 0,0-4-8 16,0 4 0-16,-3-1 0 0,3-2 0 15,0 2-33-15,-3 0-9 0,0 1-2 0,0-6-942 16</inkml:trace>
  <inkml:trace contextRef="#ctx0" brushRef="#br0" timeOffset="27706.95">19890 5323 979 0,'0'0'87'15,"0"-8"-70"-15,-6 3-17 0,3-3 0 0,3 3 183 0,0 0 33 16,-3-3 6-16,0 2 2 0,3 1-97 0,0 5-19 16,0-5-4-16,0 5-1 0,3-5-25 0,-3 5-5 15,0 0-1-15,0 0 0 0,0 0-34 0,0 0-7 0,0 0-2 0,3 5 0 16,-3 3-18-16,3 0-11 0,0 5 12 0,0 0-12 16,0-5 0-16,-3 3 0 0,3 2 0 0,0 0 0 15,-3 0 0-15,3 1 0 0,0-1 0 0,0 0 0 16,3 0-10-16,-3-2-2 0,0-1-1 15,0-2 0-15,0 3-32 16,-1-3-7-16,-2-8 0 0,6 5-1 0,0 1 11 16,-6-6 2-16,0 0 1 0,9 0 0 0,-3 0 22 0,3-6 4 0,-3 1 1 15,3 0 0-15,-3-3 12 0,0-3 0 0,-3 3 0 0,0-2 10 16,3-1 19-16,-6 3 4 0,3-5 1 0,0 0 0 16,3-1-8-16,-3 4-2 0,-3-1 0 0,3 1 0 15,-3 2 14-15,3 2 2 0,-3 6 1 0,0-8 0 16,0 3-24-16,0 5-5 0,0 0 0 0,0 0-1 0,0 0-11 0,0 0 8 15,0 0-8-15,0 8 8 0,-3 3-8 0,3-1 0 16,0 1 0-16,0 2 0 0,-3 0 0 16,6 1 0-16,0-1 0 0,3-3 0 0,-3 1-11 0,0 0 3 15,3-1 0-15,3 1 0 0,-4-3-1 0,4 0 0 16,0-6 0-16,0 4 0 0,0-4 9 0,-3 1 0 16,3-3 0-16,3-3-8 0,-3 1 8 0,-3-6 8 15,3 0-8-15,-3 0 11 0,3-3 11 0,-3 1 2 16,0-4 1-16,0 1 0 0,-1 0 15 0,1 0 2 15,0-6 1-15,-3 3 0 0,3 3-14 0,-3-6-2 16,0 1-1-16,0-1 0 0,0 1-16 0,0 2-10 16,0-2 12-16,3 4-12 0,-6 1 0 0,3 2 0 15,3 1 0-15,-6 2 0 16,3 3-43-16,-3 5-5 0,0 0-2 0,0 0 0 16,0 0-153-16,0 0-30 0</inkml:trace>
  <inkml:trace contextRef="#ctx0" brushRef="#br0" timeOffset="28198.32">20259 5506 864 0,'0'0'38'0,"0"0"8"0,0 0-37 0,6-5-9 0,0 2 0 0,0-2 0 16,-3-3 219-16,6-3 41 0,0 3 9 0,2 0 2 0,-2-2-126 0,0-1-25 15,3 1-4-15,0-1-2 0,0 3-39 0,-3 0-8 16,0 3-2-16,0-6 0 0,-3 9-36 15,0-6-7-15,3 5-2 0,-3-2 0 0,0 5-8 0,-6 0-1 16,0 0-1-16,0 0 0 0,0 0-10 0,0 0 0 16,0 0 9-16,0 0-9 0,0 8 0 0,3 5 0 15,-6-3 0-15,0 4 0 0,0-4-22 0,0 1-2 16,-3-1-1-16,0 4 0 16,3-6-18-16,0 0-3 0,3-8-1 0,-3 8 0 0,-3-3 19 15,3 3 3-15,3-8 1 0,-3 5 0 0,0 3 11 0,3-8 2 16,0 0 1-16,6 3 0 0,-6-3 10 0,0 0 16 15,0 0-4-15,0 0-1 0,6-3-22 0,0 3-4 16,-6 0-1-16,9 0 0 0,3-5 25 0,-3 2 5 16,2 3 1-16,-2-5 0 0,3-3-1 0,-3 3 0 15,3 5 0-15,-3-6 0 0,0 1 6 0,0 2 0 16,0 1 1-16,-3 2 0 0,-6 0 8 0,0 0 2 16,9 2 0-16,-3 4 0 0,-6-6-15 0,6 8-4 0,-3-1 0 15,0-1 0-15,0 2-4 0,0 2 0 0,-6 3-8 0,3 1 12 16,-6-1-12-16,3 0 8 0,0 0-8 15,-3 1 0-15,3-1 0 0,-3 0 0 0,0-2 0 0,-3 2 0 16,0 0 0-16,0-2 0 0,0-3 0 0,0 8 0 16,0-11 0-16,0 3-16 0,0 5 1 0,0-10 1 15,1 2-41 1,-1 0-8-16,0-2-1 0,9-3-643 0,0 0-128 0</inkml:trace>
  <inkml:trace contextRef="#ctx0" brushRef="#br0" timeOffset="28631.82">20497 5133 1796 0,'-6'-27'40'0,"6"17"8"0,-3 2 1 0,6-5 1 0,-3 2-40 0,0 1-10 0,0-1 0 0,0-2 0 0,3 5 72 0,-3 2 12 16,3-1 2-16,-3 7 1 0,0 0-19 0,6-3-3 15,0 0-1-15,-6 3 0 0,9 0-18 0,0 6-4 16,0-4-1-16,3 3 0 0,-3 3-25 0,2 3-4 15,-2 2-2-15,3 3 0 0,0 0 2 0,-3 5 0 16,3-2 0-16,0 2 0 0,-3 0-12 0,3 3 0 16,0-3 9-16,-3 3-9 0,3-3 0 0,-4 0 9 15,1 3-9-15,0-3 0 0,-3 6 8 0,0-4-8 16,-3 4 0-16,3-6 0 0,-3 3 9 0,0 0-9 16,0 5 0-16,-3-8 9 0,0 5-9 0,0-2 0 0,-3 3 0 15,0-9 0-15,-3 3 0 0,3 0 0 0,-3-2 0 16,0 0 12-16,-3-1-12 0,0-2 0 0,3 0 9 0,-2 2-9 15,-4-2 0-15,0 0 0 0,3-5 0 0,-3 2 8 16,0 0-8-16,0 0 0 0,-3-2 0 0,3-3 8 16,-3 2-8-16,1 1 0 0,2 0 0 0,-3-3 0 15,3-3 0-15,-3 0 9 0,3 0-9 0,-3-2 0 16,3 0 0-16,0-1 0 0,3 1 0 0,3 0 0 16,-2-1-20-16,-1-2-2 0,0 0 0 0,3 0 0 15,6 0-30-15,0 0-7 16,-6-2-1-16,6 2 0 0,-3-3-29 0,3 3-7 0,0 0 0 15,0 0-541-15,0 0-108 0</inkml:trace>
  <inkml:trace contextRef="#ctx0" brushRef="#br1" timeOffset="53270.92">9787 6109 518 0,'0'0'23'0,"0"0"5"0,0 0-28 0,0 0 0 15,0 0 0-15,0 0 0 0,-6 0 88 0,3-2 12 16,0-1 2-16,0 0 1 0,3 3-27 0,0 0-6 16,0 0-1-16,0 0 0 0,-3-5-5 0,3 5-2 15,0 0 0-15,0 0 0 0,-3-3-10 0,3 3-3 16,-3 0 0-16,3 0 0 0,-6 0-15 0,3 3-3 15,0-3-1-15,0 3 0 0,-3-3-10 0,3 2-1 16,0 1-1-16,-3 0 0 0,3-3-10 0,-3 2-8 0,3 1 9 16,0 0-9-16,-3-1 0 0,3 1 0 0,0-1 0 15,3-2 0-15,0 0 0 0,0 0 0 0,0 0 0 0,0 0 0 16,-3 6 0-16,1-4 0 0,2-2 0 0,0 0 0 16,0 0 0-16,0 0 0 0,0 0 0 0,0 0 0 15,0 0 0-15,0 0 0 0,0 0 0 0,0 0 0 16,0 0 47-16,0 0 3 0,5 3 1 0,-5-3 0 15,9 3-31-15,-9-3-7 0,6 5-1 0,3-2 0 16,-9-3-4-16,9 0 0 0,0 0-8 0,-3 2 12 16,-6-2-12-16,12 0 0 0,-3 0 0 0,0 0 0 0,0 0 0 15,3 0 0-15,0 0 0 0,2-2 9 0,-2 2-1 16,6-3-8-16,-3 0 12 0,0 1-4 0,-6 2-8 0,3-3 0 16,3 0 9-16,0 1-9 0,2-1-10 0,1 0-6 15,0 1-2-15,0-1 0 0,3 3 32 0,-3-2 6 16,0-1 2-16,-1 0 0 0,1 1-35 0,-3-1-7 15,0 0-2-15,0 1 0 0,0-1 37 0,-3 3 7 16,0-3 2-16,0 3 0 0,0 0-24 0,-1-5 8 16,1 2-8-16,0 3 0 0,0-2 0 0,3 2 0 15,-3-3 0-15,3 3 0 0,-3 0 0 0,-3-5 0 16,0 2 0-16,0 3 0 0,-1 0 0 0,4 0 0 16,0 0 0-16,3 0 0 0,-3 0 0 0,0 0 0 15,0 0 0-15,3-2 8 0,-3 2-8 0,0 0 0 16,-1 0 0-16,-2 0 0 15,3 0-23-15,0 0-2 0,0 0-1 0,-3 0 0 0,3 0 42 0,-6-3 8 16,3 3 1-16,3-3 1 0,-3 3-26 0,0-2 0 0,-3 2 0 16,2 0 0-16,-2-3 0 0,3 3 0 0,0 0 8 0,-3 0-8 15,0 0 0-15,3-3 0 0,0 3 0 0,0 0 0 16,-3 0 0-16,0 0 0 0,3 0 0 16,0 0 0-16,-3 0 0 0,0-2 0 0,3 2 0 0,0-3 0 15,-4 3-20 1,1 0-5-16,0 0-2 0,3 0 0 0,-3 0 43 0,3 3 9 15,-3-3 2-15,3-3 0 0,-3 3-27 0,0 0 0 16,0 0 0-16,0 0 0 0,-6 0-16 0,6 0-9 16,-6 0-2-16,6-3 0 0,-6 3 51 0,6 0 9 0,0 0 3 0,3 3 0 15,-3-3-22-15,0 0-4 0,-1-3-1 0,4 3 0 16,0-2 0-16,0 2 0 0,-3-3 0 0,3 0 0 0,-3 1 1 16,3 2 0-16,-3-3 0 15,-6 3 0-15,0 0-10 0,0 0 0 0,6 0 0 0,-6 0 0 0,0 0 0 16,6 0 0-16,-6 0 0 0,0 0 0 15,6 0-12-15,-6 0-4 0,0 0 0 0,0 0-940 16</inkml:trace>
  <inkml:trace contextRef="#ctx0" brushRef="#br1" timeOffset="55777.15">14219 6046 1105 0,'0'0'24'0,"0"0"4"0,0 0 2 0,0 0 2 0,0 0-32 0,0 0 0 0,-6 0 0 0,6 0 0 15,-3-6 64-15,3 6 7 0,-6-2 1 0,6 2 0 16,-3-3-13-16,3 3-3 0,0 0 0 0,0 0 0 15,0 0-9-15,0 0-3 0,0 0 0 0,0 0 0 16,0 0-12-16,0 0-4 0,-3-5 0 0,3 5 0 16,0 0-12-16,0 0-4 0,0 0 0 0,0 0 0 15,0 0-4-15,0 0 0 0,0 0-8 0,0 0 12 16,0 0-2-16,6 2-1 0,0 1 0 0,0 0 0 16,0-1-9-16,3 1 0 0,-3 0 0 0,3-1 0 0,0 1 0 15,0 0 0-15,0-1 0 0,0 1 0 0,0 0 0 16,2-1 0-16,1-2 0 0,3 0 0 15,-3 3 0-15,6 0 0 0,0-1 0 0,0 1 8 0,0-3-8 0,-1 0 12 16,1 5-12-16,3-5 12 0,3-5-12 0,3 5 0 16,-3 0 0-16,5 0 0 0,-5 0 0 0,3 0 0 15,-3 0 0-15,0 0 0 0,2-3 0 0,1 1 0 16,0-1 0-16,6 0 0 0,-1 3 20 0,-2-2-2 16,3-1 0-16,0 0 0 0,-1 1-29 0,1-1-5 15,0 3-2-15,3 0 0 0,-7-3 18 0,1 1 0 16,0 2 11-16,0-3-11 0,2 0 0 0,-2 3 0 15,3-2 0-15,0 2-12 0,-1-3 12 0,1 0 0 16,0-2 12-16,0 3-12 0,2 2 0 0,-2-3 0 16,-3 3 0-16,3-3 0 0,-1 3 8 0,1-2-8 15,0-1 0-15,0 0 0 0,-4 1 0 0,4-1 0 16,0-2 0-16,0 2 0 0,-1 3 0 0,1-3 0 0,0 3 0 0,0-5 0 16,-4 3 0-16,1 2 0 0,0-3 0 15,-3 3 0-15,2 0 0 0,-2 0 0 0,0-3 0 0,3 3 0 16,-6 0 0-16,2 0 0 0,7 0 0 0,0 0 0 15,3 0 0-15,-7 0 0 0,1 3 0 0,0 0 0 16,0-3 0-16,-3 0-9 0,-1 0 9 0,4 0-12 16,-3-3 12-16,0 3 8 0,-1-3-8 0,4 3 11 15,0 0-11-15,0 0 0 0,-3 0 0 0,-4 0 0 16,4 0 0-16,0 0 0 0,3 0 0 0,-4 0 0 16,-5 0 0-16,6 0 0 0,3 0 0 0,-3 3 0 15,-6-6 0-15,5 3 0 0,4 0 0 0,3 0 0 0,-6 0 0 16,2 0 0-16,-2 0-12 0,3 0 12 0,-3 0 0 15,5 0 0-15,1-5 0 0,0 5 12 0,-6 0-12 16,0 0 0-16,5-3-12 0,-2 3 12 0,-6 0 0 0,3-2 0 16,5-1 0-16,1 0 12 0,-3 3-12 0,0 0 0 15,-7-2 0-15,7 2 0 0,3 0 0 0,0-3 0 16,-9 0 0-16,2 1 8 0,4 2 39 0,-3-3 7 16,-3 3 2-16,0 0 0 15,-4-3-90-15,4 1-18 0,0 2-3 0,-3 0-1 0,3-5 96 16,-4 2 20-16,4 3 3 0,-3-3 1 15,3 3-101-15,-3 0-20 0,0-2-4 0,2 2-1 16,1 0 48-16,-3-3 14 0,3 3 0 0,-3 0 0 0,0-3-14 0,-1 3 5 16,-2-2 1-16,3 2 0 0,-3 2 8 0,0-2 0 15,0 3 0-15,0-3 0 0,-1-3 0 16,1 3 0-16,0 0 0 0,0 0 0 0,0 3 13 0,0-3 5 16,0 0 1-16,2-3 0 0,-5-2-31 0,3 2-5 0,0 3-2 15,0 0 0-15,3-2 19 0,3-1 0 16,-7 0 0-16,4 3 0 0,-3 0 0 0,0-2 0 15,-3 2 0-15,3-3 0 0,-3 3 8 0,2 0 6 0,-2-3 1 16,0 1 0-16,0 2-15 0,0 0 8 16,0 0-8-16,-3 0 0 0,3 0-8 0,0 0-8 0,-4 0-2 0,4-3 0 15,0 1 18-15,0 2 0 0,0 0 0 0,3 0 0 16,-3 0 0-16,0 0 0 0,-6 0 0 0,2-6 0 16,4 6 25-16,0-2 9 15,0 2 2-15,-3 0 0 0,0 0-20 0,0 0-4 0,0 0-1 16,0 0 0-16,-3 0-11 0,2 0 0 0,1 0 0 15,0-3-11-15,0 6 26 0,3-3 5 0,-6 0 0 0,6 2 1 16,-6-2-30-16,3 0-7 0,0 0 0 16,-3-2-1-16,2 2 17 0,-2 0 0 0,3 0 0 0,0 0 0 15,-3-3 0-15,3 3 0 0,0 0 0 0,-3-3 0 16,3 6 0-16,0-3 0 0,0 3 0 0,-3-3 0 0,2 0 0 16,-2 0 0-16,0 0 0 0,0 0 0 15,0-3 0-15,0 3 0 0,0 0 0 0,0 0 0 0,-3 0 0 16,3 0 0-16,0 3 0 0,0-3 0 0,3 0 0 15,-3-3 0-15,2 3 0 0,1 0 9 16,-3 0 3-16,0 0 1 0,0 0 0 0,3 3 0 16,-3-3-13-16,0 0 0 0,0 0 0 0,0 0 0 0,3 0 0 0,-3-3 0 15,-3 3 0-15,-1 0 0 0,1 0-9 0,3 0-5 16,-6 0-1-16,-3 0 0 0,0 0 15 0,9 0 0 0,-3-3 12 16,0 3-12-16,3 0 14 0,-6 0-4 15,3 3-1-15,-6-3 0 0,9 3-9 0,-9-3 0 16,6 0 0-16,0 0 0 0,0 0 0 0,0 0 0 15,0 0 0-15,0 0 0 0,0 0 32 0,3 0 4 0,-3 0 0 16,-1 0 1-16,1-3-24 0,0 3-5 16,0 0 0-16,3 0-8 0,0 0 9 0,0 0-9 15,-3 0 0-15,3-3 9 0,-3 3-1 0,0 0 0 0,0-5 0 0,3 2 0 16,-3 3-8-16,3 0 12 0,-3 0-12 16,3 0 12-16,-9 0-12 0,6 0 0 0,-6 0 9 0,3 0-9 15,5 0 0-15,-2 0 0 0,0 3 0 0,3-3 0 16,0 0 0-16,-3 5 0 0,3-5 0 0,0 0 0 0,0 0 0 15,0 0 0-15,-3 0 0 0,3 0 0 0,-3-5 0 0,3 5 0 16,-9 0 0-16,6 0 0 0,3 0 0 0,-1 0 0 16,-8 0 0-16,6 0 0 0,0 0 0 0,3 0 0 15,-3-3 0-15,-6 3 0 0,0 0 0 0,0 0 0 16,9 0 0-16,0 0 0 0,-3 0 0 0,3 0 0 16,-3 0 0-16,3 0 0 0,-9 0 0 0,6 0 0 15,0 0 0-15,-6 0 0 0,6 0 0 0,0 3 0 16,3-3 0-16,-3 0 0 0,0 0 0 0,-6 0 0 15,5 0 0-15,-5 0 0 0,9-3 0 0,-6 1 0 16,-3 2 0-16,6-3 0 0,-6 3 0 0,0 0 0 16,6-3 0-16,-6 3 0 0,9 0 56 0,-9 0 6 15,6-2 2-15,0 2 0 16,-6 0-73-16,0 0-15 0,0 0-2 0,6 0-1 0,-6 0 43 16,0 0 9-16,0 0 2 0,9 0 0 0,-9 0-27 0,6 2 0 0,-6-2 0 0,0 0 0 15,0 0 0-15,6 0 0 0,-6 0 0 0,6 3 0 16,-6-3 0-16,0 0 0 0,6 3 0 0,-6-3 0 31,0 0-46-31,0 0-14 0,9 0-4 0,-3 0-682 0,0 2-137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5:59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7176 5016 1414 0,'24'-10'31'0,"-21"7"6"0,-3-5 2 0,-3 3 1 0,3-6-32 0,0 1-8 0,0 2 0 0,-3 0 0 15,-6 0 119-15,6 0 21 0,0-2 5 0,-6 4 1 16,-6 4-46-16,6-6-10 0,9 8-2 0,-6-3 0 16,-5 0-34-16,2 3-7 0,3 0-2 0,0 0 0 15,-3 6-36-15,0 2-9 0,0-6 0 0,3 9 0 16,0 2 0-16,0 3 0 0,-6 5 0 0,6 6 0 16,3-1 0-16,0 3 0 0,-6 3 0 0,6 2 0 15,0 1 0-15,0 2 0 0,3 0 0 0,-3-3 0 16,0 3 0-16,3 0 0 0,0 3 0 0,0 2 0 0,-3-5 17 15,3 3 2-15,6-8 0 0,-6 5 0 0,0-8-19 0,3 3 0 16,-3-3 0-16,3 0 0 0,-3-3 0 16,0-2 0-16,-3 3 0 0,3-6 0 15,3 0-22-15,-6-3-8 0,0 1-2 16,0-1 0-16,0-2 32 0,1 0 12 0,-4-5-1 0,3 2 0 0,0 0-11 0,-3-2 0 16,-3-1 0-16,3-2 0 0,-3-2-16 0,3-4-6 15,0-2-1-15,0 3 0 16,-3-3-115-16,0-3-23 0,3-5-5 0,0 3-702 0</inkml:trace>
  <inkml:trace contextRef="#ctx0" brushRef="#br0" timeOffset="181.65">6861 5596 864 0,'0'0'76'0,"-3"-3"-60"0,0 1-16 0,0-4 0 16,0 1 188-16,3 0 34 0,-3-1 7 0,3 1 2 15,0 5-95-15,3-5-20 0,-3 2-3 0,6-2-1 16,0 0-44-16,3 2-10 0,-3 0-2 0,3-2 0 15,-1 2-35-15,4 1-7 0,-3-1-2 0,6 0 0 16,-3 3-12-16,3 0 0 0,-3 0 0 0,3 0 0 16,6 0-154-16,-4-2-34 15,16-1-6-15,-12-5-2 0</inkml:trace>
  <inkml:trace contextRef="#ctx0" brushRef="#br0" timeOffset="684.7">7602 5548 1497 0,'-12'-2'32'0,"3"2"8"0,6 2 0 0,3-2 4 0,6 0-36 0,-6 0-8 0,-3 3 0 0,3-3 0 15,6 3 53-15,-6-3 9 0,0 0 2 0,0 0 0 16,12 2 0-16,0-2 0 0,-6 3 0 0,0-3 0 16,3-3-11-16,3 1-1 0,-3 2-1 0,-1 0 0 15,1-6-31-15,3 6-5 0,3-5-2 0,0 2 0 0,-6-2 22 16,6 5 4-16,3-3 1 0,0 1 0 0,-4-4-13 0,1 4-3 15,0-1 0-15,0 3 0 0,-3 0-24 16,0-5 0-16,0 5 0 0,3-3 0 16,-3 6-46-16,-3-3-14 0,-9 0-4 0,0 0 0 15,11 5-102-15,-5-2-21 0,-6-3-4 0,-3 8-1 0</inkml:trace>
  <inkml:trace contextRef="#ctx0" brushRef="#br0" timeOffset="963.89">7647 5696 1785 0,'0'0'39'0,"0"0"8"0,0 0 1 0,0 0 4 0,-6 6-42 0,6-6-10 16,0 0 0-16,0 0 0 0,-12 0 72 0,12 0 12 0,6 0 2 0,-6 0 1 16,0 0-50-16,0 0-9 0,0 0-3 0,0 0 0 15,9 0 31-15,-9 0 7 0,0 0 1 16,11 0 0-16,7 0-21 0,-6 0-4 0,-12 0-1 0,12 2 0 15,6-2-16-15,-3 0-3 0,-3 0-1 0,-3 0 0 16,6 0-8-16,0 0-2 0,-4 0 0 0,1 0 0 16,0 0-8-16,0 0 0 0,3-2 0 0,-3 2 0 15,-6 0 0-15,6 0 0 0,3 0 0 0,-3 0 0 16,-3 0-56 0,2-6-4-16,4 4-1 0,0 2-684 0,0-3-137 0</inkml:trace>
  <inkml:trace contextRef="#ctx0" brushRef="#br0" timeOffset="1787.58">8531 5453 1594 0,'0'0'35'0,"-3"-5"7"0,0 2 2 0,3-5 1 0,-3 0-36 0,3 3-9 0,-3 2 0 0,0-5 0 15,3 3 108-15,-3-3 19 0,3 8 4 0,0-5 1 0,-3 5-48 0,3 0-10 16,0 0-2-16,0 0 0 0,-6 0-50 0,6 0-10 16,0 0-3-16,-3 2 0 0,-3 9-9 0,3 2 0 15,-3-2 0-15,3 2 0 0,0 3 0 0,-3 3 0 16,3-4 9-16,3 4-9 0,0-3 0 0,0 2-10 16,0-2 1-16,3 0 0 15,0 0-21-15,0-3-4 0,3 0-1 0,0 1 0 16,3-6-13-16,-3-1-4 0,3 1 0 0,-3-5 0 15,-6-3 9-15,0 0 2 0,0 0 0 0,12 0 0 0,0-3 41 0,2-2 12 16,-5 0 1-16,3 0 0 0,-6-6-3 0,3 3-1 16,-3 0 0-16,0-2 0 0,0-4 44 0,-3 4 9 15,0-1 2-15,0 1 0 0,-3-4 0 0,0 6 0 16,0 3 0-16,-3-3 0 0,3 3 0 0,-3 2 0 16,3 3 0-16,0 0 0 0,0 0-64 0,0 0-15 15,0 0-1-15,0 0-1 0,0 0 27 0,0 0 6 16,0 0 0-16,0 3 1 0,-3 7-17 0,6 1 0 0,-3-3 0 15,3 3 0-15,3-1 0 0,0 1 0 0,0-3 0 16,6 0 0 0,-3 0-48-16,3-3-12 0,-1 3-4 0,1-6 0 0,0 1 52 0,-3 0 12 15,3-6 0-15,0 0 0 0,0 1 0 0,-3-1 0 0,0-5 0 0,0 3 0 16,0-3 38-16,0-3 10 0,-3 1 3 0,-1-1 0 16,1 1 0-16,0 2 0 0,-3-3 0 0,0 0 0 15,0 6-5-15,0-8-1 0,0 0 0 16,0 0 0-16,-3 2-45 0,0-2 0 0,3 2 0 0,-3-5 0 15,0 3-16-15,0 5 1 0,0 0 0 0,0 3 0 16,0 0-85-16,0 5-16 16,0 0-4-16,0 0-661 0,0 0-132 0</inkml:trace>
  <inkml:trace contextRef="#ctx0" brushRef="#br0" timeOffset="2035.86">8921 5554 1728 0,'0'0'38'0,"0"0"8"0,0 0 2 0,0 0 0 0,0 0-39 0,0 0-9 0,0 0 0 0,-3 8 0 0,3-8 104 0,0 10 20 15,0 1 3-15,0-3 1 0,0-8-52 0,3 13-9 16,-3-5-3-16,0 2 0 0,0 1-51 0,0 0-13 16,0-1 0-16,0 3 0 0,0-2 0 0,0 0 0 15,-3 2 0-15,3-5 0 0,0 2 0 0,-3 1 0 0,0-1 0 16,0 1 0-1,3-3-48-15,-3 3-13 0,-3-4-3 0,3 4 0 16,0 0 0-16,0-3 0 0,0-3 0 0,0 3-546 0,0 0-110 16</inkml:trace>
  <inkml:trace contextRef="#ctx0" brushRef="#br0" timeOffset="2571.06">8409 5226 1364 0,'0'0'30'0,"0"0"6"0,-3 2 2 0,-3 1 0 0,3-1-30 0,3-2-8 16,-6 6 0-16,3-4 0 0,3-2 72 0,-6 3 12 16,0 0 4-16,6-3 0 0,0 0-13 0,0 0-3 15,0 0 0-15,0 0 0 0,0 0-2 0,0 0-1 0,0 0 0 16,0 0 0-16,0 0-55 0,6 2-14 0,3 1 0 15,0 0 0-15,3-3 52 0,-1 0 8 0,4 0 2 16,3 0 0-16,0-6-48 0,3 6-14 0,-3-2 0 0,6 2 8 16,2-6 37-16,1 6 8 0,0-2 2 15,3 2 0-15,-3-6-37 0,-4 4-7 0,4-3-2 0,-3 5 0 16,0 0-9-16,0-6 0 0,-4 4 0 0,1-1 0 16,3 0 24-16,-3 3 2 0,0 0 1 0,0 0 0 15,-4 0-27-15,1 0 0 0,-6 0 0 0,3 0 0 16,-3 0-16-1,0 0-9-15,-6 0-2 0,0 0 0 0,3 3 43 0,-9-3 9 0,0 0 2 0,0 0 0 16,0 0-27-16,0 0 0 0,0 0 0 0,6 3 0 16,-6-3-34-16,0 0-9 15,0 0-1-15,3 8-1 0,-3-8-87 0,3 2-18 0,-3-2-3 0,0 0-1 16</inkml:trace>
  <inkml:trace contextRef="#ctx0" brushRef="#br0" timeOffset="4189.92">9412 5226 748 0,'-3'-14'67'0,"3"6"-54"0,0 3-13 0,3-3 0 16,-3-2 118-16,3-1 21 0,0 0 4 0,-3 1 1 16,3-3 2-16,-3 5 1 0,-3-6 0 0,3 6 0 15,-3-2-44-15,0 2-9 0,3 0-2 0,-6 3 0 16,0 2-16-16,0-2-3 0,0 5-1 0,0 0 0 15,-3 2-25-15,0 6-6 0,0 3-1 0,-3 5 0 16,3 8-22-16,-3-1-5 0,1 7-1 0,-1 7 0 16,-3 0-3-16,3 5-1 0,-3 8 0 15,3 3 0-15,-3-5-8 0,6 5 0 0,0-3 0 0,0 3 0 16,0-8 0-16,6 0 0 0,-2-3 0 0,5 0 0 16,-3-2 0-16,6 0 0 0,-1-6-10 0,1 1 10 15,6-4 0-15,-3-4-9 0,3-3 9 0,0-1 0 0,0-4 0 16,3-3 0-16,-3 0 0 0,3-3-8 0,3-5 23 0,-3 3 5 15,-3-6 0-15,3 0 1 0,-4-2-30 0,1-1-7 16,0 1 0-16,-3-3-1 0,0 0 27 0,-3 0 6 16,3-3 0-16,0 3 1 15,0-5-65-15,0 2-12 0,0-2-4 0,0-3-682 16,0 3-137-16</inkml:trace>
  <inkml:trace contextRef="#ctx0" brushRef="#br0" timeOffset="10181.89">9689 5487 864 0,'0'0'76'0,"0"0"-60"0,0-7-16 0,0-1 0 15,0 0 82-15,-3 0 14 0,3 0 2 0,0 0 1 16,-3 0 48-16,0 0 9 0,0 0 3 0,3 3 0 16,-3-3-59-16,3 8-12 0,0 0-3 0,0 0 0 15,-6-3-26-15,6 3-6 0,-6 3-1 0,3 2 0 16,-6 0-38-16,6 3-14 0,-3 6 9 0,0 1-9 0,3 1 0 0,0 3 0 16,-3 2 0-16,3-5 0 0,3 5 0 15,-3-2 0-15,6 2 0 0,-3 0 0 16,3-8-30-16,3 6-11 0,0-4-3 0,0 1 0 15,0-2-32-15,3-4-6 0,0 1-2 0,0-6 0 16,0 3 7-16,0-8 1 0,2 0 0 0,1 0 0 0,-3-8 60 16,3 3 16-16,-3-6 0 0,0 1 0 0,-3 2 28 0,3-6 8 15,-3 1 1-15,0 0 1 0,0 5 26 0,-3 0 4 16,3-5 2-16,-3 0 0 0,0-3-10 0,0 5-1 16,-3 3-1-16,0-2 0 0,-3 4-16 0,3 6-3 15,0 0-1-15,0 0 0 0,0 0-21 0,0 0-4 16,0 0-1-16,0 0 0 0,0 0-12 0,-3 8 0 15,0 3 0-15,3-1-10 0,0 1 10 0,0 0 0 16,3 2 0-16,0 0 0 0,3-8-12 0,0 3 0 16,3-2 0-16,5 2 0 0,-8-6-9 0,6 3-3 15,-3-2 0-15,-3-3 0 0,3-3 24 0,-3 1 16 16,3-1-2-16,0-2-1 0,3-3-1 0,-3 0-1 0,-3 0 0 16,3-2 0-16,-3-4 36 0,3-2 7 0,-7 1 2 15,4 1 0-15,0 1-20 0,-3 0-3 0,-3-3-1 0,3-5 0 16,-3 5 0-16,0-3 0 0,3 1 0 0,-6 2 0 15,3 3-32-15,-3 0 0 0,3 5 0 0,0-8 0 16,-3 8-19 0,0 3-10-16,3-1-3 0,0 4 0 0,0 2-132 0,0 0-28 15,0 0-4-15,3 8-2 0</inkml:trace>
  <inkml:trace contextRef="#ctx0" brushRef="#br0" timeOffset="10600.61">10046 5673 1652 0,'0'0'36'0,"3"-6"8"0,3 4 2 0,0-4 0 0,-3 1-37 0,6-3-9 0,-3 6 0 0,-1-4 0 0,1 1 104 0,0 0 20 16,-6 5 3-16,6-6 1 0,0 1-52 0,-6 5-9 16,6 0-3-16,0 0 0 0,-6 0-19 0,0 0-4 15,0 0-1-15,6 3 0 0,-6-3-32 0,6 5-8 16,-6 3 0-16,0 0 0 0,0-3 0 0,0 6 0 15,-3-1 0-15,0 1 0 0,0 0 0 0,-3 2 0 16,0 0 0-16,0-2 0 16,0 2-30-16,0 0-8 0,-3 0-2 0,4-2 0 0,-1 2 22 0,0-2 4 15,0-1 1-15,0 1 0 0,3-1 1 0,0-2 1 16,0 0 0-16,0 0 0 0,0 0 11 0,3-8 0 0,0 0 0 16,0 0 0-16,0 5 0 0,0-5 11 0,0 0-3 15,3 8 0-15,-3-8-8 0,3 3 8 0,-3-3-8 0,6 5 8 16,0-5 4-16,3 0 0 0,-3 0 0 0,3 0 0 15,-4 0-4-15,1-5 0 0,0 2 0 0,3 1 0 16,-3-1 20-16,3 0 3 0,-3 3 1 0,0-2 0 16,3-1-32-16,-3 1 0 0,0-4 0 0,0 6 0 15,-3-2 12-15,3-1-3 16,0 0-1-16,3 1 0 0,-3-1-8 0,0 0-11 0,0 3 3 0,0-2 0 16,-1-4-142-16,-5 6-28 15,3 0-6-15</inkml:trace>
  <inkml:trace contextRef="#ctx0" brushRef="#br0" timeOffset="11179.98">10376 5442 2055 0,'0'0'45'16,"3"-5"10"-16,-3-5 1 0,0-1 2 0,3 3-46 0,-3-5-12 0,0 2 0 0,0 1 0 0,0 4 72 0,0 1 12 15,0-3 2-15,0 8 1 0,0 0-27 0,0 0-4 16,0 0-2-16,0 0 0 0,0 0-9 0,0 0-1 16,0 0-1-16,-3 5 0 0,0 3-35 0,3 6-8 15,-3 1 0-15,0 1 0 0,3 3 0 0,-3-1 0 0,0 1 0 16,0-3 0-16,6 5 0 0,-3-8 0 0,-6 3 0 0,6 3 0 31,6-4-36-31,0-1-5 0,3 7-2 0,-3-8 0 16,-3-5-16-16,6 3-3 0,-6-3-1 0,6-1 0 15,-3-4-17-15,0 0-4 0,3-3-1 0,-3-3 0 16,-6 3 26-16,9-5 6 0,0-3 1 0,0-3 0 0,-4 1 41 0,1-3 11 0,0-1 0 16,0 1 0-16,-3-3 29 0,0 0 8 0,0 3 2 15,0-3 0-15,0 3 22 0,-3 0 5 0,0-6 1 0,0 6 0 16,3 2-21-16,-3 1-4 0,-3 2-1 0,3 3 0 16,0 5-6-16,0 0-2 0,0 0 0 0,0 0 0 15,0 0-20-15,3 5-4 0,-3 3-1 0,3 2 0 16,-3 4-8-16,0 2-9 0,3-9 9 0,0 7-13 15,0-6 13-15,3 2 0 0,0 1 0 0,0 2-9 0,3-2 9 16,-3-3-8-16,3 2 8 0,3-2-8 0,-3 3 8 0,3-9-13 16,-4 1 5-16,4 0 8 0,0-3-8 0,-3 0 8 15,0-3 0-15,0-2 0 0,0-1 0 0,0-2 8 16,-3 0 0-16,3-2 0 0,-3-1 21 0,-3 3 4 16,3-5 1-16,0-3 0 0,-6 3 18 0,6-5 3 15,-3-4 1-15,0 1 0 0,0 5-21 0,-3-8-4 16,2 3-1-16,-2 0 0 0,0 3-20 0,0 4-10 15,0-4 10-15,3 5-10 0,-3-3 0 0,0 5 0 16,0 1 0-16,-3 2-10 16,3 2-34-16,0 4-8 0,0 2 0 0,0 0-1 15,0 0-207-15,0 0-42 0</inkml:trace>
  <inkml:trace contextRef="#ctx0" brushRef="#br0" timeOffset="11756.2">10882 5569 1422 0,'-15'6'63'0,"12"-6"13"0,3 0-61 0,0 0-15 0,-9-3 0 0,6 0 0 0,3-2 108 16,-5 3 18-16,2-4 4 0,0 4 1 0,3-4-19 0,0 1-4 15,0 0-1-15,-3 2 0 0,0-2-33 0,6-1-6 16,-3 6-2-16,0 0 0 0,0 0-34 0,9-5-6 16,2-3-2-16,1 3 0 0,-3-3 7 0,0 3 1 15,0-3 0-15,0 5 0 0,0 1-20 0,0 2-3 16,-9 0-1-16,9 0 0 0,0 2-8 0,-3 1 8 16,3 5-8-16,-3-8 8 0,-6 0-8 0,6 13-11 15,0-5 3-15,-4 2 0 0,-2 1-4 0,3 0 0 16,-3 2 0-16,-3-3 0 0,1 4-10 0,-1-1-2 15,0-2-1-15,0-1 0 0,0 1 2 16,0-1 1-16,-3-2 0 0,3 0 0 0,-3 0 1 0,3 0 0 16,0-3 0-16,3-5 0 0,0 0 21 0,0 0 15 15,0 0-3-15,0 0 0 0,0 0-12 0,0 0-8 16,0 0 8-16,0 0-13 0,0 0 13 0,6-5 15 16,-3 2-3-16,3-2-1 0,0 0 0 0,0-1 0 15,0 1 0-15,-1 0 0 0,1-3 1 0,-3 5 1 0,3-2 0 16,0 0 0-16,-3 2 2 0,3 3 0 0,-6 0 0 0,6-5 0 15,-6 5-5-15,0 0-1 0,6 0 0 0,3 5 0 16,-3-5-9-16,-6 0 12 0,3 5-12 0,0 1 12 16,3 2-12-16,-6 0 0 0,3 2 9 0,-3-2-9 15,3 3 0-15,-3 5 0 0,0-9 0 0,-3 7 0 16,0-4 0-16,0 1 0 0,0 2 0 0,0 0-12 16,-3-2 0-16,0-1-1 0,0 1 0 0,3 0 0 15,-3-6-14-15,3 6-2 16,-3-4-1-16,0 1 0 0,3-2-28 0,-3-6-6 15,-3 5 0-15,4-5-998 0</inkml:trace>
  <inkml:trace contextRef="#ctx0" brushRef="#br0" timeOffset="12126.41">11067 5194 1674 0,'-9'-16'74'0,"6"8"15"0,3 0-71 0,-6-3-18 0,3 1 0 0,0 2 0 0,-3 3 120 0,3-6 20 15,0 0 4-15,0 6 0 0,3-3-42 0,-3 3-9 16,3 5-1-16,0 0-1 0,0 0-30 0,0 0-5 16,0 0-2-16,0 0 0 0,9 0-42 0,0 5-12 15,0 3 0-15,3 5 8 0,0 1-8 0,0-1 9 16,3-3-9-16,-1 9 10 0,7-1-10 0,-3 1 10 16,0 0-10-16,3 2 10 0,-3 0-10 0,0 3 0 15,-1-1 0-15,4 4 0 0,-3-3 0 0,-3 5 13 16,0-3-3-16,-3 3-1 0,0 1-9 0,-3-4 0 0,-6 0 0 15,3 4 0-15,-4 1 0 0,-2-4 0 0,-2-1 0 16,-1 1 0-16,-3 2 0 0,0-5 0 0,-3-1 0 0,-6 1 0 16,3 3 0-16,-3-9-11 0,0 6 3 15,-3 0 0-15,0-6 8 0,-2-4-10 0,-1 4 10 0,3 1-10 16,0-6-2-16,0 5-1 0,-3-2 0 0,0-3 0 16,4-2-10-16,-1 2-1 0,3-2-1 0,0-1 0 15,3-2-7 1,0-2-2-16,3-1 0 0,3-2 0 0,0-1-116 0,6-2-23 15,0 0-5-15</inkml:trace>
  <inkml:trace contextRef="#ctx0" brushRef="#br0" timeOffset="12682.32">11737 5628 1054 0,'-6'-3'47'0,"6"3"9"0,0 0-44 0,0 0-12 0,-6-3 0 0,6 3 0 0,0 0 95 0,0 0 17 15,0 0 3-15,0 0 1 0,0 0-8 0,0 0-2 16,0 0 0-16,0 0 0 0,0 0-37 0,0 0-7 16,6-2-2-16,3-1 0 0,-4 3-6 0,4-5-2 15,3 2 0-15,0 1 0 0,3 2-16 0,3-3-3 16,-3 3-1-16,3 0 0 0,0-8 0 0,-1 5 0 16,1 1 0-16,3-4 0 0,0 1-16 0,-3 0-3 15,3 2-1-15,0 0 0 0,-1-4-12 16,1 1 0-16,0 1 0 0,0 2 0 0,0-5 0 0,-3 3 0 15,-4 5 0-15,1-3 0 0,0 1-12 0,0-1 0 16,-3 3 1-16,-3 3 0 16,3-3-49-16,-3 2-9 0,-6-2-3 0,-3 0 0 15,0 0-157-15,0 0-32 0,0 0-7 0,0 0 0 0</inkml:trace>
  <inkml:trace contextRef="#ctx0" brushRef="#br0" timeOffset="12999.4">11951 5480 1422 0,'-3'-8'63'0,"3"2"13"0,0-2-61 0,-3 3-15 0,3 0 0 0,0-3 0 15,0 0 100-15,0 0 18 0,0 0 3 0,0 3 1 16,0 2-21-16,0-5-4 0,0 8-1 0,0-5 0 16,0-3-26-16,0 8-6 0,0-5 0 0,0 5-1 15,0 0-16-15,0 0-3 0,0 0-1 0,0 0 0 16,0 0-16-16,0 0-3 0,0 0-1 0,0 5 0 15,3 5-8-15,0 1-2 0,0 2 0 0,0-2 0 16,0 5-5-16,-3 0 0 0,3 0-8 0,0-1 12 16,3 9-12-16,-6-8 8 0,3 5-8 0,0-2 0 15,0 2 8-15,0 0-8 0,0-2 0 0,-3 2 0 0,0-3 8 16,3 1-8-16,-3 2 0 0,0-10 0 16,0 4 0-16,3-1 0 0,0-4 0 0,0 3 0 0,-3 1 0 15,2-4-20-15,-2 1 4 0,3 2 0 16,0-2-141-16,0-3-28 0,-3 0-6 15,6-3-1-15</inkml:trace>
  <inkml:trace contextRef="#ctx0" brushRef="#br0" timeOffset="14207.15">12481 5527 1152 0,'3'-13'102'0,"-3"13"-82"0,0-8-20 0,3 0 0 0,0 3 108 0,0-6 16 15,-3 3 4-15,0 3 1 0,0-3-2 0,0 0-1 16,0 0 0-16,3 3 0 0,-6 2-55 0,3 3-11 16,0 0-3-16,0 0 0 0,0 0-33 0,0 0-8 15,0 0 0-15,0 0-1 0,0 0-15 0,0 8 0 16,0 0 0-16,-3 3 0 0,6 5 0 0,-3-3 0 16,-3 0 0-16,0 0 0 0,6 0 0 0,-3 3 0 15,0-2 0-15,0 1 0 0,-3 1-9 0,6-2-5 16,0-4-1-16,0 1 0 15,0-1-18-15,0-2-4 0,3 0-1 0,2-3 0 16,-2-2 5-16,0 0 1 0,0-6 0 0,3 3 0 0,0-3 5 0,0 1 2 16,0-4 0-16,-3 1 0 0,3-3 40 0,0 0 8 0,-3-2 1 15,3-1 1-15,0-2-9 0,-3 2-3 0,-3 1 0 0,3-3 0 16,0 2 30-16,-4 0 5 0,1-2 2 0,0 5 0 16,-3-5-22-16,0 0-5 0,3 5-1 0,-3 3 0 15,0 5-8-15,0 0-2 0,0-8 0 0,0 8 0 16,0 0-4-16,0 0-8 0,0 0 11 0,0 0-11 15,0 0 0-15,0 10 0 0,0 1 0 0,0 2 0 16,6 0 0-16,-3-5 0 0,0 5 0 0,3 1 0 16,0-4 0-16,0 1 0 0,3 5-9 0,0-8 9 15,0 2-15-15,3-2 3 0,0-3 0 0,0 1 0 16,0-1 3-16,0-2 1 0,-1-3 0 0,1 0 0 0,0 0-1 16,-3-3 0-16,3-5 0 0,-3 3 0 0,0-3 18 15,0 0 4-15,0-3 1 0,-3 1 0 0,0-4 26 0,0-1 4 16,-3 1 2-16,3-2 0 0,-3 1 2 0,0-1 1 15,0-3 0-15,-1 3 0 0,-2 0-23 0,0 1-5 16,0 1-1-16,0 1 0 0,0 0-20 0,0 0 9 16,0 2-9-16,0 3 0 0,-2 3 0 0,2 2-17 15,0 3 1-15,0 0 1 16,0 0-95-16,0 0-19 0,0 0-4 0,-3 6-583 16,0 1-117-16</inkml:trace>
  <inkml:trace contextRef="#ctx0" brushRef="#br0" timeOffset="14641.03">12996 5540 403 0,'0'0'17'0,"0"0"5"0,0 0-22 0,0 0 0 0,0 0 0 0,0 0 0 0,0 0 250 0,0 0 46 15,0 0 8-15,0 0 3 0,0 0-153 0,0 0-30 16,0 0-7-16,0 0-1 0,3 8-20 0,-3 0-5 15,0 0-1-15,3 0 0 0,-3 0-19 0,0 3-4 16,0 2-1-16,0-5 0 0,0 2-45 0,0 1-9 16,3 2-1-16,-3-2-1 0,0-1 3 0,0 4 1 15,0-4 0-15,0 3 0 0,0-2-3 0,0 5-1 16,0-3 0-16,0 0 0 0,0-2-10 0,0-1 0 16,0 4 9-16,0-4-9 0,0-2 0 0,0 0 0 15,0 3 0-15,3-3-12 0,-6-3 12 0,3 0 0 16,3 3 0-16,-3-8 0 0,0 0-25 0,0 6 0 15,0-6 0-15,0 0-731 16,0 0-145-16</inkml:trace>
  <inkml:trace contextRef="#ctx0" brushRef="#br0" timeOffset="15331.11">13502 5186 1036 0,'0'0'92'0,"-3"0"-73"0,3 0-19 0,0 0 0 15,-3-8 120-15,3 8 20 0,0 0 4 0,0 0 0 16,-6 0-33-16,3 0-7 0,3 0-2 0,-6 3 0 15,0 2-30-15,3 3-7 0,-3 2-1 0,0 4 0 16,3-1-28-16,-3 5-7 0,0 3-1 0,0 6 0 16,3-9-16-16,-3 9-3 0,0 2-1 0,-3 3 0 15,6 0-8-15,0-1 8 0,0 1-8 0,3 0 8 16,-2-3 0-16,2 3 0 0,2-6 0 0,1 3 0 16,-3-5-8-16,6 0 0 0,0-3 0 0,3 3 0 0,-3-6 0 15,0 3 0-15,3 1 0 0,0-4 0 0,0-2 0 0,0 0 16 16,3 2-2-16,-3-2-1 0,3-2 15 15,-3-9 2-15,-6 0 1 0,3 3 0 0,2 0-17 0,1 0-3 16,0-5-1-16,0 2 0 0,3 0-10 0,-3-2 0 16,0-1 0-16,0 1 0 0,0 0 8 0,-3-3-8 15,-6 0 0-15,9 0 8 0,-3-3-8 0,-6 3-17 16,0 0 4-16,0 0 1 16,0 0-189-16,0 0-38 0</inkml:trace>
  <inkml:trace contextRef="#ctx0" brushRef="#br0" timeOffset="18230.16">13889 5382 460 0,'0'0'41'0,"3"-8"-33"0,0 0-8 0,0 2 0 15,0-1 171-15,-3 1 32 0,0-2 6 0,3 3 2 16,-3 0-63-16,0 5-13 0,0 0-3 0,0-6 0 16,0 1-32-16,0 5-8 0,0 0 0 0,0 0-1 15,-6-3-47-15,0 3-8 0,3 3-3 0,-3 2 0 16,3 1-1-16,-3 4 0 0,3 1 0 0,-3 2 0 15,0 6-32-15,3-6 0 0,-3 3 0 0,6 0 0 16,-3-1 0-16,3 1 0 0,0-2 0 0,0 1 0 16,3 4-19-16,0-6-10 15,0 3-3-15,3-3 0 0,0-2-19 0,0-1-4 0,0 1-1 0,3 0 0 16,-3-9-12-16,3 1-4 0,3-3 0 0,-4-3 0 16,4 1 50-16,0 2 10 0,-3-8 1 0,0 0 1 0,3 2 10 15,-6-4 11-15,0-1-3 0,0 3 0 0,0-2 28 0,-3 2 4 16,-3-3 2-16,3 1 0 0,0 2 17 0,-3-5 3 15,0 5 1-15,-3-3 0 0,3 3-21 0,-3 3-4 16,0-1-1-16,0 4 0 0,0-1-29 0,0 3-8 16,3 0 0-16,0 0 0 0,0 0 24 0,0 8 1 15,-3 3 0-15,3-3 0 0,0 8-25 0,-3-3 0 16,0-5-9-16,3 5 9 0,6-3-22 0,-3 1 2 16,3 2 1-16,0-2 0 0,6-1 6 0,-3-2 1 15,0 6 0-15,0-9 0 0,2-2-4 0,-2 2-1 0,3-2 0 16,0-1 0-16,-3-4 17 0,3-1-10 0,-3-2 10 15,3-1-8-15,0 4 16 0,-3-6 3 16,0-3 1-16,0 1 0 0,-4 2 28 0,4-3 7 0,-3 0 1 0,0-2 0 16,0 3-20-16,-3-4-3 0,0 1-1 0,0-3 0 15,0 3 13-15,0 0 3 0,0 0 0 0,-3 2 0 16,3-2-40-16,0 5 0 0,-3 0-12 0,3 3 4 16,-3 5-77-1,0 0-15-15,0 0-4 0,0 0-570 0,0 0-114 0</inkml:trace>
  <inkml:trace contextRef="#ctx0" brushRef="#br0" timeOffset="18601.82">14279 5591 748 0,'0'0'33'0,"0"0"7"0,0 0-32 0,6-8-8 0,0 2 0 0,0-2 0 0,-1 3 251 0,1-3 48 15,0 3 9-15,0 0 3 0,0-1-188 0,0 1-38 16,3 2-7-16,-3 1-2 0,0-1-16 0,0 3-4 15,0 0-1-15,0 3 0 0,-6-3-37 0,6 0-7 16,-6 0-2-16,6 2 0 0,-3 4-9 0,0 2 0 16,-3 0 0-16,0 0 0 0,-3-1 0 0,3 1 0 15,-3 6 0-15,0-1 0 0,0 0 0 0,-3-2 0 16,0 2 0-16,0 0 0 16,0 0-24-16,0 1-6 0,0-1-2 0,-3 0 0 15,3-2-6-15,0 2-2 0,0-3 0 0,3 1 0 0,0 0 20 16,0-3 3-16,0-1 1 0,1 1 0 0,2-8 16 0,0 0 0 15,0 6 0-15,0-6 0 0,2 8 0 0,-2-8 0 0,0 0 0 16,6 2 0-16,-6-2 0 0,9 3 0 0,-3-3 0 0,3 0 0 16,-3 0 0-16,3-3 0 0,-3 1 0 15,3 2 9-15,0-8-9 0,0 2 8 0,0 6-8 0,0-8 8 16,-3 3-8-16,3 0 0 0,0 0 0 0,-1-3 0 16,1 2-12-16,-6 1-4 0,-3 0 0 0,3 0-894 15</inkml:trace>
  <inkml:trace contextRef="#ctx0" brushRef="#br0" timeOffset="19187.73">13942 5141 867 0,'0'0'38'0,"0"0"9"0,0 0-38 0,0 0-9 0,0-5 0 0,0 5 0 15,-6-3 74-15,6 3 13 0,-3-3 2 0,3 3 1 16,0 0-16-16,0 0-3 0,-3 0-1 0,3 0 0 16,0 0-3-16,-6-2-1 0,3 2 0 0,3 0 0 15,0 0 2-15,-5 0 0 0,5 0 0 0,0 0 0 16,0 0-20-16,-3 0-3 0,-3 0-1 0,3 0 0 16,-3 0 2-16,6 0 0 0,0 0 0 0,-6 0 0 15,3 0-26-15,3 0-4 0,0 0-2 0,0 0 0 16,0 0-2-16,0 0 0 0,0 0 0 0,0 0 0 15,0 0-3-15,0 0-1 0,0 0 0 0,0 0 0 16,6 2 19-16,3 1 3 0,-3-3 1 0,5 3 0 16,1-3-18-16,0-3-3 0,-3 3-1 0,9-3 0 0,0 1 23 15,3 2 4-15,-3 0 0 0,2 0 1 16,1-6-46-16,3 6-10 0,-3-2-1 0,0 2-1 0,-6 0 21 0,6 0 0 16,-7 0 0-16,4-3 0 0,-3 3 0 15,0 3 0-15,-3-6 0 0,3 3 0 0,-6 0 0 16,3 0 0-16,-3 0 10 0,0 0-10 0,-1-3 8 0,1 3-8 15,-3 0 0-15,0 0 0 0,3 0 0 0,-9 0 0 16,0 0 0-16,6 3-9 0,-6-3-10 0,0 0-1 16,6 3-1-16,-6-3 0 15,0 0-55-15,0 0-12 0,3 8-1 0,-3-8-936 0</inkml:trace>
  <inkml:trace contextRef="#ctx0" brushRef="#br0" timeOffset="20064.57">14767 5310 1443 0,'0'0'32'0,"0"0"6"0,0 0 2 0,0 0 0 0,0 0-32 0,0 0-8 16,0 0 0-16,0 0 0 0,-3-8 106 0,3 8 19 15,0 0 4-15,0 0 1 0,0-5-54 0,0 5-12 0,0 0-1 16,0 0-1-16,0 0-23 0,0 8-5 0,-3 0-1 0,0 2 0 16,3 1-33-16,-3 0 0 0,3 2 0 15,0 0 0-15,0 3 0 0,0 5 0 0,0-8 0 0,0 3 0 16,0 0 0-16,0 0 0 0,6 0 0 0,-3 0 0 16,3 2-40-1,0-7-11-15,0-1-2 0,3-2-1 0,-3 0-3 16,3-2-1-16,-1 1 0 0,1-7 0 0,3 0 34 0,0 0 8 0,-3 0 0 0,0-5 1 15,3-3 15-15,-6 0 0 0,-3 3 0 0,0-3 0 16,6-3 0-16,-6 6 10 0,0-3-2 0,-3-2 0 16,6 2 26-16,-6-5 5 0,-3 2 1 0,3 0 0 15,0 3 0-15,0-5 1 0,-3 3 0 0,3 4 0 16,0-2-6-16,0 3-2 0,0-3 0 0,0 8 0 0,0 0-11 16,0 0-2-16,0 0-1 0,0 0 0 0,0 0-19 15,0 13 0-15,-3 1 0 0,3-1 0 0,0-3 0 16,3 4 0-16,-6 2 0 0,6-9 0 0,3 4 0 0,0 0 0 15,0 2 0-15,3-3-9 0,0-2-3 0,2 0 0 16,-2 0 0-16,3 0 0 0,3-3 2 0,0-2 0 16,-3-6 0-16,0 3 0 0,0 0 18 0,0 0 3 15,0-5 1-15,-1 0 0 0,-2 0-12 0,3-3 0 16,-3-3 0-16,0 3 0 0,-3 0 50 0,-3-2 14 16,3-4 4-16,0-1 0 0,-3-1-29 0,0 0-6 15,0 0-1-15,0-3 0 0,-3 1 10 0,3-1 2 16,-3 3 0-16,0 1 0 0,0-1-29 0,0 0-6 15,-3 0-1-15,0 5 0 0,3 1-8 0,0-1 0 0,0 3 0 16,-3 0 0-16,0 3-14 0,3 2-5 16,0 3-1-16,0 0 0 15,0 0-128-15,0 0-25 0,-3 6-6 0,3 2-849 0</inkml:trace>
  <inkml:trace contextRef="#ctx0" brushRef="#br0" timeOffset="20575.99">15216 5583 921 0,'0'0'82'0,"0"0"-66"0,3-6-16 0,3 1 0 0,0 0 163 0,0 0 29 16,0-1 5-16,3-2 2 0,-3-2-57 0,3 2-11 16,0 2-3-16,0 1 0 0,0-3-48 0,0 3-9 15,0-6-3-15,0 3 0 0,-1 3-12 0,-2 3-4 16,3-4 0-16,0 4 0 0,-6-1-27 0,3 0-5 15,-6 3-2-15,6 0 0 0,0-2-18 0,-6 2 0 16,0 0 0-16,9 8 0 0,-3-6 0 0,-6-2 0 16,3 11 0-16,0-3 0 0,-3 5 0 0,0-5 0 15,-3 2-11-15,3 1 11 0,-3 0-27 0,0 2 2 16,0-3 0-16,-3 1 0 16,0 0-16-16,0 2-3 0,6 0-1 0,-3-5 0 15,0 0 1-15,0 3 0 0,0-4 0 0,0-1 0 0,0-1 17 0,3-5 4 16,0 0 1-16,0 0 0 0,0 0 10 0,0 0 3 15,0 0 0-15,6 3 0 0,-6-3 9 0,0 0 0 16,3-6 0-16,6 4 0 0,0-4 0 0,3 1 0 16,-3 0 0-16,0 0 0 0,0-1 0 0,0 4 0 0,0-4 0 15,-3 4 0-15,3-1 12 0,-4 3 0 0,1 0 1 0,-6 0 0 16,0 0 7-16,0 0 0 0,9 0 1 0,-9 0 0 16,3 8-1-16,3-3 0 0,-3 1 0 15,0 2 0-15,-3-3-6 0,0 5-2 0,-3-2 0 0,0 0 0 16,3 0-4-16,-6 3 0 0,0 2-8 0,-3-2 12 15,6-3-12-15,-5 2 8 0,-1 1-8 0,-3-1 0 16,3-2 8-16,0 0-8 0,-6 0 0 0,3 3 9 16,3-3-9-16,-3 2 0 0,3-4 0 0,-3 1 0 15,1 4-35 1,-1-3 1-16,0 0 0 0,3-3 0 0,-3 1-115 0,0-1-23 16</inkml:trace>
  <inkml:trace contextRef="#ctx0" brushRef="#br0" timeOffset="21216.85">15794 5617 993 0,'0'0'44'0,"0"0"9"16,0 0-42-16,0 0-11 0,0 0 0 0,0 0 0 0,0 0 86 0,0 0 15 15,0 0 3-15,0 0 1 0,-3-5-25 0,3 5-4 16,0 0-2-16,3-3 0 0,0-2-18 0,-3 5-3 16,6-8-1-16,-6 8 0 0,0 0 3 0,3-3 0 15,6 1 0-15,3 2 0 0,-1-6-27 0,1 4-6 16,3 2-1-16,3-3 0 0,0 3 3 0,0-3 0 15,3 1 0-15,0-1 0 0,-4 0-4 0,4-2 0 16,-6 3 0-16,6 2 0 0,-3-6-20 0,0 4 0 16,-6-1 0-16,2 0 0 0,-2 1 0 0,0-1 0 15,0-2 0-15,0 2 0 0,-3 3-20 0,0-3-1 0,0 3-1 16,0 3 0 0,-6-3-37-16,-3 0-7 0,0 0-2 0,0 0-534 0,6 5-107 0</inkml:trace>
  <inkml:trace contextRef="#ctx0" brushRef="#br0" timeOffset="21558.88">16020 5421 864 0,'3'-8'76'0,"-3"3"-60"0,0 5-16 0,0-8 0 0,0-2 107 0,0 2 18 15,0 2 4-15,0 1 1 0,0 0-23 0,0 5-5 16,0 0-1-16,0 0 0 0,0-8-23 0,0 8-5 15,0 0-1-15,0 0 0 0,0 0-22 0,0 0-5 16,0 0-1-16,0 0 0 0,0 0-3 0,0 0-1 16,0 8 0-16,0 0 0 0,0 0-22 0,0 5-5 15,3-5-1-15,0 5 0 0,-3 0 0 0,3 3 0 16,0 5 0-16,0-2 0 0,0 2-3 0,0-5-1 16,-3 2 0-16,0 1 0 0,3-3 3 0,0 2 0 15,-3 6 0-15,0-11 0 0,0 3-11 0,0-3 0 16,3 3 0-16,-3-2 0 0,-3-1 20 0,3 0 0 15,0-8-1-15,0 6 0 0,0-1-29 0,0-2-6 16,-3-2 0-16,3 2-1 0,0-3 3 0,3 0 1 16,-3-5 0-16,0 0 0 15,0 0-49-15,0 5-10 0,0-5-1 0,0 0-587 0,6 3-116 16</inkml:trace>
  <inkml:trace contextRef="#ctx0" brushRef="#br0" timeOffset="22409.64">16627 5360 1681 0,'-6'-2'36'0,"6"2"8"0,0 0 2 0,0 0 2 0,-6-5-38 0,0-1-10 0,6 1 0 0,0 5 0 16,0 0 96-16,0 0 18 0,-3-5 3 0,3 5 1 15,0 0-54-15,0 0-12 0,0 0-1 0,-8 0-1 16,2 2-40-16,0 1-10 0,0 2 0 0,3 6 0 16,-6-3 0-16,6 8 0 0,0-3 0 0,0 0 0 15,-6 0 0-15,6-2 0 0,3 2 0 0,0 6 0 16,0-1 0-16,0-2-11 0,3-3 3 0,0-2 0 16,3 2-36-16,3-2-6 15,-6-1-2-15,6-2 0 0,0-3 7 0,0 1 1 16,-1-6 0-16,1 0 0 0,6 0 32 0,-3-3 12 0,-3 0-9 0,-3 1 9 15,0-6 0-15,3 3 0 0,3-3 0 0,-6 0 0 0,-3 0 14 16,3 0 8-16,3-3 2 0,-3 1 0 0,-9 2 19 16,3-3 4-16,3 1 1 0,0-1 0 0,-3 0-7 15,0 3-1-15,-3 1 0 0,6 1 0 0,3-2-22 0,-6 3-5 16,-9 2-1-16,3-2 0 0,6 5 0 0,0 0-1 16,0 0 0-16,0 0 0 0,0 0-11 0,0 0 0 15,0 8 0-15,-6 0-11 0,3-3 11 0,6 3 0 16,6 5 0-16,-6-2 8 0,-6-3-8 0,9 3-12 15,6-6 4-15,-7 3 0 0,-5 0-1 0,6-3 0 16,3 3 0-16,6-3 0 0,0-2 9 0,-3-3-13 16,-12 0 5-16,6-3 8 0,6 3 0 0,-6-5 0 15,3 2 0-15,0-2 0 0,3 0 15 0,-3-3 4 16,-6-3 1-16,-1 1 0 0,10-4 25 0,-6 1 6 0,-3 0 1 16,-3 2 0-16,3 1-7 0,0-4-1 0,3 1 0 15,-3 0 0-15,-6 0-35 0,3 2-9 0,6-2 0 16,-3 2 0-16,-9 1 0 0,6 2 0 0,6 3 0 15,-6 5 0 1,0-3-102-16,0 3-22 0,0 0-5 0,0 0-599 0,0 0-119 0</inkml:trace>
  <inkml:trace contextRef="#ctx0" brushRef="#br0" timeOffset="22792.49">16949 5551 1796 0,'0'0'40'0,"0"0"8"0,0 0 1 0,0 0 1 0,6-5-40 0,0-1-10 0,-3-2 0 0,3 3 0 0,6 0 79 0,-7 2 13 16,-2-2 4-16,3 0 0 0,3 2-27 0,-3-2-5 16,-6 5 0-16,0 0-1 0,6-3-18 0,-6 3-3 15,6-3-1-15,-6 3 0 0,0 0-23 0,0 0-5 16,6 6-1-16,-6-6 0 0,-3 8-12 0,0 2 0 16,3-5 0-16,0 6 0 0,-6 0 0 0,0 2-10 15,0 0 2-15,3 6 0 16,-3-6-29-16,-3 0-6 0,1 3-1 0,2-3 0 0,0 3 25 15,3 0 5-15,-9-3 1 0,6 0 0 0,3-2-5 0,0 0-1 16,-6-1 0-16,3-2 0 0,3 0 19 0,3-3 0 16,0 3 0-16,0-8 0 0,-3 6 0 0,3-6 0 15,0 0 0-15,0 0 0 0,0 0 0 0,0 0 14 16,6 2-1-16,3 1 0 0,-9-3 6 0,0 0 1 0,9 2 0 16,0-4 0-16,0-1 9 0,-3 1 3 15,-6 2 0-15,12 0 0 0,2-6-32 0,-5 6 0 0,-3-2 0 16,3-1 0-16,6 0 0 0,-6 1 0 0,-3-1 0 15,0 3 0-15,0 0 0 0,3-3 0 0,0 1 0 0,-3 2 0 32,-6 0-39-32,6-3-13 0,3 3-4 0,-3 0-647 0,-6 0-129 0</inkml:trace>
  <inkml:trace contextRef="#ctx0" brushRef="#br0" timeOffset="23571.26">17345 5360 1036 0,'0'0'46'0,"6"-2"10"0,0-3-45 0,-3-1-11 0,-3 1 0 0,0 0 0 16,6-1 156-16,-6 4 28 0,-3-4 7 0,3 6 1 16,0 0-66-16,0 0-13 0,-6 0-2 0,-3-5-1 15,3 10-74-15,6-5-14 0,-3 6-3 0,-3 2-1 16,-3 2-18-16,3 1 0 0,6 5 0 0,-6-3 0 16,0 3 0-16,0 2 0 0,3-2 0 0,3 0 0 15,0-5 0-15,0 5 0 0,0-3 0 0,6 0 0 16,3 0 0-16,-3-5 0 0,-3 0 0 0,3 0 0 15,6-3 0-15,-3 1 0 0,-9-6-13 0,9 0 5 0,5 2 8 16,-5-2 9-16,0-2-1 0,-3-4-8 0,0 4-13 16,0-6-10-16,0-3-1 0,3 3-1 0,-6-5 33 15,0 2 6-15,3 1 2 0,0-3 0 0,-9-1 9 0,6 1 3 16,0 0 0-16,3 2 0 0,-9 1 3 0,3-1 1 16,0 6 0-16,0-8 0 0,3 5 0 0,-6 2 0 15,0 4 0-15,3 2 0 0,0 0-20 0,0 0-3 16,0 0-1-16,0 0 0 0,0 0-8 0,-3 8 0 15,0 5 0-15,3 0 0 0,0-2 0 0,0 5-11 16,0-1 3-16,0 1 0 0,0-2 8 0,3-1 0 16,3 0 0-16,0 0 0 15,0-2-34-15,-3 2-5 0,6-5-1 0,0-3 0 0,0 3 23 0,0-2 4 16,5-4 1-16,-2 3 0 0,0-5 12 0,-3-2 0 16,-3-1 0-16,3-2-9 0,9 0 9 0,-6-3 16 15,-6 0-4-15,3 0-1 0,3-3 35 0,-1 1 7 0,-5-4 2 16,-3-1 0-16,0-1-31 0,0 0-5 0,3-3-2 15,-3 3 0-15,-3-2-1 0,3 5 0 0,6-6 0 16,-3 6 0-16,-9 0-16 0,6 2 0 0,3 0 0 0,-3 6 0 16,-3-3 0-16,0 8 0 0,0 0 0 0,0 0 0 31,6 0-159-31,-6 0-35 0,0 0-7 0,-3 8-774 0</inkml:trace>
  <inkml:trace contextRef="#ctx0" brushRef="#br0" timeOffset="24026.52">17619 5548 1267 0,'20'11'56'0,"-20"-11"12"0,0 0-55 0,6-3-13 0,0 6 0 0,6-3 0 0,0-5 105 0,-6-1 19 16,-3 1 3-16,3 0 1 0,9-1-2 0,-6-2 0 15,-6 3 0-15,9-3 0 0,3 3-33 0,-4-8-6 16,1 2-2-16,0 3 0 0,-3 3-42 0,3-3-9 16,-3 0-2-16,0 0 0 0,0 3 7 0,0 2 1 15,-3 3 0-15,-6 0 0 0,0 0-29 0,0 0-11 16,0 0 8-16,0 0-8 0,0 0 0 0,6 8 0 15,-6-8 0-15,3 8 0 0,0 3 0 0,-6 5 0 16,0-11 0-16,0 5 0 16,3 1-30-16,-6 2-11 0,-3-2-3 0,3 2 0 15,6 0 10-15,-6 0 2 0,0 1 0 0,0-4 0 16,3 1-20-16,3-3-4 0,-6 0-1 0,3-3 0 0,3-5 28 16,0 0 5-16,0 0 2 0,0 0 0 0,0 0 22 0,0 0 15 15,9-3-3-15,-9 3 0 0,3-2-12 0,3-1 8 16,0-5-8-16,3 3 0 0,0 0 16 0,0-1-4 0,-3-2 0 0,0 3 0 15,3 0 0-15,-3-1 0 0,0 1 0 16,-1 0 0-16,-2 2 21 0,-3 3 4 0,0 0 1 16,0 0 0-16,0 0-30 0,0 0-8 0,6 6 0 0,-3-1 0 15,-3-5 8-15,3 8 1 0,0 0 0 0,-3 2 0 16,-3 1-9-16,0-3 10 0,0 0-10 0,0 2 10 16,-3 1-10-16,-2-1 0 0,2 1 0 0,0 0 0 15,-3-3 0-15,-3 2 0 0,3 1 0 0,0-3 0 16,0 0-17-16,0 0-6 0,-9 0-1 0,6-1 0 15,3-4-22-15,-6 2-5 16,-5 1-1-16,-4-4-640 0,6-2-129 0</inkml:trace>
  <inkml:trace contextRef="#ctx0" brushRef="#br0" timeOffset="24413.76">17321 5075 345 0,'-18'0'15'0,"18"0"4"0,0 0-19 0,0 0 0 16,-6-3 0-16,6 3 0 0,0 0 236 0,0 0 44 15,0 0 9-15,0 0 2 0,0 0-144 0,0 0-29 0,0 0-6 16,0 0 0-16,-6 0-38 0,6 0-7 0,9 0-2 0,-3 0 0 15,-6 0-22-15,9 3-5 0,6-3-1 16,3 2 0-16,0 1 11 0,-1-3 1 0,1 0 1 0,0 0 0 16,6 0-22-16,-3-3-5 0,0 1-1 0,2-1 0 15,10 0 6-15,-9 1 0 0,-3-4 1 0,3 4 0 16,-1 2 5-16,4-3 1 0,-9-2 0 0,3 2 0 16,-3 1-45-16,-3 2-9 0,0-3-1 0,-1 3-1 15,-2 0 21-15,-3 0 0 0,3 3 0 0,-3-1 8 16,-9-2-8-16,6 3 0 0,0 0-10 0,-6-3 10 15,0 0-18-15,0 0 2 0,0 0 1 0,3 5 0 16,3 3-48-16,-6-3-9 16,0-5-3-16,0 8-969 0</inkml:trace>
  <inkml:trace contextRef="#ctx0" brushRef="#br0" timeOffset="25039.12">18363 5530 633 0,'0'0'28'0,"0"0"6"0,0 0-34 0,0 0 0 15,0 0 0-15,0 0 0 0,0 0 179 0,0 0 29 16,0 0 5-16,0 0 2 0,0 0-108 0,6-3-22 15,0-2-4-15,3 2-1 0,-1 3-12 0,1-5-4 16,0 2 0-16,3 3 0 0,3-2-16 0,0-1-3 16,0 3-1-16,3-5 0 0,0-1 4 0,-1 4 0 15,1 2 0-15,0-6 0 0,0 1-48 0,3 3-21 16,-3 2 1-16,3-6 1 0,-4 4 31 0,1-1 5 16,3-2 2-16,-3 5 0 0,0-6-19 0,-6 6 0 15,3-2 0-15,0-1 0 16,-7 0-22-16,4 3-8 0,-6-2-2 0,3 2 0 15,-9 0 0-15,0 0 0 0,0 0 0 0,0 0 0 16,0 0-37-16,0 0-8 0,0 0-2 0,0 0 0 16,0 0-26-16,0 0-6 0,0 0-1 0,0 0 0 0</inkml:trace>
  <inkml:trace contextRef="#ctx0" brushRef="#br0" timeOffset="25371.94">18601 5347 748 0,'0'0'67'0,"0"-8"-54"0,0 3-13 0,0-3 0 16,-3 5 140-16,3-5 24 0,0 3 6 0,0 0 1 0,0 0-60 0,0 5-12 16,0 0-3-16,0-3 0 0,0 3-7 0,0 0-1 15,0 0-1-15,0 0 0 0,0 0-37 0,0 0-7 16,0 0-2-16,0 0 0 0,0 0-2 0,0 0-1 16,0 0 0-16,3 3 0 0,0 7-18 0,-3-5-4 15,3 6-1-15,-3 0 0 0,0 5 14 0,0-3 3 16,0 5 1-16,0 1 0 0,0-1-9 15,0 3-1-15,-3-2-1 0,3 0 0 0,0-1-22 16,0 3 8-16,-3 0-8 0,0 1 0 0,3-4 0 0,0 6 0 16,3-11 0-16,-3 6 0 0,-3-4 0 0,3-1 8 15,-3 2-8-15,3-6 0 0,0 1 0 0,0 2 8 16,0-2-8-16,0-3 0 0,0-3 0 0,3 3 0 16,-3-3-10-16,3 3 10 15,0-3-49-15,-3-2-3 0,3 2-1 0,-3-5 0 16,0 0-27-16,6 3-6 0,0-1-1 0,-6-2-879 0</inkml:trace>
  <inkml:trace contextRef="#ctx0" brushRef="#br0" timeOffset="26785.64">19089 5326 864 0,'0'0'76'0,"0"0"-60"0,0 0-16 0,0 0 0 0,0-8 124 0,0 3 21 15,0 5 5-15,0 0 1 0,0-3-31 0,0 3-5 16,0 0-2-16,0 0 0 0,0 0-44 0,0 0-9 15,-3-5-1-15,-3 10-1 0,3-5-40 0,0 8-8 16,-3 0-2-16,0 5 0 0,3 1-8 0,-3 1 0 16,3 4 0-16,-3 2 0 0,3-5 0 0,3 0 0 15,0 2 0-15,-3-2 0 0,6 3 0 0,-3-1 0 16,0 1 0-16,3-1 0 16,3-2-36-16,0-3-12 0,0 1-2 0,3-1-1 15,3 0-5-15,0-8 0 0,-3 1-1 0,3-4 0 16,0 1 23-16,0-3 5 0,0-3 1 0,-4 1 0 0,4-4 28 0,-3 1 0 15,3-3 13-15,-3-2-4 0,3 2 22 0,-3-3 4 16,-3 0 1-16,0-2 0 0,0 3 16 0,0-4 3 16,-3 1 1-16,0 0 0 0,0 0-4 0,-3 0 0 15,0 2 0-15,0 0 0 0,0 1-4 0,0-1-2 0,-3 6 0 16,0 0 0-16,0-1-27 0,3 6-6 16,0 0-1-16,0 0 0 0,-3 0-12 0,3 0 11 0,-6 8-11 15,3 0 10-15,0 3-10 0,3-1 0 0,-3 4 0 16,6-4 0-16,-3 3 0 0,3 1 0 0,0-4 0 0,3 3 0 15,0-2-13-15,0 0 5 0,3-1 8 0,0 1-13 16,0-3 4-16,-1 0 1 0,4-6 0 0,0 1 0 16,-3-3 8-16,6 0 0 0,-3-3 0 0,3 1 0 15,0-4 0-15,0-2 0 0,0 0 0 0,-4-2 0 16,1-1 9-16,0 3 1 0,-6-2 0 0,3-1 0 16,-3-2 30-16,0 0 5 0,0 0 2 0,0-6 0 15,0 0-30-15,-3 4-5 0,0 1-2 0,0-2 0 0,0 1-10 16,0 1 0-16,-3 6 0 0,0-2 0 15,0 2-33-15,-3 0-9 0,0 3-2 0,0 2 0 16,3 3-112-16,0 0-24 0,0 0-4 0,-6 5-680 16</inkml:trace>
  <inkml:trace contextRef="#ctx0" brushRef="#br0" timeOffset="27145.38">19559 5522 864 0,'0'0'38'0,"6"2"8"0,0 1-37 0,0-3-9 16,-3-3 0-16,3 3 0 0,0 0 184 0,0-2 34 15,-3 2 7-15,3 0 2 0,0-3-95 0,0 3-20 16,0 0-3-16,0-5-1 0,0 5-38 0,-3 0-8 16,-3 0-2-16,0 0 0 0,0 0-35 0,6 5-7 15,-6-5-2-15,6 3 0 0,-6-3-16 0,6 8 0 16,-6 0 0-16,0 0 0 0,0-8 10 0,0 8-2 0,-3 2 0 0,0 1 0 16,0-1-8-16,0 1 0 0,-3-3 0 0,3 5 0 15,-6-2-9-15,3 2-4 0,0-3-1 16,-3 1 0-16,3 2 2 0,-3 1 0 0,3-9 0 0,0 5 0 15,0 1 12-15,0-6-12 0,3 3 12 0,0 0-12 16,3-8 12-16,0 0 0 0,-3 8 0 0,3-8-9 16,0 0 9-16,0 0 0 0,0 0 0 0,9 5 0 15,-3-2 0-15,0-3 0 0,3 3 0 0,-3-3 0 16,3 0 11-16,0 0-3 0,0-3 0 0,0 0 0 16,0 1-8-16,0-1 10 0,0 0-10 0,0 1 10 15,-1-1-10-15,1-2 8 0,-3 2-8 0,3 1 8 0,0-4-8 16,0 4 0-16,-3-1 0 0,3-2 0 15,0 2-33-15,-3 0-9 0,0 1-2 0,0-6-942 16</inkml:trace>
  <inkml:trace contextRef="#ctx0" brushRef="#br0" timeOffset="27706.95">19890 5323 979 0,'0'0'87'15,"0"-8"-70"-15,-6 3-17 0,3-3 0 0,3 3 183 0,0 0 33 16,-3-3 6-16,0 2 2 0,3 1-97 0,0 5-19 16,0-5-4-16,0 5-1 0,3-5-25 0,-3 5-5 15,0 0-1-15,0 0 0 0,0 0-34 0,0 0-7 0,0 0-2 0,3 5 0 16,-3 3-18-16,3 0-11 0,0 5 12 0,0 0-12 16,0-5 0-16,-3 3 0 0,3 2 0 0,0 0 0 15,-3 0 0-15,3 1 0 0,0-1 0 0,0 0 0 16,3 0-10-16,-3-2-2 0,0-1-1 15,0-2 0-15,0 3-32 16,-1-3-7-16,-2-8 0 0,6 5-1 0,0 1 11 16,-6-6 2-16,0 0 1 0,9 0 0 0,-3 0 22 0,3-6 4 0,-3 1 1 15,3 0 0-15,-3-3 12 0,0-3 0 0,-3 3 0 0,0-2 10 16,3-1 19-16,-6 3 4 0,3-5 1 0,0 0 0 16,3-1-8-16,-3 4-2 0,-3-1 0 0,3 1 0 15,-3 2 14-15,3 2 2 0,-3 6 1 0,0-8 0 16,0 3-24-16,0 5-5 0,0 0 0 0,0 0-1 0,0 0-11 0,0 0 8 15,0 0-8-15,0 8 8 0,-3 3-8 0,3-1 0 16,0 1 0-16,0 2 0 0,-3 0 0 16,6 1 0-16,0-1 0 0,3-3 0 0,-3 1-11 0,0 0 3 15,3-1 0-15,3 1 0 0,-4-3-1 0,4 0 0 16,0-6 0-16,0 4 0 0,0-4 9 0,-3 1 0 16,3-3 0-16,3-3-8 0,-3 1 8 0,-3-6 8 15,3 0-8-15,-3 0 11 0,3-3 11 0,-3 1 2 16,0-4 1-16,0 1 0 0,-1 0 15 0,1 0 2 15,0-6 1-15,-3 3 0 0,3 3-14 0,-3-6-2 16,0 1-1-16,0-1 0 0,0 1-16 0,0 2-10 16,0-2 12-16,3 4-12 0,-6 1 0 0,3 2 0 15,3 1 0-15,-6 2 0 16,3 3-43-16,-3 5-5 0,0 0-2 0,0 0 0 16,0 0-153-16,0 0-30 0</inkml:trace>
  <inkml:trace contextRef="#ctx0" brushRef="#br0" timeOffset="28198.32">20259 5506 864 0,'0'0'38'0,"0"0"8"0,0 0-37 0,6-5-9 0,0 2 0 0,0-2 0 16,-3-3 219-16,6-3 41 0,0 3 9 0,2 0 2 0,-2-2-126 0,0-1-25 15,3 1-4-15,0-1-2 0,0 3-39 0,-3 0-8 16,0 3-2-16,0-6 0 0,-3 9-36 15,0-6-7-15,3 5-2 0,-3-2 0 0,0 5-8 0,-6 0-1 16,0 0-1-16,0 0 0 0,0 0-10 0,0 0 0 16,0 0 9-16,0 0-9 0,0 8 0 0,3 5 0 15,-6-3 0-15,0 4 0 0,0-4-22 0,0 1-2 16,-3-1-1-16,0 4 0 16,3-6-18-16,0 0-3 0,3-8-1 0,-3 8 0 0,-3-3 19 15,3 3 3-15,3-8 1 0,-3 5 0 0,0 3 11 0,3-8 2 16,0 0 1-16,6 3 0 0,-6-3 10 0,0 0 16 15,0 0-4-15,0 0-1 0,6-3-22 0,0 3-4 16,-6 0-1-16,9 0 0 0,3-5 25 0,-3 2 5 16,2 3 1-16,-2-5 0 0,3-3-1 0,-3 3 0 15,3 5 0-15,-3-6 0 0,0 1 6 0,0 2 0 16,0 1 1-16,-3 2 0 0,-6 0 8 0,0 0 2 16,9 2 0-16,-3 4 0 0,-6-6-15 0,6 8-4 0,-3-1 0 15,0-1 0-15,0 2-4 0,0 2 0 0,-6 3-8 0,3 1 12 16,-6-1-12-16,3 0 8 0,0 0-8 15,-3 1 0-15,3-1 0 0,-3 0 0 0,0-2 0 0,-3 2 0 16,0 0 0-16,0-2 0 0,0-3 0 0,0 8 0 16,0-11 0-16,0 3-16 0,0 5 1 0,0-10 1 15,1 2-41 1,-1 0-8-16,0-2-1 0,9-3-643 0,0 0-128 0</inkml:trace>
  <inkml:trace contextRef="#ctx0" brushRef="#br0" timeOffset="28631.82">20497 5133 1796 0,'-6'-27'40'0,"6"17"8"0,-3 2 1 0,6-5 1 0,-3 2-40 0,0 1-10 0,0-1 0 0,0-2 0 0,3 5 72 0,-3 2 12 16,3-1 2-16,-3 7 1 0,0 0-19 0,6-3-3 15,0 0-1-15,-6 3 0 0,9 0-18 0,0 6-4 16,0-4-1-16,3 3 0 0,-3 3-25 0,2 3-4 15,-2 2-2-15,3 3 0 0,0 0 2 0,-3 5 0 16,3-2 0-16,0 2 0 0,-3 0-12 0,3 3 0 16,0-3 9-16,-3 3-9 0,3-3 0 0,-4 0 9 15,1 3-9-15,0-3 0 0,-3 6 8 0,0-4-8 16,-3 4 0-16,3-6 0 0,-3 3 9 0,0 0-9 16,0 5 0-16,-3-8 9 0,0 5-9 0,0-2 0 0,-3 3 0 15,0-9 0-15,-3 3 0 0,3 0 0 0,-3-2 0 16,0 0 12-16,-3-1-12 0,0-2 0 0,3 0 9 0,-2 2-9 15,-4-2 0-15,0 0 0 0,3-5 0 0,-3 2 8 16,0 0-8-16,0 0 0 0,-3-2 0 0,3-3 8 16,-3 2-8-16,1 1 0 0,2 0 0 0,-3-3 0 15,3-3 0-15,-3 0 9 0,3 0-9 0,-3-2 0 16,3 0 0-16,0-1 0 0,3 1 0 0,3 0 0 16,-2-1-20-16,-1-2-2 0,0 0 0 0,3 0 0 15,6 0-30-15,0 0-7 16,-6-2-1-16,6 2 0 0,-3-3-29 0,3 3-7 0,0 0 0 15,0 0-541-15,0 0-108 0</inkml:trace>
  <inkml:trace contextRef="#ctx0" brushRef="#br1" timeOffset="53270.92">9787 6109 518 0,'0'0'23'0,"0"0"5"0,0 0-28 0,0 0 0 15,0 0 0-15,0 0 0 0,-6 0 88 0,3-2 12 16,0-1 2-16,0 0 1 0,3 3-27 0,0 0-6 16,0 0-1-16,0 0 0 0,-3-5-5 0,3 5-2 15,0 0 0-15,0 0 0 0,-3-3-10 0,3 3-3 16,-3 0 0-16,3 0 0 0,-6 0-15 0,3 3-3 15,0-3-1-15,0 3 0 0,-3-3-10 0,3 2-1 16,0 1-1-16,-3 0 0 0,3-3-10 0,-3 2-8 0,3 1 9 16,0 0-9-16,-3-1 0 0,3 1 0 0,0-1 0 15,3-2 0-15,0 0 0 0,0 0 0 0,0 0 0 0,0 0 0 16,-3 6 0-16,1-4 0 0,2-2 0 0,0 0 0 16,0 0 0-16,0 0 0 0,0 0 0 0,0 0 0 15,0 0 0-15,0 0 0 0,0 0 0 0,0 0 0 16,0 0 47-16,0 0 3 0,5 3 1 0,-5-3 0 15,9 3-31-15,-9-3-7 0,6 5-1 0,3-2 0 16,-9-3-4-16,9 0 0 0,0 0-8 0,-3 2 12 16,-6-2-12-16,12 0 0 0,-3 0 0 0,0 0 0 0,0 0 0 15,3 0 0-15,0 0 0 0,2-2 9 0,-2 2-1 16,6-3-8-16,-3 0 12 0,0 1-4 0,-6 2-8 0,3-3 0 16,3 0 9-16,0 1-9 0,2-1-10 0,1 0-6 15,0 1-2-15,0-1 0 0,3 3 32 0,-3-2 6 16,0-1 2-16,-1 0 0 0,1 1-35 0,-3-1-7 15,0 0-2-15,0 1 0 0,0-1 37 0,-3 3 7 16,0-3 2-16,0 3 0 0,0 0-24 0,-1-5 8 16,1 2-8-16,0 3 0 0,0-2 0 0,3 2 0 15,-3-3 0-15,3 3 0 0,-3 0 0 0,-3-5 0 16,0 2 0-16,0 3 0 0,-1 0 0 0,4 0 0 16,0 0 0-16,3 0 0 0,-3 0 0 0,0 0 0 15,0 0 0-15,3-2 8 0,-3 2-8 0,0 0 0 16,-1 0 0-16,-2 0 0 15,3 0-23-15,0 0-2 0,0 0-1 0,-3 0 0 0,3 0 42 0,-6-3 8 16,3 3 1-16,3-3 1 0,-3 3-26 0,0-2 0 0,-3 2 0 16,2 0 0-16,-2-3 0 0,3 3 0 0,0 0 8 0,-3 0-8 15,0 0 0-15,3-3 0 0,0 3 0 0,0 0 0 16,-3 0 0-16,0 0 0 0,3 0 0 16,0 0 0-16,-3 0 0 0,0-2 0 0,3 2 0 0,0-3 0 15,-4 3-20 1,1 0-5-16,0 0-2 0,3 0 0 0,-3 0 43 0,3 3 9 15,-3-3 2-15,3-3 0 0,-3 3-27 0,0 0 0 16,0 0 0-16,0 0 0 0,-6 0-16 0,6 0-9 16,-6 0-2-16,6-3 0 0,-6 3 51 0,6 0 9 0,0 0 3 0,3 3 0 15,-3-3-22-15,0 0-4 0,-1-3-1 0,4 3 0 16,0-2 0-16,0 2 0 0,-3-3 0 0,3 0 0 0,-3 1 1 16,3 2 0-16,-3-3 0 15,-6 3 0-15,0 0-10 0,0 0 0 0,6 0 0 0,-6 0 0 0,0 0 0 16,6 0 0-16,-6 0 0 0,0 0 0 15,6 0-12-15,-6 0-4 0,0 0 0 0,0 0-940 16</inkml:trace>
  <inkml:trace contextRef="#ctx0" brushRef="#br1" timeOffset="55777.15">14219 6046 1105 0,'0'0'24'0,"0"0"4"0,0 0 2 0,0 0 2 0,0 0-32 0,0 0 0 0,-6 0 0 0,6 0 0 15,-3-6 64-15,3 6 7 0,-6-2 1 0,6 2 0 16,-3-3-13-16,3 3-3 0,0 0 0 0,0 0 0 15,0 0-9-15,0 0-3 0,0 0 0 0,0 0 0 16,0 0-12-16,0 0-4 0,-3-5 0 0,3 5 0 16,0 0-12-16,0 0-4 0,0 0 0 0,0 0 0 15,0 0-4-15,0 0 0 0,0 0-8 0,0 0 12 16,0 0-2-16,6 2-1 0,0 1 0 0,0 0 0 16,0-1-9-16,3 1 0 0,-3 0 0 0,3-1 0 0,0 1 0 15,0 0 0-15,0-1 0 0,0 1 0 0,0 0 0 16,2-1 0-16,1-2 0 0,3 0 0 15,-3 3 0-15,6 0 0 0,0-1 0 0,0 1 8 0,0-3-8 0,-1 0 12 16,1 5-12-16,3-5 12 0,3-5-12 0,3 5 0 16,-3 0 0-16,5 0 0 0,-5 0 0 0,3 0 0 15,-3 0 0-15,0 0 0 0,2-3 0 0,1 1 0 16,0-1 0-16,6 0 0 0,-1 3 20 0,-2-2-2 16,3-1 0-16,0 0 0 0,-1 1-29 0,1-1-5 15,0 3-2-15,3 0 0 0,-7-3 18 0,1 1 0 16,0 2 11-16,0-3-11 0,2 0 0 0,-2 3 0 15,3-2 0-15,0 2-12 0,-1-3 12 0,1 0 0 16,0-2 12-16,0 3-12 0,2 2 0 0,-2-3 0 16,-3 3 0-16,3-3 0 0,-1 3 8 0,1-2-8 15,0-1 0-15,0 0 0 0,-4 1 0 0,4-1 0 16,0-2 0-16,0 2 0 0,-1 3 0 0,1-3 0 0,0 3 0 0,0-5 0 16,-4 3 0-16,1 2 0 0,0-3 0 15,-3 3 0-15,2 0 0 0,-2 0 0 0,0-3 0 0,3 3 0 16,-6 0 0-16,2 0 0 0,7 0 0 0,0 0 0 15,3 0 0-15,-7 0 0 0,1 3 0 0,0 0 0 16,0-3 0-16,-3 0-9 0,-1 0 9 0,4 0-12 16,-3-3 12-16,0 3 8 0,-1-3-8 0,4 3 11 15,0 0-11-15,0 0 0 0,-3 0 0 0,-4 0 0 16,4 0 0-16,0 0 0 0,3 0 0 0,-4 0 0 16,-5 0 0-16,6 0 0 0,3 0 0 0,-3 3 0 15,-6-6 0-15,5 3 0 0,4 0 0 0,3 0 0 0,-6 0 0 16,2 0 0-16,-2 0-12 0,3 0 12 0,-3 0 0 15,5 0 0-15,1-5 0 0,0 5 12 0,-6 0-12 16,0 0 0-16,5-3-12 0,-2 3 12 0,-6 0 0 0,3-2 0 16,5-1 0-16,1 0 12 0,-3 3-12 0,0 0 0 15,-7-2 0-15,7 2 0 0,3 0 0 0,0-3 0 16,-9 0 0-16,2 1 8 0,4 2 39 0,-3-3 7 16,-3 3 2-16,0 0 0 15,-4-3-90-15,4 1-18 0,0 2-3 0,-3 0-1 0,3-5 96 16,-4 2 20-16,4 3 3 0,-3-3 1 15,3 3-101-15,-3 0-20 0,0-2-4 0,2 2-1 16,1 0 48-16,-3-3 14 0,3 3 0 0,-3 0 0 0,0-3-14 0,-1 3 5 16,-2-2 1-16,3 2 0 0,-3 2 8 0,0-2 0 15,0 3 0-15,0-3 0 0,-1-3 0 16,1 3 0-16,0 0 0 0,0 0 0 0,0 3 13 0,0-3 5 16,0 0 1-16,2-3 0 0,-5-2-31 0,3 2-5 0,0 3-2 15,0 0 0-15,3-2 19 0,3-1 0 16,-7 0 0-16,4 3 0 0,-3 0 0 0,0-2 0 15,-3 2 0-15,3-3 0 0,-3 3 8 0,2 0 6 0,-2-3 1 16,0 1 0-16,0 2-15 0,0 0 8 16,0 0-8-16,-3 0 0 0,3 0-8 0,0 0-8 0,-4 0-2 0,4-3 0 15,0 1 18-15,0 2 0 0,0 0 0 0,3 0 0 16,-3 0 0-16,0 0 0 0,-6 0 0 0,2-6 0 16,4 6 25-16,0-2 9 15,0 2 2-15,-3 0 0 0,0 0-20 0,0 0-4 0,0 0-1 16,0 0 0-16,-3 0-11 0,2 0 0 0,1 0 0 15,0-3-11-15,0 6 26 0,3-3 5 0,-6 0 0 0,6 2 1 16,-6-2-30-16,3 0-7 0,0 0 0 16,-3-2-1-16,2 2 17 0,-2 0 0 0,3 0 0 0,0 0 0 15,-3-3 0-15,3 3 0 0,0 0 0 0,-3-3 0 16,3 6 0-16,0-3 0 0,0 3 0 0,-3-3 0 0,2 0 0 16,-2 0 0-16,0 0 0 0,0 0 0 15,0-3 0-15,0 3 0 0,0 0 0 0,0 0 0 0,-3 0 0 16,3 0 0-16,0 3 0 0,0-3 0 0,3 0 0 15,-3-3 0-15,2 3 0 0,1 0 9 16,-3 0 3-16,0 0 1 0,0 0 0 0,3 3 0 16,-3-3-13-16,0 0 0 0,0 0 0 0,0 0 0 0,3 0 0 0,-3-3 0 15,-3 3 0-15,-1 0 0 0,1 0-9 0,3 0-5 16,-6 0-1-16,-3 0 0 0,0 0 15 0,9 0 0 0,-3-3 12 16,0 3-12-16,3 0 14 0,-6 0-4 15,3 3-1-15,-6-3 0 0,9 3-9 0,-9-3 0 16,6 0 0-16,0 0 0 0,0 0 0 0,0 0 0 15,0 0 0-15,0 0 0 0,0 0 32 0,3 0 4 0,-3 0 0 16,-1 0 1-16,1-3-24 0,0 3-5 16,0 0 0-16,3 0-8 0,0 0 9 0,0 0-9 15,-3 0 0-15,3-3 9 0,-3 3-1 0,0 0 0 0,0-5 0 0,3 2 0 16,-3 3-8-16,3 0 12 0,-3 0-12 16,3 0 12-16,-9 0-12 0,6 0 0 0,-6 0 9 0,3 0-9 15,5 0 0-15,-2 0 0 0,0 3 0 0,3-3 0 16,0 0 0-16,-3 5 0 0,3-5 0 0,0 0 0 0,0 0 0 15,0 0 0-15,-3 0 0 0,3 0 0 0,-3-5 0 0,3 5 0 16,-9 0 0-16,6 0 0 0,3 0 0 0,-1 0 0 16,-8 0 0-16,6 0 0 0,0 0 0 0,3 0 0 15,-3-3 0-15,-6 3 0 0,0 0 0 0,0 0 0 16,9 0 0-16,0 0 0 0,-3 0 0 0,3 0 0 16,-3 0 0-16,3 0 0 0,-9 0 0 0,6 0 0 15,0 0 0-15,-6 0 0 0,6 0 0 0,0 3 0 16,3-3 0-16,-3 0 0 0,0 0 0 0,-6 0 0 15,5 0 0-15,-5 0 0 0,9-3 0 0,-6 1 0 16,-3 2 0-16,6-3 0 0,-6 3 0 0,0 0 0 16,6-3 0-16,-6 3 0 0,9 0 56 0,-9 0 6 15,6-2 2-15,0 2 0 16,-6 0-73-16,0 0-15 0,0 0-2 0,6 0-1 0,-6 0 43 16,0 0 9-16,0 0 2 0,9 0 0 0,-9 0-27 0,6 2 0 0,-6-2 0 0,0 0 0 15,0 0 0-15,6 0 0 0,-6 0 0 0,6 3 0 16,-6-3 0-16,0 0 0 0,6 3 0 0,-6-3 0 31,0 0-46-31,0 0-14 0,9 0-4 0,-3 0-682 0,0 2-137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7:41.3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7778 7604 345 0,'0'0'31'0,"0"0"-31"16,0 0 0-16,0 0 0 0,0 0 178 0,0 0 30 0,-3 5 5 16,3-5 2-16,0 0-102 0,0 0-20 15,-3 3-4-15,3-3-1 0,0 0-12 0,0 0-4 0,0 0 0 16,0 0 0-16,0 0-4 0,0 0-2 0,0 0 0 15,-6 0 0-15,-3 3 4 0,9-3 1 0,0 0 0 0,0 0 0 16,-6 2-57-16,6-2-14 0,0 0 0 0,9 0 0 16,3 3 39-16,-6 0 5 0,-6-3 0 0,5 0 1 15,10 0-21-15,-3 0-4 0,-6-3 0 0,9 0-1 16,0 1-19-16,3-1 0 0,-6 3 0 16,0 0 0-16,3-3 0 0,-1 1 0 0,1-4 0 0,0 4 0 15,3-1 0-15,0 1 0 0,3-1 0 0,-3-2 0 16,-9 2 19-16,2 0 0 0,10 1 0 0,-6 2 0 15,-6-6-55-15,3 6-10 16,0-2-2-16,3 2-1 0,-3 0-91 0,-3 0-17 16,-9 0-4-16,0 0-704 0</inkml:trace>
  <inkml:trace contextRef="#ctx0" brushRef="#br0" timeOffset="299.64">7846 7797 1728 0,'0'0'38'0,"0"0"8"0,0 0 2 0,0 0 0 0,-9 3-39 15,9-3-9-15,0 0 0 0,-3 0 0 0,-9 0 56 0,6 0 10 16,6 0 2-16,0 0 0 0,-9 3-11 0,3-1-1 16,6-2-1-16,0 0 0 0,0 0-40 0,0 0-15 15,0 0 11-15,0 0-11 0,0 0 48 0,0 0 3 16,0 0 1-16,0 0 0 0,12 0-32 0,0 0-7 0,-6 0-1 0,3 0 0 15,3-2-12-15,0 2 0 0,0 0 0 0,0-3 0 16,0 3 54-16,-1 0 8 0,7-3 2 16,-6 1 0-1,0 2-103-15,3-3-20 0,6-2-4 0,0-1-1 0,-6 6 52 0,-1-2 12 0,4-1 0 0,0 0 0 16,3-2-105 0,3 3-19-16,-3-4-3 0,0 4-820 0</inkml:trace>
  <inkml:trace contextRef="#ctx0" brushRef="#br0" timeOffset="1120.85">8459 7559 518 0,'6'-8'46'0,"-6"8"-37"0,0-2-9 0,0-4 0 15,3 1 212-15,0 2 41 0,-3-2 8 0,3 0 2 16,-3 5-87-16,3-6-16 0,-3 6-4 0,0 0-1 15,0 0-63-15,0 0-12 0,0 0-2 0,0 0-1 16,0 0-22-16,0 0-5 0,0 0-1 0,-3 8 0 16,0 0-37-16,0 3-12 0,0-1 0 0,0 4 0 0,0-1 0 15,0 3 0-15,-3 0 0 0,6 2 0 0,0-2 0 0,0 0 0 16,0-3 8-16,0 3-8 16,3-3-12-16,3 3-5 0,-3-3-2 0,3-2 0 15,0 0-46-15,0-3-10 0,3-3-1 16,0 0-1-16,0-2 36 0,0-3 7 0,3 0 2 0,-6-3 0 15,-6 3 32-15,6-5-8 0,2-6 8 0,4 6 0 0,-3-3-18 0,-3 0 0 16,3 0 0-16,0-2 0 0,-3 2 66 0,0-3 12 16,-3-2 4-16,3 2 0 0,-6 1-2 0,3-1 0 15,-6-2 0-15,0 5 0 0,3 0-17 0,-3 0-3 16,0 5-1-16,0-2 0 0,-3 2-13 0,3 3-2 16,0 3-1-16,-3 0 0 0,3-1-25 0,3-2 0 15,-3 8 0-15,0 3 0 0,3-3 0 0,0 5 0 16,6 0 0-16,0 0 0 0,0-2 0 0,-3-3 0 15,6 5 0-15,0-2 0 0,3-3 0 0,-3 0 0 0,6 0 0 16,-3 0 0-16,2-3 0 0,1 0 0 0,-3-2 0 16,3-1 0-16,-3-2 0 0,0-5 0 0,0 3 0 15,3-4 0-15,-3 1-12 0,-3-3-7 0,3 3-1 0,-1-3-1 16,-2-5 49-16,3 2 9 0,-6 0 3 16,3-2 0-16,0 0-13 0,-3 0-3 0,-3-1 0 0,0-1 0 15,-3 1 13-15,3 4 3 0,-3-3 0 0,3 2 0 16,-3 0-32-16,0 1-8 0,-3 2 0 0,0 0 0 15,3 3-40 1,-3-1-10-16,3 6-2 0,0 0 0 0,0 0-173 0,0 0-35 16,0 0-8-16,0 0 0 0</inkml:trace>
  <inkml:trace contextRef="#ctx0" brushRef="#br0" timeOffset="1381.649">8944 7683 2253 0,'0'0'49'0,"0"0"11"0,0 0 1 0,0 0 3 0,0 0-51 0,0 0-13 0,0 0 0 0,0 0 0 0,0 0 91 0,0 0 15 16,0 0 3-16,0 0 1 0,0 0-70 0,0 0-13 15,0 0-3-15,6 6-1 0,-6 2-6 0,3-3-1 16,0 3 0-16,0 3 0 0,-3-1-16 0,-3 1 0 16,3 2 0-16,-3 0 0 0,3 0 0 0,-3 1 0 15,0-1 0-15,0 0 0 0,0 0-11 0,0 1 1 16,-3-4 0-16,4 3 0 15,-1-5-27-15,0 3-6 0,0-3-1 0,0-3 0 16,3 3-20-16,-3-3-5 0,3-5-1 0,0 8 0 16,0-8-150-16,0 0-31 0,0 0-5 0,0 0-2 0</inkml:trace>
  <inkml:trace contextRef="#ctx0" brushRef="#br0" timeOffset="1830.84">8385 7329 1220 0,'0'0'54'0,"0"0"11"0,0 0-52 0,0 0-13 16,0 0 0-16,0 0 0 0,0 0 99 0,9 3 17 15,-9-3 3-15,9 0 1 0,0 0-13 0,2 0-3 16,-2 0 0-16,3 2 0 0,0-2-32 0,3 0-8 16,-3 3 0-16,0-3-1 0,-3-3-22 0,9 3-4 15,3-2-1-15,2 2 0 0,-2-3 31 0,3 0 5 16,3 3 2-16,0-2 0 0,-4-1-74 0,1-2 0 15,0 2-16-15,-3-2 2 0,3-1 37 0,-3 1 7 16,2-3 2-16,-2 6 0 0,0-1-32 0,0 0 0 16,0 1 0-16,0 2 0 0,-4-6 0 0,-2 4 0 15,0-1 0-15,-3 0 0 0,-3 3-9 0,0 0-8 0,0 0-2 0,-3 0 0 16,-6 0 19-16,0 0 0 0,0 0 0 16,0 0 0-16,0 0-17 0,0 0 0 0,0 0 0 0,0 0 0 31,0 8-99-31,0-8-19 0,-3 6-4 0,3-1-871 0</inkml:trace>
  <inkml:trace contextRef="#ctx0" brushRef="#br0" timeOffset="2532.67">9418 7271 1206 0,'18'-6'53'0,"-10"1"11"0,-5-3-51 0,3-2-13 0,-3 2 0 0,3-3 0 0,-3 1 118 0,0 2 21 15,-3-3 4-15,0 6 1 0,0-3-32 0,-3 0-7 16,3 8-1-16,3-5 0 0,-3 5-31 0,0 0-6 15,0 0-2-15,0 0 0 0,-3-6-13 0,3 6-4 16,-6 3 0-16,3 0 0 0,-3 4-35 0,0 4-13 16,-2 5 9-16,-4 2-9 0,3 4 0 0,-3 4 0 15,3 3 0-15,-3 3 0 0,-3 2 0 0,6 1 0 16,-3-1 8-16,6 1-8 0,-6 2 0 0,6 0 0 16,0 0 0-16,4 2 0 0,-4-4 0 0,3 2 0 15,3-3 0-15,0-5 0 16,3-2 0-16,0-3 0 0,0-1 0 0,-1-1 0 0,4-4-9 15,0 1 9-15,0-1 0 0,6 3 0 0,-3-8 0 0,3 1 0 16,0-4 0-16,3-2 0 0,-3 0 0 0,0-3 0 16,3-5 0-16,-4 3 0 0,1-3 0 0,3 0 0 0,-3-3 0 15,0 1-10 1,0-1-24-16,-3-2-5 0,3-3-1 0,-3 3-1032 0</inkml:trace>
  <inkml:trace contextRef="#ctx0" brushRef="#br1" timeOffset="8636.25">9778 7432 403 0,'0'0'36'0,"-3"-5"-36"16,3-3 0-16,0 3 0 0,3-1 265 0,-3 1 47 15,0-3 8-15,0 3 3 0,0 0-156 0,0 5-31 16,0-6-7-16,-3 1-1 0,3 5-51 0,0 0-10 15,0 0-3-15,0 0 0 0,-3-3-25 0,3 3-6 16,0 0-1-16,-3 8 0 0,0 0-32 0,0 0 0 16,-3 5 0-16,3 3 0 0,0 0 0 0,0 5 0 15,0-2 0-15,0 2 0 0,3-3 0 0,-3 6 0 0,3-3 0 16,0 1 0-16,3-1 0 0,-3-3-12 0,3 3 0 16,0-2 0-1,3-3-42-15,0-3-8 0,3-2-2 0,0-1 0 16,-3-2 20-16,3-3 4 0,0-2 1 0,0 0 0 0,-3-3 15 0,3 0 4 0,-1-6 0 0,1 4 0 15,0-6 46-15,0 0 10 0,0-3 1 0,0-2 1 16,-3 3-4-16,0-4-1 0,-3-2 0 0,0 1 0 16,0 4 22-16,-3-2 4 0,0 2 1 0,0 1 0 15,0-1-13-15,0 0-3 0,0 3 0 0,-3 1 0 16,0 1-33-16,3 6-11 0,0 0 0 0,0 0 0 16,-3-2 9-16,3 2-9 0,0 0 0 0,-3 8 9 15,-3 2-9-15,6-2 0 0,0 3 0 0,3-1 0 0,0 1-9 16,0 2 9-16,6-2 0 0,-3-1 0 0,0 1-15 0,-6-1 4 15,0 4 1-15,3-6 0 16,9-1-23-16,0-1-5 0,-3-6-1 0,-1 2 0 0,1-2 29 16,3 0 10-16,0-2 0 0,0-4-9 0,0-1 17 0,-3-1 3 15,3-3 1-15,-3 0 0 0,3-2 41 0,-6 0 9 16,3 2 2-16,-3-4 0 0,0-1-10 0,-4 2-2 16,1-4 0-16,0 5 0 0,0-3-6 0,-3 0-2 15,0-3 0-15,0 4 0 0,0-4-36 0,0 3-8 16,-3 0 0-16,0 3 0 0,3 2 0 0,-3 1 0 15,1 5 0-15,2-1 0 16,0 6-64-16,0 0-15 0,0 0-3 0,0 0-1 16,0 0-138-16,0 8-28 0,-3 8-6 0,6 3-666 0</inkml:trace>
  <inkml:trace contextRef="#ctx0" brushRef="#br1" timeOffset="9107.28">10227 7633 403 0,'0'0'17'0,"0"0"5"0,0 0-22 0,0-5 0 0,0 5 0 0,3-5 0 16,-3-1 364-16,3 4 69 0,0-4 14 0,0 4 2 16,0-1-281-16,3-2-57 0,-3 2-11 0,3-2-3 15,-3 2-42-15,3 1-9 0,-6 2-2 0,3-3 0 0,-3 3-25 0,0 0-6 16,0 0-1-16,9 0 0 0,-9 0-12 0,0 0 0 15,0 0 0-15,6 5 0 0,0 1 0 0,-3-1 0 16,0 5 0-16,-3-2-10 0,0 3-8 0,0 0-2 16,-6-1 0-16,3 3 0 15,-6-2-25-15,6 2-6 0,-3 3-1 0,0-3 0 16,0 3 2-16,0 0 0 0,0 0 0 0,3 0 0 16,-3-3 34-16,0 0 8 0,0 0 8 0,0 1-13 0,0-1 13 15,4-3 0-15,-1 1 0 0,0-3 0 0,3-8 8 0,0 0 4 16,0 0 0-16,0 0 1 0,0 0 25 0,0 0 5 15,8 3 1-15,-2-3 0 0,3 0-20 0,-3-3-3 16,0 0-1-16,0 1 0 0,3-1 14 0,0-2 2 16,0-1 1-16,3 4 0 0,-3-3-18 0,6-3-4 15,0 2-1-15,0 1 0 0,-4 0-14 0,-2-1 0 16,0 4 8-16,0-1-8 0,3-2 22 0,-3 5 2 16,0-3 0-16,0 6 0 0,0-3-24 0,-3 0 0 0,-6 0 0 15,9 0 0 1,-9 0-19-16,0 0-8 0,3-3-1 0,-3 3-1 15,9 3-23-15,-9-3-5 0,0 0-1 0,0 0 0 16,3 2-140-16,-3-2-28 0,0 0-6 0,0 0 0 0</inkml:trace>
  <inkml:trace contextRef="#ctx0" brushRef="#br1" timeOffset="10627.96">9727 7242 576 0,'0'0'51'0,"0"0"-41"0,0 0-10 0,0 0 0 0,0 0 156 0,0 0 28 16,0 0 7-16,0 0 1 0,0 0-103 0,0 0-20 15,0 0-4-15,6-6-1 0,0 4 0 0,3-4 0 16,-6 4 0-16,6-1 0 0,0 0 0 0,3 1 0 15,-3-1 0-15,3 1 0 0,3-1-16 0,-1 0-4 16,1 1-1-16,0-1 0 0,-3 3-18 0,3 0-3 16,-3-3-1-16,6 3 0 0,3 0-21 0,-6 0 0 15,2 0 0-15,1 0 0 0,-3-2 0 0,0 2 0 16,0 0 0-16,0 0 0 0,-3 0 0 0,0 0 0 16,-1 2 0-16,-2-2 0 0,0 0 0 0,0 3 0 15,-3-3 0-15,0 3 0 0,-6-3 0 0,0 0 0 16,0 0 0-16,9 0 0 0,-9 0 0 0,0 0 0 0,0 0 0 15,0 0 0-15,0 0 0 0,0 0 0 0,0 0 0 0,0 0 0 16,0 0 0-16,0 0-16 0,0 0 2 0,0 0-627 16,0 0-126-16</inkml:trace>
  <inkml:trace contextRef="#ctx0" brushRef="#br1" timeOffset="11310.47">10567 7506 748 0,'0'0'33'0,"0"0"7"0,0 0-32 0,0 0-8 0,0 0 0 0,0 6 0 0,0 1 168 0,0-1 31 15,0-1 6-15,0-5 2 0,0 8-99 0,3 0-20 16,-3-3-4-16,3 3-1 0,-3-8-40 0,0 5-8 16,0-5-2-16,0 8 0 0,0-8 19 0,0 0 3 15,0 0 1-15,0 0 0 0,3 6 3 0,-3-6 1 16,0 0 0-16,0 0 0 0,0 0 3 0,0 0 1 15,0 0 0-15,0 0 0 0,0 0-10 0,0 0-2 16,0 0 0-16,0 0 0 0,0 0-28 0,0 0-7 16,3-6-1-16,0 4 0 0,0-4-6 0,-3 6-2 15,0-5 0-15,0 5 0 0,0 0-8 0,0 0-11 16,-3-8 3-16,3 8 0 16,0 0-100-16,0 0-19 0,0 0-4 0,0 0-983 0</inkml:trace>
  <inkml:trace contextRef="#ctx0" brushRef="#br1" timeOffset="17068.82">10861 7427 806 0,'-3'0'72'0,"3"0"-58"15,-3-3-14-15,3 3 0 0,-3-2 105 0,3-1 19 0,0 0 3 0,0 3 1 16,-3 0-52-16,1-2-9 0,-1-1-3 0,0 0 0 15,3 3 52-15,-3 0 9 0,-3-2 3 0,0 2 0 16,3 2-103-16,-3-2-25 0,0 6 0 0,0-4 0 16,6-2 44-16,0 8 4 0,-3 3 1 0,0-3 0 15,0 2-29-15,-3 4-7 0,6-1-1 0,-6 3 0 16,3 0-12-16,0-1 0 0,0 4 8 0,0 2-8 16,3 0 0-16,0 0 0 0,0 1 0 0,3 1 0 15,-3-4 17-15,3-1 1 0,0 1 0 0,3-3 0 16,0 0-29-16,-3-3-5 0,3 0-2 0,-3-2 0 15,9-3 5-15,0 0 1 0,-3-3 0 0,2 0 0 16,1-5 12-16,0-2 10 0,3-1-2 0,0 0 0 16,0-2-8-16,0-3-11 0,-3 0 3 0,3 0 0 0,-6-2 32 15,5-1 6-15,-5-2 2 0,0 0 0 0,0 2-16 16,-3-2-4-16,3-3 0 0,-3-3 0 0,0 6 32 0,-3-3 7 16,0-2 1-16,0 2 0 0,0-3-26 0,-3 3-5 15,0-2-1-15,0 2 0 0,0 0-6 16,-3 0-2-16,0 0 0 0,-3 1 0 0,3 1 16 0,-3 1 4 15,0 0 0-15,0 2 0 0,-3 1-32 0,3-1 0 16,-3 1 0-16,0-1 0 0,1 0 0 0,-1 3 0 16,-3 3 0-16,0 2 0 0,3-2 0 0,-3 3 0 15,0 2 0-15,0-3 0 0,3 3 0 0,-3 3 0 16,3-1 0-16,0 1 0 16,3 2-63-16,1 0-15 0,-1 1-3 0,3-1-1 15,0 0-89-15,-3 1-17 0,3 2-4 0,0-1-691 0</inkml:trace>
  <inkml:trace contextRef="#ctx0" brushRef="#br1" timeOffset="17867.56">11320 7599 691 0,'6'0'61'0,"-6"0"-49"0,0 0-12 0,0 0 0 0,0 0 136 0,0 0 25 15,-6 2 5-15,6-2 1 0,0 0-37 0,0 0-7 16,0 0-2-16,0 0 0 0,0 0-51 0,0 0-10 15,0 0-3-15,0 0 0 0,9-2-10 0,-3-1-3 16,0 1 0-16,6-1 0 0,-4 0-13 0,4 1-3 16,3-4-1-16,-3 4 0 0,6-4-27 0,-3 4 0 15,0-4 0-15,3 1 0 0,0-3 40 0,-4 6 2 16,1-1 1-16,0-2 0 0,3-1-28 0,-3 4-6 16,0-1-1-16,3-2 0 0,-3 5-8 0,-1-3 0 15,-2 0 0-15,3 3 0 0,0 0-12 0,-3-2 1 16,-3 2 1-16,-3 0 0 15,0 2-32-15,3-2-6 0,-9 0-2 0,6 0 0 16,-6 0-38-16,0 0-7 0,0 0-1 0,0 0-483 16,6 6-96-16</inkml:trace>
  <inkml:trace contextRef="#ctx0" brushRef="#br1" timeOffset="18191.78">11492 7432 1602 0,'0'0'35'0,"-3"-5"7"0,3-3 2 0,-2 3 1 0,2-1-36 0,-3 1-9 0,3 0 0 0,-3-1 0 0,3 6 96 0,0-2 16 16,-6-3 4-16,6 5 1 0,0 0-41 0,0 0-9 16,0 0-2-16,0 0 0 0,0 0-33 0,-3 2-6 15,0 3-2-15,3 3 0 0,-3 0-2 0,3 0-1 16,0 3 0-16,0-1 0 0,0 4-21 0,3-1 0 15,-3 3 0-15,0 0 0 0,0 2 18 0,3-2-1 16,-3 3 0-16,0-1 0 0,3 1-17 0,-3-4 0 16,3 4 8-16,0 0-8 0,0-4 0 0,0 1 0 15,-1-3 0-15,1 3 0 0,0-5 0 0,0 2 0 16,3-2 0-16,-3-3 0 16,0 0-28-16,3 0-10 0,-3-3-2 0,3 0 0 15,0 0-118-15,-3-2-24 0,9 5-5 0,-12-8-1 0</inkml:trace>
  <inkml:trace contextRef="#ctx0" brushRef="#br1" timeOffset="18940.04">12052 7408 1324 0,'0'0'59'0,"0"0"12"0,0 0-57 0,0-2-14 0,-3-4 0 0,3 6 0 0,0 0 107 0,0 0 18 15,-3-5 4-15,0 0 1 0,3 5-33 0,0 0-6 16,-3-5-2-16,3 5 0 0,0 0-29 0,0 0-7 16,0 0-1-16,0 0 0 0,-3 5-36 0,0 0-8 15,3 3-8-15,-3 3 11 0,0-1-11 0,0 1 0 16,6 2 0-16,-3-2 8 0,3 2-8 0,-3 0 0 0,0 0 0 15,6-2 0-15,-3 2 0 0,0-2-11 16,0-1 3-16,0-2 0 16,3 0-32-16,0-3-7 0,3-2-1 0,-3 2 0 15,0 3-16-15,3-5-3 0,3 0-1 0,-3-6 0 0,0 0 35 0,-3 1 6 0,2-4 2 0,1 4 0 16,-3-4 25-16,0 1 16 0,0-3-3 0,-3 3 0 16,-3-3 25-16,3-3 5 0,0 3 1 0,0-2 0 15,0 2 21-15,0-3 5 0,-6 3 1 0,3 0 0 16,-3 3-40-16,3 0-8 0,-3 0-2 0,0-1 0 15,0 4-7-15,3 2-2 0,0 0 0 0,0 0 0 16,-6 2-12-16,6-2 0 0,-6 6 0 0,3 2 0 16,0-3 0-16,3 3 0 0,3 0 0 0,-3 2 0 0,3-2 10 15,3 0 2-15,0 3 1 0,3-3 0 0,-6 0-23 16,3-3-5-16,0 0-1 0,3-2 0 0,3 2 5 16,0-2 1-16,0-1 0 0,0-2 0 0,2 0 10 15,1-2 0-15,-3-1 0 0,0-5 0 0,0 3 0 0,0-3 0 16,-3 3 9-16,0-3-9 0,3-3 40 0,-6 3 0 15,0 0 1-15,0-2 0 0,0-4-7 0,-3 1-2 16,0 0 0-16,-3 0 0 0,0-3 0 0,-3 0 0 16,3 3 0-16,-3-3 0 0,3-3-19 0,-3 4-4 15,0 1-1-15,3 1 0 0,-6 5-8 0,3-2 0 16,0 2 0-16,3 2 0 16,-3 1-40-16,3 5-9 0,0 0-3 0,0 0 0 15,0 0-204-15,0 0-42 0,0 0-8 0,0 16-2 0</inkml:trace>
  <inkml:trace contextRef="#ctx0" brushRef="#br1" timeOffset="19398.23">12478 7474 1796 0,'0'0'40'0,"0"0"8"0,0 0 1 0,0 0 1 0,0 0-40 0,0 0-10 0,0 0 0 0,6-2 0 16,-3-3 77-16,3-1 14 0,-3 4 2 0,3-4 1 15,-3 1-22-15,3 2-5 0,-4-2-1 0,4 0 0 16,0 2-18-16,-6 3-3 0,9-5-1 0,-3 0 0 16,-6 5-25-16,9-3-6 0,-9 3-1 0,9 0 0 15,-9 0-12-15,6 0 0 0,0 3 0 0,0 2 0 16,-3 0 0-16,-3 0 0 0,3 1 0 0,0 2 0 16,-3 0 0-16,0 0 0 0,0 2-9 0,-3 1 9 15,-3 2-48-15,-3 3-3 0,3 0-1 0,-3 0 0 16,0-1 10-16,0 1 2 0,0 0 0 0,3 0 0 15,-2 0 7-15,2-3 1 0,0 0 1 16,3-2 0-16,0 0 22 0,3 2 9 0,-3 0-8 0,0-2 8 0,0-1 0 0,3 1 0 16,-3-3 0-16,0 0 0 0,3-3-12 0,0 0 4 15,0-5 0-15,0 0 0 0,0 0 8 0,0 0 14 16,0 0-3-16,0 0-1 0,0 0 26 0,9 0 4 16,-3 0 2-16,0 0 0 0,3-2-24 0,-4-1-5 15,1 3-1-15,3-5 0 0,-3 2-1 0,3-2-1 16,0 5 0-16,-3-3 0 0,3-2 1 0,0 5 0 15,0-3 0-15,0 0 0 0,0 1-11 0,0-3 0 16,-3 2 0-16,3 0 8 0,3 3-17 0,-1-5-4 16,-2 2-1-16,0 1 0 15,0-1-159-15,0 6-32 0,6-6-7 0,-15 3 0 0</inkml:trace>
  <inkml:trace contextRef="#ctx0" brushRef="#br1" timeOffset="19605.29">12886 7578 2005 0,'0'0'88'0,"0"0"20"0,0 0-87 0,0 0-21 0,0 0 0 0,0 0 0 16,0 0 111-16,0 0 17 0,0-6 4 0,0 6 1 0,0-8-69 0,0 8-13 16,0-5-3-16,0 5-1 0,3-3-30 15,-3 3-5-15,3-5-2 0,-3 5 0 0,0 0-10 0,0 0-14 16,0 0 3-16,0 0 1 15,0 0-122-15,0 0-24 0,5 0-4 16</inkml:trace>
  <inkml:trace contextRef="#ctx0" brushRef="#br1" timeOffset="20636.56">13094 7350 345 0,'0'0'15'0,"0"0"4"0,0 0-19 0,0 0 0 0,3-3 0 0,-3 3 0 16,3-2 145-16,0-3 26 0,-3-1 5 0,0 4 0 16,0 2-54-16,0 0-11 0,0-6-3 0,0 4 0 15,0 2-20-15,0-6-5 0,0 1-1 0,0 5 0 16,0 0-10-16,0 0-1 0,0 0-1 0,0-5 0 15,0 5-13-15,0 0-2 0,0 0-1 0,0 0 0 16,0 0-11-16,0 0-3 0,0 0 0 0,0 0 0 16,-3 5-16-16,0 3-4 0,0 3-1 0,0-1 0 15,0 3-19-15,0 3 0 0,-3 0 0 0,3 0 0 16,3 0 0-16,-3 0 0 0,3-3 0 0,0 3 0 16,0 0 0-16,0-6 0 0,3 4-12 0,3-1 3 15,-3-5-28 1,0 2-6-16,0 1-1 0,0-6 0 0,3 0-14 0,0 1-3 15,6-4-1-15,-3 1 0 0,0-3 25 0,3 0 5 0,-1-3 0 16,1-2 1-16,-3 0 31 0,0 0 0 0,0-1 0 0,0 1 0 0,-3-3 23 16,3 0-3-16,-3 0 0 0,0 0 0 0,-3 0 24 15,-3-2 4-15,3 2 0 0,-3 0 1 0,3-3 3 0,-3 3 0 16,-6 3 0-16,6 0 0 0,0-1-26 0,-3 4-5 16,3 2-1-16,0-6 0 0,0 6-12 0,0 0-8 15,0 0 8-15,0 0-8 0,-6 6 0 0,0-1 0 16,6 3 0-16,-3-3 0 0,0 3 0 0,3 3 0 15,3-3 0-15,0 0 0 0,0 2 0 0,0-2 0 16,3 0 0-16,0 0-8 0,0 0 0 0,3-3 0 16,0 1 0-16,0-1 0 0,-4 0 8 0,4-5-8 15,0 3 8-15,0-6-8 0,0 3 8 0,0-2 0 16,0-1 0-16,0-2 0 0,0-1 0 0,-3-2 0 0,3 0 8 16,-3 3-8-16,0-3 20 0,0-2 0 0,0-1 0 15,0 0 0-15,-3-2 29 0,0 0 6 0,2 0 1 16,-2 0 0-16,0-3-33 0,-3 2-7 0,0-1 0 0,0 4-1 15,0-2-15-15,0 0 8 0,0 2-8 0,0 3 0 16,3 0 0-16,-3 8-16 0,0 0 1 0,0 0 1 16,0 0-107-1,0 0-22-15,0 0-4 0,0 0-855 0</inkml:trace>
  <inkml:trace contextRef="#ctx0" brushRef="#br1" timeOffset="21119.85">13481 7480 806 0,'0'0'36'0,"0"0"7"0,0 0-35 0,0 0-8 0,0 0 0 0,6-3 0 0,-6 3 238 0,9-5 46 15,-3 0 8-15,3-1 3 0,0-2-150 0,-3 3-29 16,-3 0-7-16,0-1-1 0,2 4-36 0,4-4-7 16,-3 1-1-16,0 0-1 0,0 2-40 0,-6 3-8 15,0 0-2-15,6 0 0 0,3-2-13 0,-6 2 0 16,-3 0 0-16,0 0 0 0,9 5 9 0,-9-5-9 15,0 5 8-15,0 3-8 0,0 0-8 0,-3 0-8 16,-3 0 0-16,0 3-1 16,-3-4-28-16,3 1-6 0,0 0-1 0,0 3 0 15,-3-6 9-15,6 3 2 0,6 0 0 0,-3-3 0 0,0 3 22 0,0-8 5 16,0 0 1-16,-3 6 0 0,3-6 13 0,0 0 0 0,0 0 0 16,0 0 10-16,0 0-10 0,0 0 0 0,0 0 0 15,0 0 8-15,0 0 5 0,0 0 1 0,0 0 0 16,0 0 0-16,3-6 6 0,3 1 0 0,0 0 1 0,3 2 0 15,-3-2-8-15,0 0-1 0,3-1-1 16,0 4 0-16,-3-1 1 0,3 0 0 0,-3 1 0 0,0 2 0 16,3-3-2-16,-9 3 0 0,0 0 0 0,6 5 0 15,0-2 18-15,-6-3 3 0,3 5 1 0,3 3 0 16,-6 0-32-16,3 0 0 0,-3 0 0 0,0 3 0 16,0-4 0-16,0 4 0 0,-3 2 0 0,3 1 0 15,-3-4 0-15,0 3 0 0,-6-2 0 0,6 2 0 16,-6-2-10-16,3-1-8 0,0 4-2 0,-3-4 0 15,3 1-13-15,0-6-3 0,0 3-1 16,3-3 0-16,3-5-114 0,-3 3-22 0,-9 0-5 16,12-3-1-16</inkml:trace>
  <inkml:trace contextRef="#ctx0" brushRef="#br0" timeOffset="27815.45">13695 7104 1497 0,'0'0'32'0,"0"0"8"0,-3-3 0 0,3 3 4 0,0 0-36 0,0 0-8 0,0 0 0 0,0 0 0 15,0 0 87-15,0 0 15 0,0 0 3 0,0 0 1 16,0 0-67-16,0 0-14 0,0 0-2 0,9 0-1 15,0 0 35-15,0 0 7 0,0 6 2 0,-3-4 0 16,3 4-54-16,0 2-12 0,0-3 0 0,3 8 0 0,-3-5 23 16,-1 5 7-16,1 0 2 0,3 6 0 15,-3-3-52-15,3 5-9 0,-3-2-3 0,0 2 0 16,-3 3 32-16,3-1 0 0,-3 1 0 0,-3 0 0 0,3 0 0 16,-3 0 10-16,-3-3 0 0,3 3 0 15,-3-3-33-15,0 0-6 16,-3 0-2-16,0 0 0 0,0 0 11 0,0-2 3 0,0-1 0 0,-3 1 0 0,-3 2 17 15,3-5 0-15,-3 3 0 0,0-4 0 0,0-1 0 0,0-1 0 16,-3 0 0-16,3 0 0 0,-2-2 9 0,2 2 3 16,-3-5 0-16,0 3 0 0,3-6 0 0,0 0 0 15,0 1 0-15,0-1 0 0,0 0 0 0,0-2 1 16,3-1 0-16,-3-2 0 0,3 3-13 0,3-3 0 16,-3 0 0-16,6 0 0 15,0 0-48-15,0 0-13 0,0 0-3 0,0 0-844 0</inkml:trace>
  <inkml:trace contextRef="#ctx0" brushRef="#br0" timeOffset="28599.18">14180 7559 748 0,'0'0'33'0,"0"0"7"0,0 0-32 0,0 0-8 0,-3 0 0 0,3 0 0 0,0 0 168 0,0 0 32 16,0 0 7-16,0 0 1 0,0 0-116 0,0 0-22 15,0 0-5-15,0 0-1 0,6 0 0 0,0-3 0 16,3 1 0-16,0-1 0 0,0 3 0 0,0 0 0 15,6-2 0-15,-3-1 0 0,0 3-12 0,3 0-2 16,-3-3-1-16,5 1 0 0,1-1-27 0,3 0-6 16,-3 1 0-16,3-1-1 0,0 0 2 0,0 1 1 15,-1-1 0-15,4 0 0 0,-3-2-29 0,0 5-5 16,0-2-2-16,-3-1 0 0,-1 0 18 0,1 3 0 16,-3 0 0-16,-3-2 0 15,3 2-34-15,-3 0-3 0,-3 0-1 0,3 0 0 16,-3 0-30-16,-3 2-5 0,-6-2-2 0,0 0 0 15,0 0-116-15,6 0-23 0,-6 0-5 0,14 0-1 0</inkml:trace>
  <inkml:trace contextRef="#ctx0" brushRef="#br0" timeOffset="28973.08">14469 7347 1566 0,'0'0'34'0,"-3"-5"7"0,-3 0 2 0,3 2 1 0,0 1-35 0,3 2-9 0,0 0 0 0,0 0 0 0,0 0 104 0,0 0 18 16,0 0 4-16,3-6 1 0,-3 6-50 0,0 0-9 16,0 0-3-16,0 0 0 0,0 0-23 0,0 0-5 15,-6 3-1-15,6-3 0 0,0 0-8 0,3 8-1 16,-6 0-1-16,6 2 0 0,-3-2-34 0,0 6-8 15,-3-1 0-15,3 0-1 0,0 3 38 0,3 0 8 16,-3 0 2-16,0 2 0 0,0 1-31 0,-3-1 8 16,3-2-8-16,-3 3 0 0,0-1 0 0,0 1 0 15,6-1 0-15,-3 1 0 0,0-1 0 0,0-2 0 16,0-3-8-16,-3 3 8 0,3-3-13 0,0 1 4 16,0-1 1-16,-3-3 0 15,3 4-30-15,0-6-6 0,3 0 0 0,-3 0-1 16,6-1-11-16,-6-1-3 0,0-6 0 0,0 0 0 15,0 0-141-15,3 2-28 0,-3-2-5 0,15 0-2 0</inkml:trace>
  <inkml:trace contextRef="#ctx0" brushRef="#br0" timeOffset="29849.4">15082 7408 1497 0,'0'0'66'0,"0"-5"14"0,0 5-64 0,0-8-16 0,3-2 0 0,-6-1 0 16,3 0 105-16,0 1 18 0,0-1 3 0,0 1 1 15,0 2 1-15,0 0 1 0,-3 0 0 0,3 2 0 16,0 6-52-16,-3-5-10 0,3 5-3 0,0 0 0 16,-3 0-51-16,-2-2-13 0,-1-1 0 0,0 6 0 15,0 2 0-15,0 3 0 0,0 2 0 0,0 4 0 16,0-1 0-16,0 3 0 0,0 2 0 0,3-2 0 15,-3 3 0-15,0-4 0 0,3 4 0 0,3-3 0 16,0 0 13-16,0 0 0 0,3-3 0 0,0 3 0 16,0-6-49-16,3 4-11 15,3-4-1-15,0-2-1 0,0 0-35 0,0-3-6 0,0 1-2 16,0-4 0-16,2 1 74 0,-2-3 18 0,0-3 0 0,3 1 0 0,0-1-12 16,-3-2 2-16,-3-1 0 0,3-2 0 0,0 0 41 0,-6-2 8 15,3 2 1-15,-3-3 1 0,3 1 9 0,-3-1 2 16,0 3 0-16,-3-2 0 0,3-1-16 0,-3 1-4 15,0 2 0-15,0 0 0 0,0-3 7 0,0 6 1 16,0 5 0-16,0 0 0 0,0 0-29 0,0 0-11 16,0 0 8-16,0 0-8 0,0 0 0 0,-3 5 0 15,3 3 0-15,3 0 0 0,-3 3 0 0,0-4 0 16,3 4 0-16,0-3 0 0,3 3-19 16,0-1 4-16,-4-2 1 0,4 3 0 15,0-6-10-15,3 3-1 0,0 0-1 0,0-3 0 0,3 0 14 0,0-5 4 16,0 3 0-16,0-3 0 0,3-3 8 0,-3 1-12 15,0-1 12-15,-1-2-12 0,-2-3 12 0,3 0 11 16,0 0-3-16,0 0 0 0,0-2 24 0,0-1 5 0,-6 0 1 16,3-2 0-16,0 0-5 0,-3 0-1 15,-3-3 0-15,0 0 0 0,3-3 7 0,-3 1 1 0,-3-1 0 16,2 1 0-16,-2 2-27 0,0 0-5 0,0 0 0 0,-2 3-8 16,-1-3 8-16,3 6-8 0,-3-1 0 0,-3 6 0 31,3 2-22-31,3 3-11 0,0-5-3 0,0 5 0 0,0 0-73 15,0 0-15-15,-3 8-4 0,3-8-648 0,0 8-131 0</inkml:trace>
  <inkml:trace contextRef="#ctx0" brushRef="#br0" timeOffset="30179.09">15579 7509 1638 0,'-2'-3'72'0,"2"3"16"0,0 0-71 0,0 0-17 0,-3-2 0 0,3 2 0 0,0-6 116 0,0 1 19 15,0 5 4-15,0-5 1 0,0 5-29 0,0 0-6 16,0 0-1-16,0 0 0 0,0 0-38 0,0 0-8 16,0 0-2-16,0 0 0 0,0 0-35 0,0 0-7 15,0 0-2-15,0 8 0 0,0 2-12 0,0-2 0 16,0 3 0-16,0-3 0 0,-3 2 9 0,0 1-1 15,3 2 0-15,-3 3 0 0,0-5-8 0,0 2 0 16,0 3 0-16,0 0 0 0,0-6 0 0,0 3 0 16,3 1 0-16,-3-1 0 0,0-5 0 0,0-3 0 15,3 6 0-15,-3-3 0 0,3-1 0 0,-3-1 0 0,3-1 0 16,0-2 0-16,0 2-14 0,0 0-5 0,0-5-1 16,0 0 0-1,0 0-214-15,0 0-43 0</inkml:trace>
  <inkml:trace contextRef="#ctx0" brushRef="#br1" timeOffset="50109.52">16237 7382 1375 0,'0'0'60'0,"0"-8"14"0,0 3-59 0,0-3-15 0,3 0 0 0,-3 8 0 15,3-6 96-15,-3-1 16 0,3 4 3 0,-3 3 1 16,0 0-6-16,0-8-1 0,0 8 0 0,0-8 0 15,3 3-45-15,-3 5-10 16,0 0-2-16,0 0 0 0,0 0-16 0,0 0-3 0,-3 5-1 0,0 3 0 16,3 3-32-16,-3 2 0 0,-3 0 0 0,3 3 0 15,-3 2 0-15,3 1 0 0,0-3 0 0,1 2 0 16,-1-2-30-16,3 0-10 16,0 0-1-16,3 0-1 0,-3 0-9 15,2-3-1-15,4 0-1 0,0-2 0 0,0-3-6 16,3 2-1-16,-3 1 0 0,0-6 0 0,-6-5 31 0,9 3 5 0,3-1 2 0,-3-4 0 15,0-1 22-15,0-2 0 0,3 0 0 0,0-3 0 16,-3 0 25-16,-1 0 3 0,1-3 1 0,-3 1 0 16,3-1 18-16,-3 3 3 0,-3-3 1 0,3 4 0 0,-3-1-31 0,-3 2-5 15,0 1-2-15,0 5 0 0,0-5 22 0,0 5 4 16,0 0 1-16,0 0 0 0,-3-3-27 0,3 3-5 16,0 3 0-16,-3 2-8 0,0 3 0 0,0-3 0 15,3 3 0-15,3 0 0 0,0 0 16 0,0 0 2 16,0-3 1-16,3 3 0 15,3 0-67-15,-3-3-12 0,0-2-4 16,6 2 0-16,-3-5 64 0,0 3 0 0,0 0 16 0,3-6-3 0,-4 0-13 0,4 1 8 16,-3-4-8-16,0 1 0 0,0-3 45 0,0-2 3 15,-3 2 1-15,3-3 0 0,-3 3 12 0,0 0 3 16,0-2 0-16,-3-1 0 0,-3-2-52 0,3 2-12 16,3-2 0-16,-6 0 0 0,0 0 0 0,-3-1 0 15,6 1 0-15,-3 0 0 0,-3 2 0 0,3 3 0 16,-3 0 0-16,3 0 0 0,-3 3 0 0,3 5 0 0,0 0 0 15,0 0 0 1,0 0-151-16,0 0-33 0,0 0-6 0,0 0-795 0</inkml:trace>
  <inkml:trace contextRef="#ctx0" brushRef="#br1" timeOffset="50500.44">16696 7538 1389 0,'0'0'61'0,"0"0"14"0,0 0-60 0,0 0-15 0,9-3 0 0,-3 1 0 0,-6 2 113 0,0 0 20 16,9-6 4-16,0 4 1 0,-9 2-50 0,5-3-9 15,4 0-3-15,-9 3 0 0,0 0-54 0,0 0-11 16,9 3-3-16,0 0 0 0,0-3 19 0,-9 0 3 16,0 0 1-16,3 8 0 15,6 0-50-15,-9 0-9 0,-9-1-3 0,3 1 0 0,3 3 17 0,0 0 3 16,-3 2 1-16,-6 0 0 15,0 3-38-15,1 0-7 0,2 0-1 0,-6-3-1 16,0 3-3-16,0-3-1 0,9-5 0 0,-3 3 0 16,-3 2 49-16,6 0 12 0,0-5 0 0,3 3 0 0,0-4 0 0,0-1 0 15,3-6 0-15,3 5 0 0,3-2 44 0,-3 2 12 16,-3-5 3-16,9 0 0 0,0 0-43 0,3-3-16 16,0 3 11-16,3-2-11 0,6-4 57 0,-6 1 6 15,-7 2 1-15,4-2 0 0,-3 0-52 0,3 0-12 16,6-1 0-16,-6 1 0 0,-3 0 0 0,6-1 0 15,3 4 0-15,-6-4 0 0,-6 4 0 0,2-3 0 0,4 2 0 16,0 0 0 0,-6 1-151-16,-6 2-33 0,6-11-6 0,-6 11-2 0</inkml:trace>
  <inkml:trace contextRef="#ctx0" brushRef="#br1" timeOffset="51063.28">16243 7186 806 0,'3'3'72'0,"-3"-3"-58"0,0 0-14 0,0 0 0 16,0 0 148-16,0 0 26 0,0 0 6 0,3 0 0 16,0-3-84-16,0 3-16 0,0-3-4 0,3 1-1 15,-3 2-9-15,6-3-2 0,-3 0 0 0,6 1 0 16,-3 2 18-16,3-3 3 0,0 1 1 0,3-4 0 15,-1 4-36-15,-2-1-7 0,6 0-2 0,0 3 0 16,-3-2-11-16,0-1-2 0,0 0-1 0,3 3 0 16,-4-5-13-16,1 5-2 0,-3-3-1 0,6 3 0 15,-3-2-11-15,0 2 8 0,-3-3-8 0,0 1 8 16,3 2-8-16,-4-3 0 0,-2 3 0 0,3 0 0 16,0 0-24-16,0 0-3 0,0-3-1 0,-3 3 0 15,0 0-140-15,0-2-29 0</inkml:trace>
  <inkml:trace contextRef="#ctx0" brushRef="#br1" timeOffset="51649.15">17095 7406 1267 0,'0'0'28'0,"0"0"5"0,9 2 2 0,-9-2 1 0,0 0-36 0,0 0 0 0,0 0 0 0,0 0 0 0,-6 8 58 0,6-2 5 16,0-6 1-16,0 7 0 0,6 1 0 0,-6-2 0 15,0 2 0-15,0-3 0 0,0 0 0 0,0-5 0 16,0 8 0-16,0-3 0 0,3 1-1 0,-3-6 0 16,-3 8 0-16,3-8 0 0,3 5-8 0,-3-5-2 15,0 0 0-15,0 0 0 0,0 0 3 0,0 0 1 16,0 0 0-16,0 0 0 0,0 0-30 0,0 0-7 15,6-3 0-15,-6 3-1 0,0 0-19 0,0 0 0 0,5-5 0 16,1 0 0-16,-3 2 0 0,-3 3 0 16,-3-3 0-16,3 3 0 15,3-7-99-15,-3 1-23 0,-6 1-5 0,3 2-922 0</inkml:trace>
  <inkml:trace contextRef="#ctx0" brushRef="#br1" timeOffset="57420.21">17389 7318 748 0,'0'0'33'0,"0"0"7"0,3-5-32 0,-3 5-8 0,-3-5 0 0,6-1 0 16,-3-1 251-16,3-1 48 0,0 2 9 0,-3 1 3 15,0 5-178-15,-3-5-35 0,3-1-7 0,-3 1-2 16,-3 5-20-16,6 0-4 0,0 0-1 0,0 0 0 16,-9 5-51-16,3 1-13 0,6 4 0 0,-2 1 0 15,-1 5 0-15,-3 0 0 0,3 0 0 0,0 2 0 16,0 3 0-16,0-2 0 0,-3-1 8 0,9 1-8 15,3-1-25-15,0 1-8 0,-6-3-2 16,3 0 0-16,6-3-48 0,-4 0-9 16,1-2-3-16,3-1 0 0,0-2 76 0,-3 0 19 0,0-3 0 0,3-2 0 15,-3-3-28-15,0 0-3 16,3-3 0-16,-3 1 0 0,-6 2 55 0,6-8 10 0,3 0 2 0,0 0 1 0,-6-3 17 16,3 1 3-16,0-1 1 0,-3 1 0 0,0-4 0 15,0 4 0-15,0-1 0 0,-1 1 0 0,4-1-42 16,-3 3-8-16,-6 0-8 0,0 3 12 0,3 5 23 0,0 0 5 15,0 0 0-15,0 0 1 0,0 0-30 0,0 0-11 16,0 0 0-16,0 5 9 0,-3 3-9 0,3 0 0 16,3 3 0-16,0-3-11 0,-6-1-7 0,6 4-2 15,3-3 0-15,0 0 0 0,-6-8 0 0,6 8 0 16,3-3 0-16,6 0 0 0,0-2 8 0,-3 0 0 16,-6-3 1-16,6-3 0 0,3 0 11 0,-6-2 0 15,-6-3 0-15,5 3 0 0,7-6 25 0,-3 1 11 16,-9-3 1-16,3-1 1 0,3 1 8 0,-3-3 2 15,3 0 0-15,-6-2 0 0,-3-3 4 0,3 2 2 16,0-2 0-16,0 2 0 0,-3-2-54 0,0 3 0 16,6-1-11-16,0 1 2 0,0 2 9 0,-3 3 0 0,0 2 0 15,0 0-8 1,-3 1-36-16,0 5-8 0,0 5 0 0,0 0-1 16,9 0-74-16,-9 0-14 0,0 0-3 0,0 0-889 0</inkml:trace>
  <inkml:trace contextRef="#ctx0" brushRef="#br1" timeOffset="57949.2">17797 7488 1497 0,'0'0'66'0,"0"0"14"0,0 0-64 0,0 0-16 0,9-6 0 0,-3 1 0 0,-3 0 148 0,3 0 25 16,0-1 6-16,0 1 1 0,0 0-72 0,0-1-15 15,0-2-2-15,0 3-1 0,3 0-34 0,-6 2-8 16,6 1 0-16,-4-1-1 0,-5 3-35 0,9-3-12 16,-3 3 0-16,-6 0 9 0,9 3 12 0,-9-3 3 15,6 3 0-15,-6-3 0 0,6 5-24 0,-3 3 0 16,0-3 0-16,0 3 0 16,-3 0-24-16,0 0-2 0,0 0-1 0,-3 0 0 15,0 0-25-15,-3 2-6 0,3-2-1 0,-3 0 0 0,3 0 27 0,-3-3 6 16,0 3 1-16,0-2 0 15,3 2-11-15,-2-3-3 0,2 0 0 0,3-5 0 0,0 0 39 0,0 0 0 16,0 0 0-16,0 0 0 0,0 0 0 0,0 0 0 0,0 0 0 16,0 0 0-16,0 0 0 0,0 0 0 0,5-3 0 15,4 1 0-15,-3-1 36 0,3 1 14 0,0-1 3 16,-3 3 1-16,3-3-32 0,0 3-6 0,0-2-2 16,0 2 0-16,-3 0 7 0,0 0 2 0,3 0 0 0,-3 2 0 15,0 1-15-15,0 0-8 0,0 2 8 0,0 0-8 16,-4 0 11-16,1 1-3 0,0 2 0 0,-3 0 0 15,0 0-8-15,0 2 8 0,0-5-8 0,-3 3 8 16,0 6-8-16,1-6 0 0,-4 2 0 0,-3-2 0 16,6 3 0-16,-6-3 0 0,0-1 0 0,3 1 0 15,-3 0 0-15,0 3 0 0,0-6 0 0,0 3 0 16,-3 3 0-16,0-3 0 0,3-3 0 0,-3 6-11 16,1-6-33-16,-1 0-6 0,-3 0-2 15,6 1 0-15,0-1-101 0,-3-2-21 16,0-1-4-16,0-2-1 0</inkml:trace>
  <inkml:trace contextRef="#ctx0" brushRef="#br1" timeOffset="58435.09">18351 7480 1209 0,'0'0'53'0,"0"0"12"0,0 0-52 0,0 0-13 0,0 0 0 0,0 0 0 0,0 0 114 0,0 0 20 16,6 0 4-16,-6 0 1 0,6-6-56 0,0 6-11 16,-6 0-3-16,9-2 0 0,0-1 15 0,-1 1 4 15,1 2 0-15,0 0 0 0,3-3-36 0,0 0-6 16,3 1-2-16,0 2 0 0,3 0-12 0,0-3-4 15,-6 0 0-15,5 3 0 0,1-2-15 0,0-1-3 16,0 0-1-16,3 3 0 0,-3-2-9 0,-3 2 0 16,-1 0 0-16,4-3 8 0,-3 3-8 15,0 0 0-15,-3-3 0 0,0 3 0 16,0 0-21-16,-3 0-7 0,0 0 0 0,-3-2-1 16,-6 2-98-16,6 0-19 0,-6 0-4 0,0 0-491 15,8-3-99-15</inkml:trace>
  <inkml:trace contextRef="#ctx0" brushRef="#br1" timeOffset="58746.37">18562 7295 1450 0,'0'0'32'0,"0"0"6"0,0 0 2 0,-6 2 1 0,3-2-33 0,3 0-8 0,-6 0 0 0,6 0 0 15,0 0 115-15,0 0 21 0,0 0 4 0,0 0 0 16,0 0-60-16,0 0-13 0,0 8-3 0,3 0 0 16,0-3-51-16,-3-5-13 0,0 11 0 0,0-3 0 15,3 2 54-15,-3 1 8 0,3-3 2 0,0 5 0 16,0 0-64-16,-3-2-15 0,3 5-1 0,-3-3-1 16,3 0 17-16,-3 3 0 0,3-3 0 0,-3 3 0 15,0-2 15-15,0-1 0 0,0 0 0 0,0 0 0 16,0 3-36-16,-3-3-7 0,0 1-2 15,0-1 0-15,3 0-17 0,0-2-3 0,-3 2-1 16,0 0 0-16,3-2-109 0,-3-1-23 0,3 1-4 0,0-3-1 16</inkml:trace>
  <inkml:trace contextRef="#ctx0" brushRef="#br1" timeOffset="59527.61">19113 7321 1497 0,'6'0'32'0,"-3"-3"8"0,3-5 0 0,0 3 4 0,0-3-36 0,0 0-8 0,-3 3 0 0,3-3 0 0,-1 0 94 0,-2 0 17 15,0 3 3-15,0-3 1 0,0 0-31 0,-3 0-5 16,0 3-2-16,0-1 0 0,0 6-10 0,-3-2-3 16,-3-1 0-16,6 3 0 0,0 0-16 0,-3 3-4 15,-2-1-1-15,-4 6 0 0,6 3-31 0,-3 0-12 16,0-1 8-16,0 3-8 0,3 6 19 0,-3-3-2 16,6 2 0-16,-3-2 0 15,3 0-39-15,0 0-8 0,3 2-2 0,3-2 0 16,-3-2 0-16,3-4 0 0,0 1 0 0,0-1 0 15,0-2-25-15,0 0-6 0,2-3-1 0,-2-5 0 16,3 3 0-16,-3 0 0 0,3-6 0 0,0 0 0 0,-3 1 52 0,3-3 12 16,-3-1 0-16,0-2 0 0,-3 0 48 0,3 0 13 15,-3-2 3-15,3 2 0 0,-6-3-52 0,3 3-12 16,0-2 0-16,-3-3 0 0,0 2 54 0,0 0 8 16,0 3 2-16,0 3 0 0,0 0-52 0,0 0-12 0,0 5 0 15,0 0 0-15,0 0 0 0,0 0 0 0,0 0 0 16,0 5 0-16,0 0 54 0,0 6 8 0,0-1 2 0,3 1 0 31,-3 0-103-31,3 2-20 0,0-3-4 0,0 4-1 0,0-1 41 0,3-3 8 0,-3-2 2 0,6 0 0 16,-4 0 1-16,1 0 0 0,0 0 0 0,0 0 0 15,3-5 3-15,-3-1 1 0,0-2 0 0,3 0 0 16,-3-2 8-16,3-1 9 0,0 0-1 0,0 1-8 16,-3-6 43-16,0 2 1 0,0-1 1 0,3-4 0 15,-3-2 15-15,-3 2 4 0,3 1 0 0,-1-4 0 16,1-4-36-16,0 5-6 0,-3-6-2 0,0 1 0 15,0 2-12-15,3 0-8 0,-3 0 8 0,3-3-8 0,-6 4 0 16,3 1 0-16,3 1 0 0,-3 2 0 0,0 1-12 16,-3 5-8-16,6-1 0 0,-6 6-1 15,0 0-117-15,0 0-23 0,0 0-5 16,0 0-880-16</inkml:trace>
  <inkml:trace contextRef="#ctx0" brushRef="#br1" timeOffset="59910.74">19518 7437 345 0,'0'0'31'16,"0"0"-31"-16,0 0 0 0,0 0 0 0,3 3 285 0,-3-3 51 15,0 0 11-15,6 0 1 0,0 0-168 0,-6 0-33 0,0 0-7 0,6-3-2 16,-1 1-50-16,4-1-9 0,-3 0-3 16,3 3 0-16,-3 0-28 0,0 0-7 0,3 0-1 15,-3 0 0-15,-6 0-25 0,6 0-6 0,3 3-1 0,-9-3 0 16,0 0-8-16,6 8 8 0,-3-3-8 0,0 3 8 15,-3 0-8-15,0 0-16 0,-3 3 4 0,0-3 1 16,0 2 1-16,-3 1 0 0,0-1 0 0,0 4 0 16,-3-1-28-1,0 0-6-15,0-2 0 0,0 2-1 0,0-2 29 0,3-1 7 0,-2 1 1 16,2-1 0-16,3 1 8 0,0-3 0 0,0 2 0 0,3-2 0 16,0-8 0-16,3 6 0 0,0-1 0 0,0 0 0 15,3-5 11-15,0 0-3 0,-1 3 0 0,4-1 0 16,0-2 7-16,-3 0 1 0,3-2 0 0,3-1 0 15,-3 1-7-15,3-1-1 0,-3 0 0 0,3-2 0 0,0 2-8 16,-3 1 0-16,0-1 0 0,-1 0 0 0,-8 3 0 16,9-5 0-16,0 2 0 0,0-2 0 15,-3 0-34-15,-6 5 1 0,6-3 0 0,0-2 0 16,0-3-137-16,-3 3-27 0,0-1-6 0</inkml:trace>
  <inkml:trace contextRef="#ctx0" brushRef="#br1" timeOffset="60775.9">19827 7432 1267 0,'0'0'56'16,"0"0"12"-16,0 0-55 0,0 0-13 0,0 0 0 0,0 0 0 0,0 0 171 0,0 0 31 15,0 0 6-15,0 0 2 0,0 0-80 0,0 0-16 16,0 0-3-16,0 0-1 0,0 0-37 0,0 0-7 15,0 0-2-15,0 0 0 0,0 0 0 0,0 0 0 16,0 0 0-16,0 0 0 0,0 0-51 0,0 0-13 16,0 0 0-16,0 0 0 15,0 0-48-15,0 0-13 0,0 0-3 0,0 0-1152 0</inkml:trace>
  <inkml:trace contextRef="#ctx0" brushRef="#br1" timeOffset="103979.5">20030 7236 1292 0,'0'0'28'0,"0"0"7"0,0 0 1 0,0 0 0 0,0 0-36 0,3-5 0 16,0 0 0-16,-3-1 0 0,0 6 104 0,3-5 13 15,0 0 3-15,0 0 1 0,0-1-45 0,0 1-10 16,-3 5-2-16,3-5 0 0,-3 5 0 0,2-6 0 16,-2 6 0-16,6-2 0 0,-6 2-21 0,3-6-5 15,0 4-1-15,-3 2 0 0,0 0-2 0,0 0-1 16,0 0 0-16,0 0 0 0,0 0-34 0,0 0 0 16,0 0-10-16,0 0 10 0,0 0 0 0,6 5 0 0,-6-5 0 0,3 8 0 15,3 0 44-15,-3-3 16 0,3 6 3 0,-3-1 1 31,-3-2-103-31,0 3-20 0,3-3-4 0,-3 5-1 0,0 0 103 0,3 1 20 16,0-1 4-16,-3 3 1 0,3 0-52 0,-3-3-12 0,0 3 0 0,0-3 0 16,3 3-30-1,0-3-9-15,-3 0-1 0,3-2-1 0,-3 2 24 0,0-5 5 0,3 0 0 0,-3 0 1 16,0 0-1-16,0 0 0 0,0 0 0 0,0-3 0 16,0-5 12-16,0 8 0 0,0-8 0 0,0 8 0 15,0-8-12-15,0 5 2 0,0 0 1 0,0-5 0 16,3 6-36-16,-3-6-7 0,0 0-2 15,0 0 0-15,0 8 20 0,0-8 4 0,0 0 1 0,0 0-603 16,3 5-120-16</inkml:trace>
  <inkml:trace contextRef="#ctx0" brushRef="#br0" timeOffset="110974.2">15958 7091 1267 0,'-9'-5'56'0,"3"5"12"0,0-3-55 0,0 0-13 0,3 1 0 0,-3-1 0 16,-3 0 105-16,0 1 19 0,3 2 3 0,-3-3 1 16,0 3-52-16,-3 0-9 0,3 0-3 0,0 3 0 15,-3-1 0-15,7 4 0 0,2 2 0 0,-3-1 0 16,0 4-15-16,-3 2-3 0,0 8-1 0,0 1 0 15,0 1-31-15,3 4-6 0,0 2-8 0,3 3 11 16,0 2-11-16,3 1 0 0,3-1 0 0,3 0 0 16,0 1-9-16,0-4 9 0,-3 1-12 0,6-3 12 0,0 0 10 15,6-2 9-15,-1-1 1 0,4-2 1 0,-3-3-33 16,0 0-8-16,3-5 0 0,-3 3-1 0,3-3 21 0,-3-3 8 16,-3 0 0-16,2 0 0 0,-2-2-8 0,0 0 0 15,0-3 0-15,-3-3 0 16,3 0-24-16,-3 0-6 0,-6-5-2 0,6 3-652 15,0-3-130-15</inkml:trace>
  <inkml:trace contextRef="#ctx0" brushRef="#br0" timeOffset="112003.62">20158 7070 806 0,'0'0'36'0,"0"0"7"0,0 0-35 0,0-6-8 0,-3 4 0 0,3-4 0 0,-3 4 104 0,3 2 20 15,0-6 3-15,0 6 1 0,0-5-36 0,0 5-8 16,0 0 0-16,0 0-1 0,6-2-11 0,3-1-1 16,-3-2-1-16,0 2 0 0,2 3-6 0,1 0-2 15,0 0 0-15,3 3 0 0,0-1-17 0,0 1-3 16,0-3-1-16,3 3 0 0,0-1-33 0,0 3-8 16,-1 3 0-16,4 3 0 0,0 0 30 0,-3 2 4 15,-3 0 1-15,0 3 0 0,-3 0-25 0,0 2-10 16,-3 1 8-16,0 5-8 0,-3-3 10 0,0 0-10 15,0 3 12-15,-3 0-12 0,-3-1 0 0,0 4 0 0,0-3 0 16,-3-3 0-16,3 3 0 0,-3-3 0 0,-3 0 0 16,-3-2 0-16,0 2 0 0,0-3 0 0,-3 1 0 0,3-1 0 15,-3 1 0-15,-2-3 0 0,2 0 0 0,0-1 0 16,-3 1 0-16,6 0 0 0,-3-3 8 0,0-2-8 16,3 0 20-16,3-1-2 0,-2-2-1 0,2 0 0 15,3 3-17-15,0-3 0 0,0-6 0 0,3 3 0 16,0 1 0-16,3-6-11 0,0 0 2 0,0 0 0 15,-3 2 9-15,3-2 12 0,0 0-2 0,0 0-1 16,0 0-109-16,0 0-23 16,0 0-4-16,9-5-1 0</inkml:trace>
  <inkml:trace contextRef="#ctx0" brushRef="#br0" timeOffset="119283.2">22846 3268 1036 0,'0'0'46'0,"0"0"10"0,0 0-45 0,0 0-11 0,0 0 0 0,0 0 0 16,0 0 104-16,0 0 20 0,0 0 3 0,0 0 1 16,0 0-52-16,0 0-9 0,-6 0-3 0,0 0 0 15,0 0 0-15,0 0 0 0,0 2 0 0,0 4 0 16,-3 1-51-16,-3 4-13 0,0-6 0 0,3 9 0 15,-6-1 8-15,3 0 0 0,1 0-8 0,-1 0 12 16,-3 1-12-16,0 2 0 0,3-1 0 0,-3-1 0 16,3-1 0-16,-3 3-12 0,0-3 1 0,1 3 0 15,-1-6-45 1,3 6-10-16,-3-8-2 0,3 3-729 0</inkml:trace>
  <inkml:trace contextRef="#ctx0" brushRef="#br0" timeOffset="119540.15">22515 3365 1267 0,'0'-13'56'0,"3"5"12"0,-3 3-55 0,3-6-13 0,0 4 0 0,0-1 0 0,-3 2 105 0,3-2 19 16,-3 8 3-16,6-5 1 0,-3 0-52 0,3 2-9 16,0 3-3-16,3 0 0 0,-3 0 0 0,3 3 0 15,3 2 0-15,-3 0 0 0,3 3-51 0,-4-2-13 16,4 2 0-16,-3 5 0 0,6 0 24 0,-3 5 1 15,3-4 1-15,0 2 0 16,0-1-42-16,0 1-8 0,-3 0-1 0,-1 5-1 0,4-7 44 0,-6-1 9 16,3 5 1-16,-3-4 1 0,0 1-29 0,3 1 0 15,-6-2-13-15,3 7 4 16,-3-8-27-16,0-5-4 0,-3 5-2 0,3-2-604 0,-3 2-121 16</inkml:trace>
  <inkml:trace contextRef="#ctx0" brushRef="#br0" timeOffset="119880.19">23060 3498 1267 0,'0'0'56'0,"0"0"12"0,0 0-55 0,0 0-13 0,0 0 0 0,0 0 0 0,0 0 54 0,0 0 8 16,0 0 2-16,0 0 0 0,0 0 0 0,0 0 0 15,9-3 0-15,3 3 0 0,0-3 0 0,0 3 0 16,0-2 0-16,-1 2 0 0,7 0-6 0,0-5-1 16,3 2 0-16,-3 0 0 0,3 1-29 0,0 2-5 15,-1-8-2-15,1 8 0 0,0-6-13 0,0 6-8 16,-3-8 10-16,0 6-10 0,-1-1 12 0,-2-2-3 15,0 2-1-15,0 1 0 16,-3 2-40-16,-3-3-8 0,0 3-1 0,-3 0-1 16,-6 0-83-16,0 0-17 0,0 0-3 0,0 0-1 0</inkml:trace>
  <inkml:trace contextRef="#ctx0" brushRef="#br0" timeOffset="120156.09">23176 3326 1497 0,'0'0'32'0,"0"0"8"0,0-5 0 0,0-1 4 0,3 4-36 0,-3-4-8 0,0 6 0 0,3-8 0 16,0 3 85-16,-3 5 15 0,0 0 4 0,6-8 0 15,0 5-64-15,-6 3-13 0,3-2-3 0,-3 2 0 16,0 0 24-16,9 0 5 0,-3 2 1 0,0 1 0 16,0 5-35-16,-3-3-7 0,3 3-2 0,-3-2 0 15,3 7-10-15,-3 0 0 0,-3-5 0 0,2 10 0 16,1-4 0-16,-3-1 0 0,3 5 0 0,-6-2 0 0,3 0 0 15,0 0 0-15,0 3 0 0,0-6 0 16,-3 5 17-16,3-2 2 0,-2 0 0 0,2 0 0 0,0 3-19 16,0-6 0-16,0 0 0 0,0 5 0 15,0-4-50-15,0-1-10 0,0 0-3 16,2-5-567-16,1 0-114 0</inkml:trace>
  <inkml:trace contextRef="#ctx0" brushRef="#br0" timeOffset="120584.13">24039 3241 979 0,'0'0'87'0,"0"0"-70"0,0 0-17 0,0 0 0 0,0 0 105 15,3-5 18-15,0 0 3 0,0 2 1 0,-3 3-14 0,0 0-2 16,0 0-1-16,0 0 0 0,-3-5-35 0,3 5-7 15,-6 0-2-15,0 0 0 0,0 0-12 0,-3 0-2 16,-2 5-1-16,2 3 0 0,0-8-31 0,-3 5-5 16,0 3-2-16,0 3 0 0,-3 2-13 0,0-3 0 15,0 4 0-15,3 2 0 0,-5-1 0 0,2 1 0 16,-3-2 0-16,3 7 0 0,0-8 0 0,0-5 0 16,0 5 0-16,0 0-10 15,1-2-28-15,-1 2-6 0,0-8 0 16,6 6-1-16,-3 0-114 0,3-9-22 0,-3 4-5 0,3 1-1 0</inkml:trace>
  <inkml:trace contextRef="#ctx0" brushRef="#br0" timeOffset="120843.35">23762 3342 864 0,'3'-8'76'0,"0"0"-60"0,0-5-16 0,0 2 0 16,-3 3 133-16,3-5 24 0,-3 5 5 0,0 3 1 15,0-3-41-15,3 2-8 0,-3 6-2 0,0 0 0 16,0 0-33-16,0 0-7 0,0 0-2 0,0 0 0 15,3-5-22-15,-3 5-5 0,0 0-1 0,0 0 0 16,6 5-27-16,0 1-6 0,0 2-1 0,0 5 0 16,3 0-8-16,-3 0 8 0,3 1-8 0,0-1 8 15,-3 0-8-15,0 5 0 0,0-4-12 0,3-1 12 16,-3 0 0-16,0 0 0 0,-3-2 0 0,3 2 12 16,-1-2-12-16,1-1-14 0,-3-2 3 0,-3 3 1 15,3-3-26-15,0-3-4 16,3 3-2-16,-6-3 0 0,0-2-98 0,0-3-19 15,0 0-4-15,0 0-1 0</inkml:trace>
  <inkml:trace contextRef="#ctx0" brushRef="#br0" timeOffset="121188.87">23599 3151 1328 0,'-15'-2'59'0,"15"2"12"0,0 0-57 0,0 0-14 16,-6-3 0-16,3 0 0 0,0 3 59 0,3 0 9 0,0 0 1 16,0 0 1-16,0 0 8 0,0 0 2 0,6 0 0 0,3-5 0 15,3 5-44-15,0-8-9 0,0 8-2 0,2-5 0 16,1 5 24-16,3 0 5 15,0-6 1-15,0 4 0 0,3 2-37 0,0-6-7 0,-4 1-2 0,7 3 0 16,0-1 44-16,0 0 9 0,0-2 2 0,0 2 0 16,2-2-64-16,-2 5-21 0,0-5 0 15,0 2 0-15,-6-2 33 0,-3 5 8 0,2-5 0 0,-2 5 1 16,-6-3-21-16,3 3 0 0,-3 0 0 0,-9 0 0 16,0 0-73-1,0 0-19-15,0 0-4 0,9 3-563 0,-6 2-112 0</inkml:trace>
  <inkml:trace contextRef="#ctx0" brushRef="#br0" timeOffset="121594.14">24272 3352 990 0,'0'0'44'0,"0"0"8"0,0 0-41 0,0 0-11 0,0 0 0 0,0 0 0 16,0 0 101-16,0 0 19 0,0 0 3 0,0 0 1 15,0 0-28-15,5-8-6 0,1 6-1 0,3-1 0 16,0 3-24-16,0-5-5 0,0 5 0 0,0-6-1 16,3 4-16-16,-3-3-3 0,3 5-1 0,3-6 0 15,-3 4-16-15,2 2-3 0,-2-6-1 0,3 6 0 16,0 0 0-16,-3-5 0 0,0 2 0 0,-3 3 0 16,0 0-31-16,0 0-5 0,-3 0-2 0,0 0 0 15,-6 0-21-15,0 0-5 0,9 0-1 0,-9 0 0 16,0 0-54-16,0 0-12 0,0 0-1 0,-3 8-1 15</inkml:trace>
  <inkml:trace contextRef="#ctx0" brushRef="#br0" timeOffset="121845.64">24313 3463 979 0,'0'0'43'0,"0"0"9"0,0 0-41 0,0 0-11 15,0 0 0-15,0 0 0 0,0 0 78 0,0 0 14 16,0 0 2-16,0 0 1 0,0 0-12 0,0 0-3 15,0 0 0-15,0 0 0 0,0 0-16 0,0 0-3 16,0 0-1-16,0 0 0 0,6 3-11 0,-6-3-2 16,6 3-1-16,0-3 0 0,0 0-10 0,0 0-1 15,3 0-1-15,-3 0 0 0,0 0 4 0,3 0 1 16,0-3 0-16,0 3 0 0,-3-3-31 0,-1 3-8 0,7 0 0 16,-3 0 0-16,3 0 0 0,-3-5 0 0,3 2 0 15,0 1 0-15,0-1 0 0,-3 3 0 16,3 0 0-16,0-5 0 15,0 2-101-15,2 3-22 0,-2-5-4 0,0 5-1 0</inkml:trace>
  <inkml:trace contextRef="#ctx0" brushRef="#br0" timeOffset="122189.45">24727 3188 1566 0,'0'0'34'0,"0"0"7"0,3-5 2 0,3 0 1 0,-6 5-35 0,0 0-9 0,0-6 0 0,3 4 0 0,-3 2 79 0,0 0 13 16,3-8 4-16,-3 8 0 0,0 0-26 0,0 0-5 15,0 0-1-15,0 0 0 0,3-6-16 0,-3 6-3 16,0 0-1-16,0 0 0 0,0 0-19 0,3 6-4 16,0 2-1-16,0-3 0 0,0 3-20 0,-3-3 0 15,3 6 0-15,-3-1 0 0,3 4 30 0,0-9 2 16,-3 8 0-16,0 0 0 0,0 1-20 0,0-1-3 15,0 3-1-15,0 0 0 0,0 5-8 16,-3-8 0-16,3 5 0 0,0-4 0 0,0-1 0 0,0 0 8 16,-3 0-8-16,3-2 8 0,0 2-8 0,0-5 0 15,0 5 0-15,3-7 0 0,-3 4 8 0,3 1 0 16,-3-9 0-16,3 4 0 0,-3-1-8 0,3 0-11 16,-3-5 3-16,6 8 0 15,-6-8-133-15,6 6-27 0,-1-6-4 0,4 5-2 0</inkml:trace>
  <inkml:trace contextRef="#ctx0" brushRef="#br0" timeOffset="127842.43">22426 3209 1036 0,'0'0'46'0,"0"0"10"16,0 0-45-16,0 0-11 0,-3-5 0 0,3 0 0 0,0 5 53 0,0-8 9 15,-3 3 2-15,3 5 0 0,0 0 28 0,0 0 5 16,-6-3 2-16,6 3 0 0,0 0-45 0,-3 0-9 15,-3-5-1-15,0 5-1 0,3 5 5 0,0-5 2 16,0 3 0-16,-3 2 0 0,3 0-40 0,0 8-10 16,0-7 0-16,0 7 0 0,0 0-13 0,0 0-5 15,0 1-1-15,0 4 0 0,0 3 31 0,3-2 5 16,-2-3 2-16,-1 7 0 0,0-4-30 0,-3 2-5 16,6 0-2-16,-3 3 0 0,0-5 18 0,0 2 0 15,3 0-8-15,-3 3 8 0,0-8 12 0,3 2 7 0,0 1 1 16,0 2 0-16,0-5-20 0,0 0 0 0,3-3 0 0,0 0 0 15,-3 6 0-15,3-6 0 0,-3 0 0 0,6-2 0 16,-3-1 0-16,-3 1 0 0,3 2 0 0,3-5 0 16,-1-3-11-16,-2 3-5 0,3-2-2 0,0-1 0 15,-3 3 18-15,6-8 0 0,-3 5 0 0,0-5 0 16,3 3 0-16,0-3 0 0,-3 0 8 0,6-3-8 16,-3 3 0-16,0 0 11 0,3 0-11 0,-3-5 10 15,2 5-10-15,1-6 0 0,0 4 0 0,3-1 0 16,0 1 0-16,0 2 0 0,0-6-9 0,3 4 9 15,-3-1 0-15,-1 3 0 0,1-3 0 0,0 3 0 0,0 0 12 16,0 0-1-16,3 0 0 0,0 0 0 0,3-5-11 16,-4 2-16-16,4 1 4 0,0-1 1 0,-3 3 11 0,3 0 0 15,3-8 0-15,-1 5 0 0,1 1 0 0,6-3 0 16,3-1 0-16,2 4-8 0,-2 2 8 0,3-8 0 16,6 2 0-16,-1 6 0 0,4-5 0 0,-6 5 0 15,-1 0 0-15,4-5 0 0,-3 2 0 0,2 3 0 16,-2-5 0-16,3 5 0 0,-1 0 0 0,-5 0-8 15,3 0 8-15,-3-5 0 0,-4 2-8 16,-2 0 8-16,3 1-8 0,-3 2 8 0,-4-6-11 0,1 4 11 16,0 2-13-16,3-3 5 0,-4 0 8 0,1 3 0 15,-6-8 0-15,6 8-8 0,-3-2 8 0,0-1 0 16,-1-2 0-16,1 2 0 0,3 1 0 0,-3-1 0 16,0 3 0-16,-1-8 0 0,1 8 0 0,-3 0 0 0,3-3 8 0,-3 1-8 15,0-4 0-15,2 4 0 16,-2 2 0-16,3-3-8 0,0 0 8 0,-3 3-8 0,-3 0 8 0,2-5-8 15,-2 5 8-15,3 0-8 0,0-5 8 0,0 5-8 16,0-3 8-16,-1 3 0 0,1 0 0 0,-3 0 0 16,3 0-11-16,-3-5 11 0,-3 5-13 0,3 0 5 15,-4 0-1-15,4 0 0 0,-6 0 0 0,3 0 0 16,-3 0 9-16,3 0 8 0,0 0-8 0,0-5 11 16,0 2-34-1,-1 3-6-15,1 0-2 0,-3 0 0 0,3 0 17 0,0 0 3 16,-3 0 1-16,3 0 0 0,-3 3 2 0,0-3 0 0,2 5 0 0,-2-5 0 15,3 0 8-15,-6 0 0 0,3 0 0 0,0 0-8 16,0 0-17-16,-3 0-3 0,-3 5-1 16,3-5 0-16,-3 0 37 0,0 0 7 0,0 0 1 0,-1 0 1 0,-2 0-27 0,3 0-6 15,-6 0 0-15,0 0-1 0,0 0 27 0,3 0 6 16,0-5 0-16,-3 5 1 0,0 0-5 0,3 0-2 16,-3-5 0-16,0 5 0 0,3-3 2 0,-3 3 0 15,0 0 0-15,3-5 0 0,0-1-2 0,0 1 0 16,-3 3 0-16,3-6 0 0,-3 5 4 0,0 0 1 15,0-5 0-15,0 3 0 0,0 0-15 0,0-1 0 16,0-1 0-16,-3-1 0 0,3 2 54 0,-3-7 8 16,0 2 2-16,0 1 0 0,0-3-52 0,-3-1-12 15,3-1 0-15,-3-1 0 0,3-3 37 0,-2-5 5 16,2 1 1-16,3 4 0 0,-3-5-15 0,3 3-2 0,0-3-1 16,0 0 0-16,0 1-25 0,0-4 0 0,3 6 0 15,-3-3 0-15,0 3 0 0,3-3 0 16,-3 8 0-16,0-2 0 0,0-1 0 0,-3 6 0 0,3-5 0 0,-3 4 0 15,3 1 0-15,-3 0 0 0,0 0 0 0,0 5 0 16,0-6 20-16,0 4 11 0,-3 2 2 0,3 0 1 16,-3-3-25-16,0 3-9 0,3 1 0 0,-6 1 9 15,3-4-9-15,-3 7 0 0,0-5 0 0,-3 3 0 16,0-1 21-16,0 1 6 0,1 3 1 0,-1-4 0 16,-3 1-45-16,0 2-9 15,0 3-2-15,0 0 0 0,-3 0 45 0,3 0 9 0,-3 0 2 0,-2 0 0 16,-1 0-74-16,-6-5-14 15,-3 5-4-15,-2 0 0 0,-4 0 103 0,-3 0 20 0,0 0 4 0,-2 5 1 16,2-2-74-16,3 2-14 16,1 1-4-16,-4-6 0 0,3 7 28 0,-3-7 0 0,-2 0 0 0,-1 6 0 15,-3-6 22-15,4 0 3 0,2 0 1 0,0 2 0 16,1 4-42-16,5-1-9 0,0-5-2 16,3 3 0-16,4-1 27 0,-4 6 0 0,0-8 0 0,9 0-8 15,0 3-23-15,1 0-4 0,-1-3-1 16,0 2 0-16,-3 3 58 0,0-5 11 0,0 0 3 0,-2 3 0 0,-1 0-36 15,3-3 0-15,0 2 0 0,3 4 0 0,1-6 0 0,-1 0 0 16,3 5 0-16,-3-5 0 0,6 0 0 0,0 0 0 16,0 3 0-16,-2 2 0 0,5-5 0 0,-6 5 0 15,3-5 0-15,-3 0 0 0,0 0 0 0,3 3 0 16,0-3 0-16,1 5 0 0,-4-5 0 0,0 0 0 16,0 5 0-16,3-5 0 0,-3 0 0 0,6 3 0 15,0 0 0-15,0-3 0 16,4 0-32-16,-7 2 0 0,0-2 0 0,3 6 0 0,-3-6 52 0,3 0 9 15,0 0 3-15,-3 0 0 16,3 0-52-16,0 0-9 0,1 2-3 0,-1 1 0 0,-3-3 51 0,3 3 9 0,0-3 3 16,0 5 0-16,-3-5-31 0,6 0 0 0,-3 0 0 0,0 0 0 15,1 3 0-15,2-1 0 0,-3-2 0 0,3 0 0 16,-3 0-24 0,3 3-4-16,-3-3 0 0,3 5-1 0,-3-5 29 0,3 0 0 0,-3 3 0 0,3-3 0 15,-2 2 0-15,-1-2 0 0,3 3 0 0,-3 2 0 16,6-5 17-16,-3 0 10 0,-3 3 1 0,3 0 1 15,3-3-29-15,-3 2 0 0,3 4 0 0,0-6 0 16,-6 5 8-16,3-5-8 0,0 3 0 0,1 2 0 0,-4 0 0 16,0 3 0-16,0-3 0 0,0 1 0 0,0 2 0 0,0-3 0 15,0 3 0-15,0 0-10 16,0-3-13-16,-2 3-2 0,2 3-1 0,3-4 0 16,-3-1 26-16,3 2 0 0,-3-3 0 0,3 3 0 0,0 0 0 0,0 2 0 15,0-4 0-15,3 2 0 16,-3 0-56-16,0-3-7 0,3 8-1 0,1-8-546 15,-1-2-110-15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5:59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7176 5016 1414 0,'24'-10'31'0,"-21"7"6"0,-3-5 2 0,-3 3 1 0,3-6-32 0,0 1-8 0,0 2 0 0,-3 0 0 15,-6 0 119-15,6 0 21 0,0-2 5 0,-6 4 1 16,-6 4-46-16,6-6-10 0,9 8-2 0,-6-3 0 16,-5 0-34-16,2 3-7 0,3 0-2 0,0 0 0 15,-3 6-36-15,0 2-9 0,0-6 0 0,3 9 0 16,0 2 0-16,0 3 0 0,-6 5 0 0,6 6 0 16,3-1 0-16,0 3 0 0,-6 3 0 0,6 2 0 15,0 1 0-15,0 2 0 0,3 0 0 0,-3-3 0 16,0 3 0-16,3 0 0 0,0 3 0 0,0 2 0 0,-3-5 17 15,3 3 2-15,6-8 0 0,-6 5 0 0,0-8-19 0,3 3 0 16,-3-3 0-16,3 0 0 0,-3-3 0 16,0-2 0-16,-3 3 0 0,3-6 0 15,3 0-22-15,-6-3-8 0,0 1-2 16,0-1 0-16,0-2 32 0,1 0 12 0,-4-5-1 0,3 2 0 0,0 0-11 0,-3-2 0 16,-3-1 0-16,3-2 0 0,-3-2-16 0,3-4-6 15,0-2-1-15,0 3 0 16,-3-3-115-16,0-3-23 0,3-5-5 0,0 3-702 0</inkml:trace>
  <inkml:trace contextRef="#ctx0" brushRef="#br0" timeOffset="181.65">6861 5596 864 0,'0'0'76'0,"-3"-3"-60"0,0 1-16 0,0-4 0 16,0 1 188-16,3 0 34 0,-3-1 7 0,3 1 2 15,0 5-95-15,3-5-20 0,-3 2-3 0,6-2-1 16,0 0-44-16,3 2-10 0,-3 0-2 0,3-2 0 15,-1 2-35-15,4 1-7 0,-3-1-2 0,6 0 0 16,-3 3-12-16,3 0 0 0,-3 0 0 0,3 0 0 16,6 0-154-16,-4-2-34 15,16-1-6-15,-12-5-2 0</inkml:trace>
  <inkml:trace contextRef="#ctx0" brushRef="#br0" timeOffset="684.7">7602 5548 1497 0,'-12'-2'32'0,"3"2"8"0,6 2 0 0,3-2 4 0,6 0-36 0,-6 0-8 0,-3 3 0 0,3-3 0 15,6 3 53-15,-6-3 9 0,0 0 2 0,0 0 0 16,12 2 0-16,0-2 0 0,-6 3 0 0,0-3 0 16,3-3-11-16,3 1-1 0,-3 2-1 0,-1 0 0 15,1-6-31-15,3 6-5 0,3-5-2 0,0 2 0 0,-6-2 22 16,6 5 4-16,3-3 1 0,0 1 0 0,-4-4-13 0,1 4-3 15,0-1 0-15,0 3 0 0,-3 0-24 16,0-5 0-16,0 5 0 0,3-3 0 16,-3 6-46-16,-3-3-14 0,-9 0-4 0,0 0 0 15,11 5-102-15,-5-2-21 0,-6-3-4 0,-3 8-1 0</inkml:trace>
  <inkml:trace contextRef="#ctx0" brushRef="#br0" timeOffset="963.89">7647 5696 1785 0,'0'0'39'0,"0"0"8"0,0 0 1 0,0 0 4 0,-6 6-42 0,6-6-10 16,0 0 0-16,0 0 0 0,-12 0 72 0,12 0 12 0,6 0 2 0,-6 0 1 16,0 0-50-16,0 0-9 0,0 0-3 0,0 0 0 15,9 0 31-15,-9 0 7 0,0 0 1 16,11 0 0-16,7 0-21 0,-6 0-4 0,-12 0-1 0,12 2 0 15,6-2-16-15,-3 0-3 0,-3 0-1 0,-3 0 0 16,6 0-8-16,0 0-2 0,-4 0 0 0,1 0 0 16,0 0-8-16,0 0 0 0,3-2 0 0,-3 2 0 15,-6 0 0-15,6 0 0 0,3 0 0 0,-3 0 0 16,-3 0-56 0,2-6-4-16,4 4-1 0,0 2-684 0,0-3-137 0</inkml:trace>
  <inkml:trace contextRef="#ctx0" brushRef="#br0" timeOffset="1787.58">8531 5453 1594 0,'0'0'35'0,"-3"-5"7"0,0 2 2 0,3-5 1 0,-3 0-36 0,3 3-9 0,-3 2 0 0,0-5 0 15,3 3 108-15,-3-3 19 0,3 8 4 0,0-5 1 0,-3 5-48 0,3 0-10 16,0 0-2-16,0 0 0 0,-6 0-50 0,6 0-10 16,0 0-3-16,-3 2 0 0,-3 9-9 0,3 2 0 15,-3-2 0-15,3 2 0 0,0 3 0 0,-3 3 0 16,3-4 9-16,3 4-9 0,0-3 0 0,0 2-10 16,0-2 1-16,3 0 0 15,0 0-21-15,0-3-4 0,3 0-1 0,0 1 0 16,3-6-13-16,-3-1-4 0,3 1 0 0,-3-5 0 15,-6-3 9-15,0 0 2 0,0 0 0 0,12 0 0 0,0-3 41 0,2-2 12 16,-5 0 1-16,3 0 0 0,-6-6-3 0,3 3-1 16,-3 0 0-16,0-2 0 0,0-4 44 0,-3 4 9 15,0-1 2-15,0 1 0 0,-3-4 0 0,0 6 0 16,0 3 0-16,-3-3 0 0,3 3 0 0,-3 2 0 16,3 3 0-16,0 0 0 0,0 0-64 0,0 0-15 15,0 0-1-15,0 0-1 0,0 0 27 0,0 0 6 16,0 0 0-16,0 3 1 0,-3 7-17 0,6 1 0 0,-3-3 0 15,3 3 0-15,3-1 0 0,0 1 0 0,0-3 0 16,6 0 0 0,-3 0-48-16,3-3-12 0,-1 3-4 0,1-6 0 0,0 1 52 0,-3 0 12 15,3-6 0-15,0 0 0 0,0 1 0 0,-3-1 0 0,0-5 0 0,0 3 0 16,0-3 38-16,0-3 10 0,-3 1 3 0,-1-1 0 16,1 1 0-16,0 2 0 0,-3-3 0 0,0 0 0 15,0 6-5-15,0-8-1 0,0 0 0 16,0 0 0-16,-3 2-45 0,0-2 0 0,3 2 0 0,-3-5 0 15,0 3-16-15,0 5 1 0,0 0 0 0,0 3 0 16,0 0-85-16,0 5-16 16,0 0-4-16,0 0-661 0,0 0-132 0</inkml:trace>
  <inkml:trace contextRef="#ctx0" brushRef="#br0" timeOffset="2035.86">8921 5554 1728 0,'0'0'38'0,"0"0"8"0,0 0 2 0,0 0 0 0,0 0-39 0,0 0-9 0,0 0 0 0,-3 8 0 0,3-8 104 0,0 10 20 15,0 1 3-15,0-3 1 0,0-8-52 0,3 13-9 16,-3-5-3-16,0 2 0 0,0 1-51 0,0 0-13 16,0-1 0-16,0 3 0 0,0-2 0 0,0 0 0 15,-3 2 0-15,3-5 0 0,0 2 0 0,-3 1 0 0,0-1 0 16,0 1 0-1,3-3-48-15,-3 3-13 0,-3-4-3 0,3 4 0 16,0 0 0-16,0-3 0 0,0-3 0 0,0 3-546 0,0 0-110 16</inkml:trace>
  <inkml:trace contextRef="#ctx0" brushRef="#br0" timeOffset="2571.06">8409 5226 1364 0,'0'0'30'0,"0"0"6"0,-3 2 2 0,-3 1 0 0,3-1-30 0,3-2-8 16,-6 6 0-16,3-4 0 0,3-2 72 0,-6 3 12 16,0 0 4-16,6-3 0 0,0 0-13 0,0 0-3 15,0 0 0-15,0 0 0 0,0 0-2 0,0 0-1 0,0 0 0 16,0 0 0-16,0 0-55 0,6 2-14 0,3 1 0 15,0 0 0-15,3-3 52 0,-1 0 8 0,4 0 2 16,3 0 0-16,0-6-48 0,3 6-14 0,-3-2 0 0,6 2 8 16,2-6 37-16,1 6 8 0,0-2 2 15,3 2 0-15,-3-6-37 0,-4 4-7 0,4-3-2 0,-3 5 0 16,0 0-9-16,0-6 0 0,-4 4 0 0,1-1 0 16,3 0 24-16,-3 3 2 0,0 0 1 0,0 0 0 15,-4 0-27-15,1 0 0 0,-6 0 0 0,3 0 0 16,-3 0-16-1,0 0-9-15,-6 0-2 0,0 0 0 0,3 3 43 0,-9-3 9 0,0 0 2 0,0 0 0 16,0 0-27-16,0 0 0 0,0 0 0 0,6 3 0 16,-6-3-34-16,0 0-9 15,0 0-1-15,3 8-1 0,-3-8-87 0,3 2-18 0,-3-2-3 0,0 0-1 16</inkml:trace>
  <inkml:trace contextRef="#ctx0" brushRef="#br0" timeOffset="4189.92">9412 5226 748 0,'-3'-14'67'0,"3"6"-54"0,0 3-13 0,3-3 0 16,-3-2 118-16,3-1 21 0,0 0 4 0,-3 1 1 16,3-3 2-16,-3 5 1 0,-3-6 0 0,3 6 0 15,-3-2-44-15,0 2-9 0,3 0-2 0,-6 3 0 16,0 2-16-16,0-2-3 0,0 5-1 0,0 0 0 15,-3 2-25-15,0 6-6 0,0 3-1 0,-3 5 0 16,3 8-22-16,-3-1-5 0,1 7-1 0,-1 7 0 16,-3 0-3-16,3 5-1 0,-3 8 0 15,3 3 0-15,-3-5-8 0,6 5 0 0,0-3 0 0,0 3 0 16,0-8 0-16,6 0 0 0,-2-3 0 0,5 0 0 16,-3-2 0-16,6 0 0 0,-1-6-10 0,1 1 10 15,6-4 0-15,-3-4-9 0,3-3 9 0,0-1 0 0,0-4 0 16,3-3 0-16,-3 0 0 0,3-3-8 0,3-5 23 0,-3 3 5 15,-3-6 0-15,3 0 1 0,-4-2-30 0,1-1-7 16,0 1 0-16,-3-3-1 0,0 0 27 0,-3 0 6 16,3-3 0-16,0 3 1 15,0-5-65-15,0 2-12 0,0-2-4 0,0-3-682 16,0 3-137-16</inkml:trace>
  <inkml:trace contextRef="#ctx0" brushRef="#br0" timeOffset="10181.89">9689 5487 864 0,'0'0'76'0,"0"0"-60"0,0-7-16 0,0-1 0 15,0 0 82-15,-3 0 14 0,3 0 2 0,0 0 1 16,-3 0 48-16,0 0 9 0,0 0 3 0,3 3 0 16,-3-3-59-16,3 8-12 0,0 0-3 0,0 0 0 15,-6-3-26-15,6 3-6 0,-6 3-1 0,3 2 0 16,-6 0-38-16,6 3-14 0,-3 6 9 0,0 1-9 0,3 1 0 0,0 3 0 16,-3 2 0-16,3-5 0 0,3 5 0 15,-3-2 0-15,6 2 0 0,-3 0 0 16,3-8-30-16,3 6-11 0,0-4-3 0,0 1 0 15,0-2-32-15,3-4-6 0,0 1-2 0,0-6 0 16,0 3 7-16,0-8 1 0,2 0 0 0,1 0 0 0,-3-8 60 16,3 3 16-16,-3-6 0 0,0 1 0 0,-3 2 28 0,3-6 8 15,-3 1 1-15,0 0 1 0,0 5 26 0,-3 0 4 16,3-5 2-16,-3 0 0 0,0-3-10 0,0 5-1 16,-3 3-1-16,0-2 0 0,-3 4-16 0,3 6-3 15,0 0-1-15,0 0 0 0,0 0-21 0,0 0-4 16,0 0-1-16,0 0 0 0,0 0-12 0,-3 8 0 15,0 3 0-15,3-1-10 0,0 1 10 0,0 0 0 16,3 2 0-16,0 0 0 0,3-8-12 0,0 3 0 16,3-2 0-16,5 2 0 0,-8-6-9 0,6 3-3 15,-3-2 0-15,-3-3 0 0,3-3 24 0,-3 1 16 16,3-1-2-16,0-2-1 0,3-3-1 0,-3 0-1 0,-3 0 0 16,3-2 0-16,-3-4 36 0,3-2 7 0,-7 1 2 15,4 1 0-15,0 1-20 0,-3 0-3 0,-3-3-1 0,3-5 0 16,-3 5 0-16,0-3 0 0,3 1 0 0,-6 2 0 15,3 3-32-15,-3 0 0 0,3 5 0 0,0-8 0 16,-3 8-19 0,0 3-10-16,3-1-3 0,0 4 0 0,0 2-132 0,0 0-28 15,0 0-4-15,3 8-2 0</inkml:trace>
  <inkml:trace contextRef="#ctx0" brushRef="#br0" timeOffset="10600.61">10046 5673 1652 0,'0'0'36'0,"3"-6"8"0,3 4 2 0,0-4 0 0,-3 1-37 0,6-3-9 0,-3 6 0 0,-1-4 0 0,1 1 104 0,0 0 20 16,-6 5 3-16,6-6 1 0,0 1-52 0,-6 5-9 16,6 0-3-16,0 0 0 0,-6 0-19 0,0 0-4 15,0 0-1-15,6 3 0 0,-6-3-32 0,6 5-8 16,-6 3 0-16,0 0 0 0,0-3 0 0,0 6 0 15,-3-1 0-15,0 1 0 0,0 0 0 0,-3 2 0 16,0 0 0-16,0-2 0 16,0 2-30-16,0 0-8 0,-3 0-2 0,4-2 0 0,-1 2 22 0,0-2 4 15,0-1 1-15,0 1 0 0,3-1 1 0,0-2 1 16,0 0 0-16,0 0 0 0,0 0 11 0,3-8 0 0,0 0 0 16,0 0 0-16,0 5 0 0,0-5 11 0,0 0-3 15,3 8 0-15,-3-8-8 0,3 3 8 0,-3-3-8 0,6 5 8 16,0-5 4-16,3 0 0 0,-3 0 0 0,3 0 0 15,-4 0-4-15,1-5 0 0,0 2 0 0,3 1 0 16,-3-1 20-16,3 0 3 0,-3 3 1 0,0-2 0 16,3-1-32-16,-3 1 0 0,0-4 0 0,0 6 0 15,-3-2 12-15,3-1-3 16,0 0-1-16,3 1 0 0,-3-1-8 0,0 0-11 0,0 3 3 0,0-2 0 16,-1-4-142-16,-5 6-28 15,3 0-6-15</inkml:trace>
  <inkml:trace contextRef="#ctx0" brushRef="#br0" timeOffset="11179.98">10376 5442 2055 0,'0'0'45'16,"3"-5"10"-16,-3-5 1 0,0-1 2 0,3 3-46 0,-3-5-12 0,0 2 0 0,0 1 0 0,0 4 72 0,0 1 12 15,0-3 2-15,0 8 1 0,0 0-27 0,0 0-4 16,0 0-2-16,0 0 0 0,0 0-9 0,0 0-1 16,0 0-1-16,-3 5 0 0,0 3-35 0,3 6-8 15,-3 1 0-15,0 1 0 0,3 3 0 0,-3-1 0 0,0 1 0 16,0-3 0-16,6 5 0 0,-3-8 0 0,-6 3 0 0,6 3 0 31,6-4-36-31,0-1-5 0,3 7-2 0,-3-8 0 16,-3-5-16-16,6 3-3 0,-6-3-1 0,6-1 0 15,-3-4-17-15,0 0-4 0,3-3-1 0,-3-3 0 16,-6 3 26-16,9-5 6 0,0-3 1 0,0-3 0 0,-4 1 41 0,1-3 11 0,0-1 0 16,0 1 0-16,-3-3 29 0,0 0 8 0,0 3 2 15,0-3 0-15,0 3 22 0,-3 0 5 0,0-6 1 0,0 6 0 16,3 2-21-16,-3 1-4 0,-3 2-1 0,3 3 0 16,0 5-6-16,0 0-2 0,0 0 0 0,0 0 0 15,0 0-20-15,3 5-4 0,-3 3-1 0,3 2 0 16,-3 4-8-16,0 2-9 0,3-9 9 0,0 7-13 15,0-6 13-15,3 2 0 0,0 1 0 0,0 2-9 0,3-2 9 16,-3-3-8-16,3 2 8 0,3-2-8 0,-3 3 8 0,3-9-13 16,-4 1 5-16,4 0 8 0,0-3-8 0,-3 0 8 15,0-3 0-15,0-2 0 0,0-1 0 0,0-2 8 16,-3 0 0-16,3-2 0 0,-3-1 21 0,-3 3 4 16,3-5 1-16,0-3 0 0,-6 3 18 0,6-5 3 15,-3-4 1-15,0 1 0 0,0 5-21 0,-3-8-4 16,2 3-1-16,-2 0 0 0,0 3-20 0,0 4-10 15,0-4 10-15,3 5-10 0,-3-3 0 0,0 5 0 16,0 1 0-16,-3 2-10 16,3 2-34-16,0 4-8 0,0 2 0 0,0 0-1 15,0 0-207-15,0 0-42 0</inkml:trace>
  <inkml:trace contextRef="#ctx0" brushRef="#br0" timeOffset="11756.2">10882 5569 1422 0,'-15'6'63'0,"12"-6"13"0,3 0-61 0,0 0-15 0,-9-3 0 0,6 0 0 0,3-2 108 16,-5 3 18-16,2-4 4 0,0 4 1 0,3-4-19 0,0 1-4 15,0 0-1-15,-3 2 0 0,0-2-33 0,6-1-6 16,-3 6-2-16,0 0 0 0,0 0-34 0,9-5-6 16,2-3-2-16,1 3 0 0,-3-3 7 0,0 3 1 15,0-3 0-15,0 5 0 0,0 1-20 0,0 2-3 16,-9 0-1-16,9 0 0 0,0 2-8 0,-3 1 8 16,3 5-8-16,-3-8 8 0,-6 0-8 0,6 13-11 15,0-5 3-15,-4 2 0 0,-2 1-4 0,3 0 0 16,-3 2 0-16,-3-3 0 0,1 4-10 0,-1-1-2 15,0-2-1-15,0-1 0 0,0 1 2 16,0-1 1-16,-3-2 0 0,3 0 0 0,-3 0 1 0,3 0 0 16,0-3 0-16,3-5 0 0,0 0 21 0,0 0 15 15,0 0-3-15,0 0 0 0,0 0-12 0,0 0-8 16,0 0 8-16,0 0-13 0,0 0 13 0,6-5 15 16,-3 2-3-16,3-2-1 0,0 0 0 0,0-1 0 15,0 1 0-15,-1 0 0 0,1-3 1 0,-3 5 1 0,3-2 0 16,0 0 0-16,-3 2 2 0,3 3 0 0,-6 0 0 0,6-5 0 15,-6 5-5-15,0 0-1 0,6 0 0 0,3 5 0 16,-3-5-9-16,-6 0 12 0,3 5-12 0,0 1 12 16,3 2-12-16,-6 0 0 0,3 2 9 0,-3-2-9 15,3 3 0-15,-3 5 0 0,0-9 0 0,-3 7 0 16,0-4 0-16,0 1 0 0,0 2 0 0,0 0-12 16,-3-2 0-16,0-1-1 0,0 1 0 0,3 0 0 15,-3-6-14-15,3 6-2 16,-3-4-1-16,0 1 0 0,3-2-28 0,-3-6-6 15,-3 5 0-15,4-5-998 0</inkml:trace>
  <inkml:trace contextRef="#ctx0" brushRef="#br0" timeOffset="12126.41">11067 5194 1674 0,'-9'-16'74'0,"6"8"15"0,3 0-71 0,-6-3-18 0,3 1 0 0,0 2 0 0,-3 3 120 0,3-6 20 15,0 0 4-15,0 6 0 0,3-3-42 0,-3 3-9 16,3 5-1-16,0 0-1 0,0 0-30 0,0 0-5 16,0 0-2-16,0 0 0 0,9 0-42 0,0 5-12 15,0 3 0-15,3 5 8 0,0 1-8 0,0-1 9 16,3-3-9-16,-1 9 10 0,7-1-10 0,-3 1 10 16,0 0-10-16,3 2 10 0,-3 0-10 0,0 3 0 15,-1-1 0-15,4 4 0 0,-3-3 0 0,-3 5 13 16,0-3-3-16,-3 3-1 0,0 1-9 0,-3-4 0 0,-6 0 0 15,3 4 0-15,-4 1 0 0,-2-4 0 0,-2-1 0 16,-1 1 0-16,-3 2 0 0,0-5 0 0,-3-1 0 0,-6 1 0 16,3 3 0-16,-3-9-11 0,0 6 3 15,-3 0 0-15,0-6 8 0,-2-4-10 0,-1 4 10 0,3 1-10 16,0-6-2-16,0 5-1 0,-3-2 0 0,0-3 0 16,4-2-10-16,-1 2-1 0,3-2-1 0,0-1 0 15,3-2-7 1,0-2-2-16,3-1 0 0,3-2 0 0,0-1-116 0,6-2-23 15,0 0-5-15</inkml:trace>
  <inkml:trace contextRef="#ctx0" brushRef="#br0" timeOffset="12682.32">11737 5628 1054 0,'-6'-3'47'0,"6"3"9"0,0 0-44 0,0 0-12 0,-6-3 0 0,6 3 0 0,0 0 95 0,0 0 17 15,0 0 3-15,0 0 1 0,0 0-8 0,0 0-2 16,0 0 0-16,0 0 0 0,0 0-37 0,0 0-7 16,6-2-2-16,3-1 0 0,-4 3-6 0,4-5-2 15,3 2 0-15,0 1 0 0,3 2-16 0,3-3-3 16,-3 3-1-16,3 0 0 0,0-8 0 0,-1 5 0 16,1 1 0-16,3-4 0 0,0 1-16 0,-3 0-3 15,3 2-1-15,0 0 0 0,-1-4-12 16,1 1 0-16,0 1 0 0,0 2 0 0,0-5 0 0,-3 3 0 15,-4 5 0-15,1-3 0 0,0 1-12 0,0-1 0 16,-3 3 1-16,-3 3 0 16,3-3-49-16,-3 2-9 0,-6-2-3 0,-3 0 0 15,0 0-157-15,0 0-32 0,0 0-7 0,0 0 0 0</inkml:trace>
  <inkml:trace contextRef="#ctx0" brushRef="#br0" timeOffset="12999.4">11951 5480 1422 0,'-3'-8'63'0,"3"2"13"0,0-2-61 0,-3 3-15 0,3 0 0 0,0-3 0 15,0 0 100-15,0 0 18 0,0 0 3 0,0 3 1 16,0 2-21-16,0-5-4 0,0 8-1 0,0-5 0 16,0-3-26-16,0 8-6 0,0-5 0 0,0 5-1 15,0 0-16-15,0 0-3 0,0 0-1 0,0 0 0 16,0 0-16-16,0 0-3 0,0 0-1 0,0 5 0 15,3 5-8-15,0 1-2 0,0 2 0 0,0-2 0 16,0 5-5-16,-3 0 0 0,3 0-8 0,0-1 12 16,3 9-12-16,-6-8 8 0,3 5-8 0,0-2 0 15,0 2 8-15,0 0-8 0,0-2 0 0,-3 2 0 0,0-3 8 16,3 1-8-16,-3 2 0 0,0-10 0 16,0 4 0-16,3-1 0 0,0-4 0 0,0 3 0 0,-3 1 0 15,2-4-20-15,-2 1 4 0,3 2 0 16,0-2-141-16,0-3-28 0,-3 0-6 15,6-3-1-15</inkml:trace>
  <inkml:trace contextRef="#ctx0" brushRef="#br0" timeOffset="14207.15">12481 5527 1152 0,'3'-13'102'0,"-3"13"-82"0,0-8-20 0,3 0 0 0,0 3 108 0,0-6 16 15,-3 3 4-15,0 3 1 0,0-3-2 0,0 0-1 16,0 0 0-16,3 3 0 0,-6 2-55 0,3 3-11 16,0 0-3-16,0 0 0 0,0 0-33 0,0 0-8 15,0 0 0-15,0 0-1 0,0 0-15 0,0 8 0 16,0 0 0-16,-3 3 0 0,6 5 0 0,-3-3 0 16,-3 0 0-16,0 0 0 0,6 0 0 0,-3 3 0 15,0-2 0-15,0 1 0 0,-3 1-9 0,6-2-5 16,0-4-1-16,0 1 0 15,0-1-18-15,0-2-4 0,3 0-1 0,2-3 0 16,-2-2 5-16,0 0 1 0,0-6 0 0,3 3 0 0,0-3 5 0,0 1 2 16,0-4 0-16,-3 1 0 0,3-3 40 0,0 0 8 0,-3-2 1 15,3-1 1-15,0-2-9 0,-3 2-3 0,-3 1 0 0,3-3 0 16,0 2 30-16,-4 0 5 0,1-2 2 0,0 5 0 16,-3-5-22-16,0 0-5 0,3 5-1 0,-3 3 0 15,0 5-8-15,0 0-2 0,0-8 0 0,0 8 0 16,0 0-4-16,0 0-8 0,0 0 11 0,0 0-11 15,0 0 0-15,0 10 0 0,0 1 0 0,0 2 0 16,6 0 0-16,-3-5 0 0,0 5 0 0,3 1 0 16,0-4 0-16,0 1 0 0,3 5-9 0,0-8 9 15,0 2-15-15,3-2 3 0,0-3 0 0,0 1 0 16,0-1 3-16,0-2 1 0,-1-3 0 0,1 0 0 0,0 0-1 16,-3-3 0-16,3-5 0 0,-3 3 0 0,0-3 18 15,0 0 4-15,0-3 1 0,-3 1 0 0,0-4 26 0,0-1 4 16,-3 1 2-16,3-2 0 0,-3 1 2 0,0-1 1 15,0-3 0-15,-1 3 0 0,-2 0-23 0,0 1-5 16,0 1-1-16,0 1 0 0,0 0-20 0,0 0 9 16,0 2-9-16,0 3 0 0,-2 3 0 0,2 2-17 15,0 3 1-15,0 0 1 16,0 0-95-16,0 0-19 0,0 0-4 0,-3 6-583 16,0 1-117-16</inkml:trace>
  <inkml:trace contextRef="#ctx0" brushRef="#br0" timeOffset="14641.03">12996 5540 403 0,'0'0'17'0,"0"0"5"0,0 0-22 0,0 0 0 0,0 0 0 0,0 0 0 0,0 0 250 0,0 0 46 15,0 0 8-15,0 0 3 0,0 0-153 0,0 0-30 16,0 0-7-16,0 0-1 0,3 8-20 0,-3 0-5 15,0 0-1-15,3 0 0 0,-3 0-19 0,0 3-4 16,0 2-1-16,0-5 0 0,0 2-45 0,0 1-9 16,3 2-1-16,-3-2-1 0,0-1 3 0,0 4 1 15,0-4 0-15,0 3 0 0,0-2-3 0,0 5-1 16,0-3 0-16,0 0 0 0,0-2-10 0,0-1 0 16,0 4 9-16,0-4-9 0,0-2 0 0,0 0 0 15,0 3 0-15,3-3-12 0,-6-3 12 0,3 0 0 16,3 3 0-16,-3-8 0 0,0 0-25 0,0 6 0 15,0-6 0-15,0 0-731 16,0 0-145-16</inkml:trace>
  <inkml:trace contextRef="#ctx0" brushRef="#br0" timeOffset="15331.11">13502 5186 1036 0,'0'0'92'0,"-3"0"-73"0,3 0-19 0,0 0 0 15,-3-8 120-15,3 8 20 0,0 0 4 0,0 0 0 16,-6 0-33-16,3 0-7 0,3 0-2 0,-6 3 0 15,0 2-30-15,3 3-7 0,-3 2-1 0,0 4 0 16,3-1-28-16,-3 5-7 0,0 3-1 0,0 6 0 16,3-9-16-16,-3 9-3 0,0 2-1 0,-3 3 0 15,6 0-8-15,0-1 8 0,0 1-8 0,3 0 8 16,-2-3 0-16,2 3 0 0,2-6 0 0,1 3 0 16,-3-5-8-16,6 0 0 0,0-3 0 0,3 3 0 0,-3-6 0 15,0 3 0-15,3 1 0 0,0-4 0 0,0-2 0 0,0 0 16 16,3 2-2-16,-3-2-1 0,3-2 15 15,-3-9 2-15,-6 0 1 0,3 3 0 0,2 0-17 0,1 0-3 16,0-5-1-16,0 2 0 0,3 0-10 0,-3-2 0 16,0-1 0-16,0 1 0 0,0 0 8 0,-3-3-8 15,-6 0 0-15,9 0 8 0,-3-3-8 0,-6 3-17 16,0 0 4-16,0 0 1 16,0 0-189-16,0 0-38 0</inkml:trace>
  <inkml:trace contextRef="#ctx0" brushRef="#br0" timeOffset="18230.16">13889 5382 460 0,'0'0'41'0,"3"-8"-33"0,0 0-8 0,0 2 0 15,0-1 171-15,-3 1 32 0,0-2 6 0,3 3 2 16,-3 0-63-16,0 5-13 0,0 0-3 0,0-6 0 16,0 1-32-16,0 5-8 0,0 0 0 0,0 0-1 15,-6-3-47-15,0 3-8 0,3 3-3 0,-3 2 0 16,3 1-1-16,-3 4 0 0,3 1 0 0,-3 2 0 15,0 6-32-15,3-6 0 0,-3 3 0 0,6 0 0 16,-3-1 0-16,3 1 0 0,0-2 0 0,0 1 0 16,3 4-19-16,0-6-10 15,0 3-3-15,3-3 0 0,0-2-19 0,0-1-4 0,0 1-1 0,3 0 0 16,-3-9-12-16,3 1-4 0,3-3 0 0,-4-3 0 16,4 1 50-16,0 2 10 0,-3-8 1 0,0 0 1 0,3 2 10 15,-6-4 11-15,0-1-3 0,0 3 0 0,0-2 28 0,-3 2 4 16,-3-3 2-16,3 1 0 0,0 2 17 0,-3-5 3 15,0 5 1-15,-3-3 0 0,3 3-21 0,-3 3-4 16,0-1-1-16,0 4 0 0,0-1-29 0,0 3-8 16,3 0 0-16,0 0 0 0,0 0 24 0,0 8 1 15,-3 3 0-15,3-3 0 0,0 8-25 0,-3-3 0 16,0-5-9-16,3 5 9 0,6-3-22 0,-3 1 2 16,3 2 1-16,0-2 0 0,6-1 6 0,-3-2 1 15,0 6 0-15,0-9 0 0,2-2-4 0,-2 2-1 0,3-2 0 16,0-1 0-16,-3-4 17 0,3-1-10 0,-3-2 10 15,3-1-8-15,0 4 16 0,-3-6 3 16,0-3 1-16,0 1 0 0,-4 2 28 0,4-3 7 0,-3 0 1 0,0-2 0 16,0 3-20-16,-3-4-3 0,0 1-1 0,0-3 0 15,0 3 13-15,0 0 3 0,0 0 0 0,-3 2 0 16,3-2-40-16,0 5 0 0,-3 0-12 0,3 3 4 16,-3 5-77-1,0 0-15-15,0 0-4 0,0 0-570 0,0 0-114 0</inkml:trace>
  <inkml:trace contextRef="#ctx0" brushRef="#br0" timeOffset="18601.82">14279 5591 748 0,'0'0'33'0,"0"0"7"0,0 0-32 0,6-8-8 0,0 2 0 0,0-2 0 0,-1 3 251 0,1-3 48 15,0 3 9-15,0 0 3 0,0-1-188 0,0 1-38 16,3 2-7-16,-3 1-2 0,0-1-16 0,0 3-4 15,0 0-1-15,0 3 0 0,-6-3-37 0,6 0-7 16,-6 0-2-16,6 2 0 0,-3 4-9 0,0 2 0 16,-3 0 0-16,0 0 0 0,-3-1 0 0,3 1 0 15,-3 6 0-15,0-1 0 0,0 0 0 0,-3-2 0 16,0 2 0-16,0 0 0 16,0 0-24-16,0 1-6 0,0-1-2 0,-3 0 0 15,3-2-6-15,0 2-2 0,0-3 0 0,3 1 0 0,0 0 20 16,0-3 3-16,0-1 1 0,1 1 0 0,2-8 16 0,0 0 0 15,0 6 0-15,0-6 0 0,2 8 0 0,-2-8 0 0,0 0 0 16,6 2 0-16,-6-2 0 0,9 3 0 0,-3-3 0 0,3 0 0 16,-3 0 0-16,3-3 0 0,-3 1 0 15,3 2 9-15,0-8-9 0,0 2 8 0,0 6-8 0,0-8 8 16,-3 3-8-16,3 0 0 0,0 0 0 0,-1-3 0 16,1 2-12-16,-6 1-4 0,-3 0 0 0,3 0-894 15</inkml:trace>
  <inkml:trace contextRef="#ctx0" brushRef="#br0" timeOffset="19187.73">13942 5141 867 0,'0'0'38'0,"0"0"9"0,0 0-38 0,0 0-9 0,0-5 0 0,0 5 0 15,-6-3 74-15,6 3 13 0,-3-3 2 0,3 3 1 16,0 0-16-16,0 0-3 0,-3 0-1 0,3 0 0 16,0 0-3-16,-6-2-1 0,3 2 0 0,3 0 0 15,0 0 2-15,-5 0 0 0,5 0 0 0,0 0 0 16,0 0-20-16,-3 0-3 0,-3 0-1 0,3 0 0 16,-3 0 2-16,6 0 0 0,0 0 0 0,-6 0 0 15,3 0-26-15,3 0-4 0,0 0-2 0,0 0 0 16,0 0-2-16,0 0 0 0,0 0 0 0,0 0 0 15,0 0-3-15,0 0-1 0,0 0 0 0,0 0 0 16,6 2 19-16,3 1 3 0,-3-3 1 0,5 3 0 16,1-3-18-16,0-3-3 0,-3 3-1 0,9-3 0 0,0 1 23 15,3 2 4-15,-3 0 0 0,2 0 1 16,1-6-46-16,3 6-10 0,-3-2-1 0,0 2-1 0,-6 0 21 0,6 0 0 16,-7 0 0-16,4-3 0 0,-3 3 0 15,0 3 0-15,-3-6 0 0,3 3 0 0,-6 0 0 16,3 0 0-16,-3 0 10 0,0 0-10 0,-1-3 8 0,1 3-8 15,-3 0 0-15,0 0 0 0,3 0 0 0,-9 0 0 16,0 0 0-16,6 3-9 0,-6-3-10 0,0 0-1 16,6 3-1-16,-6-3 0 15,0 0-55-15,0 0-12 0,3 8-1 0,-3-8-936 0</inkml:trace>
  <inkml:trace contextRef="#ctx0" brushRef="#br0" timeOffset="20064.57">14767 5310 1443 0,'0'0'32'0,"0"0"6"0,0 0 2 0,0 0 0 0,0 0-32 0,0 0-8 16,0 0 0-16,0 0 0 0,-3-8 106 0,3 8 19 15,0 0 4-15,0 0 1 0,0-5-54 0,0 5-12 0,0 0-1 16,0 0-1-16,0 0-23 0,0 8-5 0,-3 0-1 0,0 2 0 16,3 1-33-16,-3 0 0 0,3 2 0 15,0 0 0-15,0 3 0 0,0 5 0 0,0-8 0 0,0 3 0 16,0 0 0-16,0 0 0 0,6 0 0 0,-3 0 0 16,3 2-40-1,0-7-11-15,0-1-2 0,3-2-1 0,-3 0-3 16,3-2-1-16,-1 1 0 0,1-7 0 0,3 0 34 0,0 0 8 0,-3 0 0 0,0-5 1 15,3-3 15-15,-6 0 0 0,-3 3 0 0,0-3 0 16,6-3 0-16,-6 6 10 0,0-3-2 0,-3-2 0 16,6 2 26-16,-6-5 5 0,-3 2 1 0,3 0 0 15,0 3 0-15,0-5 1 0,-3 3 0 0,3 4 0 16,0-2-6-16,0 3-2 0,0-3 0 0,0 8 0 0,0 0-11 16,0 0-2-16,0 0-1 0,0 0 0 0,0 0-19 15,0 13 0-15,-3 1 0 0,3-1 0 0,0-3 0 16,3 4 0-16,-6 2 0 0,6-9 0 0,3 4 0 0,0 0 0 15,0 2 0-15,3-3-9 0,0-2-3 0,2 0 0 16,-2 0 0-16,3 0 0 0,3-3 2 0,0-2 0 16,-3-6 0-16,0 3 0 0,0 0 18 0,0 0 3 15,0-5 1-15,-1 0 0 0,-2 0-12 0,3-3 0 16,-3-3 0-16,0 3 0 0,-3 0 50 0,-3-2 14 16,3-4 4-16,0-1 0 0,-3-1-29 0,0 0-6 15,0 0-1-15,0-3 0 0,-3 1 10 0,3-1 2 16,-3 3 0-16,0 1 0 0,0-1-29 0,0 0-6 15,-3 0-1-15,0 5 0 0,3 1-8 0,0-1 0 0,0 3 0 16,-3 0 0-16,0 3-14 0,3 2-5 16,0 3-1-16,0 0 0 15,0 0-128-15,0 0-25 0,-3 6-6 0,3 2-849 0</inkml:trace>
  <inkml:trace contextRef="#ctx0" brushRef="#br0" timeOffset="20575.99">15216 5583 921 0,'0'0'82'0,"0"0"-66"0,3-6-16 0,3 1 0 0,0 0 163 0,0 0 29 16,0-1 5-16,3-2 2 0,-3-2-57 0,3 2-11 16,0 2-3-16,0 1 0 0,0-3-48 0,0 3-9 15,0-6-3-15,0 3 0 0,-1 3-12 0,-2 3-4 16,3-4 0-16,0 4 0 0,-6-1-27 0,3 0-5 15,-6 3-2-15,6 0 0 0,0-2-18 0,-6 2 0 16,0 0 0-16,9 8 0 0,-3-6 0 0,-6-2 0 16,3 11 0-16,0-3 0 0,-3 5 0 0,0-5 0 15,-3 2-11-15,3 1 11 0,-3 0-27 0,0 2 2 16,0-3 0-16,-3 1 0 16,0 0-16-16,0 2-3 0,6 0-1 0,-3-5 0 15,0 0 1-15,0 3 0 0,0-4 0 0,0-1 0 0,0-1 17 0,3-5 4 16,0 0 1-16,0 0 0 0,0 0 10 0,0 0 3 15,0 0 0-15,6 3 0 0,-6-3 9 0,0 0 0 16,3-6 0-16,6 4 0 0,0-4 0 0,3 1 0 16,-3 0 0-16,0 0 0 0,0-1 0 0,0 4 0 0,0-4 0 15,-3 4 0-15,3-1 12 0,-4 3 0 0,1 0 1 0,-6 0 0 16,0 0 7-16,0 0 0 0,9 0 1 0,-9 0 0 16,3 8-1-16,3-3 0 0,-3 1 0 15,0 2 0-15,-3-3-6 0,0 5-2 0,-3-2 0 0,0 0 0 16,3 0-4-16,-6 3 0 0,0 2-8 0,-3-2 12 15,6-3-12-15,-5 2 8 0,-1 1-8 0,-3-1 0 16,3-2 8-16,0 0-8 0,-6 0 0 0,3 3 9 16,3-3-9-16,-3 2 0 0,3-4 0 0,-3 1 0 15,1 4-35 1,-1-3 1-16,0 0 0 0,3-3 0 0,-3 1-115 0,0-1-23 16</inkml:trace>
  <inkml:trace contextRef="#ctx0" brushRef="#br0" timeOffset="21216.85">15794 5617 993 0,'0'0'44'0,"0"0"9"16,0 0-42-16,0 0-11 0,0 0 0 0,0 0 0 0,0 0 86 0,0 0 15 15,0 0 3-15,0 0 1 0,-3-5-25 0,3 5-4 16,0 0-2-16,3-3 0 0,0-2-18 0,-3 5-3 16,6-8-1-16,-6 8 0 0,0 0 3 0,3-3 0 15,6 1 0-15,3 2 0 0,-1-6-27 0,1 4-6 16,3 2-1-16,3-3 0 0,0 3 3 0,0-3 0 15,3 1 0-15,0-1 0 0,-4 0-4 0,4-2 0 16,-6 3 0-16,6 2 0 0,-3-6-20 0,0 4 0 16,-6-1 0-16,2 0 0 0,-2 1 0 0,0-1 0 15,0-2 0-15,0 2 0 0,-3 3-20 0,0-3-1 0,0 3-1 16,0 3 0 0,-6-3-37-16,-3 0-7 0,0 0-2 0,0 0-534 0,6 5-107 0</inkml:trace>
  <inkml:trace contextRef="#ctx0" brushRef="#br0" timeOffset="21558.88">16020 5421 864 0,'3'-8'76'0,"-3"3"-60"0,0 5-16 0,0-8 0 0,0-2 107 0,0 2 18 15,0 2 4-15,0 1 1 0,0 0-23 0,0 5-5 16,0 0-1-16,0 0 0 0,0-8-23 0,0 8-5 15,0 0-1-15,0 0 0 0,0 0-22 0,0 0-5 16,0 0-1-16,0 0 0 0,0 0-3 0,0 0-1 16,0 8 0-16,0 0 0 0,0 0-22 0,0 5-5 15,3-5-1-15,0 5 0 0,-3 0 0 0,3 3 0 16,0 5 0-16,0-2 0 0,0 2-3 0,0-5-1 16,-3 2 0-16,0 1 0 0,3-3 3 0,0 2 0 15,-3 6 0-15,0-11 0 0,0 3-11 0,0-3 0 16,3 3 0-16,-3-2 0 0,-3-1 20 0,3 0 0 15,0-8-1-15,0 6 0 0,0-1-29 0,0-2-6 16,-3-2 0-16,3 2-1 0,0-3 3 0,3 0 1 16,-3-5 0-16,0 0 0 15,0 0-49-15,0 5-10 0,0-5-1 0,0 0-587 0,6 3-116 16</inkml:trace>
  <inkml:trace contextRef="#ctx0" brushRef="#br0" timeOffset="22409.64">16627 5360 1681 0,'-6'-2'36'0,"6"2"8"0,0 0 2 0,0 0 2 0,-6-5-38 0,0-1-10 0,6 1 0 0,0 5 0 16,0 0 96-16,0 0 18 0,-3-5 3 0,3 5 1 15,0 0-54-15,0 0-12 0,0 0-1 0,-8 0-1 16,2 2-40-16,0 1-10 0,0 2 0 0,3 6 0 16,-6-3 0-16,6 8 0 0,0-3 0 0,0 0 0 15,-6 0 0-15,6-2 0 0,3 2 0 0,0 6 0 16,0-1 0-16,0-2-11 0,3-3 3 0,0-2 0 16,3 2-36-16,3-2-6 15,-6-1-2-15,6-2 0 0,0-3 7 0,0 1 1 16,-1-6 0-16,1 0 0 0,6 0 32 0,-3-3 12 0,-3 0-9 0,-3 1 9 15,0-6 0-15,3 3 0 0,3-3 0 0,-6 0 0 0,-3 0 14 16,3 0 8-16,3-3 2 0,-3 1 0 0,-9 2 19 16,3-3 4-16,3 1 1 0,0-1 0 0,-3 0-7 15,0 3-1-15,-3 1 0 0,6 1 0 0,3-2-22 0,-6 3-5 16,-9 2-1-16,3-2 0 0,6 5 0 0,0 0-1 16,0 0 0-16,0 0 0 0,0 0-11 0,0 0 0 15,0 8 0-15,-6 0-11 0,3-3 11 0,6 3 0 16,6 5 0-16,-6-2 8 0,-6-3-8 0,9 3-12 15,6-6 4-15,-7 3 0 0,-5 0-1 0,6-3 0 16,3 3 0-16,6-3 0 0,0-2 9 0,-3-3-13 16,-12 0 5-16,6-3 8 0,6 3 0 0,-6-5 0 15,3 2 0-15,0-2 0 0,3 0 15 0,-3-3 4 16,-6-3 1-16,-1 1 0 0,10-4 25 0,-6 1 6 0,-3 0 1 16,-3 2 0-16,3 1-7 0,0-4-1 0,3 1 0 15,-3 0 0-15,-6 0-35 0,3 2-9 0,6-2 0 16,-3 2 0-16,-9 1 0 0,6 2 0 0,6 3 0 15,-6 5 0 1,0-3-102-16,0 3-22 0,0 0-5 0,0 0-599 0,0 0-119 0</inkml:trace>
  <inkml:trace contextRef="#ctx0" brushRef="#br0" timeOffset="22792.49">16949 5551 1796 0,'0'0'40'0,"0"0"8"0,0 0 1 0,0 0 1 0,6-5-40 0,0-1-10 0,-3-2 0 0,3 3 0 0,6 0 79 0,-7 2 13 16,-2-2 4-16,3 0 0 0,3 2-27 0,-3-2-5 16,-6 5 0-16,0 0-1 0,6-3-18 0,-6 3-3 15,6-3-1-15,-6 3 0 0,0 0-23 0,0 0-5 16,6 6-1-16,-6-6 0 0,-3 8-12 0,0 2 0 16,3-5 0-16,0 6 0 0,-6 0 0 0,0 2-10 15,0 0 2-15,3 6 0 16,-3-6-29-16,-3 0-6 0,1 3-1 0,2-3 0 0,0 3 25 15,3 0 5-15,-9-3 1 0,6 0 0 0,3-2-5 0,0 0-1 16,-6-1 0-16,3-2 0 0,3 0 19 0,3-3 0 16,0 3 0-16,0-8 0 0,-3 6 0 0,3-6 0 15,0 0 0-15,0 0 0 0,0 0 0 0,0 0 14 16,6 2-1-16,3 1 0 0,-9-3 6 0,0 0 1 0,9 2 0 16,0-4 0-16,0-1 9 0,-3 1 3 15,-6 2 0-15,12 0 0 0,2-6-32 0,-5 6 0 0,-3-2 0 16,3-1 0-16,6 0 0 0,-6 1 0 0,-3-1 0 15,0 3 0-15,0 0 0 0,3-3 0 0,0 1 0 0,-3 2 0 32,-6 0-39-32,6-3-13 0,3 3-4 0,-3 0-647 0,-6 0-129 0</inkml:trace>
  <inkml:trace contextRef="#ctx0" brushRef="#br0" timeOffset="23571.26">17345 5360 1036 0,'0'0'46'0,"6"-2"10"0,0-3-45 0,-3-1-11 0,-3 1 0 0,0 0 0 16,6-1 156-16,-6 4 28 0,-3-4 7 0,3 6 1 16,0 0-66-16,0 0-13 0,-6 0-2 0,-3-5-1 15,3 10-74-15,6-5-14 0,-3 6-3 0,-3 2-1 16,-3 2-18-16,3 1 0 0,6 5 0 0,-6-3 0 16,0 3 0-16,0 2 0 0,3-2 0 0,3 0 0 15,0-5 0-15,0 5 0 0,0-3 0 0,6 0 0 16,3 0 0-16,-3-5 0 0,-3 0 0 0,3 0 0 15,6-3 0-15,-3 1 0 0,-9-6-13 0,9 0 5 0,5 2 8 16,-5-2 9-16,0-2-1 0,-3-4-8 0,0 4-13 16,0-6-10-16,0-3-1 0,3 3-1 0,-6-5 33 15,0 2 6-15,3 1 2 0,0-3 0 0,-9-1 9 0,6 1 3 16,0 0 0-16,3 2 0 0,-9 1 3 0,3-1 1 16,0 6 0-16,0-8 0 0,3 5 0 0,-6 2 0 15,0 4 0-15,3 2 0 0,0 0-20 0,0 0-3 16,0 0-1-16,0 0 0 0,0 0-8 0,-3 8 0 15,0 5 0-15,3 0 0 0,0-2 0 0,0 5-11 16,0-1 3-16,0 1 0 0,0-2 8 0,3-1 0 16,3 0 0-16,0 0 0 15,0-2-34-15,-3 2-5 0,6-5-1 0,0-3 0 0,0 3 23 0,0-2 4 16,5-4 1-16,-2 3 0 0,0-5 12 0,-3-2 0 16,-3-1 0-16,3-2-9 0,9 0 9 0,-6-3 16 15,-6 0-4-15,3 0-1 0,3-3 35 0,-1 1 7 0,-5-4 2 16,-3-1 0-16,0-1-31 0,0 0-5 0,3-3-2 15,-3 3 0-15,-3-2-1 0,3 5 0 0,6-6 0 16,-3 6 0-16,-9 0-16 0,6 2 0 0,3 0 0 0,-3 6 0 16,-3-3 0-16,0 8 0 0,0 0 0 0,0 0 0 31,6 0-159-31,-6 0-35 0,0 0-7 0,-3 8-774 0</inkml:trace>
  <inkml:trace contextRef="#ctx0" brushRef="#br0" timeOffset="24026.52">17619 5548 1267 0,'20'11'56'0,"-20"-11"12"0,0 0-55 0,6-3-13 0,0 6 0 0,6-3 0 0,0-5 105 0,-6-1 19 16,-3 1 3-16,3 0 1 0,9-1-2 0,-6-2 0 15,-6 3 0-15,9-3 0 0,3 3-33 0,-4-8-6 16,1 2-2-16,0 3 0 0,-3 3-42 0,3-3-9 16,-3 0-2-16,0 0 0 0,0 3 7 0,0 2 1 15,-3 3 0-15,-6 0 0 0,0 0-29 0,0 0-11 16,0 0 8-16,0 0-8 0,0 0 0 0,6 8 0 15,-6-8 0-15,3 8 0 0,0 3 0 0,-6 5 0 16,0-11 0-16,0 5 0 16,3 1-30-16,-6 2-11 0,-3-2-3 0,3 2 0 15,6 0 10-15,-6 0 2 0,0 1 0 0,0-4 0 16,3 1-20-16,3-3-4 0,-6 0-1 0,3-3 0 0,3-5 28 16,0 0 5-16,0 0 2 0,0 0 0 0,0 0 22 0,0 0 15 15,9-3-3-15,-9 3 0 0,3-2-12 0,3-1 8 16,0-5-8-16,3 3 0 0,0 0 16 0,0-1-4 0,-3-2 0 0,0 3 0 15,3 0 0-15,-3-1 0 0,0 1 0 16,-1 0 0-16,-2 2 21 0,-3 3 4 0,0 0 1 16,0 0 0-16,0 0-30 0,0 0-8 0,6 6 0 0,-3-1 0 15,-3-5 8-15,3 8 1 0,0 0 0 0,-3 2 0 16,-3 1-9-16,0-3 10 0,0 0-10 0,0 2 10 16,-3 1-10-16,-2-1 0 0,2 1 0 0,0 0 0 15,-3-3 0-15,-3 2 0 0,3 1 0 0,0-3 0 16,0 0-17-16,0 0-6 0,-9 0-1 0,6-1 0 15,3-4-22-15,-6 2-5 16,-5 1-1-16,-4-4-640 0,6-2-129 0</inkml:trace>
  <inkml:trace contextRef="#ctx0" brushRef="#br0" timeOffset="24413.76">17321 5075 345 0,'-18'0'15'0,"18"0"4"0,0 0-19 0,0 0 0 16,-6-3 0-16,6 3 0 0,0 0 236 0,0 0 44 15,0 0 9-15,0 0 2 0,0 0-144 0,0 0-29 0,0 0-6 16,0 0 0-16,-6 0-38 0,6 0-7 0,9 0-2 0,-3 0 0 15,-6 0-22-15,9 3-5 0,6-3-1 16,3 2 0-16,0 1 11 0,-1-3 1 0,1 0 1 0,0 0 0 16,6 0-22-16,-3-3-5 0,0 1-1 0,2-1 0 15,10 0 6-15,-9 1 0 0,-3-4 1 0,3 4 0 16,-1 2 5-16,4-3 1 0,-9-2 0 0,3 2 0 16,-3 1-45-16,-3 2-9 0,0-3-1 0,-1 3-1 15,-2 0 21-15,-3 0 0 0,3 3 0 0,-3-1 8 16,-9-2-8-16,6 3 0 0,0 0-10 0,-6-3 10 15,0 0-18-15,0 0 2 0,0 0 1 0,3 5 0 16,3 3-48-16,-6-3-9 16,0-5-3-16,0 8-969 0</inkml:trace>
  <inkml:trace contextRef="#ctx0" brushRef="#br0" timeOffset="25039.12">18363 5530 633 0,'0'0'28'0,"0"0"6"0,0 0-34 0,0 0 0 15,0 0 0-15,0 0 0 0,0 0 179 0,0 0 29 16,0 0 5-16,0 0 2 0,0 0-108 0,6-3-22 15,0-2-4-15,3 2-1 0,-1 3-12 0,1-5-4 16,0 2 0-16,3 3 0 0,3-2-16 0,0-1-3 16,0 3-1-16,3-5 0 0,0-1 4 0,-1 4 0 15,1 2 0-15,0-6 0 0,0 1-48 0,3 3-21 16,-3 2 1-16,3-6 1 0,-4 4 31 0,1-1 5 16,3-2 2-16,-3 5 0 0,0-6-19 0,-6 6 0 15,3-2 0-15,0-1 0 16,-7 0-22-16,4 3-8 0,-6-2-2 0,3 2 0 15,-9 0 0-15,0 0 0 0,0 0 0 0,0 0 0 16,0 0-37-16,0 0-8 0,0 0-2 0,0 0 0 16,0 0-26-16,0 0-6 0,0 0-1 0,0 0 0 0</inkml:trace>
  <inkml:trace contextRef="#ctx0" brushRef="#br0" timeOffset="25371.94">18601 5347 748 0,'0'0'67'0,"0"-8"-54"0,0 3-13 0,0-3 0 16,-3 5 140-16,3-5 24 0,0 3 6 0,0 0 1 0,0 0-60 0,0 5-12 16,0 0-3-16,0-3 0 0,0 3-7 0,0 0-1 15,0 0-1-15,0 0 0 0,0 0-37 0,0 0-7 16,0 0-2-16,0 0 0 0,0 0-2 0,0 0-1 16,0 0 0-16,3 3 0 0,0 7-18 0,-3-5-4 15,3 6-1-15,-3 0 0 0,0 5 14 0,0-3 3 16,0 5 1-16,0 1 0 0,0-1-9 15,0 3-1-15,-3-2-1 0,3 0 0 0,0-1-22 16,0 3 8-16,-3 0-8 0,0 1 0 0,3-4 0 0,0 6 0 16,3-11 0-16,-3 6 0 0,-3-4 0 0,3-1 8 15,-3 2-8-15,3-6 0 0,0 1 0 0,0 2 8 16,0-2-8-16,0-3 0 0,0-3 0 0,3 3 0 16,-3-3-10-16,3 3 10 15,0-3-49-15,-3-2-3 0,3 2-1 0,-3-5 0 16,0 0-27-16,6 3-6 0,0-1-1 0,-6-2-879 0</inkml:trace>
  <inkml:trace contextRef="#ctx0" brushRef="#br0" timeOffset="26785.64">19089 5326 864 0,'0'0'76'0,"0"0"-60"0,0 0-16 0,0 0 0 0,0-8 124 0,0 3 21 15,0 5 5-15,0 0 1 0,0-3-31 0,0 3-5 16,0 0-2-16,0 0 0 0,0 0-44 0,0 0-9 15,-3-5-1-15,-3 10-1 0,3-5-40 0,0 8-8 16,-3 0-2-16,0 5 0 0,3 1-8 0,-3 1 0 16,3 4 0-16,-3 2 0 0,3-5 0 0,3 0 0 15,0 2 0-15,-3-2 0 0,6 3 0 0,-3-1 0 16,0 1 0-16,3-1 0 16,3-2-36-16,0-3-12 0,0 1-2 0,3-1-1 15,3 0-5-15,0-8 0 0,-3 1-1 0,3-4 0 16,0 1 23-16,0-3 5 0,0-3 1 0,-4 1 0 0,4-4 28 0,-3 1 0 15,3-3 13-15,-3-2-4 0,3 2 22 0,-3-3 4 16,-3 0 1-16,0-2 0 0,0 3 16 0,0-4 3 16,-3 1 1-16,0 0 0 0,0 0-4 0,-3 0 0 15,0 2 0-15,0 0 0 0,0 1-4 0,0-1-2 0,-3 6 0 16,0 0 0-16,0-1-27 0,3 6-6 16,0 0-1-16,0 0 0 0,-3 0-12 0,3 0 11 0,-6 8-11 15,3 0 10-15,0 3-10 0,3-1 0 0,-3 4 0 16,6-4 0-16,-3 3 0 0,3 1 0 0,0-4 0 0,3 3 0 15,0-2-13-15,0 0 5 0,3-1 8 0,0 1-13 16,0-3 4-16,-1 0 1 0,4-6 0 0,0 1 0 16,-3-3 8-16,6 0 0 0,-3-3 0 0,3 1 0 15,0-4 0-15,0-2 0 0,0 0 0 0,-4-2 0 16,1-1 9-16,0 3 1 0,-6-2 0 0,3-1 0 16,-3-2 30-16,0 0 5 0,0 0 2 0,0-6 0 15,0 0-30-15,-3 4-5 0,0 1-2 0,0-2 0 0,0 1-10 16,0 1 0-16,-3 6 0 0,0-2 0 15,0 2-33-15,-3 0-9 0,0 3-2 0,0 2 0 16,3 3-112-16,0 0-24 0,0 0-4 0,-6 5-680 16</inkml:trace>
  <inkml:trace contextRef="#ctx0" brushRef="#br0" timeOffset="27145.38">19559 5522 864 0,'0'0'38'0,"6"2"8"0,0 1-37 0,0-3-9 16,-3-3 0-16,3 3 0 0,0 0 184 0,0-2 34 15,-3 2 7-15,3 0 2 0,0-3-95 0,0 3-20 16,0 0-3-16,0-5-1 0,0 5-38 0,-3 0-8 16,-3 0-2-16,0 0 0 0,0 0-35 0,6 5-7 15,-6-5-2-15,6 3 0 0,-6-3-16 0,6 8 0 16,-6 0 0-16,0 0 0 0,0-8 10 0,0 8-2 0,-3 2 0 0,0 1 0 16,0-1-8-16,0 1 0 0,-3-3 0 0,3 5 0 15,-6-2-9-15,3 2-4 0,0-3-1 16,-3 1 0-16,3 2 2 0,-3 1 0 0,3-9 0 0,0 5 0 15,0 1 12-15,0-6-12 0,3 3 12 0,0 0-12 16,3-8 12-16,0 0 0 0,-3 8 0 0,3-8-9 16,0 0 9-16,0 0 0 0,0 0 0 0,9 5 0 15,-3-2 0-15,0-3 0 0,3 3 0 0,-3-3 0 16,3 0 11-16,0 0-3 0,0-3 0 0,0 0 0 16,0 1-8-16,0-1 10 0,0 0-10 0,0 1 10 15,-1-1-10-15,1-2 8 0,-3 2-8 0,3 1 8 0,0-4-8 16,0 4 0-16,-3-1 0 0,3-2 0 15,0 2-33-15,-3 0-9 0,0 1-2 0,0-6-942 16</inkml:trace>
  <inkml:trace contextRef="#ctx0" brushRef="#br0" timeOffset="27706.95">19890 5323 979 0,'0'0'87'15,"0"-8"-70"-15,-6 3-17 0,3-3 0 0,3 3 183 0,0 0 33 16,-3-3 6-16,0 2 2 0,3 1-97 0,0 5-19 16,0-5-4-16,0 5-1 0,3-5-25 0,-3 5-5 15,0 0-1-15,0 0 0 0,0 0-34 0,0 0-7 0,0 0-2 0,3 5 0 16,-3 3-18-16,3 0-11 0,0 5 12 0,0 0-12 16,0-5 0-16,-3 3 0 0,3 2 0 0,0 0 0 15,-3 0 0-15,3 1 0 0,0-1 0 0,0 0 0 16,3 0-10-16,-3-2-2 0,0-1-1 15,0-2 0-15,0 3-32 16,-1-3-7-16,-2-8 0 0,6 5-1 0,0 1 11 16,-6-6 2-16,0 0 1 0,9 0 0 0,-3 0 22 0,3-6 4 0,-3 1 1 15,3 0 0-15,-3-3 12 0,0-3 0 0,-3 3 0 0,0-2 10 16,3-1 19-16,-6 3 4 0,3-5 1 0,0 0 0 16,3-1-8-16,-3 4-2 0,-3-1 0 0,3 1 0 15,-3 2 14-15,3 2 2 0,-3 6 1 0,0-8 0 16,0 3-24-16,0 5-5 0,0 0 0 0,0 0-1 0,0 0-11 0,0 0 8 15,0 0-8-15,0 8 8 0,-3 3-8 0,3-1 0 16,0 1 0-16,0 2 0 0,-3 0 0 16,6 1 0-16,0-1 0 0,3-3 0 0,-3 1-11 0,0 0 3 15,3-1 0-15,3 1 0 0,-4-3-1 0,4 0 0 16,0-6 0-16,0 4 0 0,0-4 9 0,-3 1 0 16,3-3 0-16,3-3-8 0,-3 1 8 0,-3-6 8 15,3 0-8-15,-3 0 11 0,3-3 11 0,-3 1 2 16,0-4 1-16,0 1 0 0,-1 0 15 0,1 0 2 15,0-6 1-15,-3 3 0 0,3 3-14 0,-3-6-2 16,0 1-1-16,0-1 0 0,0 1-16 0,0 2-10 16,0-2 12-16,3 4-12 0,-6 1 0 0,3 2 0 15,3 1 0-15,-6 2 0 16,3 3-43-16,-3 5-5 0,0 0-2 0,0 0 0 16,0 0-153-16,0 0-30 0</inkml:trace>
  <inkml:trace contextRef="#ctx0" brushRef="#br0" timeOffset="28198.32">20259 5506 864 0,'0'0'38'0,"0"0"8"0,0 0-37 0,6-5-9 0,0 2 0 0,0-2 0 16,-3-3 219-16,6-3 41 0,0 3 9 0,2 0 2 0,-2-2-126 0,0-1-25 15,3 1-4-15,0-1-2 0,0 3-39 0,-3 0-8 16,0 3-2-16,0-6 0 0,-3 9-36 15,0-6-7-15,3 5-2 0,-3-2 0 0,0 5-8 0,-6 0-1 16,0 0-1-16,0 0 0 0,0 0-10 0,0 0 0 16,0 0 9-16,0 0-9 0,0 8 0 0,3 5 0 15,-6-3 0-15,0 4 0 0,0-4-22 0,0 1-2 16,-3-1-1-16,0 4 0 16,3-6-18-16,0 0-3 0,3-8-1 0,-3 8 0 0,-3-3 19 15,3 3 3-15,3-8 1 0,-3 5 0 0,0 3 11 0,3-8 2 16,0 0 1-16,6 3 0 0,-6-3 10 0,0 0 16 15,0 0-4-15,0 0-1 0,6-3-22 0,0 3-4 16,-6 0-1-16,9 0 0 0,3-5 25 0,-3 2 5 16,2 3 1-16,-2-5 0 0,3-3-1 0,-3 3 0 15,3 5 0-15,-3-6 0 0,0 1 6 0,0 2 0 16,0 1 1-16,-3 2 0 0,-6 0 8 0,0 0 2 16,9 2 0-16,-3 4 0 0,-6-6-15 0,6 8-4 0,-3-1 0 15,0-1 0-15,0 2-4 0,0 2 0 0,-6 3-8 0,3 1 12 16,-6-1-12-16,3 0 8 0,0 0-8 15,-3 1 0-15,3-1 0 0,-3 0 0 0,0-2 0 0,-3 2 0 16,0 0 0-16,0-2 0 0,0-3 0 0,0 8 0 16,0-11 0-16,0 3-16 0,0 5 1 0,0-10 1 15,1 2-41 1,-1 0-8-16,0-2-1 0,9-3-643 0,0 0-128 0</inkml:trace>
  <inkml:trace contextRef="#ctx0" brushRef="#br0" timeOffset="28631.82">20497 5133 1796 0,'-6'-27'40'0,"6"17"8"0,-3 2 1 0,6-5 1 0,-3 2-40 0,0 1-10 0,0-1 0 0,0-2 0 0,3 5 72 0,-3 2 12 16,3-1 2-16,-3 7 1 0,0 0-19 0,6-3-3 15,0 0-1-15,-6 3 0 0,9 0-18 0,0 6-4 16,0-4-1-16,3 3 0 0,-3 3-25 0,2 3-4 15,-2 2-2-15,3 3 0 0,0 0 2 0,-3 5 0 16,3-2 0-16,0 2 0 0,-3 0-12 0,3 3 0 16,0-3 9-16,-3 3-9 0,3-3 0 0,-4 0 9 15,1 3-9-15,0-3 0 0,-3 6 8 0,0-4-8 16,-3 4 0-16,3-6 0 0,-3 3 9 0,0 0-9 16,0 5 0-16,-3-8 9 0,0 5-9 0,0-2 0 0,-3 3 0 15,0-9 0-15,-3 3 0 0,3 0 0 0,-3-2 0 16,0 0 12-16,-3-1-12 0,0-2 0 0,3 0 9 0,-2 2-9 15,-4-2 0-15,0 0 0 0,3-5 0 0,-3 2 8 16,0 0-8-16,0 0 0 0,-3-2 0 0,3-3 8 16,-3 2-8-16,1 1 0 0,2 0 0 0,-3-3 0 15,3-3 0-15,-3 0 9 0,3 0-9 0,-3-2 0 16,3 0 0-16,0-1 0 0,3 1 0 0,3 0 0 16,-2-1-20-16,-1-2-2 0,0 0 0 0,3 0 0 15,6 0-30-15,0 0-7 16,-6-2-1-16,6 2 0 0,-3-3-29 0,3 3-7 0,0 0 0 15,0 0-541-15,0 0-108 0</inkml:trace>
  <inkml:trace contextRef="#ctx0" brushRef="#br1" timeOffset="53270.92">9787 6109 518 0,'0'0'23'0,"0"0"5"0,0 0-28 0,0 0 0 15,0 0 0-15,0 0 0 0,-6 0 88 0,3-2 12 16,0-1 2-16,0 0 1 0,3 3-27 0,0 0-6 16,0 0-1-16,0 0 0 0,-3-5-5 0,3 5-2 15,0 0 0-15,0 0 0 0,-3-3-10 0,3 3-3 16,-3 0 0-16,3 0 0 0,-6 0-15 0,3 3-3 15,0-3-1-15,0 3 0 0,-3-3-10 0,3 2-1 16,0 1-1-16,-3 0 0 0,3-3-10 0,-3 2-8 0,3 1 9 16,0 0-9-16,-3-1 0 0,3 1 0 0,0-1 0 15,3-2 0-15,0 0 0 0,0 0 0 0,0 0 0 0,0 0 0 16,-3 6 0-16,1-4 0 0,2-2 0 0,0 0 0 16,0 0 0-16,0 0 0 0,0 0 0 0,0 0 0 15,0 0 0-15,0 0 0 0,0 0 0 0,0 0 0 16,0 0 47-16,0 0 3 0,5 3 1 0,-5-3 0 15,9 3-31-15,-9-3-7 0,6 5-1 0,3-2 0 16,-9-3-4-16,9 0 0 0,0 0-8 0,-3 2 12 16,-6-2-12-16,12 0 0 0,-3 0 0 0,0 0 0 0,0 0 0 15,3 0 0-15,0 0 0 0,2-2 9 0,-2 2-1 16,6-3-8-16,-3 0 12 0,0 1-4 0,-6 2-8 0,3-3 0 16,3 0 9-16,0 1-9 0,2-1-10 0,1 0-6 15,0 1-2-15,0-1 0 0,3 3 32 0,-3-2 6 16,0-1 2-16,-1 0 0 0,1 1-35 0,-3-1-7 15,0 0-2-15,0 1 0 0,0-1 37 0,-3 3 7 16,0-3 2-16,0 3 0 0,0 0-24 0,-1-5 8 16,1 2-8-16,0 3 0 0,0-2 0 0,3 2 0 15,-3-3 0-15,3 3 0 0,-3 0 0 0,-3-5 0 16,0 2 0-16,0 3 0 0,-1 0 0 0,4 0 0 16,0 0 0-16,3 0 0 0,-3 0 0 0,0 0 0 15,0 0 0-15,3-2 8 0,-3 2-8 0,0 0 0 16,-1 0 0-16,-2 0 0 15,3 0-23-15,0 0-2 0,0 0-1 0,-3 0 0 0,3 0 42 0,-6-3 8 16,3 3 1-16,3-3 1 0,-3 3-26 0,0-2 0 0,-3 2 0 16,2 0 0-16,-2-3 0 0,3 3 0 0,0 0 8 0,-3 0-8 15,0 0 0-15,3-3 0 0,0 3 0 0,0 0 0 16,-3 0 0-16,0 0 0 0,3 0 0 16,0 0 0-16,-3 0 0 0,0-2 0 0,3 2 0 0,0-3 0 15,-4 3-20 1,1 0-5-16,0 0-2 0,3 0 0 0,-3 0 43 0,3 3 9 15,-3-3 2-15,3-3 0 0,-3 3-27 0,0 0 0 16,0 0 0-16,0 0 0 0,-6 0-16 0,6 0-9 16,-6 0-2-16,6-3 0 0,-6 3 51 0,6 0 9 0,0 0 3 0,3 3 0 15,-3-3-22-15,0 0-4 0,-1-3-1 0,4 3 0 16,0-2 0-16,0 2 0 0,-3-3 0 0,3 0 0 0,-3 1 1 16,3 2 0-16,-3-3 0 15,-6 3 0-15,0 0-10 0,0 0 0 0,6 0 0 0,-6 0 0 0,0 0 0 16,6 0 0-16,-6 0 0 0,0 0 0 15,6 0-12-15,-6 0-4 0,0 0 0 0,0 0-940 16</inkml:trace>
  <inkml:trace contextRef="#ctx0" brushRef="#br1" timeOffset="55777.15">14219 6046 1105 0,'0'0'24'0,"0"0"4"0,0 0 2 0,0 0 2 0,0 0-32 0,0 0 0 0,-6 0 0 0,6 0 0 15,-3-6 64-15,3 6 7 0,-6-2 1 0,6 2 0 16,-3-3-13-16,3 3-3 0,0 0 0 0,0 0 0 15,0 0-9-15,0 0-3 0,0 0 0 0,0 0 0 16,0 0-12-16,0 0-4 0,-3-5 0 0,3 5 0 16,0 0-12-16,0 0-4 0,0 0 0 0,0 0 0 15,0 0-4-15,0 0 0 0,0 0-8 0,0 0 12 16,0 0-2-16,6 2-1 0,0 1 0 0,0 0 0 16,0-1-9-16,3 1 0 0,-3 0 0 0,3-1 0 0,0 1 0 15,0 0 0-15,0-1 0 0,0 1 0 0,0 0 0 16,2-1 0-16,1-2 0 0,3 0 0 15,-3 3 0-15,6 0 0 0,0-1 0 0,0 1 8 0,0-3-8 0,-1 0 12 16,1 5-12-16,3-5 12 0,3-5-12 0,3 5 0 16,-3 0 0-16,5 0 0 0,-5 0 0 0,3 0 0 15,-3 0 0-15,0 0 0 0,2-3 0 0,1 1 0 16,0-1 0-16,6 0 0 0,-1 3 20 0,-2-2-2 16,3-1 0-16,0 0 0 0,-1 1-29 0,1-1-5 15,0 3-2-15,3 0 0 0,-7-3 18 0,1 1 0 16,0 2 11-16,0-3-11 0,2 0 0 0,-2 3 0 15,3-2 0-15,0 2-12 0,-1-3 12 0,1 0 0 16,0-2 12-16,0 3-12 0,2 2 0 0,-2-3 0 16,-3 3 0-16,3-3 0 0,-1 3 8 0,1-2-8 15,0-1 0-15,0 0 0 0,-4 1 0 0,4-1 0 16,0-2 0-16,0 2 0 0,-1 3 0 0,1-3 0 0,0 3 0 0,0-5 0 16,-4 3 0-16,1 2 0 0,0-3 0 15,-3 3 0-15,2 0 0 0,-2 0 0 0,0-3 0 0,3 3 0 16,-6 0 0-16,2 0 0 0,7 0 0 0,0 0 0 15,3 0 0-15,-7 0 0 0,1 3 0 0,0 0 0 16,0-3 0-16,-3 0-9 0,-1 0 9 0,4 0-12 16,-3-3 12-16,0 3 8 0,-1-3-8 0,4 3 11 15,0 0-11-15,0 0 0 0,-3 0 0 0,-4 0 0 16,4 0 0-16,0 0 0 0,3 0 0 0,-4 0 0 16,-5 0 0-16,6 0 0 0,3 0 0 0,-3 3 0 15,-6-6 0-15,5 3 0 0,4 0 0 0,3 0 0 0,-6 0 0 16,2 0 0-16,-2 0-12 0,3 0 12 0,-3 0 0 15,5 0 0-15,1-5 0 0,0 5 12 0,-6 0-12 16,0 0 0-16,5-3-12 0,-2 3 12 0,-6 0 0 0,3-2 0 16,5-1 0-16,1 0 12 0,-3 3-12 0,0 0 0 15,-7-2 0-15,7 2 0 0,3 0 0 0,0-3 0 16,-9 0 0-16,2 1 8 0,4 2 39 0,-3-3 7 16,-3 3 2-16,0 0 0 15,-4-3-90-15,4 1-18 0,0 2-3 0,-3 0-1 0,3-5 96 16,-4 2 20-16,4 3 3 0,-3-3 1 15,3 3-101-15,-3 0-20 0,0-2-4 0,2 2-1 16,1 0 48-16,-3-3 14 0,3 3 0 0,-3 0 0 0,0-3-14 0,-1 3 5 16,-2-2 1-16,3 2 0 0,-3 2 8 0,0-2 0 15,0 3 0-15,0-3 0 0,-1-3 0 16,1 3 0-16,0 0 0 0,0 0 0 0,0 3 13 0,0-3 5 16,0 0 1-16,2-3 0 0,-5-2-31 0,3 2-5 0,0 3-2 15,0 0 0-15,3-2 19 0,3-1 0 16,-7 0 0-16,4 3 0 0,-3 0 0 0,0-2 0 15,-3 2 0-15,3-3 0 0,-3 3 8 0,2 0 6 0,-2-3 1 16,0 1 0-16,0 2-15 0,0 0 8 16,0 0-8-16,-3 0 0 0,3 0-8 0,0 0-8 0,-4 0-2 0,4-3 0 15,0 1 18-15,0 2 0 0,0 0 0 0,3 0 0 16,-3 0 0-16,0 0 0 0,-6 0 0 0,2-6 0 16,4 6 25-16,0-2 9 15,0 2 2-15,-3 0 0 0,0 0-20 0,0 0-4 0,0 0-1 16,0 0 0-16,-3 0-11 0,2 0 0 0,1 0 0 15,0-3-11-15,0 6 26 0,3-3 5 0,-6 0 0 0,6 2 1 16,-6-2-30-16,3 0-7 0,0 0 0 16,-3-2-1-16,2 2 17 0,-2 0 0 0,3 0 0 0,0 0 0 15,-3-3 0-15,3 3 0 0,0 0 0 0,-3-3 0 16,3 6 0-16,0-3 0 0,0 3 0 0,-3-3 0 0,2 0 0 16,-2 0 0-16,0 0 0 0,0 0 0 15,0-3 0-15,0 3 0 0,0 0 0 0,0 0 0 0,-3 0 0 16,3 0 0-16,0 3 0 0,0-3 0 0,3 0 0 15,-3-3 0-15,2 3 0 0,1 0 9 16,-3 0 3-16,0 0 1 0,0 0 0 0,3 3 0 16,-3-3-13-16,0 0 0 0,0 0 0 0,0 0 0 0,3 0 0 0,-3-3 0 15,-3 3 0-15,-1 0 0 0,1 0-9 0,3 0-5 16,-6 0-1-16,-3 0 0 0,0 0 15 0,9 0 0 0,-3-3 12 16,0 3-12-16,3 0 14 0,-6 0-4 15,3 3-1-15,-6-3 0 0,9 3-9 0,-9-3 0 16,6 0 0-16,0 0 0 0,0 0 0 0,0 0 0 15,0 0 0-15,0 0 0 0,0 0 32 0,3 0 4 0,-3 0 0 16,-1 0 1-16,1-3-24 0,0 3-5 16,0 0 0-16,3 0-8 0,0 0 9 0,0 0-9 15,-3 0 0-15,3-3 9 0,-3 3-1 0,0 0 0 0,0-5 0 0,3 2 0 16,-3 3-8-16,3 0 12 0,-3 0-12 16,3 0 12-16,-9 0-12 0,6 0 0 0,-6 0 9 0,3 0-9 15,5 0 0-15,-2 0 0 0,0 3 0 0,3-3 0 16,0 0 0-16,-3 5 0 0,3-5 0 0,0 0 0 0,0 0 0 15,0 0 0-15,-3 0 0 0,3 0 0 0,-3-5 0 0,3 5 0 16,-9 0 0-16,6 0 0 0,3 0 0 0,-1 0 0 16,-8 0 0-16,6 0 0 0,0 0 0 0,3 0 0 15,-3-3 0-15,-6 3 0 0,0 0 0 0,0 0 0 16,9 0 0-16,0 0 0 0,-3 0 0 0,3 0 0 16,-3 0 0-16,3 0 0 0,-9 0 0 0,6 0 0 15,0 0 0-15,-6 0 0 0,6 0 0 0,0 3 0 16,3-3 0-16,-3 0 0 0,0 0 0 0,-6 0 0 15,5 0 0-15,-5 0 0 0,9-3 0 0,-6 1 0 16,-3 2 0-16,6-3 0 0,-6 3 0 0,0 0 0 16,6-3 0-16,-6 3 0 0,9 0 56 0,-9 0 6 15,6-2 2-15,0 2 0 16,-6 0-73-16,0 0-15 0,0 0-2 0,6 0-1 0,-6 0 43 16,0 0 9-16,0 0 2 0,9 0 0 0,-9 0-27 0,6 2 0 0,-6-2 0 0,0 0 0 15,0 0 0-15,6 0 0 0,-6 0 0 0,6 3 0 16,-6-3 0-16,0 0 0 0,6 3 0 0,-6-3 0 31,0 0-46-31,0 0-14 0,9 0-4 0,-3 0-682 0,0 2-137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7:41.3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7778 7604 345 0,'0'0'31'0,"0"0"-31"16,0 0 0-16,0 0 0 0,0 0 178 0,0 0 30 0,-3 5 5 16,3-5 2-16,0 0-102 0,0 0-20 15,-3 3-4-15,3-3-1 0,0 0-12 0,0 0-4 0,0 0 0 16,0 0 0-16,0 0-4 0,0 0-2 0,0 0 0 15,-6 0 0-15,-3 3 4 0,9-3 1 0,0 0 0 0,0 0 0 16,-6 2-57-16,6-2-14 0,0 0 0 0,9 0 0 16,3 3 39-16,-6 0 5 0,-6-3 0 0,5 0 1 15,10 0-21-15,-3 0-4 0,-6-3 0 0,9 0-1 16,0 1-19-16,3-1 0 0,-6 3 0 16,0 0 0-16,3-3 0 0,-1 1 0 0,1-4 0 0,0 4 0 15,3-1 0-15,0 1 0 0,3-1 0 0,-3-2 0 16,-9 2 19-16,2 0 0 0,10 1 0 0,-6 2 0 15,-6-6-55-15,3 6-10 16,0-2-2-16,3 2-1 0,-3 0-91 0,-3 0-17 16,-9 0-4-16,0 0-704 0</inkml:trace>
  <inkml:trace contextRef="#ctx0" brushRef="#br0" timeOffset="299.64">7846 7797 1728 0,'0'0'38'0,"0"0"8"0,0 0 2 0,0 0 0 0,-9 3-39 15,9-3-9-15,0 0 0 0,-3 0 0 0,-9 0 56 0,6 0 10 16,6 0 2-16,0 0 0 0,-9 3-11 0,3-1-1 16,6-2-1-16,0 0 0 0,0 0-40 0,0 0-15 15,0 0 11-15,0 0-11 0,0 0 48 0,0 0 3 16,0 0 1-16,0 0 0 0,12 0-32 0,0 0-7 0,-6 0-1 0,3 0 0 15,3-2-12-15,0 2 0 0,0 0 0 0,0-3 0 16,0 3 54-16,-1 0 8 0,7-3 2 16,-6 1 0-1,0 2-103-15,3-3-20 0,6-2-4 0,0-1-1 0,-6 6 52 0,-1-2 12 0,4-1 0 0,0 0 0 16,3-2-105 0,3 3-19-16,-3-4-3 0,0 4-820 0</inkml:trace>
  <inkml:trace contextRef="#ctx0" brushRef="#br0" timeOffset="1120.84">8459 7559 518 0,'6'-8'46'0,"-6"8"-37"0,0-2-9 0,0-4 0 15,3 1 212-15,0 2 41 0,-3-2 8 0,3 0 2 16,-3 5-87-16,3-6-16 0,-3 6-4 0,0 0-1 15,0 0-63-15,0 0-12 0,0 0-2 0,0 0-1 16,0 0-22-16,0 0-5 0,0 0-1 0,-3 8 0 16,0 0-37-16,0 3-12 0,0-1 0 0,0 4 0 0,0-1 0 15,0 3 0-15,-3 0 0 0,6 2 0 0,0-2 0 0,0 0 0 16,0-3 8-16,0 3-8 16,3-3-12-16,3 3-5 0,-3-3-2 0,3-2 0 15,0 0-46-15,0-3-10 0,3-3-1 16,0 0-1-16,0-2 36 0,0-3 7 0,3 0 2 0,-6-3 0 15,-6 3 32-15,6-5-8 0,2-6 8 0,4 6 0 0,-3-3-18 0,-3 0 0 16,3 0 0-16,0-2 0 0,-3 2 66 0,0-3 12 16,-3-2 4-16,3 2 0 0,-6 1-2 0,3-1 0 15,-6-2 0-15,0 5 0 0,3 0-17 0,-3 0-3 16,0 5-1-16,0-2 0 0,-3 2-13 0,3 3-2 16,0 3-1-16,-3 0 0 0,3-1-25 0,3-2 0 15,-3 8 0-15,0 3 0 0,3-3 0 0,0 5 0 16,6 0 0-16,0 0 0 0,0-2 0 0,-3-3 0 15,6 5 0-15,0-2 0 0,3-3 0 0,-3 0 0 0,6 0 0 16,-3 0 0-16,2-3 0 0,1 0 0 0,-3-2 0 16,3-1 0-16,-3-2 0 0,0-5 0 0,0 3 0 15,3-4 0-15,-3 1-12 0,-3-3-7 0,3 3-1 0,-1-3-1 16,-2-5 49-16,3 2 9 0,-6 0 3 16,3-2 0-16,0 0-13 0,-3 0-3 0,-3-1 0 0,0-1 0 15,-3 1 13-15,3 4 3 0,-3-3 0 0,3 2 0 16,-3 0-32-16,0 1-8 0,-3 2 0 0,0 0 0 15,3 3-40 1,-3-1-10-16,3 6-2 0,0 0 0 0,0 0-173 0,0 0-35 16,0 0-8-16,0 0 0 0</inkml:trace>
  <inkml:trace contextRef="#ctx0" brushRef="#br0" timeOffset="1381.639">8944 7683 2253 0,'0'0'49'0,"0"0"11"0,0 0 1 0,0 0 3 0,0 0-51 0,0 0-13 0,0 0 0 0,0 0 0 0,0 0 91 0,0 0 15 16,0 0 3-16,0 0 1 0,0 0-70 0,0 0-13 15,0 0-3-15,6 6-1 0,-6 2-6 0,3-3-1 16,0 3 0-16,0 3 0 0,-3-1-16 0,-3 1 0 16,3 2 0-16,-3 0 0 0,3 0 0 0,-3 1 0 15,0-1 0-15,0 0 0 0,0 0-11 0,0 1 1 16,-3-4 0-16,4 3 0 15,-1-5-27-15,0 3-6 0,0-3-1 0,0-3 0 16,3 3-20-16,-3-3-5 0,3-5-1 0,0 8 0 16,0-8-150-16,0 0-31 0,0 0-5 0,0 0-2 0</inkml:trace>
  <inkml:trace contextRef="#ctx0" brushRef="#br0" timeOffset="1830.84">8385 7329 1220 0,'0'0'54'0,"0"0"11"0,0 0-52 0,0 0-13 16,0 0 0-16,0 0 0 0,0 0 99 0,9 3 17 15,-9-3 3-15,9 0 1 0,0 0-13 0,2 0-3 16,-2 0 0-16,3 2 0 0,0-2-32 0,3 0-8 16,-3 3 0-16,0-3-1 0,-3-3-22 0,9 3-4 15,3-2-1-15,2 2 0 0,-2-3 31 0,3 0 5 16,3 3 2-16,0-2 0 0,-4-1-74 0,1-2 0 15,0 2-16-15,-3-2 2 0,3-1 37 0,-3 1 7 16,2-3 2-16,-2 6 0 0,0-1-32 0,0 0 0 16,0 1 0-16,0 2 0 0,-4-6 0 0,-2 4 0 15,0-1 0-15,-3 0 0 0,-3 3-9 0,0 0-8 0,0 0-2 0,-3 0 0 16,-6 0 19-16,0 0 0 0,0 0 0 16,0 0 0-16,0 0-17 0,0 0 0 0,0 0 0 0,0 0 0 31,0 8-99-31,0-8-19 0,-3 6-4 0,3-1-871 0</inkml:trace>
  <inkml:trace contextRef="#ctx0" brushRef="#br0" timeOffset="2532.67">9418 7271 1206 0,'18'-6'53'0,"-10"1"11"0,-5-3-51 0,3-2-13 0,-3 2 0 0,3-3 0 0,-3 1 118 0,0 2 21 15,-3-3 4-15,0 6 1 0,0-3-32 0,-3 0-7 16,3 8-1-16,3-5 0 0,-3 5-31 0,0 0-6 15,0 0-2-15,0 0 0 0,-3-6-13 0,3 6-4 16,-6 3 0-16,3 0 0 0,-3 4-35 0,0 4-13 16,-2 5 9-16,-4 2-9 0,3 4 0 0,-3 4 0 15,3 3 0-15,-3 3 0 0,-3 2 0 0,6 1 0 16,-3-1 8-16,6 1-8 0,-6 2 0 0,6 0 0 16,0 0 0-16,4 2 0 0,-4-4 0 0,3 2 0 15,3-3 0-15,0-5 0 16,3-2 0-16,0-3 0 0,0-1 0 0,-1-1 0 0,4-4-9 15,0 1 9-15,0-1 0 0,6 3 0 0,-3-8 0 0,3 1 0 16,0-4 0-16,3-2 0 0,-3 0 0 0,0-3 0 16,3-5 0-16,-4 3 0 0,1-3 0 0,3 0 0 0,-3-3 0 15,0 1-10 1,0-1-24-16,-3-2-5 0,3-3-1 0,-3 3-1032 0</inkml:trace>
  <inkml:trace contextRef="#ctx0" brushRef="#br1" timeOffset="8636.25">9778 7432 403 0,'0'0'36'0,"-3"-5"-36"16,3-3 0-16,0 3 0 0,3-1 265 0,-3 1 47 15,0-3 8-15,0 3 3 0,0 0-156 0,0 5-31 16,0-6-7-16,-3 1-1 0,3 5-51 0,0 0-10 15,0 0-3-15,0 0 0 0,-3-3-25 0,3 3-6 16,0 0-1-16,-3 8 0 0,0 0-32 0,0 0 0 16,-3 5 0-16,3 3 0 0,0 0 0 0,0 5 0 15,0-2 0-15,0 2 0 0,3-3 0 0,-3 6 0 0,3-3 0 16,0 1 0-16,3-1 0 0,-3-3-12 0,3 3 0 16,0-2 0-1,3-3-42-15,0-3-8 0,3-2-2 0,0-1 0 16,-3-2 20-16,3-3 4 0,0-2 1 0,0 0 0 0,-3-3 15 0,3 0 4 0,-1-6 0 0,1 4 0 15,0-6 46-15,0 0 10 0,0-3 1 0,0-2 1 16,-3 3-4-16,0-4-1 0,-3-2 0 0,0 1 0 16,0 4 22-16,-3-2 4 0,0 2 1 0,0 1 0 15,0-1-13-15,0 0-3 0,0 3 0 0,-3 1 0 16,0 1-33-16,3 6-11 0,0 0 0 0,0 0 0 16,-3-2 9-16,3 2-9 0,0 0 0 0,-3 8 9 15,-3 2-9-15,6-2 0 0,0 3 0 0,3-1 0 0,0 1-9 16,0 2 9-16,6-2 0 0,-3-1 0 0,0 1-15 0,-6-1 4 15,0 4 1-15,3-6 0 16,9-1-23-16,0-1-5 0,-3-6-1 0,-1 2 0 0,1-2 29 16,3 0 10-16,0-2 0 0,0-4-9 0,0-1 17 0,-3-1 3 15,3-3 1-15,-3 0 0 0,3-2 41 0,-6 0 9 16,3 2 2-16,-3-4 0 0,0-1-10 0,-4 2-2 16,1-4 0-16,0 5 0 0,0-3-6 0,-3 0-2 15,0-3 0-15,0 4 0 0,0-4-36 0,0 3-8 16,-3 0 0-16,0 3 0 0,3 2 0 0,-3 1 0 15,1 5 0-15,2-1 0 16,0 6-64-16,0 0-15 0,0 0-3 0,0 0-1 16,0 0-138-16,0 8-28 0,-3 8-6 0,6 3-666 0</inkml:trace>
  <inkml:trace contextRef="#ctx0" brushRef="#br1" timeOffset="9107.28">10227 7633 403 0,'0'0'17'0,"0"0"5"0,0 0-22 0,0-5 0 0,0 5 0 0,3-5 0 16,-3-1 364-16,3 4 69 0,0-4 14 0,0 4 2 16,0-1-281-16,3-2-57 0,-3 2-11 0,3-2-3 15,-3 2-42-15,3 1-9 0,-6 2-2 0,3-3 0 0,-3 3-25 0,0 0-6 16,0 0-1-16,9 0 0 0,-9 0-12 0,0 0 0 15,0 0 0-15,6 5 0 0,0 1 0 0,-3-1 0 16,0 5 0-16,-3-2-10 0,0 3-8 0,0 0-2 16,-6-1 0-16,3 3 0 15,-6-2-25-15,6 2-6 0,-3 3-1 0,0-3 0 16,0 3 2-16,0 0 0 0,0 0 0 0,3 0 0 16,-3-3 34-16,0 0 8 0,0 0 8 0,0 1-13 0,0-1 13 15,4-3 0-15,-1 1 0 0,0-3 0 0,3-8 8 0,0 0 4 16,0 0 0-16,0 0 1 0,0 0 25 0,0 0 5 15,8 3 1-15,-2-3 0 0,3 0-20 0,-3-3-3 16,0 0-1-16,0 1 0 0,3-1 14 0,0-2 2 16,0-1 1-16,3 4 0 0,-3-3-18 0,6-3-4 15,0 2-1-15,0 1 0 0,-4 0-14 0,-2-1 0 16,0 4 8-16,0-1-8 0,3-2 22 0,-3 5 2 16,0-3 0-16,0 6 0 0,0-3-24 0,-3 0 0 0,-6 0 0 15,9 0 0 1,-9 0-19-16,0 0-8 0,3-3-1 0,-3 3-1 15,9 3-23-15,-9-3-5 0,0 0-1 0,0 0 0 16,3 2-140-16,-3-2-28 0,0 0-6 0,0 0 0 0</inkml:trace>
  <inkml:trace contextRef="#ctx0" brushRef="#br1" timeOffset="10627.96">9727 7242 576 0,'0'0'51'0,"0"0"-41"0,0 0-10 0,0 0 0 0,0 0 156 0,0 0 28 16,0 0 7-16,0 0 1 0,0 0-103 0,0 0-20 15,0 0-4-15,6-6-1 0,0 4 0 0,3-4 0 16,-6 4 0-16,6-1 0 0,0 0 0 0,3 1 0 15,-3-1 0-15,3 1 0 0,3-1-16 0,-1 0-4 16,1 1-1-16,0-1 0 0,-3 3-18 0,3 0-3 16,-3-3-1-16,6 3 0 0,3 0-21 0,-6 0 0 15,2 0 0-15,1 0 0 0,-3-2 0 0,0 2 0 16,0 0 0-16,0 0 0 0,-3 0 0 0,0 0 0 16,-1 2 0-16,-2-2 0 0,0 0 0 0,0 3 0 15,-3-3 0-15,0 3 0 0,-6-3 0 0,0 0 0 16,0 0 0-16,9 0 0 0,-9 0 0 0,0 0 0 0,0 0 0 15,0 0 0-15,0 0 0 0,0 0 0 0,0 0 0 0,0 0 0 16,0 0 0-16,0 0-16 0,0 0 2 0,0 0-627 16,0 0-126-16</inkml:trace>
  <inkml:trace contextRef="#ctx0" brushRef="#br1" timeOffset="11310.47">10567 7506 748 0,'0'0'33'0,"0"0"7"0,0 0-32 0,0 0-8 0,0 0 0 0,0 6 0 0,0 1 168 0,0-1 31 15,0-1 6-15,0-5 2 0,0 8-99 0,3 0-20 16,-3-3-4-16,3 3-1 0,-3-8-40 0,0 5-8 16,0-5-2-16,0 8 0 0,0-8 19 0,0 0 3 15,0 0 1-15,0 0 0 0,3 6 3 0,-3-6 1 16,0 0 0-16,0 0 0 0,0 0 3 0,0 0 1 15,0 0 0-15,0 0 0 0,0 0-10 0,0 0-2 16,0 0 0-16,0 0 0 0,0 0-28 0,0 0-7 16,3-6-1-16,0 4 0 0,0-4-6 0,-3 6-2 15,0-5 0-15,0 5 0 0,0 0-8 0,0 0-11 16,-3-8 3-16,3 8 0 16,0 0-100-16,0 0-19 0,0 0-4 0,0 0-983 0</inkml:trace>
  <inkml:trace contextRef="#ctx0" brushRef="#br1" timeOffset="17068.82">10861 7427 806 0,'-3'0'72'0,"3"0"-58"15,-3-3-14-15,3 3 0 0,-3-2 105 0,3-1 19 0,0 0 3 0,0 3 1 16,-3 0-52-16,1-2-9 0,-1-1-3 0,0 0 0 15,3 3 52-15,-3 0 9 0,-3-2 3 0,0 2 0 16,3 2-103-16,-3-2-25 0,0 6 0 0,0-4 0 16,6-2 44-16,0 8 4 0,-3 3 1 0,0-3 0 15,0 2-29-15,-3 4-7 0,6-1-1 0,-6 3 0 16,3 0-12-16,0-1 0 0,0 4 8 0,0 2-8 16,3 0 0-16,0 0 0 0,0 1 0 0,3 1 0 15,-3-4 17-15,3-1 1 0,0 1 0 0,3-3 0 16,0 0-29-16,-3-3-5 0,3 0-2 0,-3-2 0 15,9-3 5-15,0 0 1 0,-3-3 0 0,2 0 0 16,1-5 12-16,0-2 10 0,3-1-2 0,0 0 0 16,0-2-8-16,0-3-11 0,-3 0 3 0,3 0 0 0,-6-2 32 15,5-1 6-15,-5-2 2 0,0 0 0 0,0 2-16 16,-3-2-4-16,3-3 0 0,-3-3 0 0,0 6 32 0,-3-3 7 16,0-2 1-16,0 2 0 0,0-3-26 0,-3 3-5 15,0-2-1-15,0 2 0 0,0 0-6 16,-3 0-2-16,0 0 0 0,-3 1 0 0,3 1 16 0,-3 1 4 15,0 0 0-15,0 2 0 0,-3 1-32 0,3-1 0 16,-3 1 0-16,0-1 0 0,1 0 0 0,-1 3 0 16,-3 3 0-16,0 2 0 0,3-2 0 0,-3 3 0 15,0 2 0-15,0-3 0 0,3 3 0 0,-3 3 0 16,3-1 0-16,0 1 0 16,3 2-63-16,1 0-15 0,-1 1-3 0,3-1-1 15,0 0-89-15,-3 1-17 0,3 2-4 0,0-1-691 0</inkml:trace>
  <inkml:trace contextRef="#ctx0" brushRef="#br1" timeOffset="17867.56">11320 7599 691 0,'6'0'61'0,"-6"0"-49"0,0 0-12 0,0 0 0 0,0 0 136 0,0 0 25 15,-6 2 5-15,6-2 1 0,0 0-37 0,0 0-7 16,0 0-2-16,0 0 0 0,0 0-51 0,0 0-10 15,0 0-3-15,0 0 0 0,9-2-10 0,-3-1-3 16,0 1 0-16,6-1 0 0,-4 0-13 0,4 1-3 16,3-4-1-16,-3 4 0 0,6-4-27 0,-3 4 0 15,0-4 0-15,3 1 0 0,0-3 40 0,-4 6 2 16,1-1 1-16,0-2 0 0,3-1-28 0,-3 4-6 16,0-1-1-16,3-2 0 0,-3 5-8 0,-1-3 0 15,-2 0 0-15,3 3 0 0,0 0-12 0,-3-2 1 16,-3 2 1-16,-3 0 0 15,0 2-32-15,3-2-6 0,-9 0-2 0,6 0 0 16,-6 0-38-16,0 0-7 0,0 0-1 0,0 0-483 16,6 6-96-16</inkml:trace>
  <inkml:trace contextRef="#ctx0" brushRef="#br1" timeOffset="18191.78">11492 7432 1602 0,'0'0'35'0,"-3"-5"7"0,3-3 2 0,-2 3 1 0,2-1-36 0,-3 1-9 0,3 0 0 0,-3-1 0 0,3 6 96 0,0-2 16 16,-6-3 4-16,6 5 1 0,0 0-41 0,0 0-9 16,0 0-2-16,0 0 0 0,0 0-33 0,-3 2-6 15,0 3-2-15,3 3 0 0,-3 0-2 0,3 0-1 16,0 3 0-16,0-1 0 0,0 4-21 0,3-1 0 15,-3 3 0-15,0 0 0 0,0 2 18 0,3-2-1 16,-3 3 0-16,0-1 0 0,3 1-17 0,-3-4 0 16,3 4 8-16,0 0-8 0,0-4 0 0,0 1 0 15,-1-3 0-15,1 3 0 0,0-5 0 0,0 2 0 16,3-2 0-16,-3-3 0 16,0 0-28-16,3 0-10 0,-3-3-2 0,3 0 0 15,0 0-118-15,-3-2-24 0,9 5-5 0,-12-8-1 0</inkml:trace>
  <inkml:trace contextRef="#ctx0" brushRef="#br1" timeOffset="18940.04">12052 7408 1324 0,'0'0'59'0,"0"0"12"0,0 0-57 0,0-2-14 0,-3-4 0 0,3 6 0 0,0 0 107 0,0 0 18 15,-3-5 4-15,0 0 1 0,3 5-33 0,0 0-6 16,-3-5-2-16,3 5 0 0,0 0-29 0,0 0-7 16,0 0-1-16,0 0 0 0,-3 5-36 0,0 0-8 15,3 3-8-15,-3 3 11 0,0-1-11 0,0 1 0 16,6 2 0-16,-3-2 8 0,3 2-8 0,-3 0 0 0,0 0 0 15,6-2 0-15,-3 2 0 0,0-2-11 16,0-1 3-16,0-2 0 16,3 0-32-16,0-3-7 0,3-2-1 0,-3 2 0 15,0 3-16-15,3-5-3 0,3 0-1 0,-3-6 0 0,0 0 35 0,-3 1 6 0,2-4 2 0,1 4 0 16,-3-4 25-16,0 1 16 0,0-3-3 0,-3 3 0 16,-3-3 25-16,3-3 5 0,0 3 1 0,0-2 0 15,0 2 21-15,0-3 5 0,-6 3 1 0,3 0 0 16,-3 3-40-16,3 0-8 0,-3 0-2 0,0-1 0 15,0 4-7-15,3 2-2 0,0 0 0 0,0 0 0 16,-6 2-12-16,6-2 0 0,-6 6 0 0,3 2 0 16,0-3 0-16,3 3 0 0,3 0 0 0,-3 2 0 0,3-2 10 15,3 0 2-15,0 3 1 0,3-3 0 0,-6 0-23 16,3-3-5-16,0 0-1 0,3-2 0 0,3 2 5 16,0-2 1-16,0-1 0 0,0-2 0 0,2 0 10 15,1-2 0-15,-3-1 0 0,0-5 0 0,0 3 0 0,0-3 0 16,-3 3 9-16,0-3-9 0,3-3 40 0,-6 3 0 15,0 0 1-15,0-2 0 0,0-4-7 0,-3 1-2 16,0 0 0-16,-3 0 0 0,0-3 0 0,-3 0 0 16,3 3 0-16,-3-3 0 0,3-3-19 0,-3 4-4 15,0 1-1-15,3 1 0 0,-6 5-8 0,3-2 0 16,0 2 0-16,3 2 0 16,-3 1-40-16,3 5-9 0,0 0-3 0,0 0 0 15,0 0-204-15,0 0-42 0,0 0-8 0,0 16-2 0</inkml:trace>
  <inkml:trace contextRef="#ctx0" brushRef="#br1" timeOffset="19398.23">12478 7474 1796 0,'0'0'40'0,"0"0"8"0,0 0 1 0,0 0 1 0,0 0-40 0,0 0-10 0,0 0 0 0,6-2 0 16,-3-3 77-16,3-1 14 0,-3 4 2 0,3-4 1 15,-3 1-22-15,3 2-5 0,-4-2-1 0,4 0 0 16,0 2-18-16,-6 3-3 0,9-5-1 0,-3 0 0 16,-6 5-25-16,9-3-6 0,-9 3-1 0,9 0 0 15,-9 0-12-15,6 0 0 0,0 3 0 0,0 2 0 16,-3 0 0-16,-3 0 0 0,3 1 0 0,0 2 0 16,-3 0 0-16,0 0 0 0,0 2-9 0,-3 1 9 15,-3 2-48-15,-3 3-3 0,3 0-1 0,-3 0 0 16,0-1 10-16,0 1 2 0,0 0 0 0,3 0 0 15,-2 0 7-15,2-3 1 0,0 0 1 16,3-2 0-16,0 0 22 0,3 2 9 0,-3 0-8 0,0-2 8 0,0-1 0 0,3 1 0 16,-3-3 0-16,0 0 0 0,3-3-12 0,0 0 4 15,0-5 0-15,0 0 0 0,0 0 8 0,0 0 14 16,0 0-3-16,0 0-1 0,0 0 26 0,9 0 4 16,-3 0 2-16,0 0 0 0,3-2-24 0,-4-1-5 15,1 3-1-15,3-5 0 0,-3 2-1 0,3-2-1 16,0 5 0-16,-3-3 0 0,3-2 1 0,0 5 0 15,0-3 0-15,0 0 0 0,0 1-11 0,0-3 0 16,-3 2 0-16,3 0 8 0,3 3-17 0,-1-5-4 16,-2 2-1-16,0 1 0 15,0-1-159-15,0 6-32 0,6-6-7 0,-15 3 0 0</inkml:trace>
  <inkml:trace contextRef="#ctx0" brushRef="#br1" timeOffset="19605.29">12886 7578 2005 0,'0'0'88'0,"0"0"20"0,0 0-87 0,0 0-21 0,0 0 0 0,0 0 0 16,0 0 111-16,0 0 17 0,0-6 4 0,0 6 1 0,0-8-69 0,0 8-13 16,0-5-3-16,0 5-1 0,3-3-30 15,-3 3-5-15,3-5-2 0,-3 5 0 0,0 0-10 0,0 0-14 16,0 0 3-16,0 0 1 15,0 0-122-15,0 0-24 0,5 0-4 16</inkml:trace>
  <inkml:trace contextRef="#ctx0" brushRef="#br1" timeOffset="20636.56">13094 7350 345 0,'0'0'15'0,"0"0"4"0,0 0-19 0,0 0 0 0,3-3 0 0,-3 3 0 16,3-2 145-16,0-3 26 0,-3-1 5 0,0 4 0 16,0 2-54-16,0 0-11 0,0-6-3 0,0 4 0 15,0 2-20-15,0-6-5 0,0 1-1 0,0 5 0 16,0 0-10-16,0 0-1 0,0 0-1 0,0-5 0 15,0 5-13-15,0 0-2 0,0 0-1 0,0 0 0 16,0 0-11-16,0 0-3 0,0 0 0 0,0 0 0 16,-3 5-16-16,0 3-4 0,0 3-1 0,0-1 0 15,0 3-19-15,0 3 0 0,-3 0 0 0,3 0 0 16,3 0 0-16,-3 0 0 0,3-3 0 0,0 3 0 16,0 0 0-16,0-6 0 0,3 4-12 0,3-1 3 15,-3-5-28 1,0 2-6-16,0 1-1 0,0-6 0 0,3 0-14 0,0 1-3 15,6-4-1-15,-3 1 0 0,0-3 25 0,3 0 5 0,-1-3 0 16,1-2 1-16,-3 0 31 0,0 0 0 0,0-1 0 0,0 1 0 0,-3-3 23 16,3 0-3-16,-3 0 0 0,0 0 0 0,-3 0 24 15,-3-2 4-15,3 2 0 0,-3 0 1 0,3-3 3 0,-3 3 0 16,-6 3 0-16,6 0 0 0,0-1-26 0,-3 4-5 16,3 2-1-16,0-6 0 0,0 6-12 0,0 0-8 15,0 0 8-15,0 0-8 0,-6 6 0 0,0-1 0 16,6 3 0-16,-3-3 0 0,0 3 0 0,3 3 0 15,3-3 0-15,0 0 0 0,0 2 0 0,0-2 0 16,3 0 0-16,0 0-8 0,0 0 0 0,3-3 0 16,0 1 0-16,0-1 0 0,-4 0 8 0,4-5-8 15,0 3 8-15,0-6-8 0,0 3 8 0,0-2 0 16,0-1 0-16,0-2 0 0,0-1 0 0,-3-2 0 0,3 0 8 16,-3 3-8-16,0-3 20 0,0-2 0 0,0-1 0 15,0 0 0-15,-3-2 29 0,0 0 6 0,2 0 1 16,-2 0 0-16,0-3-33 0,-3 2-7 0,0-1 0 0,0 4-1 15,0-2-15-15,0 0 8 0,0 2-8 0,0 3 0 16,3 0 0-16,-3 8-16 0,0 0 1 0,0 0 1 16,0 0-107-1,0 0-22-15,0 0-4 0,0 0-855 0</inkml:trace>
  <inkml:trace contextRef="#ctx0" brushRef="#br1" timeOffset="21119.85">13481 7480 806 0,'0'0'36'0,"0"0"7"0,0 0-35 0,0 0-8 0,0 0 0 0,6-3 0 0,-6 3 238 0,9-5 46 15,-3 0 8-15,3-1 3 0,0-2-150 0,-3 3-29 16,-3 0-7-16,0-1-1 0,2 4-36 0,4-4-7 16,-3 1-1-16,0 0-1 0,0 2-40 0,-6 3-8 15,0 0-2-15,6 0 0 0,3-2-13 0,-6 2 0 16,-3 0 0-16,0 0 0 0,9 5 9 0,-9-5-9 15,0 5 8-15,0 3-8 0,0 0-8 0,-3 0-8 16,-3 0 0-16,0 3-1 16,-3-4-28-16,3 1-6 0,0 0-1 0,0 3 0 15,-3-6 9-15,6 3 2 0,6 0 0 0,-3-3 0 0,0 3 22 0,0-8 5 16,0 0 1-16,-3 6 0 0,3-6 13 0,0 0 0 0,0 0 0 16,0 0 10-16,0 0-10 0,0 0 0 0,0 0 0 15,0 0 8-15,0 0 5 0,0 0 1 0,0 0 0 16,0 0 0-16,3-6 6 0,3 1 0 0,0 0 1 0,3 2 0 15,-3-2-8-15,0 0-1 0,3-1-1 16,0 4 0-16,-3-1 1 0,3 0 0 0,-3 1 0 0,0 2 0 16,3-3-2-16,-9 3 0 0,0 0 0 0,6 5 0 15,0-2 18-15,-6-3 3 0,3 5 1 0,3 3 0 16,-6 0-32-16,3 0 0 0,-3 0 0 0,0 3 0 16,0-4 0-16,0 4 0 0,-3 2 0 0,3 1 0 15,-3-4 0-15,0 3 0 0,-6-2 0 0,6 2 0 16,-6-2-10-16,3-1-8 0,0 4-2 0,-3-4 0 15,3 1-13-15,0-6-3 0,0 3-1 16,3-3 0-16,3-5-114 0,-3 3-22 0,-9 0-5 16,12-3-1-16</inkml:trace>
  <inkml:trace contextRef="#ctx0" brushRef="#br0" timeOffset="27815.45">13695 7104 1497 0,'0'0'32'0,"0"0"8"0,-3-3 0 0,3 3 4 0,0 0-36 0,0 0-8 0,0 0 0 0,0 0 0 15,0 0 87-15,0 0 15 0,0 0 3 0,0 0 1 16,0 0-67-16,0 0-14 0,0 0-2 0,9 0-1 15,0 0 35-15,0 0 7 0,0 6 2 0,-3-4 0 16,3 4-54-16,0 2-12 0,0-3 0 0,3 8 0 0,-3-5 23 16,-1 5 7-16,1 0 2 0,3 6 0 15,-3-3-52-15,3 5-9 0,-3-2-3 0,0 2 0 16,-3 3 32-16,3-1 0 0,-3 1 0 0,-3 0 0 0,3 0 0 16,-3 0 10-16,-3-3 0 0,3 3 0 15,-3-3-33-15,0 0-6 16,-3 0-2-16,0 0 0 0,0 0 11 0,0-2 3 0,0-1 0 0,-3 1 0 0,-3 2 17 15,3-5 0-15,-3 3 0 0,0-4 0 0,0-1 0 0,0-1 0 16,-3 0 0-16,3 0 0 0,-2-2 9 0,2 2 3 16,-3-5 0-16,0 3 0 0,3-6 0 0,0 0 0 15,0 1 0-15,0-1 0 0,0 0 0 0,0-2 1 16,3-1 0-16,-3-2 0 0,3 3-13 0,3-3 0 16,-3 0 0-16,6 0 0 15,0 0-48-15,0 0-13 0,0 0-3 0,0 0-844 0</inkml:trace>
  <inkml:trace contextRef="#ctx0" brushRef="#br0" timeOffset="28599.18">14180 7559 748 0,'0'0'33'0,"0"0"7"0,0 0-32 0,0 0-8 0,-3 0 0 0,3 0 0 0,0 0 168 0,0 0 32 16,0 0 7-16,0 0 1 0,0 0-116 0,0 0-22 15,0 0-5-15,0 0-1 0,6 0 0 0,0-3 0 16,3 1 0-16,0-1 0 0,0 3 0 0,0 0 0 15,6-2 0-15,-3-1 0 0,0 3-12 0,3 0-2 16,-3-3-1-16,5 1 0 0,1-1-27 0,3 0-6 16,-3 1 0-16,3-1-1 0,0 0 2 0,0 1 1 15,-1-1 0-15,4 0 0 0,-3-2-29 0,0 5-5 16,0-2-2-16,-3-1 0 0,-1 0 18 0,1 3 0 16,-3 0 0-16,-3-2 0 15,3 2-34-15,-3 0-3 0,-3 0-1 0,3 0 0 16,-3 0-30-16,-3 2-5 0,-6-2-2 0,0 0 0 15,0 0-116-15,6 0-23 0,-6 0-5 0,14 0-1 0</inkml:trace>
  <inkml:trace contextRef="#ctx0" brushRef="#br0" timeOffset="28973.08">14469 7347 1566 0,'0'0'34'0,"-3"-5"7"0,-3 0 2 0,3 2 1 0,0 1-35 0,3 2-9 0,0 0 0 0,0 0 0 0,0 0 104 0,0 0 18 16,0 0 4-16,3-6 1 0,-3 6-50 0,0 0-9 16,0 0-3-16,0 0 0 0,0 0-23 0,0 0-5 15,-6 3-1-15,6-3 0 0,0 0-8 0,3 8-1 16,-6 0-1-16,6 2 0 0,-3-2-34 0,0 6-8 15,-3-1 0-15,3 0-1 0,0 3 38 0,3 0 8 16,-3 0 2-16,0 2 0 0,0 1-31 0,-3-1 8 16,3-2-8-16,-3 3 0 0,0-1 0 0,0 1 0 15,6-1 0-15,-3 1 0 0,0-1 0 0,0-2 0 16,0-3-8-16,-3 3 8 0,3-3-13 0,0 1 4 16,0-1 1-16,-3-3 0 15,3 4-30-15,0-6-6 0,3 0 0 0,-3 0-1 16,6-1-11-16,-6-1-3 0,0-6 0 0,0 0 0 15,0 0-141-15,3 2-28 0,-3-2-5 0,15 0-2 0</inkml:trace>
  <inkml:trace contextRef="#ctx0" brushRef="#br0" timeOffset="29849.4">15082 7408 1497 0,'0'0'66'0,"0"-5"14"0,0 5-64 0,0-8-16 0,3-2 0 0,-6-1 0 16,3 0 105-16,0 1 18 0,0-1 3 0,0 1 1 15,0 2 1-15,0 0 1 0,-3 0 0 0,3 2 0 16,0 6-52-16,-3-5-10 0,3 5-3 0,0 0 0 16,-3 0-51-16,-2-2-13 0,-1-1 0 0,0 6 0 15,0 2 0-15,0 3 0 0,0 2 0 0,0 4 0 16,0-1 0-16,0 3 0 0,0 2 0 0,3-2 0 15,-3 3 0-15,0-4 0 0,3 4 0 0,3-3 0 16,0 0 13-16,0 0 0 0,3-3 0 0,0 3 0 16,0-6-49-16,3 4-11 15,3-4-1-15,0-2-1 0,0 0-35 0,0-3-6 0,0 1-2 16,0-4 0-16,2 1 74 0,-2-3 18 0,0-3 0 0,3 1 0 0,0-1-12 16,-3-2 2-16,-3-1 0 0,3-2 0 0,0 0 41 0,-6-2 8 15,3 2 1-15,-3-3 1 0,3 1 9 0,-3-1 2 16,0 3 0-16,-3-2 0 0,3-1-16 0,-3 1-4 15,0 2 0-15,0 0 0 0,0-3 7 0,0 6 1 16,0 5 0-16,0 0 0 0,0 0-29 0,0 0-11 16,0 0 8-16,0 0-8 0,0 0 0 0,-3 5 0 15,3 3 0-15,3 0 0 0,-3 3 0 0,0-4 0 16,3 4 0-16,0-3 0 0,3 3-19 16,0-1 4-16,-4-2 1 0,4 3 0 15,0-6-10-15,3 3-1 0,0 0-1 0,0-3 0 0,3 0 14 0,0-5 4 16,0 3 0-16,0-3 0 0,3-3 8 0,-3 1-12 15,0-1 12-15,-1-2-12 0,-2-3 12 0,3 0 11 16,0 0-3-16,0 0 0 0,0-2 24 0,0-1 5 0,-6 0 1 16,3-2 0-16,0 0-5 0,-3 0-1 15,-3-3 0-15,0 0 0 0,3-3 7 0,-3 1 1 0,-3-1 0 16,2 1 0-16,-2 2-27 0,0 0-5 0,0 0 0 0,-2 3-8 16,-1-3 8-16,3 6-8 0,-3-1 0 0,-3 6 0 31,3 2-22-31,3 3-11 0,0-5-3 0,0 5 0 0,0 0-73 15,0 0-15-15,-3 8-4 0,3-8-648 0,0 8-131 0</inkml:trace>
  <inkml:trace contextRef="#ctx0" brushRef="#br0" timeOffset="30179.09">15579 7509 1638 0,'-2'-3'72'0,"2"3"16"0,0 0-71 0,0 0-17 0,-3-2 0 0,3 2 0 0,0-6 116 0,0 1 19 15,0 5 4-15,0-5 1 0,0 5-29 0,0 0-6 16,0 0-1-16,0 0 0 0,0 0-38 0,0 0-8 16,0 0-2-16,0 0 0 0,0 0-35 0,0 0-7 15,0 0-2-15,0 8 0 0,0 2-12 0,0-2 0 16,0 3 0-16,0-3 0 0,-3 2 9 0,0 1-1 15,3 2 0-15,-3 3 0 0,0-5-8 0,0 2 0 16,0 3 0-16,0 0 0 0,0-6 0 0,0 3 0 16,3 1 0-16,-3-1 0 0,0-5 0 0,0-3 0 15,3 6 0-15,-3-3 0 0,3-1 0 0,-3-1 0 0,3-1 0 16,0-2 0-16,0 2-14 0,0 0-5 0,0-5-1 16,0 0 0-1,0 0-214-15,0 0-43 0</inkml:trace>
  <inkml:trace contextRef="#ctx0" brushRef="#br1" timeOffset="50109.52">16237 7382 1375 0,'0'0'60'0,"0"-8"14"0,0 3-59 0,0-3-15 0,3 0 0 0,-3 8 0 15,3-6 96-15,-3-1 16 0,3 4 3 0,-3 3 1 16,0 0-6-16,0-8-1 0,0 8 0 0,0-8 0 15,3 3-45-15,-3 5-10 16,0 0-2-16,0 0 0 0,0 0-16 0,0 0-3 0,-3 5-1 0,0 3 0 16,3 3-32-16,-3 2 0 0,-3 0 0 0,3 3 0 15,-3 2 0-15,3 1 0 0,0-3 0 0,1 2 0 16,-1-2-30-16,3 0-10 16,0 0-1-16,3 0-1 0,-3 0-9 15,2-3-1-15,4 0-1 0,0-2 0 0,0-3-6 16,3 2-1-16,-3 1 0 0,0-6 0 0,-6-5 31 0,9 3 5 0,3-1 2 0,-3-4 0 15,0-1 22-15,0-2 0 0,3 0 0 0,0-3 0 16,-3 0 25-16,-1 0 3 0,1-3 1 0,-3 1 0 16,3-1 18-16,-3 3 3 0,-3-3 1 0,3 4 0 0,-3-1-31 0,-3 2-5 15,0 1-2-15,0 5 0 0,0-5 22 0,0 5 4 16,0 0 1-16,0 0 0 0,-3-3-27 0,3 3-5 16,0 3 0-16,-3 2-8 0,0 3 0 0,0-3 0 15,3 3 0-15,3 0 0 0,0 0 16 0,0 0 2 16,0-3 1-16,3 3 0 15,3 0-67-15,-3-3-12 0,0-2-4 16,6 2 0-16,-3-5 64 0,0 3 0 0,0 0 16 0,3-6-3 0,-4 0-13 0,4 1 8 16,-3-4-8-16,0 1 0 0,0-3 45 0,0-2 3 15,-3 2 1-15,3-3 0 0,-3 3 12 0,0 0 3 16,0-2 0-16,-3-1 0 0,-3-2-52 0,3 2-12 16,3-2 0-16,-6 0 0 0,0 0 0 0,-3-1 0 15,6 1 0-15,-3 0 0 0,-3 2 0 0,3 3 0 16,-3 0 0-16,3 0 0 0,-3 3 0 0,3 5 0 0,0 0 0 15,0 0 0 1,0 0-151-16,0 0-33 0,0 0-6 0,0 0-795 0</inkml:trace>
  <inkml:trace contextRef="#ctx0" brushRef="#br1" timeOffset="50500.44">16696 7538 1389 0,'0'0'61'0,"0"0"14"0,0 0-60 0,0 0-15 0,9-3 0 0,-3 1 0 0,-6 2 113 0,0 0 20 16,9-6 4-16,0 4 1 0,-9 2-50 0,5-3-9 15,4 0-3-15,-9 3 0 0,0 0-54 0,0 0-11 16,9 3-3-16,0 0 0 0,0-3 19 0,-9 0 3 16,0 0 1-16,3 8 0 15,6 0-50-15,-9 0-9 0,-9-1-3 0,3 1 0 0,3 3 17 0,0 0 3 16,-3 2 1-16,-6 0 0 15,0 3-38-15,1 0-7 0,2 0-1 0,-6-3-1 16,0 3-3-16,0-3-1 0,9-5 0 0,-3 3 0 16,-3 2 49-16,6 0 12 0,0-5 0 0,3 3 0 0,0-4 0 0,0-1 0 15,3-6 0-15,3 5 0 0,3-2 44 0,-3 2 12 16,-3-5 3-16,9 0 0 0,0 0-43 0,3-3-16 16,0 3 11-16,3-2-11 0,6-4 57 0,-6 1 6 15,-7 2 1-15,4-2 0 0,-3 0-52 0,3 0-12 16,6-1 0-16,-6 1 0 0,-3 0 0 0,6-1 0 15,3 4 0-15,-6-4 0 0,-6 4 0 0,2-3 0 0,4 2 0 16,0 0 0 0,-6 1-151-16,-6 2-33 0,6-11-6 0,-6 11-2 0</inkml:trace>
  <inkml:trace contextRef="#ctx0" brushRef="#br1" timeOffset="51063.28">16243 7186 806 0,'3'3'72'0,"-3"-3"-58"0,0 0-14 0,0 0 0 16,0 0 148-16,0 0 26 0,0 0 6 0,3 0 0 16,0-3-84-16,0 3-16 0,0-3-4 0,3 1-1 15,-3 2-9-15,6-3-2 0,-3 0 0 0,6 1 0 16,-3 2 18-16,3-3 3 0,0 1 1 0,3-4 0 15,-1 4-36-15,-2-1-7 0,6 0-2 0,0 3 0 16,-3-2-11-16,0-1-2 0,0 0-1 0,3 3 0 16,-4-5-13-16,1 5-2 0,-3-3-1 0,6 3 0 15,-3-2-11-15,0 2 8 0,-3-3-8 0,0 1 8 16,3 2-8-16,-4-3 0 0,-2 3 0 0,3 0 0 16,0 0-24-16,0 0-3 0,0-3-1 0,-3 3 0 15,0 0-140-15,0-2-29 0</inkml:trace>
  <inkml:trace contextRef="#ctx0" brushRef="#br1" timeOffset="51649.15">17095 7406 1267 0,'0'0'28'0,"0"0"5"0,9 2 2 0,-9-2 1 0,0 0-36 0,0 0 0 0,0 0 0 0,0 0 0 0,-6 8 58 0,6-2 5 16,0-6 1-16,0 7 0 0,6 1 0 0,-6-2 0 15,0 2 0-15,0-3 0 0,0 0 0 0,0-5 0 16,0 8 0-16,0-3 0 0,3 1-1 0,-3-6 0 16,-3 8 0-16,3-8 0 0,3 5-8 0,-3-5-2 15,0 0 0-15,0 0 0 0,0 0 3 0,0 0 1 16,0 0 0-16,0 0 0 0,0 0-30 0,0 0-7 15,6-3 0-15,-6 3-1 0,0 0-19 0,0 0 0 0,5-5 0 16,1 0 0-16,-3 2 0 0,-3 3 0 16,-3-3 0-16,3 3 0 15,3-7-99-15,-3 1-23 0,-6 1-5 0,3 2-922 0</inkml:trace>
  <inkml:trace contextRef="#ctx0" brushRef="#br1" timeOffset="57420.21">17389 7318 748 0,'0'0'33'0,"0"0"7"0,3-5-32 0,-3 5-8 0,-3-5 0 0,6-1 0 16,-3-1 251-16,3-1 48 0,0 2 9 0,-3 1 3 15,0 5-178-15,-3-5-35 0,3-1-7 0,-3 1-2 16,-3 5-20-16,6 0-4 0,0 0-1 0,0 0 0 16,-9 5-51-16,3 1-13 0,6 4 0 0,-2 1 0 15,-1 5 0-15,-3 0 0 0,3 0 0 0,0 2 0 16,0 3 0-16,0-2 0 0,-3-1 8 0,9 1-8 15,3-1-25-15,0 1-8 0,-6-3-2 16,3 0 0-16,6-3-48 0,-4 0-9 16,1-2-3-16,3-1 0 0,0-2 76 0,-3 0 19 0,0-3 0 0,3-2 0 15,-3-3-28-15,0 0-3 16,3-3 0-16,-3 1 0 0,-6 2 55 0,6-8 10 0,3 0 2 0,0 0 1 0,-6-3 17 16,3 1 3-16,0-1 1 0,-3 1 0 0,0-4 0 15,0 4 0-15,0-1 0 0,-1 1 0 0,4-1-42 16,-3 3-8-16,-6 0-8 0,0 3 12 0,3 5 23 0,0 0 5 15,0 0 0-15,0 0 1 0,0 0-30 0,0 0-11 16,0 0 0-16,0 5 9 0,-3 3-9 0,3 0 0 16,3 3 0-16,0-3-11 0,-6-1-7 0,6 4-2 15,3-3 0-15,0 0 0 0,-6-8 0 0,6 8 0 16,3-3 0-16,6 0 0 0,0-2 8 0,-3 0 0 16,-6-3 1-16,6-3 0 0,3 0 11 0,-6-2 0 15,-6-3 0-15,5 3 0 0,7-6 25 0,-3 1 11 16,-9-3 1-16,3-1 1 0,3 1 8 0,-3-3 2 15,3 0 0-15,-6-2 0 0,-3-3 4 0,3 2 2 16,0-2 0-16,0 2 0 0,-3-2-54 0,0 3 0 16,6-1-11-16,0 1 2 0,0 2 9 0,-3 3 0 0,0 2 0 15,0 0-8 1,-3 1-36-16,0 5-8 0,0 5 0 0,0 0-1 16,9 0-74-16,-9 0-14 0,0 0-3 0,0 0-889 0</inkml:trace>
  <inkml:trace contextRef="#ctx0" brushRef="#br1" timeOffset="57949.2">17797 7488 1497 0,'0'0'66'0,"0"0"14"0,0 0-64 0,0 0-16 0,9-6 0 0,-3 1 0 0,-3 0 148 0,3 0 25 16,0-1 6-16,0 1 1 0,0 0-72 0,0-1-15 15,0-2-2-15,0 3-1 0,3 0-34 0,-6 2-8 16,6 1 0-16,-4-1-1 0,-5 3-35 0,9-3-12 16,-3 3 0-16,-6 0 9 0,9 3 12 0,-9-3 3 15,6 3 0-15,-6-3 0 0,6 5-24 0,-3 3 0 16,0-3 0-16,0 3 0 16,-3 0-24-16,0 0-2 0,0 0-1 0,-3 0 0 15,0 0-25-15,-3 2-6 0,3-2-1 0,-3 0 0 0,3 0 27 0,-3-3 6 16,0 3 1-16,0-2 0 15,3 2-11-15,-2-3-3 0,2 0 0 0,3-5 0 0,0 0 39 0,0 0 0 16,0 0 0-16,0 0 0 0,0 0 0 0,0 0 0 0,0 0 0 16,0 0 0-16,0 0 0 0,0 0 0 0,5-3 0 15,4 1 0-15,-3-1 36 0,3 1 14 0,0-1 3 16,-3 3 1-16,3-3-32 0,0 3-6 0,0-2-2 16,0 2 0-16,-3 0 7 0,0 0 2 0,3 0 0 0,-3 2 0 15,0 1-15-15,0 0-8 0,0 2 8 0,0 0-8 16,-4 0 11-16,1 1-3 0,0 2 0 0,-3 0 0 15,0 0-8-15,0 2 8 0,0-5-8 0,-3 3 8 16,0 6-8-16,1-6 0 0,-4 2 0 0,-3-2 0 16,6 3 0-16,-6-3 0 0,0-1 0 0,3 1 0 15,-3 0 0-15,0 3 0 0,0-6 0 0,0 3 0 16,-3 3 0-16,0-3 0 0,3-3 0 0,-3 6-11 16,1-6-33-16,-1 0-6 0,-3 0-2 15,6 1 0-15,0-1-101 0,-3-2-21 16,0-1-4-16,0-2-1 0</inkml:trace>
  <inkml:trace contextRef="#ctx0" brushRef="#br1" timeOffset="58435.09">18351 7480 1209 0,'0'0'53'0,"0"0"12"0,0 0-52 0,0 0-13 0,0 0 0 0,0 0 0 0,0 0 114 0,0 0 20 16,6 0 4-16,-6 0 1 0,6-6-56 0,0 6-11 16,-6 0-3-16,9-2 0 0,0-1 15 0,-1 1 4 15,1 2 0-15,0 0 0 0,3-3-36 0,0 0-6 16,3 1-2-16,0 2 0 0,3 0-12 0,0-3-4 15,-6 0 0-15,5 3 0 0,1-2-15 0,0-1-3 16,0 0-1-16,3 3 0 0,-3-2-9 0,-3 2 0 16,-1 0 0-16,4-3 8 0,-3 3-8 15,0 0 0-15,-3-3 0 0,0 3 0 16,0 0-21-16,-3 0-7 0,0 0 0 0,-3-2-1 16,-6 2-98-16,6 0-19 0,-6 0-4 0,0 0-491 15,8-3-99-15</inkml:trace>
  <inkml:trace contextRef="#ctx0" brushRef="#br1" timeOffset="58746.37">18562 7295 1450 0,'0'0'32'0,"0"0"6"0,0 0 2 0,-6 2 1 0,3-2-33 0,3 0-8 0,-6 0 0 0,6 0 0 15,0 0 115-15,0 0 21 0,0 0 4 0,0 0 0 16,0 0-60-16,0 0-13 0,0 8-3 0,3 0 0 16,0-3-51-16,-3-5-13 0,0 11 0 0,0-3 0 15,3 2 54-15,-3 1 8 0,3-3 2 0,0 5 0 16,0 0-64-16,-3-2-15 0,3 5-1 0,-3-3-1 16,3 0 17-16,-3 3 0 0,3-3 0 0,-3 3 0 15,0-2 15-15,0-1 0 0,0 0 0 0,0 0 0 16,0 3-36-16,-3-3-7 0,0 1-2 15,0-1 0-15,3 0-17 0,0-2-3 0,-3 2-1 16,0 0 0-16,3-2-109 0,-3-1-23 0,3 1-4 0,0-3-1 16</inkml:trace>
  <inkml:trace contextRef="#ctx0" brushRef="#br1" timeOffset="59527.61">19113 7321 1497 0,'6'0'32'0,"-3"-3"8"0,3-5 0 0,0 3 4 0,0-3-36 0,0 0-8 0,-3 3 0 0,3-3 0 0,-1 0 94 0,-2 0 17 15,0 3 3-15,0-3 1 0,0 0-31 0,-3 0-5 16,0 3-2-16,0-1 0 0,0 6-10 0,-3-2-3 16,-3-1 0-16,6 3 0 0,0 0-16 0,-3 3-4 15,-2-1-1-15,-4 6 0 0,6 3-31 0,-3 0-12 16,0-1 8-16,0 3-8 0,3 6 19 0,-3-3-2 16,6 2 0-16,-3-2 0 15,3 0-39-15,0 0-8 0,3 2-2 0,3-2 0 16,-3-2 0-16,3-4 0 0,0 1 0 0,0-1 0 15,0-2-25-15,0 0-6 0,2-3-1 0,-2-5 0 16,3 3 0-16,-3 0 0 0,3-6 0 0,0 0 0 0,-3 1 52 0,3-3 12 16,-3-1 0-16,0-2 0 0,-3 0 48 0,3 0 13 15,-3-2 3-15,3 2 0 0,-6-3-52 0,3 3-12 16,0-2 0-16,-3-3 0 0,0 2 54 0,0 0 8 16,0 3 2-16,0 3 0 0,0 0-52 0,0 0-12 0,0 5 0 15,0 0 0-15,0 0 0 0,0 0 0 0,0 0 0 16,0 5 0-16,0 0 54 0,0 6 8 0,0-1 2 0,3 1 0 31,-3 0-103-31,3 2-20 0,0-3-4 0,0 4-1 0,0-1 41 0,3-3 8 0,-3-2 2 0,6 0 0 16,-4 0 1-16,1 0 0 0,0 0 0 0,0 0 0 15,3-5 3-15,-3-1 1 0,0-2 0 0,3 0 0 16,-3-2 8-16,3-1 9 0,0 0-1 0,0 1-8 16,-3-6 43-16,0 2 1 0,0-1 1 0,3-4 0 15,-3-2 15-15,-3 2 4 0,3 1 0 0,-1-4 0 16,1-4-36-16,0 5-6 0,-3-6-2 0,0 1 0 15,0 2-12-15,3 0-8 0,-3 0 8 0,3-3-8 0,-6 4 0 16,3 1 0-16,3 1 0 0,-3 2 0 0,0 1-12 16,-3 5-8-16,6-1 0 0,-6 6-1 15,0 0-117-15,0 0-23 0,0 0-5 16,0 0-880-16</inkml:trace>
  <inkml:trace contextRef="#ctx0" brushRef="#br1" timeOffset="59910.74">19518 7437 345 0,'0'0'31'16,"0"0"-31"-16,0 0 0 0,0 0 0 0,3 3 285 0,-3-3 51 15,0 0 11-15,6 0 1 0,0 0-168 0,-6 0-33 0,0 0-7 0,6-3-2 16,-1 1-50-16,4-1-9 0,-3 0-3 16,3 3 0-16,-3 0-28 0,0 0-7 0,3 0-1 15,-3 0 0-15,-6 0-25 0,6 0-6 0,3 3-1 0,-9-3 0 16,0 0-8-16,6 8 8 0,-3-3-8 0,0 3 8 15,-3 0-8-15,0 0-16 0,-3 3 4 0,0-3 1 16,0 2 1-16,-3 1 0 0,0-1 0 0,0 4 0 16,-3-1-28-1,0 0-6-15,0-2 0 0,0 2-1 0,0-2 29 0,3-1 7 0,-2 1 1 16,2-1 0-16,3 1 8 0,0-3 0 0,0 2 0 0,3-2 0 16,0-8 0-16,3 6 0 0,0-1 0 0,0 0 0 15,3-5 11-15,0 0-3 0,-1 3 0 0,4-1 0 16,0-2 7-16,-3 0 1 0,3-2 0 0,3-1 0 15,-3 1-7-15,3-1-1 0,-3 0 0 0,3-2 0 0,0 2-8 16,-3 1 0-16,0-1 0 0,-1 0 0 0,-8 3 0 16,9-5 0-16,0 2 0 0,0-2 0 15,-3 0-34-15,-6 5 1 0,6-3 0 0,0-2 0 16,0-3-137-16,-3 3-27 0,0-1-6 0</inkml:trace>
  <inkml:trace contextRef="#ctx0" brushRef="#br1" timeOffset="60775.9">19827 7432 1267 0,'0'0'56'16,"0"0"12"-16,0 0-55 0,0 0-13 0,0 0 0 0,0 0 0 0,0 0 171 0,0 0 31 15,0 0 6-15,0 0 2 0,0 0-80 0,0 0-16 16,0 0-3-16,0 0-1 0,0 0-37 0,0 0-7 15,0 0-2-15,0 0 0 0,0 0 0 0,0 0 0 16,0 0 0-16,0 0 0 0,0 0-51 0,0 0-13 16,0 0 0-16,0 0 0 15,0 0-48-15,0 0-13 0,0 0-3 0,0 0-1152 0</inkml:trace>
  <inkml:trace contextRef="#ctx0" brushRef="#br1" timeOffset="103979.5">20030 7236 1292 0,'0'0'28'0,"0"0"7"0,0 0 1 0,0 0 0 0,0 0-36 0,3-5 0 16,0 0 0-16,-3-1 0 0,0 6 104 0,3-5 13 15,0 0 3-15,0 0 1 0,0-1-45 0,0 1-10 16,-3 5-2-16,3-5 0 0,-3 5 0 0,2-6 0 16,-2 6 0-16,6-2 0 0,-6 2-21 0,3-6-5 15,0 4-1-15,-3 2 0 0,0 0-2 0,0 0-1 16,0 0 0-16,0 0 0 0,0 0-34 0,0 0 0 16,0 0-10-16,0 0 10 0,0 0 0 0,6 5 0 0,-6-5 0 0,3 8 0 15,3 0 44-15,-3-3 16 0,3 6 3 0,-3-1 1 31,-3-2-103-31,0 3-20 0,3-3-4 0,-3 5-1 0,0 0 103 0,3 1 20 16,0-1 4-16,-3 3 1 0,3 0-52 0,-3-3-12 0,0 3 0 0,0-3 0 16,3 3-30-1,0-3-9-15,-3 0-1 0,3-2-1 0,-3 2 24 0,0-5 5 0,3 0 0 0,-3 0 1 16,0 0-1-16,0 0 0 0,0 0 0 0,0-3 0 16,0-5 12-16,0 8 0 0,0-8 0 0,0 8 0 15,0-8-12-15,0 5 2 0,0 0 1 0,0-5 0 16,3 6-36-16,-3-6-7 0,0 0-2 15,0 0 0-15,0 8 20 0,0-8 4 0,0 0 1 0,0 0-603 16,3 5-120-16</inkml:trace>
  <inkml:trace contextRef="#ctx0" brushRef="#br0" timeOffset="110974.2">15958 7091 1267 0,'-9'-5'56'0,"3"5"12"0,0-3-55 0,0 0-13 0,3 1 0 0,-3-1 0 16,-3 0 105-16,0 1 19 0,3 2 3 0,-3-3 1 16,0 3-52-16,-3 0-9 0,3 0-3 0,0 3 0 15,-3-1 0-15,7 4 0 0,2 2 0 0,-3-1 0 16,0 4-15-16,-3 2-3 0,0 8-1 0,0 1 0 15,0 1-31-15,3 4-6 0,0 2-8 0,3 3 11 16,0 2-11-16,3 1 0 0,3-1 0 0,3 0 0 16,0 1-9-16,0-4 9 0,-3 1-12 0,6-3 12 0,0 0 10 15,6-2 9-15,-1-1 1 0,4-2 1 0,-3-3-33 16,0 0-8-16,3-5 0 0,-3 3-1 0,3-3 21 0,-3-3 8 16,-3 0 0-16,2 0 0 0,-2-2-8 0,0 0 0 15,0-3 0-15,-3-3 0 16,3 0-24-16,-3 0-6 0,-6-5-2 0,6 3-652 15,0-3-130-15</inkml:trace>
  <inkml:trace contextRef="#ctx0" brushRef="#br0" timeOffset="112003.62">20158 7070 806 0,'0'0'36'0,"0"0"7"0,0 0-35 0,0-6-8 0,-3 4 0 0,3-4 0 0,-3 4 104 0,3 2 20 15,0-6 3-15,0 6 1 0,0-5-36 0,0 5-8 16,0 0 0-16,0 0-1 0,6-2-11 0,3-1-1 16,-3-2-1-16,0 2 0 0,2 3-6 0,1 0-2 15,0 0 0-15,3 3 0 0,0-1-17 0,0 1-3 16,0-3-1-16,3 3 0 0,0-1-33 0,0 3-8 16,-1 3 0-16,4 3 0 0,0 0 30 0,-3 2 4 15,-3 0 1-15,0 3 0 0,-3 0-25 0,0 2-10 16,-3 1 8-16,0 5-8 0,-3-3 10 0,0 0-10 15,0 3 12-15,-3 0-12 0,-3-1 0 0,0 4 0 0,0-3 0 16,-3-3 0-16,3 3 0 0,-3-3 0 0,-3 0 0 16,-3-2 0-16,0 2 0 0,0-3 0 0,-3 1 0 0,3-1 0 15,-3 1 0-15,-2-3 0 0,2 0 0 0,0-1 0 16,-3 1 0-16,6 0 0 0,-3-3 8 0,0-2-8 16,3 0 20-16,3-1-2 0,-2-2-1 0,2 0 0 15,3 3-17-15,0-3 0 0,0-6 0 0,3 3 0 16,0 1 0-16,3-6-11 0,0 0 2 0,0 0 0 15,-3 2 9-15,3-2 12 0,0 0-2 0,0 0-1 16,0 0-109-16,0 0-23 16,0 0-4-16,9-5-1 0</inkml:trace>
  <inkml:trace contextRef="#ctx0" brushRef="#br0" timeOffset="119283.2">22846 3268 1036 0,'0'0'46'0,"0"0"10"0,0 0-45 0,0 0-11 0,0 0 0 0,0 0 0 16,0 0 104-16,0 0 20 0,0 0 3 0,0 0 1 16,0 0-52-16,0 0-9 0,-6 0-3 0,0 0 0 15,0 0 0-15,0 0 0 0,0 2 0 0,0 4 0 16,-3 1-51-16,-3 4-13 0,0-6 0 0,3 9 0 15,-6-1 8-15,3 0 0 0,1 0-8 0,-1 0 12 16,-3 1-12-16,0 2 0 0,3-1 0 0,-3-1 0 16,3-1 0-16,-3 3-12 0,0-3 1 0,1 3 0 15,-1-6-45 1,3 6-10-16,-3-8-2 0,3 3-729 0</inkml:trace>
  <inkml:trace contextRef="#ctx0" brushRef="#br0" timeOffset="119540.15">22515 3365 1267 0,'0'-13'56'0,"3"5"12"0,-3 3-55 0,3-6-13 0,0 4 0 0,0-1 0 0,-3 2 105 0,3-2 19 16,-3 8 3-16,6-5 1 0,-3 0-52 0,3 2-9 16,0 3-3-16,3 0 0 0,-3 0 0 0,3 3 0 15,3 2 0-15,-3 0 0 0,3 3-51 0,-4-2-13 16,4 2 0-16,-3 5 0 0,6 0 24 0,-3 5 1 15,3-4 1-15,0 2 0 16,0-1-42-16,0 1-8 0,-3 0-1 0,-1 5-1 0,4-7 44 0,-6-1 9 16,3 5 1-16,-3-4 1 0,0 1-29 0,3 1 0 15,-6-2-13-15,3 7 4 16,-3-8-27-16,0-5-4 0,-3 5-2 0,3-2-604 0,-3 2-121 16</inkml:trace>
  <inkml:trace contextRef="#ctx0" brushRef="#br0" timeOffset="119880.19">23060 3498 1267 0,'0'0'56'0,"0"0"12"0,0 0-55 0,0 0-13 0,0 0 0 0,0 0 0 0,0 0 54 0,0 0 8 16,0 0 2-16,0 0 0 0,0 0 0 0,0 0 0 15,9-3 0-15,3 3 0 0,0-3 0 0,0 3 0 16,0-2 0-16,-1 2 0 0,7 0-6 0,0-5-1 16,3 2 0-16,-3 0 0 0,3 1-29 0,0 2-5 15,-1-8-2-15,1 8 0 0,0-6-13 0,0 6-8 16,-3-8 10-16,0 6-10 0,-1-1 12 0,-2-2-3 15,0 2-1-15,0 1 0 16,-3 2-40-16,-3-3-8 0,0 3-1 0,-3 0-1 16,-6 0-83-16,0 0-17 0,0 0-3 0,0 0-1 0</inkml:trace>
  <inkml:trace contextRef="#ctx0" brushRef="#br0" timeOffset="120156.09">23176 3326 1497 0,'0'0'32'0,"0"0"8"0,0-5 0 0,0-1 4 0,3 4-36 0,-3-4-8 0,0 6 0 0,3-8 0 16,0 3 85-16,-3 5 15 0,0 0 4 0,6-8 0 15,0 5-64-15,-6 3-13 0,3-2-3 0,-3 2 0 16,0 0 24-16,9 0 5 0,-3 2 1 0,0 1 0 16,0 5-35-16,-3-3-7 0,3 3-2 0,-3-2 0 15,3 7-10-15,-3 0 0 0,-3-5 0 0,2 10 0 16,1-4 0-16,-3-1 0 0,3 5 0 0,-6-2 0 0,3 0 0 15,0 0 0-15,0 3 0 0,0-6 0 16,-3 5 17-16,3-2 2 0,-2 0 0 0,2 0 0 0,0 3-19 16,0-6 0-16,0 0 0 0,0 5 0 15,0-4-50-15,0-1-10 0,0 0-3 16,2-5-567-16,1 0-114 0</inkml:trace>
  <inkml:trace contextRef="#ctx0" brushRef="#br0" timeOffset="120584.13">24039 3241 979 0,'0'0'87'0,"0"0"-70"0,0 0-17 0,0 0 0 0,0 0 105 15,3-5 18-15,0 0 3 0,0 2 1 0,-3 3-14 0,0 0-2 16,0 0-1-16,0 0 0 0,-3-5-35 0,3 5-7 15,-6 0-2-15,0 0 0 0,0 0-12 0,-3 0-2 16,-2 5-1-16,2 3 0 0,0-8-31 0,-3 5-5 16,0 3-2-16,0 3 0 0,-3 2-13 0,0-3 0 15,0 4 0-15,3 2 0 0,-5-1 0 0,2 1 0 16,-3-2 0-16,3 7 0 0,0-8 0 0,0-5 0 16,0 5 0-16,0 0-10 15,1-2-28-15,-1 2-6 0,0-8 0 16,6 6-1-16,-3 0-114 0,3-9-22 0,-3 4-5 0,3 1-1 0</inkml:trace>
  <inkml:trace contextRef="#ctx0" brushRef="#br0" timeOffset="120843.35">23762 3342 864 0,'3'-8'76'0,"0"0"-60"0,0-5-16 0,0 2 0 16,-3 3 133-16,3-5 24 0,-3 5 5 0,0 3 1 15,0-3-41-15,3 2-8 0,-3 6-2 0,0 0 0 16,0 0-33-16,0 0-7 0,0 0-2 0,0 0 0 15,3-5-22-15,-3 5-5 0,0 0-1 0,0 0 0 16,6 5-27-16,0 1-6 0,0 2-1 0,0 5 0 16,3 0-8-16,-3 0 8 0,3 1-8 0,0-1 8 15,-3 0-8-15,0 5 0 0,0-4-12 0,3-1 12 16,-3 0 0-16,0 0 0 0,-3-2 0 0,3 2 12 16,-1-2-12-16,1-1-14 0,-3-2 3 0,-3 3 1 15,3-3-26-15,0-3-4 16,3 3-2-16,-6-3 0 0,0-2-98 0,0-3-19 15,0 0-4-15,0 0-1 0</inkml:trace>
  <inkml:trace contextRef="#ctx0" brushRef="#br0" timeOffset="121188.87">23599 3151 1328 0,'-15'-2'59'0,"15"2"12"0,0 0-57 0,0 0-14 16,-6-3 0-16,3 0 0 0,0 3 59 0,3 0 9 0,0 0 1 16,0 0 1-16,0 0 8 0,0 0 2 0,6 0 0 0,3-5 0 15,3 5-44-15,0-8-9 0,0 8-2 0,2-5 0 16,1 5 24-16,3 0 5 15,0-6 1-15,0 4 0 0,3 2-37 0,0-6-7 0,-4 1-2 0,7 3 0 16,0-1 44-16,0 0 9 0,0-2 2 0,0 2 0 16,2-2-64-16,-2 5-21 0,0-5 0 15,0 2 0-15,-6-2 33 0,-3 5 8 0,2-5 0 0,-2 5 1 16,-6-3-21-16,3 3 0 0,-3 0 0 0,-9 0 0 16,0 0-73-1,0 0-19-15,0 0-4 0,9 3-563 0,-6 2-112 0</inkml:trace>
  <inkml:trace contextRef="#ctx0" brushRef="#br0" timeOffset="121594.14">24272 3352 990 0,'0'0'44'0,"0"0"8"0,0 0-41 0,0 0-11 0,0 0 0 0,0 0 0 16,0 0 101-16,0 0 19 0,0 0 3 0,0 0 1 15,0 0-28-15,5-8-6 0,1 6-1 0,3-1 0 16,0 3-24-16,0-5-5 0,0 5 0 0,0-6-1 16,3 4-16-16,-3-3-3 0,3 5-1 0,3-6 0 15,-3 4-16-15,2 2-3 0,-2-6-1 0,3 6 0 16,0 0 0-16,-3-5 0 0,0 2 0 0,-3 3 0 16,0 0-31-16,0 0-5 0,-3 0-2 0,0 0 0 15,-6 0-21-15,0 0-5 0,9 0-1 0,-9 0 0 16,0 0-54-16,0 0-12 0,0 0-1 0,-3 8-1 15</inkml:trace>
  <inkml:trace contextRef="#ctx0" brushRef="#br0" timeOffset="121845.64">24313 3463 979 0,'0'0'43'0,"0"0"9"0,0 0-41 0,0 0-11 15,0 0 0-15,0 0 0 0,0 0 78 0,0 0 14 16,0 0 2-16,0 0 1 0,0 0-12 0,0 0-3 15,0 0 0-15,0 0 0 0,0 0-16 0,0 0-3 16,0 0-1-16,0 0 0 0,6 3-11 0,-6-3-2 16,6 3-1-16,0-3 0 0,0 0-10 0,0 0-1 15,3 0-1-15,-3 0 0 0,0 0 4 0,3 0 1 16,0-3 0-16,0 3 0 0,-3-3-31 0,-1 3-8 0,7 0 0 16,-3 0 0-16,3 0 0 0,-3-5 0 0,3 2 0 15,0 1 0-15,0-1 0 0,-3 3 0 16,3 0 0-16,0-5 0 15,0 2-101-15,2 3-22 0,-2-5-4 0,0 5-1 0</inkml:trace>
  <inkml:trace contextRef="#ctx0" brushRef="#br0" timeOffset="122189.45">24727 3188 1566 0,'0'0'34'0,"0"0"7"0,3-5 2 0,3 0 1 0,-6 5-35 0,0 0-9 0,0-6 0 0,3 4 0 0,-3 2 79 0,0 0 13 16,3-8 4-16,-3 8 0 0,0 0-26 0,0 0-5 15,0 0-1-15,0 0 0 0,3-6-16 0,-3 6-3 16,0 0-1-16,0 0 0 0,0 0-19 0,3 6-4 16,0 2-1-16,0-3 0 0,0 3-20 0,-3-3 0 15,3 6 0-15,-3-1 0 0,3 4 30 0,0-9 2 16,-3 8 0-16,0 0 0 0,0 1-20 0,0-1-3 15,0 3-1-15,0 0 0 0,0 5-8 16,-3-8 0-16,3 5 0 0,0-4 0 0,0-1 0 0,0 0 8 16,-3 0-8-16,3-2 8 0,0 2-8 0,0-5 0 15,0 5 0-15,3-7 0 0,-3 4 8 0,3 1 0 16,-3-9 0-16,3 4 0 0,-3-1-8 0,3 0-11 16,-3-5 3-16,6 8 0 15,-6-8-133-15,6 6-27 0,-1-6-4 0,4 5-2 0</inkml:trace>
  <inkml:trace contextRef="#ctx0" brushRef="#br0" timeOffset="127842.43">22426 3209 1036 0,'0'0'46'0,"0"0"10"16,0 0-45-16,0 0-11 0,-3-5 0 0,3 0 0 0,0 5 53 0,0-8 9 15,-3 3 2-15,3 5 0 0,0 0 28 0,0 0 5 16,-6-3 2-16,6 3 0 0,0 0-45 0,-3 0-9 15,-3-5-1-15,0 5-1 0,3 5 5 0,0-5 2 16,0 3 0-16,-3 2 0 0,3 0-40 0,0 8-10 16,0-7 0-16,0 7 0 0,0 0-13 0,0 0-5 15,0 1-1-15,0 4 0 0,0 3 31 0,3-2 5 16,-2-3 2-16,-1 7 0 0,0-4-30 0,-3 2-5 16,6 0-2-16,-3 3 0 0,0-5 18 0,0 2 0 15,3 0-8-15,-3 3 8 0,0-8 12 0,3 2 7 0,0 1 1 16,0 2 0-16,0-5-20 0,0 0 0 0,3-3 0 0,0 0 0 15,-3 6 0-15,3-6 0 0,-3 0 0 0,6-2 0 16,-3-1 0-16,-3 1 0 0,3 2 0 0,3-5 0 16,-1-3-11-16,-2 3-5 0,3-2-2 0,0-1 0 15,-3 3 18-15,6-8 0 0,-3 5 0 0,0-5 0 16,3 3 0-16,0-3 0 0,-3 0 8 0,6-3-8 16,-3 3 0-16,0 0 11 0,3 0-11 0,-3-5 10 15,2 5-10-15,1-6 0 0,0 4 0 0,3-1 0 16,0 1 0-16,0 2 0 0,0-6-9 0,3 4 9 15,-3-1 0-15,-1 3 0 0,1-3 0 0,0 3 0 0,0 0 12 16,0 0-1-16,3 0 0 0,0 0 0 0,3-5-11 16,-4 2-16-16,4 1 4 0,0-1 1 0,-3 3 11 0,3 0 0 15,3-8 0-15,-1 5 0 0,1 1 0 0,6-3 0 16,3-1 0-16,2 4-8 0,-2 2 8 0,3-8 0 16,6 2 0-16,-1 6 0 0,4-5 0 0,-6 5 0 15,-1 0 0-15,4-5 0 0,-3 2 0 0,2 3 0 16,-2-5 0-16,3 5 0 0,-1 0 0 0,-5 0-8 15,3 0 8-15,-3-5 0 0,-4 2-8 16,-2 0 8-16,3 1-8 0,-3 2 8 0,-4-6-11 0,1 4 11 16,0 2-13-16,3-3 5 0,-4 0 8 0,1 3 0 15,-6-8 0-15,6 8-8 0,-3-2 8 0,0-1 0 16,-1-2 0-16,1 2 0 0,3 1 0 0,-3-1 0 16,0 3 0-16,-1-8 0 0,1 8 0 0,-3 0 0 0,3-3 8 0,-3 1-8 15,0-4 0-15,2 4 0 16,-2 2 0-16,3-3-8 0,0 0 8 0,-3 3-8 0,-3 0 8 0,2-5-8 15,-2 5 8-15,3 0-8 0,0-5 8 0,0 5-8 16,0-3 8-16,-1 3 0 0,1 0 0 0,-3 0 0 16,3 0-11-16,-3-5 11 0,-3 5-13 0,3 0 5 15,-4 0-1-15,4 0 0 0,-6 0 0 0,3 0 0 16,-3 0 9-16,3 0 8 0,0 0-8 0,0-5 11 16,0 2-34-1,-1 3-6-15,1 0-2 0,-3 0 0 0,3 0 17 0,0 0 3 16,-3 0 1-16,3 0 0 0,-3 3 2 0,0-3 0 0,2 5 0 0,-2-5 0 15,3 0 8-15,-6 0 0 0,3 0 0 0,0 0-8 16,0 0-17-16,-3 0-3 0,-3 5-1 16,3-5 0-16,-3 0 37 0,0 0 7 0,0 0 1 0,-1 0 1 0,-2 0-27 0,3 0-6 15,-6 0 0-15,0 0-1 0,0 0 27 0,3 0 6 16,0-5 0-16,-3 5 1 0,0 0-5 0,3 0-2 16,-3-5 0-16,0 5 0 0,3-3 2 0,-3 3 0 15,0 0 0-15,3-5 0 0,0-1-2 0,0 1 0 16,-3 3 0-16,3-6 0 0,-3 5 4 0,0 0 1 15,0-5 0-15,0 3 0 0,0 0-15 0,0-1 0 16,0-1 0-16,-3-1 0 0,3 2 54 0,-3-7 8 16,0 2 2-16,0 1 0 0,0-3-52 0,-3-1-12 15,3-1 0-15,-3-1 0 0,3-3 37 0,-2-5 5 16,2 1 1-16,3 4 0 0,-3-5-15 0,3 3-2 0,0-3-1 16,0 0 0-16,0 1-25 0,0-4 0 0,3 6 0 15,-3-3 0-15,0 3 0 0,3-3 0 16,-3 8 0-16,0-2 0 0,0-1 0 0,-3 6 0 0,3-5 0 0,-3 4 0 15,3 1 0-15,-3 0 0 0,0 0 0 0,0 5 0 16,0-6 20-16,0 4 11 0,-3 2 2 0,3 0 1 16,-3-3-25-16,0 3-9 0,3 1 0 0,-6 1 9 15,3-4-9-15,-3 7 0 0,0-5 0 0,-3 3 0 16,0-1 21-16,0 1 6 0,1 3 1 0,-1-4 0 16,-3 1-45-16,0 2-9 15,0 3-2-15,0 0 0 0,-3 0 45 0,3 0 9 0,-3 0 2 0,-2 0 0 16,-1 0-74-16,-6-5-14 15,-3 5-4-15,-2 0 0 0,-4 0 103 0,-3 0 20 0,0 0 4 0,-2 5 1 16,2-2-74-16,3 2-14 16,1 1-4-16,-4-6 0 0,3 7 28 0,-3-7 0 0,-2 0 0 0,-1 6 0 15,-3-6 22-15,4 0 3 0,2 0 1 0,0 2 0 16,1 4-42-16,5-1-9 0,0-5-2 16,3 3 0-16,4-1 27 0,-4 6 0 0,0-8 0 0,9 0-8 15,0 3-23-15,1 0-4 0,-1-3-1 16,0 2 0-16,-3 3 58 0,0-5 11 0,0 0 3 0,-2 3 0 0,-1 0-36 15,3-3 0-15,0 2 0 0,3 4 0 0,1-6 0 0,-1 0 0 16,3 5 0-16,-3-5 0 0,6 0 0 0,0 0 0 16,0 3 0-16,-2 2 0 0,5-5 0 0,-6 5 0 15,3-5 0-15,-3 0 0 0,0 0 0 0,3 3 0 16,0-3 0-16,1 5 0 0,-4-5 0 0,0 0 0 16,0 5 0-16,3-5 0 0,-3 0 0 0,6 3 0 15,0 0 0-15,0-3 0 16,4 0-32-16,-7 2 0 0,0-2 0 0,3 6 0 0,-3-6 52 0,3 0 9 15,0 0 3-15,-3 0 0 16,3 0-52-16,0 0-9 0,1 2-3 0,-1 1 0 0,-3-3 51 0,3 3 9 0,0-3 3 16,0 5 0-16,-3-5-31 0,6 0 0 0,-3 0 0 0,0 0 0 15,1 3 0-15,2-1 0 0,-3-2 0 0,3 0 0 16,-3 0-24 0,3 3-4-16,-3-3 0 0,3 5-1 0,-3-5 29 0,3 0 0 0,-3 3 0 0,3-3 0 15,-2 2 0-15,-1-2 0 0,3 3 0 0,-3 2 0 16,6-5 17-16,-3 0 10 0,-3 3 1 0,3 0 1 15,3-3-29-15,-3 2 0 0,3 4 0 0,0-6 0 16,-6 5 8-16,3-5-8 0,0 3 0 0,1 2 0 0,-4 0 0 16,0 3 0-16,0-3 0 0,0 1 0 0,0 2 0 0,0-3 0 15,0 3 0-15,0 0-10 16,0-3-13-16,-2 3-2 0,2 3-1 0,3-4 0 16,-3-1 26-16,3 2 0 0,-3-3 0 0,3 3 0 0,0 0 0 0,0 2 0 15,0-4 0-15,3 2 0 16,-3 0-56-16,0-3-7 0,3 8-1 0,1-8-546 15,-1-2-110-15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5:59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7176 5016 1414 0,'24'-10'31'0,"-21"7"6"0,-3-5 2 0,-3 3 1 0,3-6-32 0,0 1-8 0,0 2 0 0,-3 0 0 15,-6 0 119-15,6 0 21 0,0-2 5 0,-6 4 1 16,-6 4-46-16,6-6-10 0,9 8-2 0,-6-3 0 16,-5 0-34-16,2 3-7 0,3 0-2 0,0 0 0 15,-3 6-36-15,0 2-9 0,0-6 0 0,3 9 0 16,0 2 0-16,0 3 0 0,-6 5 0 0,6 6 0 16,3-1 0-16,0 3 0 0,-6 3 0 0,6 2 0 15,0 1 0-15,0 2 0 0,3 0 0 0,-3-3 0 16,0 3 0-16,3 0 0 0,0 3 0 0,0 2 0 0,-3-5 17 15,3 3 2-15,6-8 0 0,-6 5 0 0,0-8-19 0,3 3 0 16,-3-3 0-16,3 0 0 0,-3-3 0 16,0-2 0-16,-3 3 0 0,3-6 0 15,3 0-22-15,-6-3-8 0,0 1-2 16,0-1 0-16,0-2 32 0,1 0 12 0,-4-5-1 0,3 2 0 0,0 0-11 0,-3-2 0 16,-3-1 0-16,3-2 0 0,-3-2-16 0,3-4-6 15,0-2-1-15,0 3 0 16,-3-3-115-16,0-3-23 0,3-5-5 0,0 3-702 0</inkml:trace>
  <inkml:trace contextRef="#ctx0" brushRef="#br0" timeOffset="181.65">6861 5596 864 0,'0'0'76'0,"-3"-3"-60"0,0 1-16 0,0-4 0 16,0 1 188-16,3 0 34 0,-3-1 7 0,3 1 2 15,0 5-95-15,3-5-20 0,-3 2-3 0,6-2-1 16,0 0-44-16,3 2-10 0,-3 0-2 0,3-2 0 15,-1 2-35-15,4 1-7 0,-3-1-2 0,6 0 0 16,-3 3-12-16,3 0 0 0,-3 0 0 0,3 0 0 16,6 0-154-16,-4-2-34 15,16-1-6-15,-12-5-2 0</inkml:trace>
  <inkml:trace contextRef="#ctx0" brushRef="#br0" timeOffset="684.7">7602 5548 1497 0,'-12'-2'32'0,"3"2"8"0,6 2 0 0,3-2 4 0,6 0-36 0,-6 0-8 0,-3 3 0 0,3-3 0 15,6 3 53-15,-6-3 9 0,0 0 2 0,0 0 0 16,12 2 0-16,0-2 0 0,-6 3 0 0,0-3 0 16,3-3-11-16,3 1-1 0,-3 2-1 0,-1 0 0 15,1-6-31-15,3 6-5 0,3-5-2 0,0 2 0 0,-6-2 22 16,6 5 4-16,3-3 1 0,0 1 0 0,-4-4-13 0,1 4-3 15,0-1 0-15,0 3 0 0,-3 0-24 16,0-5 0-16,0 5 0 0,3-3 0 16,-3 6-46-16,-3-3-14 0,-9 0-4 0,0 0 0 15,11 5-102-15,-5-2-21 0,-6-3-4 0,-3 8-1 0</inkml:trace>
  <inkml:trace contextRef="#ctx0" brushRef="#br0" timeOffset="963.89">7647 5696 1785 0,'0'0'39'0,"0"0"8"0,0 0 1 0,0 0 4 0,-6 6-42 0,6-6-10 16,0 0 0-16,0 0 0 0,-12 0 72 0,12 0 12 0,6 0 2 0,-6 0 1 16,0 0-50-16,0 0-9 0,0 0-3 0,0 0 0 15,9 0 31-15,-9 0 7 0,0 0 1 16,11 0 0-16,7 0-21 0,-6 0-4 0,-12 0-1 0,12 2 0 15,6-2-16-15,-3 0-3 0,-3 0-1 0,-3 0 0 16,6 0-8-16,0 0-2 0,-4 0 0 0,1 0 0 16,0 0-8-16,0 0 0 0,3-2 0 0,-3 2 0 15,-6 0 0-15,6 0 0 0,3 0 0 0,-3 0 0 16,-3 0-56 0,2-6-4-16,4 4-1 0,0 2-684 0,0-3-137 0</inkml:trace>
  <inkml:trace contextRef="#ctx0" brushRef="#br0" timeOffset="1787.58">8531 5453 1594 0,'0'0'35'0,"-3"-5"7"0,0 2 2 0,3-5 1 0,-3 0-36 0,3 3-9 0,-3 2 0 0,0-5 0 15,3 3 108-15,-3-3 19 0,3 8 4 0,0-5 1 0,-3 5-48 0,3 0-10 16,0 0-2-16,0 0 0 0,-6 0-50 0,6 0-10 16,0 0-3-16,-3 2 0 0,-3 9-9 0,3 2 0 15,-3-2 0-15,3 2 0 0,0 3 0 0,-3 3 0 16,3-4 9-16,3 4-9 0,0-3 0 0,0 2-10 16,0-2 1-16,3 0 0 15,0 0-21-15,0-3-4 0,3 0-1 0,0 1 0 16,3-6-13-16,-3-1-4 0,3 1 0 0,-3-5 0 15,-6-3 9-15,0 0 2 0,0 0 0 0,12 0 0 0,0-3 41 0,2-2 12 16,-5 0 1-16,3 0 0 0,-6-6-3 0,3 3-1 16,-3 0 0-16,0-2 0 0,0-4 44 0,-3 4 9 15,0-1 2-15,0 1 0 0,-3-4 0 0,0 6 0 16,0 3 0-16,-3-3 0 0,3 3 0 0,-3 2 0 16,3 3 0-16,0 0 0 0,0 0-64 0,0 0-15 15,0 0-1-15,0 0-1 0,0 0 27 0,0 0 6 16,0 0 0-16,0 3 1 0,-3 7-17 0,6 1 0 0,-3-3 0 15,3 3 0-15,3-1 0 0,0 1 0 0,0-3 0 16,6 0 0 0,-3 0-48-16,3-3-12 0,-1 3-4 0,1-6 0 0,0 1 52 0,-3 0 12 15,3-6 0-15,0 0 0 0,0 1 0 0,-3-1 0 0,0-5 0 0,0 3 0 16,0-3 38-16,0-3 10 0,-3 1 3 0,-1-1 0 16,1 1 0-16,0 2 0 0,-3-3 0 0,0 0 0 15,0 6-5-15,0-8-1 0,0 0 0 16,0 0 0-16,-3 2-45 0,0-2 0 0,3 2 0 0,-3-5 0 15,0 3-16-15,0 5 1 0,0 0 0 0,0 3 0 16,0 0-85-16,0 5-16 16,0 0-4-16,0 0-661 0,0 0-132 0</inkml:trace>
  <inkml:trace contextRef="#ctx0" brushRef="#br0" timeOffset="2035.86">8921 5554 1728 0,'0'0'38'0,"0"0"8"0,0 0 2 0,0 0 0 0,0 0-39 0,0 0-9 0,0 0 0 0,-3 8 0 0,3-8 104 0,0 10 20 15,0 1 3-15,0-3 1 0,0-8-52 0,3 13-9 16,-3-5-3-16,0 2 0 0,0 1-51 0,0 0-13 16,0-1 0-16,0 3 0 0,0-2 0 0,0 0 0 15,-3 2 0-15,3-5 0 0,0 2 0 0,-3 1 0 0,0-1 0 16,0 1 0-1,3-3-48-15,-3 3-13 0,-3-4-3 0,3 4 0 16,0 0 0-16,0-3 0 0,0-3 0 0,0 3-546 0,0 0-110 16</inkml:trace>
  <inkml:trace contextRef="#ctx0" brushRef="#br0" timeOffset="2571.06">8409 5226 1364 0,'0'0'30'0,"0"0"6"0,-3 2 2 0,-3 1 0 0,3-1-30 0,3-2-8 16,-6 6 0-16,3-4 0 0,3-2 72 0,-6 3 12 16,0 0 4-16,6-3 0 0,0 0-13 0,0 0-3 15,0 0 0-15,0 0 0 0,0 0-2 0,0 0-1 0,0 0 0 16,0 0 0-16,0 0-55 0,6 2-14 0,3 1 0 15,0 0 0-15,3-3 52 0,-1 0 8 0,4 0 2 16,3 0 0-16,0-6-48 0,3 6-14 0,-3-2 0 0,6 2 8 16,2-6 37-16,1 6 8 0,0-2 2 15,3 2 0-15,-3-6-37 0,-4 4-7 0,4-3-2 0,-3 5 0 16,0 0-9-16,0-6 0 0,-4 4 0 0,1-1 0 16,3 0 24-16,-3 3 2 0,0 0 1 0,0 0 0 15,-4 0-27-15,1 0 0 0,-6 0 0 0,3 0 0 16,-3 0-16-1,0 0-9-15,-6 0-2 0,0 0 0 0,3 3 43 0,-9-3 9 0,0 0 2 0,0 0 0 16,0 0-27-16,0 0 0 0,0 0 0 0,6 3 0 16,-6-3-34-16,0 0-9 15,0 0-1-15,3 8-1 0,-3-8-87 0,3 2-18 0,-3-2-3 0,0 0-1 16</inkml:trace>
  <inkml:trace contextRef="#ctx0" brushRef="#br0" timeOffset="4189.92">9412 5226 748 0,'-3'-14'67'0,"3"6"-54"0,0 3-13 0,3-3 0 16,-3-2 118-16,3-1 21 0,0 0 4 0,-3 1 1 16,3-3 2-16,-3 5 1 0,-3-6 0 0,3 6 0 15,-3-2-44-15,0 2-9 0,3 0-2 0,-6 3 0 16,0 2-16-16,0-2-3 0,0 5-1 0,0 0 0 15,-3 2-25-15,0 6-6 0,0 3-1 0,-3 5 0 16,3 8-22-16,-3-1-5 0,1 7-1 0,-1 7 0 16,-3 0-3-16,3 5-1 0,-3 8 0 15,3 3 0-15,-3-5-8 0,6 5 0 0,0-3 0 0,0 3 0 16,0-8 0-16,6 0 0 0,-2-3 0 0,5 0 0 16,-3-2 0-16,6 0 0 0,-1-6-10 0,1 1 10 15,6-4 0-15,-3-4-9 0,3-3 9 0,0-1 0 0,0-4 0 16,3-3 0-16,-3 0 0 0,3-3-8 0,3-5 23 0,-3 3 5 15,-3-6 0-15,3 0 1 0,-4-2-30 0,1-1-7 16,0 1 0-16,-3-3-1 0,0 0 27 0,-3 0 6 16,3-3 0-16,0 3 1 15,0-5-65-15,0 2-12 0,0-2-4 0,0-3-682 16,0 3-137-16</inkml:trace>
  <inkml:trace contextRef="#ctx0" brushRef="#br0" timeOffset="10181.89">9689 5487 864 0,'0'0'76'0,"0"0"-60"0,0-7-16 0,0-1 0 15,0 0 82-15,-3 0 14 0,3 0 2 0,0 0 1 16,-3 0 48-16,0 0 9 0,0 0 3 0,3 3 0 16,-3-3-59-16,3 8-12 0,0 0-3 0,0 0 0 15,-6-3-26-15,6 3-6 0,-6 3-1 0,3 2 0 16,-6 0-38-16,6 3-14 0,-3 6 9 0,0 1-9 0,3 1 0 0,0 3 0 16,-3 2 0-16,3-5 0 0,3 5 0 15,-3-2 0-15,6 2 0 0,-3 0 0 16,3-8-30-16,3 6-11 0,0-4-3 0,0 1 0 15,0-2-32-15,3-4-6 0,0 1-2 0,0-6 0 16,0 3 7-16,0-8 1 0,2 0 0 0,1 0 0 0,-3-8 60 16,3 3 16-16,-3-6 0 0,0 1 0 0,-3 2 28 0,3-6 8 15,-3 1 1-15,0 0 1 0,0 5 26 0,-3 0 4 16,3-5 2-16,-3 0 0 0,0-3-10 0,0 5-1 16,-3 3-1-16,0-2 0 0,-3 4-16 0,3 6-3 15,0 0-1-15,0 0 0 0,0 0-21 0,0 0-4 16,0 0-1-16,0 0 0 0,0 0-12 0,-3 8 0 15,0 3 0-15,3-1-10 0,0 1 10 0,0 0 0 16,3 2 0-16,0 0 0 0,3-8-12 0,0 3 0 16,3-2 0-16,5 2 0 0,-8-6-9 0,6 3-3 15,-3-2 0-15,-3-3 0 0,3-3 24 0,-3 1 16 16,3-1-2-16,0-2-1 0,3-3-1 0,-3 0-1 0,-3 0 0 16,3-2 0-16,-3-4 36 0,3-2 7 0,-7 1 2 15,4 1 0-15,0 1-20 0,-3 0-3 0,-3-3-1 0,3-5 0 16,-3 5 0-16,0-3 0 0,3 1 0 0,-6 2 0 15,3 3-32-15,-3 0 0 0,3 5 0 0,0-8 0 16,-3 8-19 0,0 3-10-16,3-1-3 0,0 4 0 0,0 2-132 0,0 0-28 15,0 0-4-15,3 8-2 0</inkml:trace>
  <inkml:trace contextRef="#ctx0" brushRef="#br0" timeOffset="10600.61">10046 5673 1652 0,'0'0'36'0,"3"-6"8"0,3 4 2 0,0-4 0 0,-3 1-37 0,6-3-9 0,-3 6 0 0,-1-4 0 0,1 1 104 0,0 0 20 16,-6 5 3-16,6-6 1 0,0 1-52 0,-6 5-9 16,6 0-3-16,0 0 0 0,-6 0-19 0,0 0-4 15,0 0-1-15,6 3 0 0,-6-3-32 0,6 5-8 16,-6 3 0-16,0 0 0 0,0-3 0 0,0 6 0 15,-3-1 0-15,0 1 0 0,0 0 0 0,-3 2 0 16,0 0 0-16,0-2 0 16,0 2-30-16,0 0-8 0,-3 0-2 0,4-2 0 0,-1 2 22 0,0-2 4 15,0-1 1-15,0 1 0 0,3-1 1 0,0-2 1 16,0 0 0-16,0 0 0 0,0 0 11 0,3-8 0 0,0 0 0 16,0 0 0-16,0 5 0 0,0-5 11 0,0 0-3 15,3 8 0-15,-3-8-8 0,3 3 8 0,-3-3-8 0,6 5 8 16,0-5 4-16,3 0 0 0,-3 0 0 0,3 0 0 15,-4 0-4-15,1-5 0 0,0 2 0 0,3 1 0 16,-3-1 20-16,3 0 3 0,-3 3 1 0,0-2 0 16,3-1-32-16,-3 1 0 0,0-4 0 0,0 6 0 15,-3-2 12-15,3-1-3 16,0 0-1-16,3 1 0 0,-3-1-8 0,0 0-11 0,0 3 3 0,0-2 0 16,-1-4-142-16,-5 6-28 15,3 0-6-15</inkml:trace>
  <inkml:trace contextRef="#ctx0" brushRef="#br0" timeOffset="11179.98">10376 5442 2055 0,'0'0'45'16,"3"-5"10"-16,-3-5 1 0,0-1 2 0,3 3-46 0,-3-5-12 0,0 2 0 0,0 1 0 0,0 4 72 0,0 1 12 15,0-3 2-15,0 8 1 0,0 0-27 0,0 0-4 16,0 0-2-16,0 0 0 0,0 0-9 0,0 0-1 16,0 0-1-16,-3 5 0 0,0 3-35 0,3 6-8 15,-3 1 0-15,0 1 0 0,3 3 0 0,-3-1 0 0,0 1 0 16,0-3 0-16,6 5 0 0,-3-8 0 0,-6 3 0 0,6 3 0 31,6-4-36-31,0-1-5 0,3 7-2 0,-3-8 0 16,-3-5-16-16,6 3-3 0,-6-3-1 0,6-1 0 15,-3-4-17-15,0 0-4 0,3-3-1 0,-3-3 0 16,-6 3 26-16,9-5 6 0,0-3 1 0,0-3 0 0,-4 1 41 0,1-3 11 0,0-1 0 16,0 1 0-16,-3-3 29 0,0 0 8 0,0 3 2 15,0-3 0-15,0 3 22 0,-3 0 5 0,0-6 1 0,0 6 0 16,3 2-21-16,-3 1-4 0,-3 2-1 0,3 3 0 16,0 5-6-16,0 0-2 0,0 0 0 0,0 0 0 15,0 0-20-15,3 5-4 0,-3 3-1 0,3 2 0 16,-3 4-8-16,0 2-9 0,3-9 9 0,0 7-13 15,0-6 13-15,3 2 0 0,0 1 0 0,0 2-9 0,3-2 9 16,-3-3-8-16,3 2 8 0,3-2-8 0,-3 3 8 0,3-9-13 16,-4 1 5-16,4 0 8 0,0-3-8 0,-3 0 8 15,0-3 0-15,0-2 0 0,0-1 0 0,0-2 8 16,-3 0 0-16,3-2 0 0,-3-1 21 0,-3 3 4 16,3-5 1-16,0-3 0 0,-6 3 18 0,6-5 3 15,-3-4 1-15,0 1 0 0,0 5-21 0,-3-8-4 16,2 3-1-16,-2 0 0 0,0 3-20 0,0 4-10 15,0-4 10-15,3 5-10 0,-3-3 0 0,0 5 0 16,0 1 0-16,-3 2-10 16,3 2-34-16,0 4-8 0,0 2 0 0,0 0-1 15,0 0-207-15,0 0-42 0</inkml:trace>
  <inkml:trace contextRef="#ctx0" brushRef="#br0" timeOffset="11756.2">10882 5569 1422 0,'-15'6'63'0,"12"-6"13"0,3 0-61 0,0 0-15 0,-9-3 0 0,6 0 0 0,3-2 108 16,-5 3 18-16,2-4 4 0,0 4 1 0,3-4-19 0,0 1-4 15,0 0-1-15,-3 2 0 0,0-2-33 0,6-1-6 16,-3 6-2-16,0 0 0 0,0 0-34 0,9-5-6 16,2-3-2-16,1 3 0 0,-3-3 7 0,0 3 1 15,0-3 0-15,0 5 0 0,0 1-20 0,0 2-3 16,-9 0-1-16,9 0 0 0,0 2-8 0,-3 1 8 16,3 5-8-16,-3-8 8 0,-6 0-8 0,6 13-11 15,0-5 3-15,-4 2 0 0,-2 1-4 0,3 0 0 16,-3 2 0-16,-3-3 0 0,1 4-10 0,-1-1-2 15,0-2-1-15,0-1 0 0,0 1 2 16,0-1 1-16,-3-2 0 0,3 0 0 0,-3 0 1 0,3 0 0 16,0-3 0-16,3-5 0 0,0 0 21 0,0 0 15 15,0 0-3-15,0 0 0 0,0 0-12 0,0 0-8 16,0 0 8-16,0 0-13 0,0 0 13 0,6-5 15 16,-3 2-3-16,3-2-1 0,0 0 0 0,0-1 0 15,0 1 0-15,-1 0 0 0,1-3 1 0,-3 5 1 0,3-2 0 16,0 0 0-16,-3 2 2 0,3 3 0 0,-6 0 0 0,6-5 0 15,-6 5-5-15,0 0-1 0,6 0 0 0,3 5 0 16,-3-5-9-16,-6 0 12 0,3 5-12 0,0 1 12 16,3 2-12-16,-6 0 0 0,3 2 9 0,-3-2-9 15,3 3 0-15,-3 5 0 0,0-9 0 0,-3 7 0 16,0-4 0-16,0 1 0 0,0 2 0 0,0 0-12 16,-3-2 0-16,0-1-1 0,0 1 0 0,3 0 0 15,-3-6-14-15,3 6-2 16,-3-4-1-16,0 1 0 0,3-2-28 0,-3-6-6 15,-3 5 0-15,4-5-998 0</inkml:trace>
  <inkml:trace contextRef="#ctx0" brushRef="#br0" timeOffset="12126.41">11067 5194 1674 0,'-9'-16'74'0,"6"8"15"0,3 0-71 0,-6-3-18 0,3 1 0 0,0 2 0 0,-3 3 120 0,3-6 20 15,0 0 4-15,0 6 0 0,3-3-42 0,-3 3-9 16,3 5-1-16,0 0-1 0,0 0-30 0,0 0-5 16,0 0-2-16,0 0 0 0,9 0-42 0,0 5-12 15,0 3 0-15,3 5 8 0,0 1-8 0,0-1 9 16,3-3-9-16,-1 9 10 0,7-1-10 0,-3 1 10 16,0 0-10-16,3 2 10 0,-3 0-10 0,0 3 0 15,-1-1 0-15,4 4 0 0,-3-3 0 0,-3 5 13 16,0-3-3-16,-3 3-1 0,0 1-9 0,-3-4 0 0,-6 0 0 15,3 4 0-15,-4 1 0 0,-2-4 0 0,-2-1 0 16,-1 1 0-16,-3 2 0 0,0-5 0 0,-3-1 0 0,-6 1 0 16,3 3 0-16,-3-9-11 0,0 6 3 15,-3 0 0-15,0-6 8 0,-2-4-10 0,-1 4 10 0,3 1-10 16,0-6-2-16,0 5-1 0,-3-2 0 0,0-3 0 16,4-2-10-16,-1 2-1 0,3-2-1 0,0-1 0 15,3-2-7 1,0-2-2-16,3-1 0 0,3-2 0 0,0-1-116 0,6-2-23 15,0 0-5-15</inkml:trace>
  <inkml:trace contextRef="#ctx0" brushRef="#br0" timeOffset="12682.32">11737 5628 1054 0,'-6'-3'47'0,"6"3"9"0,0 0-44 0,0 0-12 0,-6-3 0 0,6 3 0 0,0 0 95 0,0 0 17 15,0 0 3-15,0 0 1 0,0 0-8 0,0 0-2 16,0 0 0-16,0 0 0 0,0 0-37 0,0 0-7 16,6-2-2-16,3-1 0 0,-4 3-6 0,4-5-2 15,3 2 0-15,0 1 0 0,3 2-16 0,3-3-3 16,-3 3-1-16,3 0 0 0,0-8 0 0,-1 5 0 16,1 1 0-16,3-4 0 0,0 1-16 0,-3 0-3 15,3 2-1-15,0 0 0 0,-1-4-12 16,1 1 0-16,0 1 0 0,0 2 0 0,0-5 0 0,-3 3 0 15,-4 5 0-15,1-3 0 0,0 1-12 0,0-1 0 16,-3 3 1-16,-3 3 0 16,3-3-49-16,-3 2-9 0,-6-2-3 0,-3 0 0 15,0 0-157-15,0 0-32 0,0 0-7 0,0 0 0 0</inkml:trace>
  <inkml:trace contextRef="#ctx0" brushRef="#br0" timeOffset="12999.4">11951 5480 1422 0,'-3'-8'63'0,"3"2"13"0,0-2-61 0,-3 3-15 0,3 0 0 0,0-3 0 15,0 0 100-15,0 0 18 0,0 0 3 0,0 3 1 16,0 2-21-16,0-5-4 0,0 8-1 0,0-5 0 16,0-3-26-16,0 8-6 0,0-5 0 0,0 5-1 15,0 0-16-15,0 0-3 0,0 0-1 0,0 0 0 16,0 0-16-16,0 0-3 0,0 0-1 0,0 5 0 15,3 5-8-15,0 1-2 0,0 2 0 0,0-2 0 16,0 5-5-16,-3 0 0 0,3 0-8 0,0-1 12 16,3 9-12-16,-6-8 8 0,3 5-8 0,0-2 0 15,0 2 8-15,0 0-8 0,0-2 0 0,-3 2 0 0,0-3 8 16,3 1-8-16,-3 2 0 0,0-10 0 16,0 4 0-16,3-1 0 0,0-4 0 0,0 3 0 0,-3 1 0 15,2-4-20-15,-2 1 4 0,3 2 0 16,0-2-141-16,0-3-28 0,-3 0-6 15,6-3-1-15</inkml:trace>
  <inkml:trace contextRef="#ctx0" brushRef="#br0" timeOffset="14207.15">12481 5527 1152 0,'3'-13'102'0,"-3"13"-82"0,0-8-20 0,3 0 0 0,0 3 108 0,0-6 16 15,-3 3 4-15,0 3 1 0,0-3-2 0,0 0-1 16,0 0 0-16,3 3 0 0,-6 2-55 0,3 3-11 16,0 0-3-16,0 0 0 0,0 0-33 0,0 0-8 15,0 0 0-15,0 0-1 0,0 0-15 0,0 8 0 16,0 0 0-16,-3 3 0 0,6 5 0 0,-3-3 0 16,-3 0 0-16,0 0 0 0,6 0 0 0,-3 3 0 15,0-2 0-15,0 1 0 0,-3 1-9 0,6-2-5 16,0-4-1-16,0 1 0 15,0-1-18-15,0-2-4 0,3 0-1 0,2-3 0 16,-2-2 5-16,0 0 1 0,0-6 0 0,3 3 0 0,0-3 5 0,0 1 2 16,0-4 0-16,-3 1 0 0,3-3 40 0,0 0 8 0,-3-2 1 15,3-1 1-15,0-2-9 0,-3 2-3 0,-3 1 0 0,3-3 0 16,0 2 30-16,-4 0 5 0,1-2 2 0,0 5 0 16,-3-5-22-16,0 0-5 0,3 5-1 0,-3 3 0 15,0 5-8-15,0 0-2 0,0-8 0 0,0 8 0 16,0 0-4-16,0 0-8 0,0 0 11 0,0 0-11 15,0 0 0-15,0 10 0 0,0 1 0 0,0 2 0 16,6 0 0-16,-3-5 0 0,0 5 0 0,3 1 0 16,0-4 0-16,0 1 0 0,3 5-9 0,0-8 9 15,0 2-15-15,3-2 3 0,0-3 0 0,0 1 0 16,0-1 3-16,0-2 1 0,-1-3 0 0,1 0 0 0,0 0-1 16,-3-3 0-16,3-5 0 0,-3 3 0 0,0-3 18 15,0 0 4-15,0-3 1 0,-3 1 0 0,0-4 26 0,0-1 4 16,-3 1 2-16,3-2 0 0,-3 1 2 0,0-1 1 15,0-3 0-15,-1 3 0 0,-2 0-23 0,0 1-5 16,0 1-1-16,0 1 0 0,0 0-20 0,0 0 9 16,0 2-9-16,0 3 0 0,-2 3 0 0,2 2-17 15,0 3 1-15,0 0 1 16,0 0-95-16,0 0-19 0,0 0-4 0,-3 6-583 16,0 1-117-16</inkml:trace>
  <inkml:trace contextRef="#ctx0" brushRef="#br0" timeOffset="14641.03">12996 5540 403 0,'0'0'17'0,"0"0"5"0,0 0-22 0,0 0 0 0,0 0 0 0,0 0 0 0,0 0 250 0,0 0 46 15,0 0 8-15,0 0 3 0,0 0-153 0,0 0-30 16,0 0-7-16,0 0-1 0,3 8-20 0,-3 0-5 15,0 0-1-15,3 0 0 0,-3 0-19 0,0 3-4 16,0 2-1-16,0-5 0 0,0 2-45 0,0 1-9 16,3 2-1-16,-3-2-1 0,0-1 3 0,0 4 1 15,0-4 0-15,0 3 0 0,0-2-3 0,0 5-1 16,0-3 0-16,0 0 0 0,0-2-10 0,0-1 0 16,0 4 9-16,0-4-9 0,0-2 0 0,0 0 0 15,0 3 0-15,3-3-12 0,-6-3 12 0,3 0 0 16,3 3 0-16,-3-8 0 0,0 0-25 0,0 6 0 15,0-6 0-15,0 0-731 16,0 0-145-16</inkml:trace>
  <inkml:trace contextRef="#ctx0" brushRef="#br0" timeOffset="15331.11">13502 5186 1036 0,'0'0'92'0,"-3"0"-73"0,3 0-19 0,0 0 0 15,-3-8 120-15,3 8 20 0,0 0 4 0,0 0 0 16,-6 0-33-16,3 0-7 0,3 0-2 0,-6 3 0 15,0 2-30-15,3 3-7 0,-3 2-1 0,0 4 0 16,3-1-28-16,-3 5-7 0,0 3-1 0,0 6 0 16,3-9-16-16,-3 9-3 0,0 2-1 0,-3 3 0 15,6 0-8-15,0-1 8 0,0 1-8 0,3 0 8 16,-2-3 0-16,2 3 0 0,2-6 0 0,1 3 0 16,-3-5-8-16,6 0 0 0,0-3 0 0,3 3 0 0,-3-6 0 15,0 3 0-15,3 1 0 0,0-4 0 0,0-2 0 0,0 0 16 16,3 2-2-16,-3-2-1 0,3-2 15 15,-3-9 2-15,-6 0 1 0,3 3 0 0,2 0-17 0,1 0-3 16,0-5-1-16,0 2 0 0,3 0-10 0,-3-2 0 16,0-1 0-16,0 1 0 0,0 0 8 0,-3-3-8 15,-6 0 0-15,9 0 8 0,-3-3-8 0,-6 3-17 16,0 0 4-16,0 0 1 16,0 0-189-16,0 0-38 0</inkml:trace>
  <inkml:trace contextRef="#ctx0" brushRef="#br0" timeOffset="18230.16">13889 5382 460 0,'0'0'41'0,"3"-8"-33"0,0 0-8 0,0 2 0 15,0-1 171-15,-3 1 32 0,0-2 6 0,3 3 2 16,-3 0-63-16,0 5-13 0,0 0-3 0,0-6 0 16,0 1-32-16,0 5-8 0,0 0 0 0,0 0-1 15,-6-3-47-15,0 3-8 0,3 3-3 0,-3 2 0 16,3 1-1-16,-3 4 0 0,3 1 0 0,-3 2 0 15,0 6-32-15,3-6 0 0,-3 3 0 0,6 0 0 16,-3-1 0-16,3 1 0 0,0-2 0 0,0 1 0 16,3 4-19-16,0-6-10 15,0 3-3-15,3-3 0 0,0-2-19 0,0-1-4 0,0 1-1 0,3 0 0 16,-3-9-12-16,3 1-4 0,3-3 0 0,-4-3 0 16,4 1 50-16,0 2 10 0,-3-8 1 0,0 0 1 0,3 2 10 15,-6-4 11-15,0-1-3 0,0 3 0 0,0-2 28 0,-3 2 4 16,-3-3 2-16,3 1 0 0,0 2 17 0,-3-5 3 15,0 5 1-15,-3-3 0 0,3 3-21 0,-3 3-4 16,0-1-1-16,0 4 0 0,0-1-29 0,0 3-8 16,3 0 0-16,0 0 0 0,0 0 24 0,0 8 1 15,-3 3 0-15,3-3 0 0,0 8-25 0,-3-3 0 16,0-5-9-16,3 5 9 0,6-3-22 0,-3 1 2 16,3 2 1-16,0-2 0 0,6-1 6 0,-3-2 1 15,0 6 0-15,0-9 0 0,2-2-4 0,-2 2-1 0,3-2 0 16,0-1 0-16,-3-4 17 0,3-1-10 0,-3-2 10 15,3-1-8-15,0 4 16 0,-3-6 3 16,0-3 1-16,0 1 0 0,-4 2 28 0,4-3 7 0,-3 0 1 0,0-2 0 16,0 3-20-16,-3-4-3 0,0 1-1 0,0-3 0 15,0 3 13-15,0 0 3 0,0 0 0 0,-3 2 0 16,3-2-40-16,0 5 0 0,-3 0-12 0,3 3 4 16,-3 5-77-1,0 0-15-15,0 0-4 0,0 0-570 0,0 0-114 0</inkml:trace>
  <inkml:trace contextRef="#ctx0" brushRef="#br0" timeOffset="18601.82">14279 5591 748 0,'0'0'33'0,"0"0"7"0,0 0-32 0,6-8-8 0,0 2 0 0,0-2 0 0,-1 3 251 0,1-3 48 15,0 3 9-15,0 0 3 0,0-1-188 0,0 1-38 16,3 2-7-16,-3 1-2 0,0-1-16 0,0 3-4 15,0 0-1-15,0 3 0 0,-6-3-37 0,6 0-7 16,-6 0-2-16,6 2 0 0,-3 4-9 0,0 2 0 16,-3 0 0-16,0 0 0 0,-3-1 0 0,3 1 0 15,-3 6 0-15,0-1 0 0,0 0 0 0,-3-2 0 16,0 2 0-16,0 0 0 16,0 0-24-16,0 1-6 0,0-1-2 0,-3 0 0 15,3-2-6-15,0 2-2 0,0-3 0 0,3 1 0 0,0 0 20 16,0-3 3-16,0-1 1 0,1 1 0 0,2-8 16 0,0 0 0 15,0 6 0-15,0-6 0 0,2 8 0 0,-2-8 0 0,0 0 0 16,6 2 0-16,-6-2 0 0,9 3 0 0,-3-3 0 0,3 0 0 16,-3 0 0-16,3-3 0 0,-3 1 0 15,3 2 9-15,0-8-9 0,0 2 8 0,0 6-8 0,0-8 8 16,-3 3-8-16,3 0 0 0,0 0 0 0,-1-3 0 16,1 2-12-16,-6 1-4 0,-3 0 0 0,3 0-894 15</inkml:trace>
  <inkml:trace contextRef="#ctx0" brushRef="#br0" timeOffset="19187.73">13942 5141 867 0,'0'0'38'0,"0"0"9"0,0 0-38 0,0 0-9 0,0-5 0 0,0 5 0 15,-6-3 74-15,6 3 13 0,-3-3 2 0,3 3 1 16,0 0-16-16,0 0-3 0,-3 0-1 0,3 0 0 16,0 0-3-16,-6-2-1 0,3 2 0 0,3 0 0 15,0 0 2-15,-5 0 0 0,5 0 0 0,0 0 0 16,0 0-20-16,-3 0-3 0,-3 0-1 0,3 0 0 16,-3 0 2-16,6 0 0 0,0 0 0 0,-6 0 0 15,3 0-26-15,3 0-4 0,0 0-2 0,0 0 0 16,0 0-2-16,0 0 0 0,0 0 0 0,0 0 0 15,0 0-3-15,0 0-1 0,0 0 0 0,0 0 0 16,6 2 19-16,3 1 3 0,-3-3 1 0,5 3 0 16,1-3-18-16,0-3-3 0,-3 3-1 0,9-3 0 0,0 1 23 15,3 2 4-15,-3 0 0 0,2 0 1 16,1-6-46-16,3 6-10 0,-3-2-1 0,0 2-1 0,-6 0 21 0,6 0 0 16,-7 0 0-16,4-3 0 0,-3 3 0 15,0 3 0-15,-3-6 0 0,3 3 0 0,-6 0 0 16,3 0 0-16,-3 0 10 0,0 0-10 0,-1-3 8 0,1 3-8 15,-3 0 0-15,0 0 0 0,3 0 0 0,-9 0 0 16,0 0 0-16,6 3-9 0,-6-3-10 0,0 0-1 16,6 3-1-16,-6-3 0 15,0 0-55-15,0 0-12 0,3 8-1 0,-3-8-936 0</inkml:trace>
  <inkml:trace contextRef="#ctx0" brushRef="#br0" timeOffset="20064.57">14767 5310 1443 0,'0'0'32'0,"0"0"6"0,0 0 2 0,0 0 0 0,0 0-32 0,0 0-8 16,0 0 0-16,0 0 0 0,-3-8 106 0,3 8 19 15,0 0 4-15,0 0 1 0,0-5-54 0,0 5-12 0,0 0-1 16,0 0-1-16,0 0-23 0,0 8-5 0,-3 0-1 0,0 2 0 16,3 1-33-16,-3 0 0 0,3 2 0 15,0 0 0-15,0 3 0 0,0 5 0 0,0-8 0 0,0 3 0 16,0 0 0-16,0 0 0 0,6 0 0 0,-3 0 0 16,3 2-40-1,0-7-11-15,0-1-2 0,3-2-1 0,-3 0-3 16,3-2-1-16,-1 1 0 0,1-7 0 0,3 0 34 0,0 0 8 0,-3 0 0 0,0-5 1 15,3-3 15-15,-6 0 0 0,-3 3 0 0,0-3 0 16,6-3 0-16,-6 6 10 0,0-3-2 0,-3-2 0 16,6 2 26-16,-6-5 5 0,-3 2 1 0,3 0 0 15,0 3 0-15,0-5 1 0,-3 3 0 0,3 4 0 16,0-2-6-16,0 3-2 0,0-3 0 0,0 8 0 0,0 0-11 16,0 0-2-16,0 0-1 0,0 0 0 0,0 0-19 15,0 13 0-15,-3 1 0 0,3-1 0 0,0-3 0 16,3 4 0-16,-6 2 0 0,6-9 0 0,3 4 0 0,0 0 0 15,0 2 0-15,3-3-9 0,0-2-3 0,2 0 0 16,-2 0 0-16,3 0 0 0,3-3 2 0,0-2 0 16,-3-6 0-16,0 3 0 0,0 0 18 0,0 0 3 15,0-5 1-15,-1 0 0 0,-2 0-12 0,3-3 0 16,-3-3 0-16,0 3 0 0,-3 0 50 0,-3-2 14 16,3-4 4-16,0-1 0 0,-3-1-29 0,0 0-6 15,0 0-1-15,0-3 0 0,-3 1 10 0,3-1 2 16,-3 3 0-16,0 1 0 0,0-1-29 0,0 0-6 15,-3 0-1-15,0 5 0 0,3 1-8 0,0-1 0 0,0 3 0 16,-3 0 0-16,0 3-14 0,3 2-5 16,0 3-1-16,0 0 0 15,0 0-128-15,0 0-25 0,-3 6-6 0,3 2-849 0</inkml:trace>
  <inkml:trace contextRef="#ctx0" brushRef="#br0" timeOffset="20575.99">15216 5583 921 0,'0'0'82'0,"0"0"-66"0,3-6-16 0,3 1 0 0,0 0 163 0,0 0 29 16,0-1 5-16,3-2 2 0,-3-2-57 0,3 2-11 16,0 2-3-16,0 1 0 0,0-3-48 0,0 3-9 15,0-6-3-15,0 3 0 0,-1 3-12 0,-2 3-4 16,3-4 0-16,0 4 0 0,-6-1-27 0,3 0-5 15,-6 3-2-15,6 0 0 0,0-2-18 0,-6 2 0 16,0 0 0-16,9 8 0 0,-3-6 0 0,-6-2 0 16,3 11 0-16,0-3 0 0,-3 5 0 0,0-5 0 15,-3 2-11-15,3 1 11 0,-3 0-27 0,0 2 2 16,0-3 0-16,-3 1 0 16,0 0-16-16,0 2-3 0,6 0-1 0,-3-5 0 15,0 0 1-15,0 3 0 0,0-4 0 0,0-1 0 0,0-1 17 0,3-5 4 16,0 0 1-16,0 0 0 0,0 0 10 0,0 0 3 15,0 0 0-15,6 3 0 0,-6-3 9 0,0 0 0 16,3-6 0-16,6 4 0 0,0-4 0 0,3 1 0 16,-3 0 0-16,0 0 0 0,0-1 0 0,0 4 0 0,0-4 0 15,-3 4 0-15,3-1 12 0,-4 3 0 0,1 0 1 0,-6 0 0 16,0 0 7-16,0 0 0 0,9 0 1 0,-9 0 0 16,3 8-1-16,3-3 0 0,-3 1 0 15,0 2 0-15,-3-3-6 0,0 5-2 0,-3-2 0 0,0 0 0 16,3 0-4-16,-6 3 0 0,0 2-8 0,-3-2 12 15,6-3-12-15,-5 2 8 0,-1 1-8 0,-3-1 0 16,3-2 8-16,0 0-8 0,-6 0 0 0,3 3 9 16,3-3-9-16,-3 2 0 0,3-4 0 0,-3 1 0 15,1 4-35 1,-1-3 1-16,0 0 0 0,3-3 0 0,-3 1-115 0,0-1-23 16</inkml:trace>
  <inkml:trace contextRef="#ctx0" brushRef="#br0" timeOffset="21216.85">15794 5617 993 0,'0'0'44'0,"0"0"9"16,0 0-42-16,0 0-11 0,0 0 0 0,0 0 0 0,0 0 86 0,0 0 15 15,0 0 3-15,0 0 1 0,-3-5-25 0,3 5-4 16,0 0-2-16,3-3 0 0,0-2-18 0,-3 5-3 16,6-8-1-16,-6 8 0 0,0 0 3 0,3-3 0 15,6 1 0-15,3 2 0 0,-1-6-27 0,1 4-6 16,3 2-1-16,3-3 0 0,0 3 3 0,0-3 0 15,3 1 0-15,0-1 0 0,-4 0-4 0,4-2 0 16,-6 3 0-16,6 2 0 0,-3-6-20 0,0 4 0 16,-6-1 0-16,2 0 0 0,-2 1 0 0,0-1 0 15,0-2 0-15,0 2 0 0,-3 3-20 0,0-3-1 0,0 3-1 16,0 3 0 0,-6-3-37-16,-3 0-7 0,0 0-2 0,0 0-534 0,6 5-107 0</inkml:trace>
  <inkml:trace contextRef="#ctx0" brushRef="#br0" timeOffset="21558.88">16020 5421 864 0,'3'-8'76'0,"-3"3"-60"0,0 5-16 0,0-8 0 0,0-2 107 0,0 2 18 15,0 2 4-15,0 1 1 0,0 0-23 0,0 5-5 16,0 0-1-16,0 0 0 0,0-8-23 0,0 8-5 15,0 0-1-15,0 0 0 0,0 0-22 0,0 0-5 16,0 0-1-16,0 0 0 0,0 0-3 0,0 0-1 16,0 8 0-16,0 0 0 0,0 0-22 0,0 5-5 15,3-5-1-15,0 5 0 0,-3 0 0 0,3 3 0 16,0 5 0-16,0-2 0 0,0 2-3 0,0-5-1 16,-3 2 0-16,0 1 0 0,3-3 3 0,0 2 0 15,-3 6 0-15,0-11 0 0,0 3-11 0,0-3 0 16,3 3 0-16,-3-2 0 0,-3-1 20 0,3 0 0 15,0-8-1-15,0 6 0 0,0-1-29 0,0-2-6 16,-3-2 0-16,3 2-1 0,0-3 3 0,3 0 1 16,-3-5 0-16,0 0 0 15,0 0-49-15,0 5-10 0,0-5-1 0,0 0-587 0,6 3-116 16</inkml:trace>
  <inkml:trace contextRef="#ctx0" brushRef="#br0" timeOffset="22409.64">16627 5360 1681 0,'-6'-2'36'0,"6"2"8"0,0 0 2 0,0 0 2 0,-6-5-38 0,0-1-10 0,6 1 0 0,0 5 0 16,0 0 96-16,0 0 18 0,-3-5 3 0,3 5 1 15,0 0-54-15,0 0-12 0,0 0-1 0,-8 0-1 16,2 2-40-16,0 1-10 0,0 2 0 0,3 6 0 16,-6-3 0-16,6 8 0 0,0-3 0 0,0 0 0 15,-6 0 0-15,6-2 0 0,3 2 0 0,0 6 0 16,0-1 0-16,0-2-11 0,3-3 3 0,0-2 0 16,3 2-36-16,3-2-6 15,-6-1-2-15,6-2 0 0,0-3 7 0,0 1 1 16,-1-6 0-16,1 0 0 0,6 0 32 0,-3-3 12 0,-3 0-9 0,-3 1 9 15,0-6 0-15,3 3 0 0,3-3 0 0,-6 0 0 0,-3 0 14 16,3 0 8-16,3-3 2 0,-3 1 0 0,-9 2 19 16,3-3 4-16,3 1 1 0,0-1 0 0,-3 0-7 15,0 3-1-15,-3 1 0 0,6 1 0 0,3-2-22 0,-6 3-5 16,-9 2-1-16,3-2 0 0,6 5 0 0,0 0-1 16,0 0 0-16,0 0 0 0,0 0-11 0,0 0 0 15,0 8 0-15,-6 0-11 0,3-3 11 0,6 3 0 16,6 5 0-16,-6-2 8 0,-6-3-8 0,9 3-12 15,6-6 4-15,-7 3 0 0,-5 0-1 0,6-3 0 16,3 3 0-16,6-3 0 0,0-2 9 0,-3-3-13 16,-12 0 5-16,6-3 8 0,6 3 0 0,-6-5 0 15,3 2 0-15,0-2 0 0,3 0 15 0,-3-3 4 16,-6-3 1-16,-1 1 0 0,10-4 25 0,-6 1 6 0,-3 0 1 16,-3 2 0-16,3 1-7 0,0-4-1 0,3 1 0 15,-3 0 0-15,-6 0-35 0,3 2-9 0,6-2 0 16,-3 2 0-16,-9 1 0 0,6 2 0 0,6 3 0 15,-6 5 0 1,0-3-102-16,0 3-22 0,0 0-5 0,0 0-599 0,0 0-119 0</inkml:trace>
  <inkml:trace contextRef="#ctx0" brushRef="#br0" timeOffset="22792.49">16949 5551 1796 0,'0'0'40'0,"0"0"8"0,0 0 1 0,0 0 1 0,6-5-40 0,0-1-10 0,-3-2 0 0,3 3 0 0,6 0 79 0,-7 2 13 16,-2-2 4-16,3 0 0 0,3 2-27 0,-3-2-5 16,-6 5 0-16,0 0-1 0,6-3-18 0,-6 3-3 15,6-3-1-15,-6 3 0 0,0 0-23 0,0 0-5 16,6 6-1-16,-6-6 0 0,-3 8-12 0,0 2 0 16,3-5 0-16,0 6 0 0,-6 0 0 0,0 2-10 15,0 0 2-15,3 6 0 16,-3-6-29-16,-3 0-6 0,1 3-1 0,2-3 0 0,0 3 25 15,3 0 5-15,-9-3 1 0,6 0 0 0,3-2-5 0,0 0-1 16,-6-1 0-16,3-2 0 0,3 0 19 0,3-3 0 16,0 3 0-16,0-8 0 0,-3 6 0 0,3-6 0 15,0 0 0-15,0 0 0 0,0 0 0 0,0 0 14 16,6 2-1-16,3 1 0 0,-9-3 6 0,0 0 1 0,9 2 0 16,0-4 0-16,0-1 9 0,-3 1 3 15,-6 2 0-15,12 0 0 0,2-6-32 0,-5 6 0 0,-3-2 0 16,3-1 0-16,6 0 0 0,-6 1 0 0,-3-1 0 15,0 3 0-15,0 0 0 0,3-3 0 0,0 1 0 0,-3 2 0 32,-6 0-39-32,6-3-13 0,3 3-4 0,-3 0-647 0,-6 0-129 0</inkml:trace>
  <inkml:trace contextRef="#ctx0" brushRef="#br0" timeOffset="23571.26">17345 5360 1036 0,'0'0'46'0,"6"-2"10"0,0-3-45 0,-3-1-11 0,-3 1 0 0,0 0 0 16,6-1 156-16,-6 4 28 0,-3-4 7 0,3 6 1 16,0 0-66-16,0 0-13 0,-6 0-2 0,-3-5-1 15,3 10-74-15,6-5-14 0,-3 6-3 0,-3 2-1 16,-3 2-18-16,3 1 0 0,6 5 0 0,-6-3 0 16,0 3 0-16,0 2 0 0,3-2 0 0,3 0 0 15,0-5 0-15,0 5 0 0,0-3 0 0,6 0 0 16,3 0 0-16,-3-5 0 0,-3 0 0 0,3 0 0 15,6-3 0-15,-3 1 0 0,-9-6-13 0,9 0 5 0,5 2 8 16,-5-2 9-16,0-2-1 0,-3-4-8 0,0 4-13 16,0-6-10-16,0-3-1 0,3 3-1 0,-6-5 33 15,0 2 6-15,3 1 2 0,0-3 0 0,-9-1 9 0,6 1 3 16,0 0 0-16,3 2 0 0,-9 1 3 0,3-1 1 16,0 6 0-16,0-8 0 0,3 5 0 0,-6 2 0 15,0 4 0-15,3 2 0 0,0 0-20 0,0 0-3 16,0 0-1-16,0 0 0 0,0 0-8 0,-3 8 0 15,0 5 0-15,3 0 0 0,0-2 0 0,0 5-11 16,0-1 3-16,0 1 0 0,0-2 8 0,3-1 0 16,3 0 0-16,0 0 0 15,0-2-34-15,-3 2-5 0,6-5-1 0,0-3 0 0,0 3 23 0,0-2 4 16,5-4 1-16,-2 3 0 0,0-5 12 0,-3-2 0 16,-3-1 0-16,3-2-9 0,9 0 9 0,-6-3 16 15,-6 0-4-15,3 0-1 0,3-3 35 0,-1 1 7 0,-5-4 2 16,-3-1 0-16,0-1-31 0,0 0-5 0,3-3-2 15,-3 3 0-15,-3-2-1 0,3 5 0 0,6-6 0 16,-3 6 0-16,-9 0-16 0,6 2 0 0,3 0 0 0,-3 6 0 16,-3-3 0-16,0 8 0 0,0 0 0 0,0 0 0 31,6 0-159-31,-6 0-35 0,0 0-7 0,-3 8-774 0</inkml:trace>
  <inkml:trace contextRef="#ctx0" brushRef="#br0" timeOffset="24026.52">17619 5548 1267 0,'20'11'56'0,"-20"-11"12"0,0 0-55 0,6-3-13 0,0 6 0 0,6-3 0 0,0-5 105 0,-6-1 19 16,-3 1 3-16,3 0 1 0,9-1-2 0,-6-2 0 15,-6 3 0-15,9-3 0 0,3 3-33 0,-4-8-6 16,1 2-2-16,0 3 0 0,-3 3-42 0,3-3-9 16,-3 0-2-16,0 0 0 0,0 3 7 0,0 2 1 15,-3 3 0-15,-6 0 0 0,0 0-29 0,0 0-11 16,0 0 8-16,0 0-8 0,0 0 0 0,6 8 0 15,-6-8 0-15,3 8 0 0,0 3 0 0,-6 5 0 16,0-11 0-16,0 5 0 16,3 1-30-16,-6 2-11 0,-3-2-3 0,3 2 0 15,6 0 10-15,-6 0 2 0,0 1 0 0,0-4 0 16,3 1-20-16,3-3-4 0,-6 0-1 0,3-3 0 0,3-5 28 16,0 0 5-16,0 0 2 0,0 0 0 0,0 0 22 0,0 0 15 15,9-3-3-15,-9 3 0 0,3-2-12 0,3-1 8 16,0-5-8-16,3 3 0 0,0 0 16 0,0-1-4 0,-3-2 0 0,0 3 0 15,3 0 0-15,-3-1 0 0,0 1 0 16,-1 0 0-16,-2 2 21 0,-3 3 4 0,0 0 1 16,0 0 0-16,0 0-30 0,0 0-8 0,6 6 0 0,-3-1 0 15,-3-5 8-15,3 8 1 0,0 0 0 0,-3 2 0 16,-3 1-9-16,0-3 10 0,0 0-10 0,0 2 10 16,-3 1-10-16,-2-1 0 0,2 1 0 0,0 0 0 15,-3-3 0-15,-3 2 0 0,3 1 0 0,0-3 0 16,0 0-17-16,0 0-6 0,-9 0-1 0,6-1 0 15,3-4-22-15,-6 2-5 16,-5 1-1-16,-4-4-640 0,6-2-129 0</inkml:trace>
  <inkml:trace contextRef="#ctx0" brushRef="#br0" timeOffset="24413.76">17321 5075 345 0,'-18'0'15'0,"18"0"4"0,0 0-19 0,0 0 0 16,-6-3 0-16,6 3 0 0,0 0 236 0,0 0 44 15,0 0 9-15,0 0 2 0,0 0-144 0,0 0-29 0,0 0-6 16,0 0 0-16,-6 0-38 0,6 0-7 0,9 0-2 0,-3 0 0 15,-6 0-22-15,9 3-5 0,6-3-1 16,3 2 0-16,0 1 11 0,-1-3 1 0,1 0 1 0,0 0 0 16,6 0-22-16,-3-3-5 0,0 1-1 0,2-1 0 15,10 0 6-15,-9 1 0 0,-3-4 1 0,3 4 0 16,-1 2 5-16,4-3 1 0,-9-2 0 0,3 2 0 16,-3 1-45-16,-3 2-9 0,0-3-1 0,-1 3-1 15,-2 0 21-15,-3 0 0 0,3 3 0 0,-3-1 8 16,-9-2-8-16,6 3 0 0,0 0-10 0,-6-3 10 15,0 0-18-15,0 0 2 0,0 0 1 0,3 5 0 16,3 3-48-16,-6-3-9 16,0-5-3-16,0 8-969 0</inkml:trace>
  <inkml:trace contextRef="#ctx0" brushRef="#br0" timeOffset="25039.12">18363 5530 633 0,'0'0'28'0,"0"0"6"0,0 0-34 0,0 0 0 15,0 0 0-15,0 0 0 0,0 0 179 0,0 0 29 16,0 0 5-16,0 0 2 0,0 0-108 0,6-3-22 15,0-2-4-15,3 2-1 0,-1 3-12 0,1-5-4 16,0 2 0-16,3 3 0 0,3-2-16 0,0-1-3 16,0 3-1-16,3-5 0 0,0-1 4 0,-1 4 0 15,1 2 0-15,0-6 0 0,0 1-48 0,3 3-21 16,-3 2 1-16,3-6 1 0,-4 4 31 0,1-1 5 16,3-2 2-16,-3 5 0 0,0-6-19 0,-6 6 0 15,3-2 0-15,0-1 0 16,-7 0-22-16,4 3-8 0,-6-2-2 0,3 2 0 15,-9 0 0-15,0 0 0 0,0 0 0 0,0 0 0 16,0 0-37-16,0 0-8 0,0 0-2 0,0 0 0 16,0 0-26-16,0 0-6 0,0 0-1 0,0 0 0 0</inkml:trace>
  <inkml:trace contextRef="#ctx0" brushRef="#br0" timeOffset="25371.94">18601 5347 748 0,'0'0'67'0,"0"-8"-54"0,0 3-13 0,0-3 0 16,-3 5 140-16,3-5 24 0,0 3 6 0,0 0 1 0,0 0-60 0,0 5-12 16,0 0-3-16,0-3 0 0,0 3-7 0,0 0-1 15,0 0-1-15,0 0 0 0,0 0-37 0,0 0-7 16,0 0-2-16,0 0 0 0,0 0-2 0,0 0-1 16,0 0 0-16,3 3 0 0,0 7-18 0,-3-5-4 15,3 6-1-15,-3 0 0 0,0 5 14 0,0-3 3 16,0 5 1-16,0 1 0 0,0-1-9 15,0 3-1-15,-3-2-1 0,3 0 0 0,0-1-22 16,0 3 8-16,-3 0-8 0,0 1 0 0,3-4 0 0,0 6 0 16,3-11 0-16,-3 6 0 0,-3-4 0 0,3-1 8 15,-3 2-8-15,3-6 0 0,0 1 0 0,0 2 8 16,0-2-8-16,0-3 0 0,0-3 0 0,3 3 0 16,-3-3-10-16,3 3 10 15,0-3-49-15,-3-2-3 0,3 2-1 0,-3-5 0 16,0 0-27-16,6 3-6 0,0-1-1 0,-6-2-879 0</inkml:trace>
  <inkml:trace contextRef="#ctx0" brushRef="#br0" timeOffset="26785.64">19089 5326 864 0,'0'0'76'0,"0"0"-60"0,0 0-16 0,0 0 0 0,0-8 124 0,0 3 21 15,0 5 5-15,0 0 1 0,0-3-31 0,0 3-5 16,0 0-2-16,0 0 0 0,0 0-44 0,0 0-9 15,-3-5-1-15,-3 10-1 0,3-5-40 0,0 8-8 16,-3 0-2-16,0 5 0 0,3 1-8 0,-3 1 0 16,3 4 0-16,-3 2 0 0,3-5 0 0,3 0 0 15,0 2 0-15,-3-2 0 0,6 3 0 0,-3-1 0 16,0 1 0-16,3-1 0 16,3-2-36-16,0-3-12 0,0 1-2 0,3-1-1 15,3 0-5-15,0-8 0 0,-3 1-1 0,3-4 0 16,0 1 23-16,0-3 5 0,0-3 1 0,-4 1 0 0,4-4 28 0,-3 1 0 15,3-3 13-15,-3-2-4 0,3 2 22 0,-3-3 4 16,-3 0 1-16,0-2 0 0,0 3 16 0,0-4 3 16,-3 1 1-16,0 0 0 0,0 0-4 0,-3 0 0 15,0 2 0-15,0 0 0 0,0 1-4 0,0-1-2 0,-3 6 0 16,0 0 0-16,0-1-27 0,3 6-6 16,0 0-1-16,0 0 0 0,-3 0-12 0,3 0 11 0,-6 8-11 15,3 0 10-15,0 3-10 0,3-1 0 0,-3 4 0 16,6-4 0-16,-3 3 0 0,3 1 0 0,0-4 0 0,3 3 0 15,0-2-13-15,0 0 5 0,3-1 8 0,0 1-13 16,0-3 4-16,-1 0 1 0,4-6 0 0,0 1 0 16,-3-3 8-16,6 0 0 0,-3-3 0 0,3 1 0 15,0-4 0-15,0-2 0 0,0 0 0 0,-4-2 0 16,1-1 9-16,0 3 1 0,-6-2 0 0,3-1 0 16,-3-2 30-16,0 0 5 0,0 0 2 0,0-6 0 15,0 0-30-15,-3 4-5 0,0 1-2 0,0-2 0 0,0 1-10 16,0 1 0-16,-3 6 0 0,0-2 0 15,0 2-33-15,-3 0-9 0,0 3-2 0,0 2 0 16,3 3-112-16,0 0-24 0,0 0-4 0,-6 5-680 16</inkml:trace>
  <inkml:trace contextRef="#ctx0" brushRef="#br0" timeOffset="27145.38">19559 5522 864 0,'0'0'38'0,"6"2"8"0,0 1-37 0,0-3-9 16,-3-3 0-16,3 3 0 0,0 0 184 0,0-2 34 15,-3 2 7-15,3 0 2 0,0-3-95 0,0 3-20 16,0 0-3-16,0-5-1 0,0 5-38 0,-3 0-8 16,-3 0-2-16,0 0 0 0,0 0-35 0,6 5-7 15,-6-5-2-15,6 3 0 0,-6-3-16 0,6 8 0 16,-6 0 0-16,0 0 0 0,0-8 10 0,0 8-2 0,-3 2 0 0,0 1 0 16,0-1-8-16,0 1 0 0,-3-3 0 0,3 5 0 15,-6-2-9-15,3 2-4 0,0-3-1 16,-3 1 0-16,3 2 2 0,-3 1 0 0,3-9 0 0,0 5 0 15,0 1 12-15,0-6-12 0,3 3 12 0,0 0-12 16,3-8 12-16,0 0 0 0,-3 8 0 0,3-8-9 16,0 0 9-16,0 0 0 0,0 0 0 0,9 5 0 15,-3-2 0-15,0-3 0 0,3 3 0 0,-3-3 0 16,3 0 11-16,0 0-3 0,0-3 0 0,0 0 0 16,0 1-8-16,0-1 10 0,0 0-10 0,0 1 10 15,-1-1-10-15,1-2 8 0,-3 2-8 0,3 1 8 0,0-4-8 16,0 4 0-16,-3-1 0 0,3-2 0 15,0 2-33-15,-3 0-9 0,0 1-2 0,0-6-942 16</inkml:trace>
  <inkml:trace contextRef="#ctx0" brushRef="#br0" timeOffset="27706.95">19890 5323 979 0,'0'0'87'15,"0"-8"-70"-15,-6 3-17 0,3-3 0 0,3 3 183 0,0 0 33 16,-3-3 6-16,0 2 2 0,3 1-97 0,0 5-19 16,0-5-4-16,0 5-1 0,3-5-25 0,-3 5-5 15,0 0-1-15,0 0 0 0,0 0-34 0,0 0-7 0,0 0-2 0,3 5 0 16,-3 3-18-16,3 0-11 0,0 5 12 0,0 0-12 16,0-5 0-16,-3 3 0 0,3 2 0 0,0 0 0 15,-3 0 0-15,3 1 0 0,0-1 0 0,0 0 0 16,3 0-10-16,-3-2-2 0,0-1-1 15,0-2 0-15,0 3-32 16,-1-3-7-16,-2-8 0 0,6 5-1 0,0 1 11 16,-6-6 2-16,0 0 1 0,9 0 0 0,-3 0 22 0,3-6 4 0,-3 1 1 15,3 0 0-15,-3-3 12 0,0-3 0 0,-3 3 0 0,0-2 10 16,3-1 19-16,-6 3 4 0,3-5 1 0,0 0 0 16,3-1-8-16,-3 4-2 0,-3-1 0 0,3 1 0 15,-3 2 14-15,3 2 2 0,-3 6 1 0,0-8 0 16,0 3-24-16,0 5-5 0,0 0 0 0,0 0-1 0,0 0-11 0,0 0 8 15,0 0-8-15,0 8 8 0,-3 3-8 0,3-1 0 16,0 1 0-16,0 2 0 0,-3 0 0 16,6 1 0-16,0-1 0 0,3-3 0 0,-3 1-11 0,0 0 3 15,3-1 0-15,3 1 0 0,-4-3-1 0,4 0 0 16,0-6 0-16,0 4 0 0,0-4 9 0,-3 1 0 16,3-3 0-16,3-3-8 0,-3 1 8 0,-3-6 8 15,3 0-8-15,-3 0 11 0,3-3 11 0,-3 1 2 16,0-4 1-16,0 1 0 0,-1 0 15 0,1 0 2 15,0-6 1-15,-3 3 0 0,3 3-14 0,-3-6-2 16,0 1-1-16,0-1 0 0,0 1-16 0,0 2-10 16,0-2 12-16,3 4-12 0,-6 1 0 0,3 2 0 15,3 1 0-15,-6 2 0 16,3 3-43-16,-3 5-5 0,0 0-2 0,0 0 0 16,0 0-153-16,0 0-30 0</inkml:trace>
  <inkml:trace contextRef="#ctx0" brushRef="#br0" timeOffset="28198.32">20259 5506 864 0,'0'0'38'0,"0"0"8"0,0 0-37 0,6-5-9 0,0 2 0 0,0-2 0 16,-3-3 219-16,6-3 41 0,0 3 9 0,2 0 2 0,-2-2-126 0,0-1-25 15,3 1-4-15,0-1-2 0,0 3-39 0,-3 0-8 16,0 3-2-16,0-6 0 0,-3 9-36 15,0-6-7-15,3 5-2 0,-3-2 0 0,0 5-8 0,-6 0-1 16,0 0-1-16,0 0 0 0,0 0-10 0,0 0 0 16,0 0 9-16,0 0-9 0,0 8 0 0,3 5 0 15,-6-3 0-15,0 4 0 0,0-4-22 0,0 1-2 16,-3-1-1-16,0 4 0 16,3-6-18-16,0 0-3 0,3-8-1 0,-3 8 0 0,-3-3 19 15,3 3 3-15,3-8 1 0,-3 5 0 0,0 3 11 0,3-8 2 16,0 0 1-16,6 3 0 0,-6-3 10 0,0 0 16 15,0 0-4-15,0 0-1 0,6-3-22 0,0 3-4 16,-6 0-1-16,9 0 0 0,3-5 25 0,-3 2 5 16,2 3 1-16,-2-5 0 0,3-3-1 0,-3 3 0 15,3 5 0-15,-3-6 0 0,0 1 6 0,0 2 0 16,0 1 1-16,-3 2 0 0,-6 0 8 0,0 0 2 16,9 2 0-16,-3 4 0 0,-6-6-15 0,6 8-4 0,-3-1 0 15,0-1 0-15,0 2-4 0,0 2 0 0,-6 3-8 0,3 1 12 16,-6-1-12-16,3 0 8 0,0 0-8 15,-3 1 0-15,3-1 0 0,-3 0 0 0,0-2 0 0,-3 2 0 16,0 0 0-16,0-2 0 0,0-3 0 0,0 8 0 16,0-11 0-16,0 3-16 0,0 5 1 0,0-10 1 15,1 2-41 1,-1 0-8-16,0-2-1 0,9-3-643 0,0 0-128 0</inkml:trace>
  <inkml:trace contextRef="#ctx0" brushRef="#br0" timeOffset="28631.82">20497 5133 1796 0,'-6'-27'40'0,"6"17"8"0,-3 2 1 0,6-5 1 0,-3 2-40 0,0 1-10 0,0-1 0 0,0-2 0 0,3 5 72 0,-3 2 12 16,3-1 2-16,-3 7 1 0,0 0-19 0,6-3-3 15,0 0-1-15,-6 3 0 0,9 0-18 0,0 6-4 16,0-4-1-16,3 3 0 0,-3 3-25 0,2 3-4 15,-2 2-2-15,3 3 0 0,0 0 2 0,-3 5 0 16,3-2 0-16,0 2 0 0,-3 0-12 0,3 3 0 16,0-3 9-16,-3 3-9 0,3-3 0 0,-4 0 9 15,1 3-9-15,0-3 0 0,-3 6 8 0,0-4-8 16,-3 4 0-16,3-6 0 0,-3 3 9 0,0 0-9 16,0 5 0-16,-3-8 9 0,0 5-9 0,0-2 0 0,-3 3 0 15,0-9 0-15,-3 3 0 0,3 0 0 0,-3-2 0 16,0 0 12-16,-3-1-12 0,0-2 0 0,3 0 9 0,-2 2-9 15,-4-2 0-15,0 0 0 0,3-5 0 0,-3 2 8 16,0 0-8-16,0 0 0 0,-3-2 0 0,3-3 8 16,-3 2-8-16,1 1 0 0,2 0 0 0,-3-3 0 15,3-3 0-15,-3 0 9 0,3 0-9 0,-3-2 0 16,3 0 0-16,0-1 0 0,3 1 0 0,3 0 0 16,-2-1-20-16,-1-2-2 0,0 0 0 0,3 0 0 15,6 0-30-15,0 0-7 16,-6-2-1-16,6 2 0 0,-3-3-29 0,3 3-7 0,0 0 0 15,0 0-541-15,0 0-108 0</inkml:trace>
  <inkml:trace contextRef="#ctx0" brushRef="#br1" timeOffset="53270.92">9787 6109 518 0,'0'0'23'0,"0"0"5"0,0 0-28 0,0 0 0 15,0 0 0-15,0 0 0 0,-6 0 88 0,3-2 12 16,0-1 2-16,0 0 1 0,3 3-27 0,0 0-6 16,0 0-1-16,0 0 0 0,-3-5-5 0,3 5-2 15,0 0 0-15,0 0 0 0,-3-3-10 0,3 3-3 16,-3 0 0-16,3 0 0 0,-6 0-15 0,3 3-3 15,0-3-1-15,0 3 0 0,-3-3-10 0,3 2-1 16,0 1-1-16,-3 0 0 0,3-3-10 0,-3 2-8 0,3 1 9 16,0 0-9-16,-3-1 0 0,3 1 0 0,0-1 0 15,3-2 0-15,0 0 0 0,0 0 0 0,0 0 0 0,0 0 0 16,-3 6 0-16,1-4 0 0,2-2 0 0,0 0 0 16,0 0 0-16,0 0 0 0,0 0 0 0,0 0 0 15,0 0 0-15,0 0 0 0,0 0 0 0,0 0 0 16,0 0 47-16,0 0 3 0,5 3 1 0,-5-3 0 15,9 3-31-15,-9-3-7 0,6 5-1 0,3-2 0 16,-9-3-4-16,9 0 0 0,0 0-8 0,-3 2 12 16,-6-2-12-16,12 0 0 0,-3 0 0 0,0 0 0 0,0 0 0 15,3 0 0-15,0 0 0 0,2-2 9 0,-2 2-1 16,6-3-8-16,-3 0 12 0,0 1-4 0,-6 2-8 0,3-3 0 16,3 0 9-16,0 1-9 0,2-1-10 0,1 0-6 15,0 1-2-15,0-1 0 0,3 3 32 0,-3-2 6 16,0-1 2-16,-1 0 0 0,1 1-35 0,-3-1-7 15,0 0-2-15,0 1 0 0,0-1 37 0,-3 3 7 16,0-3 2-16,0 3 0 0,0 0-24 0,-1-5 8 16,1 2-8-16,0 3 0 0,0-2 0 0,3 2 0 15,-3-3 0-15,3 3 0 0,-3 0 0 0,-3-5 0 16,0 2 0-16,0 3 0 0,-1 0 0 0,4 0 0 16,0 0 0-16,3 0 0 0,-3 0 0 0,0 0 0 15,0 0 0-15,3-2 8 0,-3 2-8 0,0 0 0 16,-1 0 0-16,-2 0 0 15,3 0-23-15,0 0-2 0,0 0-1 0,-3 0 0 0,3 0 42 0,-6-3 8 16,3 3 1-16,3-3 1 0,-3 3-26 0,0-2 0 0,-3 2 0 16,2 0 0-16,-2-3 0 0,3 3 0 0,0 0 8 0,-3 0-8 15,0 0 0-15,3-3 0 0,0 3 0 0,0 0 0 16,-3 0 0-16,0 0 0 0,3 0 0 16,0 0 0-16,-3 0 0 0,0-2 0 0,3 2 0 0,0-3 0 15,-4 3-20 1,1 0-5-16,0 0-2 0,3 0 0 0,-3 0 43 0,3 3 9 15,-3-3 2-15,3-3 0 0,-3 3-27 0,0 0 0 16,0 0 0-16,0 0 0 0,-6 0-16 0,6 0-9 16,-6 0-2-16,6-3 0 0,-6 3 51 0,6 0 9 0,0 0 3 0,3 3 0 15,-3-3-22-15,0 0-4 0,-1-3-1 0,4 3 0 16,0-2 0-16,0 2 0 0,-3-3 0 0,3 0 0 0,-3 1 1 16,3 2 0-16,-3-3 0 15,-6 3 0-15,0 0-10 0,0 0 0 0,6 0 0 0,-6 0 0 0,0 0 0 16,6 0 0-16,-6 0 0 0,0 0 0 15,6 0-12-15,-6 0-4 0,0 0 0 0,0 0-940 16</inkml:trace>
  <inkml:trace contextRef="#ctx0" brushRef="#br1" timeOffset="55777.15">14219 6046 1105 0,'0'0'24'0,"0"0"4"0,0 0 2 0,0 0 2 0,0 0-32 0,0 0 0 0,-6 0 0 0,6 0 0 15,-3-6 64-15,3 6 7 0,-6-2 1 0,6 2 0 16,-3-3-13-16,3 3-3 0,0 0 0 0,0 0 0 15,0 0-9-15,0 0-3 0,0 0 0 0,0 0 0 16,0 0-12-16,0 0-4 0,-3-5 0 0,3 5 0 16,0 0-12-16,0 0-4 0,0 0 0 0,0 0 0 15,0 0-4-15,0 0 0 0,0 0-8 0,0 0 12 16,0 0-2-16,6 2-1 0,0 1 0 0,0 0 0 16,0-1-9-16,3 1 0 0,-3 0 0 0,3-1 0 0,0 1 0 15,0 0 0-15,0-1 0 0,0 1 0 0,0 0 0 16,2-1 0-16,1-2 0 0,3 0 0 15,-3 3 0-15,6 0 0 0,0-1 0 0,0 1 8 0,0-3-8 0,-1 0 12 16,1 5-12-16,3-5 12 0,3-5-12 0,3 5 0 16,-3 0 0-16,5 0 0 0,-5 0 0 0,3 0 0 15,-3 0 0-15,0 0 0 0,2-3 0 0,1 1 0 16,0-1 0-16,6 0 0 0,-1 3 20 0,-2-2-2 16,3-1 0-16,0 0 0 0,-1 1-29 0,1-1-5 15,0 3-2-15,3 0 0 0,-7-3 18 0,1 1 0 16,0 2 11-16,0-3-11 0,2 0 0 0,-2 3 0 15,3-2 0-15,0 2-12 0,-1-3 12 0,1 0 0 16,0-2 12-16,0 3-12 0,2 2 0 0,-2-3 0 16,-3 3 0-16,3-3 0 0,-1 3 8 0,1-2-8 15,0-1 0-15,0 0 0 0,-4 1 0 0,4-1 0 16,0-2 0-16,0 2 0 0,-1 3 0 0,1-3 0 0,0 3 0 0,0-5 0 16,-4 3 0-16,1 2 0 0,0-3 0 15,-3 3 0-15,2 0 0 0,-2 0 0 0,0-3 0 0,3 3 0 16,-6 0 0-16,2 0 0 0,7 0 0 0,0 0 0 15,3 0 0-15,-7 0 0 0,1 3 0 0,0 0 0 16,0-3 0-16,-3 0-9 0,-1 0 9 0,4 0-12 16,-3-3 12-16,0 3 8 0,-1-3-8 0,4 3 11 15,0 0-11-15,0 0 0 0,-3 0 0 0,-4 0 0 16,4 0 0-16,0 0 0 0,3 0 0 0,-4 0 0 16,-5 0 0-16,6 0 0 0,3 0 0 0,-3 3 0 15,-6-6 0-15,5 3 0 0,4 0 0 0,3 0 0 0,-6 0 0 16,2 0 0-16,-2 0-12 0,3 0 12 0,-3 0 0 15,5 0 0-15,1-5 0 0,0 5 12 0,-6 0-12 16,0 0 0-16,5-3-12 0,-2 3 12 0,-6 0 0 0,3-2 0 16,5-1 0-16,1 0 12 0,-3 3-12 0,0 0 0 15,-7-2 0-15,7 2 0 0,3 0 0 0,0-3 0 16,-9 0 0-16,2 1 8 0,4 2 39 0,-3-3 7 16,-3 3 2-16,0 0 0 15,-4-3-90-15,4 1-18 0,0 2-3 0,-3 0-1 0,3-5 96 16,-4 2 20-16,4 3 3 0,-3-3 1 15,3 3-101-15,-3 0-20 0,0-2-4 0,2 2-1 16,1 0 48-16,-3-3 14 0,3 3 0 0,-3 0 0 0,0-3-14 0,-1 3 5 16,-2-2 1-16,3 2 0 0,-3 2 8 0,0-2 0 15,0 3 0-15,0-3 0 0,-1-3 0 16,1 3 0-16,0 0 0 0,0 0 0 0,0 3 13 0,0-3 5 16,0 0 1-16,2-3 0 0,-5-2-31 0,3 2-5 0,0 3-2 15,0 0 0-15,3-2 19 0,3-1 0 16,-7 0 0-16,4 3 0 0,-3 0 0 0,0-2 0 15,-3 2 0-15,3-3 0 0,-3 3 8 0,2 0 6 0,-2-3 1 16,0 1 0-16,0 2-15 0,0 0 8 16,0 0-8-16,-3 0 0 0,3 0-8 0,0 0-8 0,-4 0-2 0,4-3 0 15,0 1 18-15,0 2 0 0,0 0 0 0,3 0 0 16,-3 0 0-16,0 0 0 0,-6 0 0 0,2-6 0 16,4 6 25-16,0-2 9 15,0 2 2-15,-3 0 0 0,0 0-20 0,0 0-4 0,0 0-1 16,0 0 0-16,-3 0-11 0,2 0 0 0,1 0 0 15,0-3-11-15,0 6 26 0,3-3 5 0,-6 0 0 0,6 2 1 16,-6-2-30-16,3 0-7 0,0 0 0 16,-3-2-1-16,2 2 17 0,-2 0 0 0,3 0 0 0,0 0 0 15,-3-3 0-15,3 3 0 0,0 0 0 0,-3-3 0 16,3 6 0-16,0-3 0 0,0 3 0 0,-3-3 0 0,2 0 0 16,-2 0 0-16,0 0 0 0,0 0 0 15,0-3 0-15,0 3 0 0,0 0 0 0,0 0 0 0,-3 0 0 16,3 0 0-16,0 3 0 0,0-3 0 0,3 0 0 15,-3-3 0-15,2 3 0 0,1 0 9 16,-3 0 3-16,0 0 1 0,0 0 0 0,3 3 0 16,-3-3-13-16,0 0 0 0,0 0 0 0,0 0 0 0,3 0 0 0,-3-3 0 15,-3 3 0-15,-1 0 0 0,1 0-9 0,3 0-5 16,-6 0-1-16,-3 0 0 0,0 0 15 0,9 0 0 0,-3-3 12 16,0 3-12-16,3 0 14 0,-6 0-4 15,3 3-1-15,-6-3 0 0,9 3-9 0,-9-3 0 16,6 0 0-16,0 0 0 0,0 0 0 0,0 0 0 15,0 0 0-15,0 0 0 0,0 0 32 0,3 0 4 0,-3 0 0 16,-1 0 1-16,1-3-24 0,0 3-5 16,0 0 0-16,3 0-8 0,0 0 9 0,0 0-9 15,-3 0 0-15,3-3 9 0,-3 3-1 0,0 0 0 0,0-5 0 0,3 2 0 16,-3 3-8-16,3 0 12 0,-3 0-12 16,3 0 12-16,-9 0-12 0,6 0 0 0,-6 0 9 0,3 0-9 15,5 0 0-15,-2 0 0 0,0 3 0 0,3-3 0 16,0 0 0-16,-3 5 0 0,3-5 0 0,0 0 0 0,0 0 0 15,0 0 0-15,-3 0 0 0,3 0 0 0,-3-5 0 0,3 5 0 16,-9 0 0-16,6 0 0 0,3 0 0 0,-1 0 0 16,-8 0 0-16,6 0 0 0,0 0 0 0,3 0 0 15,-3-3 0-15,-6 3 0 0,0 0 0 0,0 0 0 16,9 0 0-16,0 0 0 0,-3 0 0 0,3 0 0 16,-3 0 0-16,3 0 0 0,-9 0 0 0,6 0 0 15,0 0 0-15,-6 0 0 0,6 0 0 0,0 3 0 16,3-3 0-16,-3 0 0 0,0 0 0 0,-6 0 0 15,5 0 0-15,-5 0 0 0,9-3 0 0,-6 1 0 16,-3 2 0-16,6-3 0 0,-6 3 0 0,0 0 0 16,6-3 0-16,-6 3 0 0,9 0 56 0,-9 0 6 15,6-2 2-15,0 2 0 16,-6 0-73-16,0 0-15 0,0 0-2 0,6 0-1 0,-6 0 43 16,0 0 9-16,0 0 2 0,9 0 0 0,-9 0-27 0,6 2 0 0,-6-2 0 0,0 0 0 15,0 0 0-15,6 0 0 0,-6 0 0 0,6 3 0 16,-6-3 0-16,0 0 0 0,6 3 0 0,-6-3 0 31,0 0-46-31,0 0-14 0,9 0-4 0,-3 0-682 0,0 2-137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2T04:17:41.37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7778 7604 345 0,'0'0'31'0,"0"0"-31"16,0 0 0-16,0 0 0 0,0 0 178 0,0 0 30 0,-3 5 5 16,3-5 2-16,0 0-102 0,0 0-20 15,-3 3-4-15,3-3-1 0,0 0-12 0,0 0-4 0,0 0 0 16,0 0 0-16,0 0-4 0,0 0-2 0,0 0 0 15,-6 0 0-15,-3 3 4 0,9-3 1 0,0 0 0 0,0 0 0 16,-6 2-57-16,6-2-14 0,0 0 0 0,9 0 0 16,3 3 39-16,-6 0 5 0,-6-3 0 0,5 0 1 15,10 0-21-15,-3 0-4 0,-6-3 0 0,9 0-1 16,0 1-19-16,3-1 0 0,-6 3 0 16,0 0 0-16,3-3 0 0,-1 1 0 0,1-4 0 0,0 4 0 15,3-1 0-15,0 1 0 0,3-1 0 0,-3-2 0 16,-9 2 19-16,2 0 0 0,10 1 0 0,-6 2 0 15,-6-6-55-15,3 6-10 16,0-2-2-16,3 2-1 0,-3 0-91 0,-3 0-17 16,-9 0-4-16,0 0-704 0</inkml:trace>
  <inkml:trace contextRef="#ctx0" brushRef="#br0" timeOffset="299.64">7846 7797 1728 0,'0'0'38'0,"0"0"8"0,0 0 2 0,0 0 0 0,-9 3-39 15,9-3-9-15,0 0 0 0,-3 0 0 0,-9 0 56 0,6 0 10 16,6 0 2-16,0 0 0 0,-9 3-11 0,3-1-1 16,6-2-1-16,0 0 0 0,0 0-40 0,0 0-15 15,0 0 11-15,0 0-11 0,0 0 48 0,0 0 3 16,0 0 1-16,0 0 0 0,12 0-32 0,0 0-7 0,-6 0-1 0,3 0 0 15,3-2-12-15,0 2 0 0,0 0 0 0,0-3 0 16,0 3 54-16,-1 0 8 0,7-3 2 16,-6 1 0-1,0 2-103-15,3-3-20 0,6-2-4 0,0-1-1 0,-6 6 52 0,-1-2 12 0,4-1 0 0,0 0 0 16,3-2-105 0,3 3-19-16,-3-4-3 0,0 4-820 0</inkml:trace>
  <inkml:trace contextRef="#ctx0" brushRef="#br0" timeOffset="1120.83">8459 7559 518 0,'6'-8'46'0,"-6"8"-37"0,0-2-9 0,0-4 0 15,3 1 212-15,0 2 41 0,-3-2 8 0,3 0 2 16,-3 5-87-16,3-6-16 0,-3 6-4 0,0 0-1 15,0 0-63-15,0 0-12 0,0 0-2 0,0 0-1 16,0 0-22-16,0 0-5 0,0 0-1 0,-3 8 0 16,0 0-37-16,0 3-12 0,0-1 0 0,0 4 0 0,0-1 0 15,0 3 0-15,-3 0 0 0,6 2 0 0,0-2 0 0,0 0 0 16,0-3 8-16,0 3-8 16,3-3-12-16,3 3-5 0,-3-3-2 0,3-2 0 15,0 0-46-15,0-3-10 0,3-3-1 16,0 0-1-16,0-2 36 0,0-3 7 0,3 0 2 0,-6-3 0 15,-6 3 32-15,6-5-8 0,2-6 8 0,4 6 0 0,-3-3-18 0,-3 0 0 16,3 0 0-16,0-2 0 0,-3 2 66 0,0-3 12 16,-3-2 4-16,3 2 0 0,-6 1-2 0,3-1 0 15,-6-2 0-15,0 5 0 0,3 0-17 0,-3 0-3 16,0 5-1-16,0-2 0 0,-3 2-13 0,3 3-2 16,0 3-1-16,-3 0 0 0,3-1-25 0,3-2 0 15,-3 8 0-15,0 3 0 0,3-3 0 0,0 5 0 16,6 0 0-16,0 0 0 0,0-2 0 0,-3-3 0 15,6 5 0-15,0-2 0 0,3-3 0 0,-3 0 0 0,6 0 0 16,-3 0 0-16,2-3 0 0,1 0 0 0,-3-2 0 16,3-1 0-16,-3-2 0 0,0-5 0 0,0 3 0 15,3-4 0-15,-3 1-12 0,-3-3-7 0,3 3-1 0,-1-3-1 16,-2-5 49-16,3 2 9 0,-6 0 3 16,3-2 0-16,0 0-13 0,-3 0-3 0,-3-1 0 0,0-1 0 15,-3 1 13-15,3 4 3 0,-3-3 0 0,3 2 0 16,-3 0-32-16,0 1-8 0,-3 2 0 0,0 0 0 15,3 3-40 1,-3-1-10-16,3 6-2 0,0 0 0 0,0 0-173 0,0 0-35 16,0 0-8-16,0 0 0 0</inkml:trace>
  <inkml:trace contextRef="#ctx0" brushRef="#br0" timeOffset="1381.639">8944 7683 2253 0,'0'0'49'0,"0"0"11"0,0 0 1 0,0 0 3 0,0 0-51 0,0 0-13 0,0 0 0 0,0 0 0 0,0 0 91 0,0 0 15 16,0 0 3-16,0 0 1 0,0 0-70 0,0 0-13 15,0 0-3-15,6 6-1 0,-6 2-6 0,3-3-1 16,0 3 0-16,0 3 0 0,-3-1-16 0,-3 1 0 16,3 2 0-16,-3 0 0 0,3 0 0 0,-3 1 0 15,0-1 0-15,0 0 0 0,0 0-11 0,0 1 1 16,-3-4 0-16,4 3 0 15,-1-5-27-15,0 3-6 0,0-3-1 0,0-3 0 16,3 3-20-16,-3-3-5 0,3-5-1 0,0 8 0 16,0-8-150-16,0 0-31 0,0 0-5 0,0 0-2 0</inkml:trace>
  <inkml:trace contextRef="#ctx0" brushRef="#br0" timeOffset="1830.84">8385 7329 1220 0,'0'0'54'0,"0"0"11"0,0 0-52 0,0 0-13 16,0 0 0-16,0 0 0 0,0 0 99 0,9 3 17 15,-9-3 3-15,9 0 1 0,0 0-13 0,2 0-3 16,-2 0 0-16,3 2 0 0,0-2-32 0,3 0-8 16,-3 3 0-16,0-3-1 0,-3-3-22 0,9 3-4 15,3-2-1-15,2 2 0 0,-2-3 31 0,3 0 5 16,3 3 2-16,0-2 0 0,-4-1-74 0,1-2 0 15,0 2-16-15,-3-2 2 0,3-1 37 0,-3 1 7 16,2-3 2-16,-2 6 0 0,0-1-32 0,0 0 0 16,0 1 0-16,0 2 0 0,-4-6 0 0,-2 4 0 15,0-1 0-15,-3 0 0 0,-3 3-9 0,0 0-8 0,0 0-2 0,-3 0 0 16,-6 0 19-16,0 0 0 0,0 0 0 16,0 0 0-16,0 0-17 0,0 0 0 0,0 0 0 0,0 0 0 31,0 8-99-31,0-8-19 0,-3 6-4 0,3-1-871 0</inkml:trace>
  <inkml:trace contextRef="#ctx0" brushRef="#br0" timeOffset="2532.67">9418 7271 1206 0,'18'-6'53'0,"-10"1"11"0,-5-3-51 0,3-2-13 0,-3 2 0 0,3-3 0 0,-3 1 118 0,0 2 21 15,-3-3 4-15,0 6 1 0,0-3-32 0,-3 0-7 16,3 8-1-16,3-5 0 0,-3 5-31 0,0 0-6 15,0 0-2-15,0 0 0 0,-3-6-13 0,3 6-4 16,-6 3 0-16,3 0 0 0,-3 4-35 0,0 4-13 16,-2 5 9-16,-4 2-9 0,3 4 0 0,-3 4 0 15,3 3 0-15,-3 3 0 0,-3 2 0 0,6 1 0 16,-3-1 8-16,6 1-8 0,-6 2 0 0,6 0 0 16,0 0 0-16,4 2 0 0,-4-4 0 0,3 2 0 15,3-3 0-15,0-5 0 16,3-2 0-16,0-3 0 0,0-1 0 0,-1-1 0 0,4-4-9 15,0 1 9-15,0-1 0 0,6 3 0 0,-3-8 0 0,3 1 0 16,0-4 0-16,3-2 0 0,-3 0 0 0,0-3 0 16,3-5 0-16,-4 3 0 0,1-3 0 0,3 0 0 0,-3-3 0 15,0 1-10 1,0-1-24-16,-3-2-5 0,3-3-1 0,-3 3-1032 0</inkml:trace>
  <inkml:trace contextRef="#ctx0" brushRef="#br1" timeOffset="8636.25">9778 7432 403 0,'0'0'36'0,"-3"-5"-36"16,3-3 0-16,0 3 0 0,3-1 265 0,-3 1 47 15,0-3 8-15,0 3 3 0,0 0-156 0,0 5-31 16,0-6-7-16,-3 1-1 0,3 5-51 0,0 0-10 15,0 0-3-15,0 0 0 0,-3-3-25 0,3 3-6 16,0 0-1-16,-3 8 0 0,0 0-32 0,0 0 0 16,-3 5 0-16,3 3 0 0,0 0 0 0,0 5 0 15,0-2 0-15,0 2 0 0,3-3 0 0,-3 6 0 0,3-3 0 16,0 1 0-16,3-1 0 0,-3-3-12 0,3 3 0 16,0-2 0-1,3-3-42-15,0-3-8 0,3-2-2 0,0-1 0 16,-3-2 20-16,3-3 4 0,0-2 1 0,0 0 0 0,-3-3 15 0,3 0 4 0,-1-6 0 0,1 4 0 15,0-6 46-15,0 0 10 0,0-3 1 0,0-2 1 16,-3 3-4-16,0-4-1 0,-3-2 0 0,0 1 0 16,0 4 22-16,-3-2 4 0,0 2 1 0,0 1 0 15,0-1-13-15,0 0-3 0,0 3 0 0,-3 1 0 16,0 1-33-16,3 6-11 0,0 0 0 0,0 0 0 16,-3-2 9-16,3 2-9 0,0 0 0 0,-3 8 9 15,-3 2-9-15,6-2 0 0,0 3 0 0,3-1 0 0,0 1-9 16,0 2 9-16,6-2 0 0,-3-1 0 0,0 1-15 0,-6-1 4 15,0 4 1-15,3-6 0 16,9-1-23-16,0-1-5 0,-3-6-1 0,-1 2 0 0,1-2 29 16,3 0 10-16,0-2 0 0,0-4-9 0,0-1 17 0,-3-1 3 15,3-3 1-15,-3 0 0 0,3-2 41 0,-6 0 9 16,3 2 2-16,-3-4 0 0,0-1-10 0,-4 2-2 16,1-4 0-16,0 5 0 0,0-3-6 0,-3 0-2 15,0-3 0-15,0 4 0 0,0-4-36 0,0 3-8 16,-3 0 0-16,0 3 0 0,3 2 0 0,-3 1 0 15,1 5 0-15,2-1 0 16,0 6-64-16,0 0-15 0,0 0-3 0,0 0-1 16,0 0-138-16,0 8-28 0,-3 8-6 0,6 3-666 0</inkml:trace>
  <inkml:trace contextRef="#ctx0" brushRef="#br1" timeOffset="9107.28">10227 7633 403 0,'0'0'17'0,"0"0"5"0,0 0-22 0,0-5 0 0,0 5 0 0,3-5 0 16,-3-1 364-16,3 4 69 0,0-4 14 0,0 4 2 16,0-1-281-16,3-2-57 0,-3 2-11 0,3-2-3 15,-3 2-42-15,3 1-9 0,-6 2-2 0,3-3 0 0,-3 3-25 0,0 0-6 16,0 0-1-16,9 0 0 0,-9 0-12 0,0 0 0 15,0 0 0-15,6 5 0 0,0 1 0 0,-3-1 0 16,0 5 0-16,-3-2-10 0,0 3-8 0,0 0-2 16,-6-1 0-16,3 3 0 15,-6-2-25-15,6 2-6 0,-3 3-1 0,0-3 0 16,0 3 2-16,0 0 0 0,0 0 0 0,3 0 0 16,-3-3 34-16,0 0 8 0,0 0 8 0,0 1-13 0,0-1 13 15,4-3 0-15,-1 1 0 0,0-3 0 0,3-8 8 0,0 0 4 16,0 0 0-16,0 0 1 0,0 0 25 0,0 0 5 15,8 3 1-15,-2-3 0 0,3 0-20 0,-3-3-3 16,0 0-1-16,0 1 0 0,3-1 14 0,0-2 2 16,0-1 1-16,3 4 0 0,-3-3-18 0,6-3-4 15,0 2-1-15,0 1 0 0,-4 0-14 0,-2-1 0 16,0 4 8-16,0-1-8 0,3-2 22 0,-3 5 2 16,0-3 0-16,0 6 0 0,0-3-24 0,-3 0 0 0,-6 0 0 15,9 0 0 1,-9 0-19-16,0 0-8 0,3-3-1 0,-3 3-1 15,9 3-23-15,-9-3-5 0,0 0-1 0,0 0 0 16,3 2-140-16,-3-2-28 0,0 0-6 0,0 0 0 0</inkml:trace>
  <inkml:trace contextRef="#ctx0" brushRef="#br1" timeOffset="10627.96">9727 7242 576 0,'0'0'51'0,"0"0"-41"0,0 0-10 0,0 0 0 0,0 0 156 0,0 0 28 16,0 0 7-16,0 0 1 0,0 0-103 0,0 0-20 15,0 0-4-15,6-6-1 0,0 4 0 0,3-4 0 16,-6 4 0-16,6-1 0 0,0 0 0 0,3 1 0 15,-3-1 0-15,3 1 0 0,3-1-16 0,-1 0-4 16,1 1-1-16,0-1 0 0,-3 3-18 0,3 0-3 16,-3-3-1-16,6 3 0 0,3 0-21 0,-6 0 0 15,2 0 0-15,1 0 0 0,-3-2 0 0,0 2 0 16,0 0 0-16,0 0 0 0,-3 0 0 0,0 0 0 16,-1 2 0-16,-2-2 0 0,0 0 0 0,0 3 0 15,-3-3 0-15,0 3 0 0,-6-3 0 0,0 0 0 16,0 0 0-16,9 0 0 0,-9 0 0 0,0 0 0 0,0 0 0 15,0 0 0-15,0 0 0 0,0 0 0 0,0 0 0 0,0 0 0 16,0 0 0-16,0 0-16 0,0 0 2 0,0 0-627 16,0 0-126-16</inkml:trace>
  <inkml:trace contextRef="#ctx0" brushRef="#br1" timeOffset="11310.47">10567 7506 748 0,'0'0'33'0,"0"0"7"0,0 0-32 0,0 0-8 0,0 0 0 0,0 6 0 0,0 1 168 0,0-1 31 15,0-1 6-15,0-5 2 0,0 8-99 0,3 0-20 16,-3-3-4-16,3 3-1 0,-3-8-40 0,0 5-8 16,0-5-2-16,0 8 0 0,0-8 19 0,0 0 3 15,0 0 1-15,0 0 0 0,3 6 3 0,-3-6 1 16,0 0 0-16,0 0 0 0,0 0 3 0,0 0 1 15,0 0 0-15,0 0 0 0,0 0-10 0,0 0-2 16,0 0 0-16,0 0 0 0,0 0-28 0,0 0-7 16,3-6-1-16,0 4 0 0,0-4-6 0,-3 6-2 15,0-5 0-15,0 5 0 0,0 0-8 0,0 0-11 16,-3-8 3-16,3 8 0 16,0 0-100-16,0 0-19 0,0 0-4 0,0 0-983 0</inkml:trace>
  <inkml:trace contextRef="#ctx0" brushRef="#br1" timeOffset="17068.82">10861 7427 806 0,'-3'0'72'0,"3"0"-58"15,-3-3-14-15,3 3 0 0,-3-2 105 0,3-1 19 0,0 0 3 0,0 3 1 16,-3 0-52-16,1-2-9 0,-1-1-3 0,0 0 0 15,3 3 52-15,-3 0 9 0,-3-2 3 0,0 2 0 16,3 2-103-16,-3-2-25 0,0 6 0 0,0-4 0 16,6-2 44-16,0 8 4 0,-3 3 1 0,0-3 0 15,0 2-29-15,-3 4-7 0,6-1-1 0,-6 3 0 16,3 0-12-16,0-1 0 0,0 4 8 0,0 2-8 16,3 0 0-16,0 0 0 0,0 1 0 0,3 1 0 15,-3-4 17-15,3-1 1 0,0 1 0 0,3-3 0 16,0 0-29-16,-3-3-5 0,3 0-2 0,-3-2 0 15,9-3 5-15,0 0 1 0,-3-3 0 0,2 0 0 16,1-5 12-16,0-2 10 0,3-1-2 0,0 0 0 16,0-2-8-16,0-3-11 0,-3 0 3 0,3 0 0 0,-6-2 32 15,5-1 6-15,-5-2 2 0,0 0 0 0,0 2-16 16,-3-2-4-16,3-3 0 0,-3-3 0 0,0 6 32 0,-3-3 7 16,0-2 1-16,0 2 0 0,0-3-26 0,-3 3-5 15,0-2-1-15,0 2 0 0,0 0-6 16,-3 0-2-16,0 0 0 0,-3 1 0 0,3 1 16 0,-3 1 4 15,0 0 0-15,0 2 0 0,-3 1-32 0,3-1 0 16,-3 1 0-16,0-1 0 0,1 0 0 0,-1 3 0 16,-3 3 0-16,0 2 0 0,3-2 0 0,-3 3 0 15,0 2 0-15,0-3 0 0,3 3 0 0,-3 3 0 16,3-1 0-16,0 1 0 16,3 2-63-16,1 0-15 0,-1 1-3 0,3-1-1 15,0 0-89-15,-3 1-17 0,3 2-4 0,0-1-691 0</inkml:trace>
  <inkml:trace contextRef="#ctx0" brushRef="#br1" timeOffset="17867.56">11320 7599 691 0,'6'0'61'0,"-6"0"-49"0,0 0-12 0,0 0 0 0,0 0 136 0,0 0 25 15,-6 2 5-15,6-2 1 0,0 0-37 0,0 0-7 16,0 0-2-16,0 0 0 0,0 0-51 0,0 0-10 15,0 0-3-15,0 0 0 0,9-2-10 0,-3-1-3 16,0 1 0-16,6-1 0 0,-4 0-13 0,4 1-3 16,3-4-1-16,-3 4 0 0,6-4-27 0,-3 4 0 15,0-4 0-15,3 1 0 0,0-3 40 0,-4 6 2 16,1-1 1-16,0-2 0 0,3-1-28 0,-3 4-6 16,0-1-1-16,3-2 0 0,-3 5-8 0,-1-3 0 15,-2 0 0-15,3 3 0 0,0 0-12 0,-3-2 1 16,-3 2 1-16,-3 0 0 15,0 2-32-15,3-2-6 0,-9 0-2 0,6 0 0 16,-6 0-38-16,0 0-7 0,0 0-1 0,0 0-483 16,6 6-96-16</inkml:trace>
  <inkml:trace contextRef="#ctx0" brushRef="#br1" timeOffset="18191.78">11492 7432 1602 0,'0'0'35'0,"-3"-5"7"0,3-3 2 0,-2 3 1 0,2-1-36 0,-3 1-9 0,3 0 0 0,-3-1 0 0,3 6 96 0,0-2 16 16,-6-3 4-16,6 5 1 0,0 0-41 0,0 0-9 16,0 0-2-16,0 0 0 0,0 0-33 0,-3 2-6 15,0 3-2-15,3 3 0 0,-3 0-2 0,3 0-1 16,0 3 0-16,0-1 0 0,0 4-21 0,3-1 0 15,-3 3 0-15,0 0 0 0,0 2 18 0,3-2-1 16,-3 3 0-16,0-1 0 0,3 1-17 0,-3-4 0 16,3 4 8-16,0 0-8 0,0-4 0 0,0 1 0 15,-1-3 0-15,1 3 0 0,0-5 0 0,0 2 0 16,3-2 0-16,-3-3 0 16,0 0-28-16,3 0-10 0,-3-3-2 0,3 0 0 15,0 0-118-15,-3-2-24 0,9 5-5 0,-12-8-1 0</inkml:trace>
  <inkml:trace contextRef="#ctx0" brushRef="#br1" timeOffset="18940.04">12052 7408 1324 0,'0'0'59'0,"0"0"12"0,0 0-57 0,0-2-14 0,-3-4 0 0,3 6 0 0,0 0 107 0,0 0 18 15,-3-5 4-15,0 0 1 0,3 5-33 0,0 0-6 16,-3-5-2-16,3 5 0 0,0 0-29 0,0 0-7 16,0 0-1-16,0 0 0 0,-3 5-36 0,0 0-8 15,3 3-8-15,-3 3 11 0,0-1-11 0,0 1 0 16,6 2 0-16,-3-2 8 0,3 2-8 0,-3 0 0 0,0 0 0 15,6-2 0-15,-3 2 0 0,0-2-11 16,0-1 3-16,0-2 0 16,3 0-32-16,0-3-7 0,3-2-1 0,-3 2 0 15,0 3-16-15,3-5-3 0,3 0-1 0,-3-6 0 0,0 0 35 0,-3 1 6 0,2-4 2 0,1 4 0 16,-3-4 25-16,0 1 16 0,0-3-3 0,-3 3 0 16,-3-3 25-16,3-3 5 0,0 3 1 0,0-2 0 15,0 2 21-15,0-3 5 0,-6 3 1 0,3 0 0 16,-3 3-40-16,3 0-8 0,-3 0-2 0,0-1 0 15,0 4-7-15,3 2-2 0,0 0 0 0,0 0 0 16,-6 2-12-16,6-2 0 0,-6 6 0 0,3 2 0 16,0-3 0-16,3 3 0 0,3 0 0 0,-3 2 0 0,3-2 10 15,3 0 2-15,0 3 1 0,3-3 0 0,-6 0-23 16,3-3-5-16,0 0-1 0,3-2 0 0,3 2 5 16,0-2 1-16,0-1 0 0,0-2 0 0,2 0 10 15,1-2 0-15,-3-1 0 0,0-5 0 0,0 3 0 0,0-3 0 16,-3 3 9-16,0-3-9 0,3-3 40 0,-6 3 0 15,0 0 1-15,0-2 0 0,0-4-7 0,-3 1-2 16,0 0 0-16,-3 0 0 0,0-3 0 0,-3 0 0 16,3 3 0-16,-3-3 0 0,3-3-19 0,-3 4-4 15,0 1-1-15,3 1 0 0,-6 5-8 0,3-2 0 16,0 2 0-16,3 2 0 16,-3 1-40-16,3 5-9 0,0 0-3 0,0 0 0 15,0 0-204-15,0 0-42 0,0 0-8 0,0 16-2 0</inkml:trace>
  <inkml:trace contextRef="#ctx0" brushRef="#br1" timeOffset="19398.23">12478 7474 1796 0,'0'0'40'0,"0"0"8"0,0 0 1 0,0 0 1 0,0 0-40 0,0 0-10 0,0 0 0 0,6-2 0 16,-3-3 77-16,3-1 14 0,-3 4 2 0,3-4 1 15,-3 1-22-15,3 2-5 0,-4-2-1 0,4 0 0 16,0 2-18-16,-6 3-3 0,9-5-1 0,-3 0 0 16,-6 5-25-16,9-3-6 0,-9 3-1 0,9 0 0 15,-9 0-12-15,6 0 0 0,0 3 0 0,0 2 0 16,-3 0 0-16,-3 0 0 0,3 1 0 0,0 2 0 16,-3 0 0-16,0 0 0 0,0 2-9 0,-3 1 9 15,-3 2-48-15,-3 3-3 0,3 0-1 0,-3 0 0 16,0-1 10-16,0 1 2 0,0 0 0 0,3 0 0 15,-2 0 7-15,2-3 1 0,0 0 1 16,3-2 0-16,0 0 22 0,3 2 9 0,-3 0-8 0,0-2 8 0,0-1 0 0,3 1 0 16,-3-3 0-16,0 0 0 0,3-3-12 0,0 0 4 15,0-5 0-15,0 0 0 0,0 0 8 0,0 0 14 16,0 0-3-16,0 0-1 0,0 0 26 0,9 0 4 16,-3 0 2-16,0 0 0 0,3-2-24 0,-4-1-5 15,1 3-1-15,3-5 0 0,-3 2-1 0,3-2-1 16,0 5 0-16,-3-3 0 0,3-2 1 0,0 5 0 15,0-3 0-15,0 0 0 0,0 1-11 0,0-3 0 16,-3 2 0-16,3 0 8 0,3 3-17 0,-1-5-4 16,-2 2-1-16,0 1 0 15,0-1-159-15,0 6-32 0,6-6-7 0,-15 3 0 0</inkml:trace>
  <inkml:trace contextRef="#ctx0" brushRef="#br1" timeOffset="19605.29">12886 7578 2005 0,'0'0'88'0,"0"0"20"0,0 0-87 0,0 0-21 0,0 0 0 0,0 0 0 16,0 0 111-16,0 0 17 0,0-6 4 0,0 6 1 0,0-8-69 0,0 8-13 16,0-5-3-16,0 5-1 0,3-3-30 15,-3 3-5-15,3-5-2 0,-3 5 0 0,0 0-10 0,0 0-14 16,0 0 3-16,0 0 1 15,0 0-122-15,0 0-24 0,5 0-4 16</inkml:trace>
  <inkml:trace contextRef="#ctx0" brushRef="#br1" timeOffset="20636.56">13094 7350 345 0,'0'0'15'0,"0"0"4"0,0 0-19 0,0 0 0 0,3-3 0 0,-3 3 0 16,3-2 145-16,0-3 26 0,-3-1 5 0,0 4 0 16,0 2-54-16,0 0-11 0,0-6-3 0,0 4 0 15,0 2-20-15,0-6-5 0,0 1-1 0,0 5 0 16,0 0-10-16,0 0-1 0,0 0-1 0,0-5 0 15,0 5-13-15,0 0-2 0,0 0-1 0,0 0 0 16,0 0-11-16,0 0-3 0,0 0 0 0,0 0 0 16,-3 5-16-16,0 3-4 0,0 3-1 0,0-1 0 15,0 3-19-15,0 3 0 0,-3 0 0 0,3 0 0 16,3 0 0-16,-3 0 0 0,3-3 0 0,0 3 0 16,0 0 0-16,0-6 0 0,3 4-12 0,3-1 3 15,-3-5-28 1,0 2-6-16,0 1-1 0,0-6 0 0,3 0-14 0,0 1-3 15,6-4-1-15,-3 1 0 0,0-3 25 0,3 0 5 0,-1-3 0 16,1-2 1-16,-3 0 31 0,0 0 0 0,0-1 0 0,0 1 0 0,-3-3 23 16,3 0-3-16,-3 0 0 0,0 0 0 0,-3 0 24 15,-3-2 4-15,3 2 0 0,-3 0 1 0,3-3 3 0,-3 3 0 16,-6 3 0-16,6 0 0 0,0-1-26 0,-3 4-5 16,3 2-1-16,0-6 0 0,0 6-12 0,0 0-8 15,0 0 8-15,0 0-8 0,-6 6 0 0,0-1 0 16,6 3 0-16,-3-3 0 0,0 3 0 0,3 3 0 15,3-3 0-15,0 0 0 0,0 2 0 0,0-2 0 16,3 0 0-16,0 0-8 0,0 0 0 0,3-3 0 16,0 1 0-16,0-1 0 0,-4 0 8 0,4-5-8 15,0 3 8-15,0-6-8 0,0 3 8 0,0-2 0 16,0-1 0-16,0-2 0 0,0-1 0 0,-3-2 0 0,3 0 8 16,-3 3-8-16,0-3 20 0,0-2 0 0,0-1 0 15,0 0 0-15,-3-2 29 0,0 0 6 0,2 0 1 16,-2 0 0-16,0-3-33 0,-3 2-7 0,0-1 0 0,0 4-1 15,0-2-15-15,0 0 8 0,0 2-8 0,0 3 0 16,3 0 0-16,-3 8-16 0,0 0 1 0,0 0 1 16,0 0-107-1,0 0-22-15,0 0-4 0,0 0-855 0</inkml:trace>
  <inkml:trace contextRef="#ctx0" brushRef="#br1" timeOffset="21119.85">13481 7480 806 0,'0'0'36'0,"0"0"7"0,0 0-35 0,0 0-8 0,0 0 0 0,6-3 0 0,-6 3 238 0,9-5 46 15,-3 0 8-15,3-1 3 0,0-2-150 0,-3 3-29 16,-3 0-7-16,0-1-1 0,2 4-36 0,4-4-7 16,-3 1-1-16,0 0-1 0,0 2-40 0,-6 3-8 15,0 0-2-15,6 0 0 0,3-2-13 0,-6 2 0 16,-3 0 0-16,0 0 0 0,9 5 9 0,-9-5-9 15,0 5 8-15,0 3-8 0,0 0-8 0,-3 0-8 16,-3 0 0-16,0 3-1 16,-3-4-28-16,3 1-6 0,0 0-1 0,0 3 0 15,-3-6 9-15,6 3 2 0,6 0 0 0,-3-3 0 0,0 3 22 0,0-8 5 16,0 0 1-16,-3 6 0 0,3-6 13 0,0 0 0 0,0 0 0 16,0 0 10-16,0 0-10 0,0 0 0 0,0 0 0 15,0 0 8-15,0 0 5 0,0 0 1 0,0 0 0 16,0 0 0-16,3-6 6 0,3 1 0 0,0 0 1 0,3 2 0 15,-3-2-8-15,0 0-1 0,3-1-1 16,0 4 0-16,-3-1 1 0,3 0 0 0,-3 1 0 0,0 2 0 16,3-3-2-16,-9 3 0 0,0 0 0 0,6 5 0 15,0-2 18-15,-6-3 3 0,3 5 1 0,3 3 0 16,-6 0-32-16,3 0 0 0,-3 0 0 0,0 3 0 16,0-4 0-16,0 4 0 0,-3 2 0 0,3 1 0 15,-3-4 0-15,0 3 0 0,-6-2 0 0,6 2 0 16,-6-2-10-16,3-1-8 0,0 4-2 0,-3-4 0 15,3 1-13-15,0-6-3 0,0 3-1 16,3-3 0-16,3-5-114 0,-3 3-22 0,-9 0-5 16,12-3-1-16</inkml:trace>
  <inkml:trace contextRef="#ctx0" brushRef="#br0" timeOffset="27815.45">13695 7104 1497 0,'0'0'32'0,"0"0"8"0,-3-3 0 0,3 3 4 0,0 0-36 0,0 0-8 0,0 0 0 0,0 0 0 15,0 0 87-15,0 0 15 0,0 0 3 0,0 0 1 16,0 0-67-16,0 0-14 0,0 0-2 0,9 0-1 15,0 0 35-15,0 0 7 0,0 6 2 0,-3-4 0 16,3 4-54-16,0 2-12 0,0-3 0 0,3 8 0 0,-3-5 23 16,-1 5 7-16,1 0 2 0,3 6 0 15,-3-3-52-15,3 5-9 0,-3-2-3 0,0 2 0 16,-3 3 32-16,3-1 0 0,-3 1 0 0,-3 0 0 0,3 0 0 16,-3 0 10-16,-3-3 0 0,3 3 0 15,-3-3-33-15,0 0-6 16,-3 0-2-16,0 0 0 0,0 0 11 0,0-2 3 0,0-1 0 0,-3 1 0 0,-3 2 17 15,3-5 0-15,-3 3 0 0,0-4 0 0,0-1 0 0,0-1 0 16,-3 0 0-16,3 0 0 0,-2-2 9 0,2 2 3 16,-3-5 0-16,0 3 0 0,3-6 0 0,0 0 0 15,0 1 0-15,0-1 0 0,0 0 0 0,0-2 1 16,3-1 0-16,-3-2 0 0,3 3-13 0,3-3 0 16,-3 0 0-16,6 0 0 15,0 0-48-15,0 0-13 0,0 0-3 0,0 0-844 0</inkml:trace>
  <inkml:trace contextRef="#ctx0" brushRef="#br0" timeOffset="28599.18">14180 7559 748 0,'0'0'33'0,"0"0"7"0,0 0-32 0,0 0-8 0,-3 0 0 0,3 0 0 0,0 0 168 0,0 0 32 16,0 0 7-16,0 0 1 0,0 0-116 0,0 0-22 15,0 0-5-15,0 0-1 0,6 0 0 0,0-3 0 16,3 1 0-16,0-1 0 0,0 3 0 0,0 0 0 15,6-2 0-15,-3-1 0 0,0 3-12 0,3 0-2 16,-3-3-1-16,5 1 0 0,1-1-27 0,3 0-6 16,-3 1 0-16,3-1-1 0,0 0 2 0,0 1 1 15,-1-1 0-15,4 0 0 0,-3-2-29 0,0 5-5 16,0-2-2-16,-3-1 0 0,-1 0 18 0,1 3 0 16,-3 0 0-16,-3-2 0 15,3 2-34-15,-3 0-3 0,-3 0-1 0,3 0 0 16,-3 0-30-16,-3 2-5 0,-6-2-2 0,0 0 0 15,0 0-116-15,6 0-23 0,-6 0-5 0,14 0-1 0</inkml:trace>
  <inkml:trace contextRef="#ctx0" brushRef="#br0" timeOffset="28973.08">14469 7347 1566 0,'0'0'34'0,"-3"-5"7"0,-3 0 2 0,3 2 1 0,0 1-35 0,3 2-9 0,0 0 0 0,0 0 0 0,0 0 104 0,0 0 18 16,0 0 4-16,3-6 1 0,-3 6-50 0,0 0-9 16,0 0-3-16,0 0 0 0,0 0-23 0,0 0-5 15,-6 3-1-15,6-3 0 0,0 0-8 0,3 8-1 16,-6 0-1-16,6 2 0 0,-3-2-34 0,0 6-8 15,-3-1 0-15,3 0-1 0,0 3 38 0,3 0 8 16,-3 0 2-16,0 2 0 0,0 1-31 0,-3-1 8 16,3-2-8-16,-3 3 0 0,0-1 0 0,0 1 0 15,6-1 0-15,-3 1 0 0,0-1 0 0,0-2 0 16,0-3-8-16,-3 3 8 0,3-3-13 0,0 1 4 16,0-1 1-16,-3-3 0 15,3 4-30-15,0-6-6 0,3 0 0 0,-3 0-1 16,6-1-11-16,-6-1-3 0,0-6 0 0,0 0 0 15,0 0-141-15,3 2-28 0,-3-2-5 0,15 0-2 0</inkml:trace>
  <inkml:trace contextRef="#ctx0" brushRef="#br0" timeOffset="29849.4">15082 7408 1497 0,'0'0'66'0,"0"-5"14"0,0 5-64 0,0-8-16 0,3-2 0 0,-6-1 0 16,3 0 105-16,0 1 18 0,0-1 3 0,0 1 1 15,0 2 1-15,0 0 1 0,-3 0 0 0,3 2 0 16,0 6-52-16,-3-5-10 0,3 5-3 0,0 0 0 16,-3 0-51-16,-2-2-13 0,-1-1 0 0,0 6 0 15,0 2 0-15,0 3 0 0,0 2 0 0,0 4 0 16,0-1 0-16,0 3 0 0,0 2 0 0,3-2 0 15,-3 3 0-15,0-4 0 0,3 4 0 0,3-3 0 16,0 0 13-16,0 0 0 0,3-3 0 0,0 3 0 16,0-6-49-16,3 4-11 15,3-4-1-15,0-2-1 0,0 0-35 0,0-3-6 0,0 1-2 16,0-4 0-16,2 1 74 0,-2-3 18 0,0-3 0 0,3 1 0 0,0-1-12 16,-3-2 2-16,-3-1 0 0,3-2 0 0,0 0 41 0,-6-2 8 15,3 2 1-15,-3-3 1 0,3 1 9 0,-3-1 2 16,0 3 0-16,-3-2 0 0,3-1-16 0,-3 1-4 15,0 2 0-15,0 0 0 0,0-3 7 0,0 6 1 16,0 5 0-16,0 0 0 0,0 0-29 0,0 0-11 16,0 0 8-16,0 0-8 0,0 0 0 0,-3 5 0 15,3 3 0-15,3 0 0 0,-3 3 0 0,0-4 0 16,3 4 0-16,0-3 0 0,3 3-19 16,0-1 4-16,-4-2 1 0,4 3 0 15,0-6-10-15,3 3-1 0,0 0-1 0,0-3 0 0,3 0 14 0,0-5 4 16,0 3 0-16,0-3 0 0,3-3 8 0,-3 1-12 15,0-1 12-15,-1-2-12 0,-2-3 12 0,3 0 11 16,0 0-3-16,0 0 0 0,0-2 24 0,0-1 5 0,-6 0 1 16,3-2 0-16,0 0-5 0,-3 0-1 15,-3-3 0-15,0 0 0 0,3-3 7 0,-3 1 1 0,-3-1 0 16,2 1 0-16,-2 2-27 0,0 0-5 0,0 0 0 0,-2 3-8 16,-1-3 8-16,3 6-8 0,-3-1 0 0,-3 6 0 31,3 2-22-31,3 3-11 0,0-5-3 0,0 5 0 0,0 0-73 15,0 0-15-15,-3 8-4 0,3-8-648 0,0 8-131 0</inkml:trace>
  <inkml:trace contextRef="#ctx0" brushRef="#br0" timeOffset="30179.09">15579 7509 1638 0,'-2'-3'72'0,"2"3"16"0,0 0-71 0,0 0-17 0,-3-2 0 0,3 2 0 0,0-6 116 0,0 1 19 15,0 5 4-15,0-5 1 0,0 5-29 0,0 0-6 16,0 0-1-16,0 0 0 0,0 0-38 0,0 0-8 16,0 0-2-16,0 0 0 0,0 0-35 0,0 0-7 15,0 0-2-15,0 8 0 0,0 2-12 0,0-2 0 16,0 3 0-16,0-3 0 0,-3 2 9 0,0 1-1 15,3 2 0-15,-3 3 0 0,0-5-8 0,0 2 0 16,0 3 0-16,0 0 0 0,0-6 0 0,0 3 0 16,3 1 0-16,-3-1 0 0,0-5 0 0,0-3 0 15,3 6 0-15,-3-3 0 0,3-1 0 0,-3-1 0 0,3-1 0 16,0-2 0-16,0 2-14 0,0 0-5 0,0-5-1 16,0 0 0-1,0 0-214-15,0 0-43 0</inkml:trace>
  <inkml:trace contextRef="#ctx0" brushRef="#br1" timeOffset="50109.52">16237 7382 1375 0,'0'0'60'0,"0"-8"14"0,0 3-59 0,0-3-15 0,3 0 0 0,-3 8 0 15,3-6 96-15,-3-1 16 0,3 4 3 0,-3 3 1 16,0 0-6-16,0-8-1 0,0 8 0 0,0-8 0 15,3 3-45-15,-3 5-10 16,0 0-2-16,0 0 0 0,0 0-16 0,0 0-3 0,-3 5-1 0,0 3 0 16,3 3-32-16,-3 2 0 0,-3 0 0 0,3 3 0 15,-3 2 0-15,3 1 0 0,0-3 0 0,1 2 0 16,-1-2-30-16,3 0-10 16,0 0-1-16,3 0-1 0,-3 0-9 15,2-3-1-15,4 0-1 0,0-2 0 0,0-3-6 16,3 2-1-16,-3 1 0 0,0-6 0 0,-6-5 31 0,9 3 5 0,3-1 2 0,-3-4 0 15,0-1 22-15,0-2 0 0,3 0 0 0,0-3 0 16,-3 0 25-16,-1 0 3 0,1-3 1 0,-3 1 0 16,3-1 18-16,-3 3 3 0,-3-3 1 0,3 4 0 0,-3-1-31 0,-3 2-5 15,0 1-2-15,0 5 0 0,0-5 22 0,0 5 4 16,0 0 1-16,0 0 0 0,-3-3-27 0,3 3-5 16,0 3 0-16,-3 2-8 0,0 3 0 0,0-3 0 15,3 3 0-15,3 0 0 0,0 0 16 0,0 0 2 16,0-3 1-16,3 3 0 15,3 0-67-15,-3-3-12 0,0-2-4 16,6 2 0-16,-3-5 64 0,0 3 0 0,0 0 16 0,3-6-3 0,-4 0-13 0,4 1 8 16,-3-4-8-16,0 1 0 0,0-3 45 0,0-2 3 15,-3 2 1-15,3-3 0 0,-3 3 12 0,0 0 3 16,0-2 0-16,-3-1 0 0,-3-2-52 0,3 2-12 16,3-2 0-16,-6 0 0 0,0 0 0 0,-3-1 0 15,6 1 0-15,-3 0 0 0,-3 2 0 0,3 3 0 16,-3 0 0-16,3 0 0 0,-3 3 0 0,3 5 0 0,0 0 0 15,0 0 0 1,0 0-151-16,0 0-33 0,0 0-6 0,0 0-795 0</inkml:trace>
  <inkml:trace contextRef="#ctx0" brushRef="#br1" timeOffset="50500.44">16696 7538 1389 0,'0'0'61'0,"0"0"14"0,0 0-60 0,0 0-15 0,9-3 0 0,-3 1 0 0,-6 2 113 0,0 0 20 16,9-6 4-16,0 4 1 0,-9 2-50 0,5-3-9 15,4 0-3-15,-9 3 0 0,0 0-54 0,0 0-11 16,9 3-3-16,0 0 0 0,0-3 19 0,-9 0 3 16,0 0 1-16,3 8 0 15,6 0-50-15,-9 0-9 0,-9-1-3 0,3 1 0 0,3 3 17 0,0 0 3 16,-3 2 1-16,-6 0 0 15,0 3-38-15,1 0-7 0,2 0-1 0,-6-3-1 16,0 3-3-16,0-3-1 0,9-5 0 0,-3 3 0 16,-3 2 49-16,6 0 12 0,0-5 0 0,3 3 0 0,0-4 0 0,0-1 0 15,3-6 0-15,3 5 0 0,3-2 44 0,-3 2 12 16,-3-5 3-16,9 0 0 0,0 0-43 0,3-3-16 16,0 3 11-16,3-2-11 0,6-4 57 0,-6 1 6 15,-7 2 1-15,4-2 0 0,-3 0-52 0,3 0-12 16,6-1 0-16,-6 1 0 0,-3 0 0 0,6-1 0 15,3 4 0-15,-6-4 0 0,-6 4 0 0,2-3 0 0,4 2 0 16,0 0 0 0,-6 1-151-16,-6 2-33 0,6-11-6 0,-6 11-2 0</inkml:trace>
  <inkml:trace contextRef="#ctx0" brushRef="#br1" timeOffset="51063.28">16243 7186 806 0,'3'3'72'0,"-3"-3"-58"0,0 0-14 0,0 0 0 16,0 0 148-16,0 0 26 0,0 0 6 0,3 0 0 16,0-3-84-16,0 3-16 0,0-3-4 0,3 1-1 15,-3 2-9-15,6-3-2 0,-3 0 0 0,6 1 0 16,-3 2 18-16,3-3 3 0,0 1 1 0,3-4 0 15,-1 4-36-15,-2-1-7 0,6 0-2 0,0 3 0 16,-3-2-11-16,0-1-2 0,0 0-1 0,3 3 0 16,-4-5-13-16,1 5-2 0,-3-3-1 0,6 3 0 15,-3-2-11-15,0 2 8 0,-3-3-8 0,0 1 8 16,3 2-8-16,-4-3 0 0,-2 3 0 0,3 0 0 16,0 0-24-16,0 0-3 0,0-3-1 0,-3 3 0 15,0 0-140-15,0-2-29 0</inkml:trace>
  <inkml:trace contextRef="#ctx0" brushRef="#br1" timeOffset="51649.15">17095 7406 1267 0,'0'0'28'0,"0"0"5"0,9 2 2 0,-9-2 1 0,0 0-36 0,0 0 0 0,0 0 0 0,0 0 0 0,-6 8 58 0,6-2 5 16,0-6 1-16,0 7 0 0,6 1 0 0,-6-2 0 15,0 2 0-15,0-3 0 0,0 0 0 0,0-5 0 16,0 8 0-16,0-3 0 0,3 1-1 0,-3-6 0 16,-3 8 0-16,3-8 0 0,3 5-8 0,-3-5-2 15,0 0 0-15,0 0 0 0,0 0 3 0,0 0 1 16,0 0 0-16,0 0 0 0,0 0-30 0,0 0-7 15,6-3 0-15,-6 3-1 0,0 0-19 0,0 0 0 0,5-5 0 16,1 0 0-16,-3 2 0 0,-3 3 0 16,-3-3 0-16,3 3 0 15,3-7-99-15,-3 1-23 0,-6 1-5 0,3 2-922 0</inkml:trace>
  <inkml:trace contextRef="#ctx0" brushRef="#br1" timeOffset="57420.21">17389 7318 748 0,'0'0'33'0,"0"0"7"0,3-5-32 0,-3 5-8 0,-3-5 0 0,6-1 0 16,-3-1 251-16,3-1 48 0,0 2 9 0,-3 1 3 15,0 5-178-15,-3-5-35 0,3-1-7 0,-3 1-2 16,-3 5-20-16,6 0-4 0,0 0-1 0,0 0 0 16,-9 5-51-16,3 1-13 0,6 4 0 0,-2 1 0 15,-1 5 0-15,-3 0 0 0,3 0 0 0,0 2 0 16,0 3 0-16,0-2 0 0,-3-1 8 0,9 1-8 15,3-1-25-15,0 1-8 0,-6-3-2 16,3 0 0-16,6-3-48 0,-4 0-9 16,1-2-3-16,3-1 0 0,0-2 76 0,-3 0 19 0,0-3 0 0,3-2 0 15,-3-3-28-15,0 0-3 16,3-3 0-16,-3 1 0 0,-6 2 55 0,6-8 10 0,3 0 2 0,0 0 1 0,-6-3 17 16,3 1 3-16,0-1 1 0,-3 1 0 0,0-4 0 15,0 4 0-15,0-1 0 0,-1 1 0 0,4-1-42 16,-3 3-8-16,-6 0-8 0,0 3 12 0,3 5 23 0,0 0 5 15,0 0 0-15,0 0 1 0,0 0-30 0,0 0-11 16,0 0 0-16,0 5 9 0,-3 3-9 0,3 0 0 16,3 3 0-16,0-3-11 0,-6-1-7 0,6 4-2 15,3-3 0-15,0 0 0 0,-6-8 0 0,6 8 0 16,3-3 0-16,6 0 0 0,0-2 8 0,-3 0 0 16,-6-3 1-16,6-3 0 0,3 0 11 0,-6-2 0 15,-6-3 0-15,5 3 0 0,7-6 25 0,-3 1 11 16,-9-3 1-16,3-1 1 0,3 1 8 0,-3-3 2 15,3 0 0-15,-6-2 0 0,-3-3 4 0,3 2 2 16,0-2 0-16,0 2 0 0,-3-2-54 0,0 3 0 16,6-1-11-16,0 1 2 0,0 2 9 0,-3 3 0 0,0 2 0 15,0 0-8 1,-3 1-36-16,0 5-8 0,0 5 0 0,0 0-1 16,9 0-74-16,-9 0-14 0,0 0-3 0,0 0-889 0</inkml:trace>
  <inkml:trace contextRef="#ctx0" brushRef="#br1" timeOffset="57949.2">17797 7488 1497 0,'0'0'66'0,"0"0"14"0,0 0-64 0,0 0-16 0,9-6 0 0,-3 1 0 0,-3 0 148 0,3 0 25 16,0-1 6-16,0 1 1 0,0 0-72 0,0-1-15 15,0-2-2-15,0 3-1 0,3 0-34 0,-6 2-8 16,6 1 0-16,-4-1-1 0,-5 3-35 0,9-3-12 16,-3 3 0-16,-6 0 9 0,9 3 12 0,-9-3 3 15,6 3 0-15,-6-3 0 0,6 5-24 0,-3 3 0 16,0-3 0-16,0 3 0 16,-3 0-24-16,0 0-2 0,0 0-1 0,-3 0 0 15,0 0-25-15,-3 2-6 0,3-2-1 0,-3 0 0 0,3 0 27 0,-3-3 6 16,0 3 1-16,0-2 0 15,3 2-11-15,-2-3-3 0,2 0 0 0,3-5 0 0,0 0 39 0,0 0 0 16,0 0 0-16,0 0 0 0,0 0 0 0,0 0 0 0,0 0 0 16,0 0 0-16,0 0 0 0,0 0 0 0,5-3 0 15,4 1 0-15,-3-1 36 0,3 1 14 0,0-1 3 16,-3 3 1-16,3-3-32 0,0 3-6 0,0-2-2 16,0 2 0-16,-3 0 7 0,0 0 2 0,3 0 0 0,-3 2 0 15,0 1-15-15,0 0-8 0,0 2 8 0,0 0-8 16,-4 0 11-16,1 1-3 0,0 2 0 0,-3 0 0 15,0 0-8-15,0 2 8 0,0-5-8 0,-3 3 8 16,0 6-8-16,1-6 0 0,-4 2 0 0,-3-2 0 16,6 3 0-16,-6-3 0 0,0-1 0 0,3 1 0 15,-3 0 0-15,0 3 0 0,0-6 0 0,0 3 0 16,-3 3 0-16,0-3 0 0,3-3 0 0,-3 6-11 16,1-6-33-16,-1 0-6 0,-3 0-2 15,6 1 0-15,0-1-101 0,-3-2-21 16,0-1-4-16,0-2-1 0</inkml:trace>
  <inkml:trace contextRef="#ctx0" brushRef="#br1" timeOffset="58435.09">18351 7480 1209 0,'0'0'53'0,"0"0"12"0,0 0-52 0,0 0-13 0,0 0 0 0,0 0 0 0,0 0 114 0,0 0 20 16,6 0 4-16,-6 0 1 0,6-6-56 0,0 6-11 16,-6 0-3-16,9-2 0 0,0-1 15 0,-1 1 4 15,1 2 0-15,0 0 0 0,3-3-36 0,0 0-6 16,3 1-2-16,0 2 0 0,3 0-12 0,0-3-4 15,-6 0 0-15,5 3 0 0,1-2-15 0,0-1-3 16,0 0-1-16,3 3 0 0,-3-2-9 0,-3 2 0 16,-1 0 0-16,4-3 8 0,-3 3-8 15,0 0 0-15,-3-3 0 0,0 3 0 16,0 0-21-16,-3 0-7 0,0 0 0 0,-3-2-1 16,-6 2-98-16,6 0-19 0,-6 0-4 0,0 0-491 15,8-3-99-15</inkml:trace>
  <inkml:trace contextRef="#ctx0" brushRef="#br1" timeOffset="58746.37">18562 7295 1450 0,'0'0'32'0,"0"0"6"0,0 0 2 0,-6 2 1 0,3-2-33 0,3 0-8 0,-6 0 0 0,6 0 0 15,0 0 115-15,0 0 21 0,0 0 4 0,0 0 0 16,0 0-60-16,0 0-13 0,0 8-3 0,3 0 0 16,0-3-51-16,-3-5-13 0,0 11 0 0,0-3 0 15,3 2 54-15,-3 1 8 0,3-3 2 0,0 5 0 16,0 0-64-16,-3-2-15 0,3 5-1 0,-3-3-1 16,3 0 17-16,-3 3 0 0,3-3 0 0,-3 3 0 15,0-2 15-15,0-1 0 0,0 0 0 0,0 0 0 16,0 3-36-16,-3-3-7 0,0 1-2 15,0-1 0-15,3 0-17 0,0-2-3 0,-3 2-1 16,0 0 0-16,3-2-109 0,-3-1-23 0,3 1-4 0,0-3-1 16</inkml:trace>
  <inkml:trace contextRef="#ctx0" brushRef="#br1" timeOffset="59527.61">19113 7321 1497 0,'6'0'32'0,"-3"-3"8"0,3-5 0 0,0 3 4 0,0-3-36 0,0 0-8 0,-3 3 0 0,3-3 0 0,-1 0 94 0,-2 0 17 15,0 3 3-15,0-3 1 0,0 0-31 0,-3 0-5 16,0 3-2-16,0-1 0 0,0 6-10 0,-3-2-3 16,-3-1 0-16,6 3 0 0,0 0-16 0,-3 3-4 15,-2-1-1-15,-4 6 0 0,6 3-31 0,-3 0-12 16,0-1 8-16,0 3-8 0,3 6 19 0,-3-3-2 16,6 2 0-16,-3-2 0 15,3 0-39-15,0 0-8 0,3 2-2 0,3-2 0 16,-3-2 0-16,3-4 0 0,0 1 0 0,0-1 0 15,0-2-25-15,0 0-6 0,2-3-1 0,-2-5 0 16,3 3 0-16,-3 0 0 0,3-6 0 0,0 0 0 0,-3 1 52 0,3-3 12 16,-3-1 0-16,0-2 0 0,-3 0 48 0,3 0 13 15,-3-2 3-15,3 2 0 0,-6-3-52 0,3 3-12 16,0-2 0-16,-3-3 0 0,0 2 54 0,0 0 8 16,0 3 2-16,0 3 0 0,0 0-52 0,0 0-12 0,0 5 0 15,0 0 0-15,0 0 0 0,0 0 0 0,0 0 0 16,0 5 0-16,0 0 54 0,0 6 8 0,0-1 2 0,3 1 0 31,-3 0-103-31,3 2-20 0,0-3-4 0,0 4-1 0,0-1 41 0,3-3 8 0,-3-2 2 0,6 0 0 16,-4 0 1-16,1 0 0 0,0 0 0 0,0 0 0 15,3-5 3-15,-3-1 1 0,0-2 0 0,3 0 0 16,-3-2 8-16,3-1 9 0,0 0-1 0,0 1-8 16,-3-6 43-16,0 2 1 0,0-1 1 0,3-4 0 15,-3-2 15-15,-3 2 4 0,3 1 0 0,-1-4 0 16,1-4-36-16,0 5-6 0,-3-6-2 0,0 1 0 15,0 2-12-15,3 0-8 0,-3 0 8 0,3-3-8 0,-6 4 0 16,3 1 0-16,3 1 0 0,-3 2 0 0,0 1-12 16,-3 5-8-16,6-1 0 0,-6 6-1 15,0 0-117-15,0 0-23 0,0 0-5 16,0 0-880-16</inkml:trace>
  <inkml:trace contextRef="#ctx0" brushRef="#br1" timeOffset="59910.74">19518 7437 345 0,'0'0'31'16,"0"0"-31"-16,0 0 0 0,0 0 0 0,3 3 285 0,-3-3 51 15,0 0 11-15,6 0 1 0,0 0-168 0,-6 0-33 0,0 0-7 0,6-3-2 16,-1 1-50-16,4-1-9 0,-3 0-3 16,3 3 0-16,-3 0-28 0,0 0-7 0,3 0-1 15,-3 0 0-15,-6 0-25 0,6 0-6 0,3 3-1 0,-9-3 0 16,0 0-8-16,6 8 8 0,-3-3-8 0,0 3 8 15,-3 0-8-15,0 0-16 0,-3 3 4 0,0-3 1 16,0 2 1-16,-3 1 0 0,0-1 0 0,0 4 0 16,-3-1-28-1,0 0-6-15,0-2 0 0,0 2-1 0,0-2 29 0,3-1 7 0,-2 1 1 16,2-1 0-16,3 1 8 0,0-3 0 0,0 2 0 0,3-2 0 16,0-8 0-16,3 6 0 0,0-1 0 0,0 0 0 15,3-5 11-15,0 0-3 0,-1 3 0 0,4-1 0 16,0-2 7-16,-3 0 1 0,3-2 0 0,3-1 0 15,-3 1-7-15,3-1-1 0,-3 0 0 0,3-2 0 0,0 2-8 16,-3 1 0-16,0-1 0 0,-1 0 0 0,-8 3 0 16,9-5 0-16,0 2 0 0,0-2 0 15,-3 0-34-15,-6 5 1 0,6-3 0 0,0-2 0 16,0-3-137-16,-3 3-27 0,0-1-6 0</inkml:trace>
  <inkml:trace contextRef="#ctx0" brushRef="#br1" timeOffset="60775.9">19827 7432 1267 0,'0'0'56'16,"0"0"12"-16,0 0-55 0,0 0-13 0,0 0 0 0,0 0 0 0,0 0 171 0,0 0 31 15,0 0 6-15,0 0 2 0,0 0-80 0,0 0-16 16,0 0-3-16,0 0-1 0,0 0-37 0,0 0-7 15,0 0-2-15,0 0 0 0,0 0 0 0,0 0 0 16,0 0 0-16,0 0 0 0,0 0-51 0,0 0-13 16,0 0 0-16,0 0 0 15,0 0-48-15,0 0-13 0,0 0-3 0,0 0-1152 0</inkml:trace>
  <inkml:trace contextRef="#ctx0" brushRef="#br1" timeOffset="103979.5">20030 7236 1292 0,'0'0'28'0,"0"0"7"0,0 0 1 0,0 0 0 0,0 0-36 0,3-5 0 16,0 0 0-16,-3-1 0 0,0 6 104 0,3-5 13 15,0 0 3-15,0 0 1 0,0-1-45 0,0 1-10 16,-3 5-2-16,3-5 0 0,-3 5 0 0,2-6 0 16,-2 6 0-16,6-2 0 0,-6 2-21 0,3-6-5 15,0 4-1-15,-3 2 0 0,0 0-2 0,0 0-1 16,0 0 0-16,0 0 0 0,0 0-34 0,0 0 0 16,0 0-10-16,0 0 10 0,0 0 0 0,6 5 0 0,-6-5 0 0,3 8 0 15,3 0 44-15,-3-3 16 0,3 6 3 0,-3-1 1 31,-3-2-103-31,0 3-20 0,3-3-4 0,-3 5-1 0,0 0 103 0,3 1 20 16,0-1 4-16,-3 3 1 0,3 0-52 0,-3-3-12 0,0 3 0 0,0-3 0 16,3 3-30-1,0-3-9-15,-3 0-1 0,3-2-1 0,-3 2 24 0,0-5 5 0,3 0 0 0,-3 0 1 16,0 0-1-16,0 0 0 0,0 0 0 0,0-3 0 16,0-5 12-16,0 8 0 0,0-8 0 0,0 8 0 15,0-8-12-15,0 5 2 0,0 0 1 0,0-5 0 16,3 6-36-16,-3-6-7 0,0 0-2 15,0 0 0-15,0 8 20 0,0-8 4 0,0 0 1 0,0 0-603 16,3 5-120-16</inkml:trace>
  <inkml:trace contextRef="#ctx0" brushRef="#br0" timeOffset="110974.2">15958 7091 1267 0,'-9'-5'56'0,"3"5"12"0,0-3-55 0,0 0-13 0,3 1 0 0,-3-1 0 16,-3 0 105-16,0 1 19 0,3 2 3 0,-3-3 1 16,0 3-52-16,-3 0-9 0,3 0-3 0,0 3 0 15,-3-1 0-15,7 4 0 0,2 2 0 0,-3-1 0 16,0 4-15-16,-3 2-3 0,0 8-1 0,0 1 0 15,0 1-31-15,3 4-6 0,0 2-8 0,3 3 11 16,0 2-11-16,3 1 0 0,3-1 0 0,3 0 0 16,0 1-9-16,0-4 9 0,-3 1-12 0,6-3 12 0,0 0 10 15,6-2 9-15,-1-1 1 0,4-2 1 0,-3-3-33 16,0 0-8-16,3-5 0 0,-3 3-1 0,3-3 21 0,-3-3 8 16,-3 0 0-16,2 0 0 0,-2-2-8 0,0 0 0 15,0-3 0-15,-3-3 0 16,3 0-24-16,-3 0-6 0,-6-5-2 0,6 3-652 15,0-3-130-15</inkml:trace>
  <inkml:trace contextRef="#ctx0" brushRef="#br0" timeOffset="112003.62">20158 7070 806 0,'0'0'36'0,"0"0"7"0,0 0-35 0,0-6-8 0,-3 4 0 0,3-4 0 0,-3 4 104 0,3 2 20 15,0-6 3-15,0 6 1 0,0-5-36 0,0 5-8 16,0 0 0-16,0 0-1 0,6-2-11 0,3-1-1 16,-3-2-1-16,0 2 0 0,2 3-6 0,1 0-2 15,0 0 0-15,3 3 0 0,0-1-17 0,0 1-3 16,0-3-1-16,3 3 0 0,0-1-33 0,0 3-8 16,-1 3 0-16,4 3 0 0,0 0 30 0,-3 2 4 15,-3 0 1-15,0 3 0 0,-3 0-25 0,0 2-10 16,-3 1 8-16,0 5-8 0,-3-3 10 0,0 0-10 15,0 3 12-15,-3 0-12 0,-3-1 0 0,0 4 0 0,0-3 0 16,-3-3 0-16,3 3 0 0,-3-3 0 0,-3 0 0 16,-3-2 0-16,0 2 0 0,0-3 0 0,-3 1 0 0,3-1 0 15,-3 1 0-15,-2-3 0 0,2 0 0 0,0-1 0 16,-3 1 0-16,6 0 0 0,-3-3 8 0,0-2-8 16,3 0 20-16,3-1-2 0,-2-2-1 0,2 0 0 15,3 3-17-15,0-3 0 0,0-6 0 0,3 3 0 16,0 1 0-16,3-6-11 0,0 0 2 0,0 0 0 15,-3 2 9-15,3-2 12 0,0 0-2 0,0 0-1 16,0 0-109-16,0 0-23 16,0 0-4-16,9-5-1 0</inkml:trace>
  <inkml:trace contextRef="#ctx0" brushRef="#br0" timeOffset="119283.2">22846 3268 1036 0,'0'0'46'0,"0"0"10"0,0 0-45 0,0 0-11 0,0 0 0 0,0 0 0 16,0 0 104-16,0 0 20 0,0 0 3 0,0 0 1 16,0 0-52-16,0 0-9 0,-6 0-3 0,0 0 0 15,0 0 0-15,0 0 0 0,0 2 0 0,0 4 0 16,-3 1-51-16,-3 4-13 0,0-6 0 0,3 9 0 15,-6-1 8-15,3 0 0 0,1 0-8 0,-1 0 12 16,-3 1-12-16,0 2 0 0,3-1 0 0,-3-1 0 16,3-1 0-16,-3 3-12 0,0-3 1 0,1 3 0 15,-1-6-45 1,3 6-10-16,-3-8-2 0,3 3-729 0</inkml:trace>
  <inkml:trace contextRef="#ctx0" brushRef="#br0" timeOffset="119540.15">22515 3365 1267 0,'0'-13'56'0,"3"5"12"0,-3 3-55 0,3-6-13 0,0 4 0 0,0-1 0 0,-3 2 105 0,3-2 19 16,-3 8 3-16,6-5 1 0,-3 0-52 0,3 2-9 16,0 3-3-16,3 0 0 0,-3 0 0 0,3 3 0 15,3 2 0-15,-3 0 0 0,3 3-51 0,-4-2-13 16,4 2 0-16,-3 5 0 0,6 0 24 0,-3 5 1 15,3-4 1-15,0 2 0 16,0-1-42-16,0 1-8 0,-3 0-1 0,-1 5-1 0,4-7 44 0,-6-1 9 16,3 5 1-16,-3-4 1 0,0 1-29 0,3 1 0 15,-6-2-13-15,3 7 4 16,-3-8-27-16,0-5-4 0,-3 5-2 0,3-2-604 0,-3 2-121 16</inkml:trace>
  <inkml:trace contextRef="#ctx0" brushRef="#br0" timeOffset="119880.19">23060 3498 1267 0,'0'0'56'0,"0"0"12"0,0 0-55 0,0 0-13 0,0 0 0 0,0 0 0 0,0 0 54 0,0 0 8 16,0 0 2-16,0 0 0 0,0 0 0 0,0 0 0 15,9-3 0-15,3 3 0 0,0-3 0 0,0 3 0 16,0-2 0-16,-1 2 0 0,7 0-6 0,0-5-1 16,3 2 0-16,-3 0 0 0,3 1-29 0,0 2-5 15,-1-8-2-15,1 8 0 0,0-6-13 0,0 6-8 16,-3-8 10-16,0 6-10 0,-1-1 12 0,-2-2-3 15,0 2-1-15,0 1 0 16,-3 2-40-16,-3-3-8 0,0 3-1 0,-3 0-1 16,-6 0-83-16,0 0-17 0,0 0-3 0,0 0-1 0</inkml:trace>
  <inkml:trace contextRef="#ctx0" brushRef="#br0" timeOffset="120156.09">23176 3326 1497 0,'0'0'32'0,"0"0"8"0,0-5 0 0,0-1 4 0,3 4-36 0,-3-4-8 0,0 6 0 0,3-8 0 16,0 3 85-16,-3 5 15 0,0 0 4 0,6-8 0 15,0 5-64-15,-6 3-13 0,3-2-3 0,-3 2 0 16,0 0 24-16,9 0 5 0,-3 2 1 0,0 1 0 16,0 5-35-16,-3-3-7 0,3 3-2 0,-3-2 0 15,3 7-10-15,-3 0 0 0,-3-5 0 0,2 10 0 16,1-4 0-16,-3-1 0 0,3 5 0 0,-6-2 0 0,3 0 0 15,0 0 0-15,0 3 0 0,0-6 0 16,-3 5 17-16,3-2 2 0,-2 0 0 0,2 0 0 0,0 3-19 16,0-6 0-16,0 0 0 0,0 5 0 15,0-4-50-15,0-1-10 0,0 0-3 16,2-5-567-16,1 0-114 0</inkml:trace>
  <inkml:trace contextRef="#ctx0" brushRef="#br0" timeOffset="120584.13">24039 3241 979 0,'0'0'87'0,"0"0"-70"0,0 0-17 0,0 0 0 0,0 0 105 15,3-5 18-15,0 0 3 0,0 2 1 0,-3 3-14 0,0 0-2 16,0 0-1-16,0 0 0 0,-3-5-35 0,3 5-7 15,-6 0-2-15,0 0 0 0,0 0-12 0,-3 0-2 16,-2 5-1-16,2 3 0 0,0-8-31 0,-3 5-5 16,0 3-2-16,0 3 0 0,-3 2-13 0,0-3 0 15,0 4 0-15,3 2 0 0,-5-1 0 0,2 1 0 16,-3-2 0-16,3 7 0 0,0-8 0 0,0-5 0 16,0 5 0-16,0 0-10 15,1-2-28-15,-1 2-6 0,0-8 0 16,6 6-1-16,-3 0-114 0,3-9-22 0,-3 4-5 0,3 1-1 0</inkml:trace>
  <inkml:trace contextRef="#ctx0" brushRef="#br0" timeOffset="120843.35">23762 3342 864 0,'3'-8'76'0,"0"0"-60"0,0-5-16 0,0 2 0 16,-3 3 133-16,3-5 24 0,-3 5 5 0,0 3 1 15,0-3-41-15,3 2-8 0,-3 6-2 0,0 0 0 16,0 0-33-16,0 0-7 0,0 0-2 0,0 0 0 15,3-5-22-15,-3 5-5 0,0 0-1 0,0 0 0 16,6 5-27-16,0 1-6 0,0 2-1 0,0 5 0 16,3 0-8-16,-3 0 8 0,3 1-8 0,0-1 8 15,-3 0-8-15,0 5 0 0,0-4-12 0,3-1 12 16,-3 0 0-16,0 0 0 0,-3-2 0 0,3 2 12 16,-1-2-12-16,1-1-14 0,-3-2 3 0,-3 3 1 15,3-3-26-15,0-3-4 16,3 3-2-16,-6-3 0 0,0-2-98 0,0-3-19 15,0 0-4-15,0 0-1 0</inkml:trace>
  <inkml:trace contextRef="#ctx0" brushRef="#br0" timeOffset="121188.87">23599 3151 1328 0,'-15'-2'59'0,"15"2"12"0,0 0-57 0,0 0-14 16,-6-3 0-16,3 0 0 0,0 3 59 0,3 0 9 0,0 0 1 16,0 0 1-16,0 0 8 0,0 0 2 0,6 0 0 0,3-5 0 15,3 5-44-15,0-8-9 0,0 8-2 0,2-5 0 16,1 5 24-16,3 0 5 15,0-6 1-15,0 4 0 0,3 2-37 0,0-6-7 0,-4 1-2 0,7 3 0 16,0-1 44-16,0 0 9 0,0-2 2 0,0 2 0 16,2-2-64-16,-2 5-21 0,0-5 0 15,0 2 0-15,-6-2 33 0,-3 5 8 0,2-5 0 0,-2 5 1 16,-6-3-21-16,3 3 0 0,-3 0 0 0,-9 0 0 16,0 0-73-1,0 0-19-15,0 0-4 0,9 3-563 0,-6 2-112 0</inkml:trace>
  <inkml:trace contextRef="#ctx0" brushRef="#br0" timeOffset="121594.14">24272 3352 990 0,'0'0'44'0,"0"0"8"0,0 0-41 0,0 0-11 0,0 0 0 0,0 0 0 16,0 0 101-16,0 0 19 0,0 0 3 0,0 0 1 15,0 0-28-15,5-8-6 0,1 6-1 0,3-1 0 16,0 3-24-16,0-5-5 0,0 5 0 0,0-6-1 16,3 4-16-16,-3-3-3 0,3 5-1 0,3-6 0 15,-3 4-16-15,2 2-3 0,-2-6-1 0,3 6 0 16,0 0 0-16,-3-5 0 0,0 2 0 0,-3 3 0 16,0 0-31-16,0 0-5 0,-3 0-2 0,0 0 0 15,-6 0-21-15,0 0-5 0,9 0-1 0,-9 0 0 16,0 0-54-16,0 0-12 0,0 0-1 0,-3 8-1 15</inkml:trace>
  <inkml:trace contextRef="#ctx0" brushRef="#br0" timeOffset="121845.64">24313 3463 979 0,'0'0'43'0,"0"0"9"0,0 0-41 0,0 0-11 15,0 0 0-15,0 0 0 0,0 0 78 0,0 0 14 16,0 0 2-16,0 0 1 0,0 0-12 0,0 0-3 15,0 0 0-15,0 0 0 0,0 0-16 0,0 0-3 16,0 0-1-16,0 0 0 0,6 3-11 0,-6-3-2 16,6 3-1-16,0-3 0 0,0 0-10 0,0 0-1 15,3 0-1-15,-3 0 0 0,0 0 4 0,3 0 1 16,0-3 0-16,0 3 0 0,-3-3-31 0,-1 3-8 0,7 0 0 16,-3 0 0-16,3 0 0 0,-3-5 0 0,3 2 0 15,0 1 0-15,0-1 0 0,-3 3 0 16,3 0 0-16,0-5 0 15,0 2-101-15,2 3-22 0,-2-5-4 0,0 5-1 0</inkml:trace>
  <inkml:trace contextRef="#ctx0" brushRef="#br0" timeOffset="122189.45">24727 3188 1566 0,'0'0'34'0,"0"0"7"0,3-5 2 0,3 0 1 0,-6 5-35 0,0 0-9 0,0-6 0 0,3 4 0 0,-3 2 79 0,0 0 13 16,3-8 4-16,-3 8 0 0,0 0-26 0,0 0-5 15,0 0-1-15,0 0 0 0,3-6-16 0,-3 6-3 16,0 0-1-16,0 0 0 0,0 0-19 0,3 6-4 16,0 2-1-16,0-3 0 0,0 3-20 0,-3-3 0 15,3 6 0-15,-3-1 0 0,3 4 30 0,0-9 2 16,-3 8 0-16,0 0 0 0,0 1-20 0,0-1-3 15,0 3-1-15,0 0 0 0,0 5-8 16,-3-8 0-16,3 5 0 0,0-4 0 0,0-1 0 0,0 0 8 16,-3 0-8-16,3-2 8 0,0 2-8 0,0-5 0 15,0 5 0-15,3-7 0 0,-3 4 8 0,3 1 0 16,-3-9 0-16,3 4 0 0,-3-1-8 0,3 0-11 16,-3-5 3-16,6 8 0 15,-6-8-133-15,6 6-27 0,-1-6-4 0,4 5-2 0</inkml:trace>
  <inkml:trace contextRef="#ctx0" brushRef="#br0" timeOffset="127842.43">22426 3209 1036 0,'0'0'46'0,"0"0"10"16,0 0-45-16,0 0-11 0,-3-5 0 0,3 0 0 0,0 5 53 0,0-8 9 15,-3 3 2-15,3 5 0 0,0 0 28 0,0 0 5 16,-6-3 2-16,6 3 0 0,0 0-45 0,-3 0-9 15,-3-5-1-15,0 5-1 0,3 5 5 0,0-5 2 16,0 3 0-16,-3 2 0 0,3 0-40 0,0 8-10 16,0-7 0-16,0 7 0 0,0 0-13 0,0 0-5 15,0 1-1-15,0 4 0 0,0 3 31 0,3-2 5 16,-2-3 2-16,-1 7 0 0,0-4-30 0,-3 2-5 16,6 0-2-16,-3 3 0 0,0-5 18 0,0 2 0 15,3 0-8-15,-3 3 8 0,0-8 12 0,3 2 7 0,0 1 1 16,0 2 0-16,0-5-20 0,0 0 0 0,3-3 0 0,0 0 0 15,-3 6 0-15,3-6 0 0,-3 0 0 0,6-2 0 16,-3-1 0-16,-3 1 0 0,3 2 0 0,3-5 0 16,-1-3-11-16,-2 3-5 0,3-2-2 0,0-1 0 15,-3 3 18-15,6-8 0 0,-3 5 0 0,0-5 0 16,3 3 0-16,0-3 0 0,-3 0 8 0,6-3-8 16,-3 3 0-16,0 0 11 0,3 0-11 0,-3-5 10 15,2 5-10-15,1-6 0 0,0 4 0 0,3-1 0 16,0 1 0-16,0 2 0 0,0-6-9 0,3 4 9 15,-3-1 0-15,-1 3 0 0,1-3 0 0,0 3 0 0,0 0 12 16,0 0-1-16,3 0 0 0,0 0 0 0,3-5-11 16,-4 2-16-16,4 1 4 0,0-1 1 0,-3 3 11 0,3 0 0 15,3-8 0-15,-1 5 0 0,1 1 0 0,6-3 0 16,3-1 0-16,2 4-8 0,-2 2 8 0,3-8 0 16,6 2 0-16,-1 6 0 0,4-5 0 0,-6 5 0 15,-1 0 0-15,4-5 0 0,-3 2 0 0,2 3 0 16,-2-5 0-16,3 5 0 0,-1 0 0 0,-5 0-8 15,3 0 8-15,-3-5 0 0,-4 2-8 16,-2 0 8-16,3 1-8 0,-3 2 8 0,-4-6-11 0,1 4 11 16,0 2-13-16,3-3 5 0,-4 0 8 0,1 3 0 15,-6-8 0-15,6 8-8 0,-3-2 8 0,0-1 0 16,-1-2 0-16,1 2 0 0,3 1 0 0,-3-1 0 16,0 3 0-16,-1-8 0 0,1 8 0 0,-3 0 0 0,3-3 8 0,-3 1-8 15,0-4 0-15,2 4 0 16,-2 2 0-16,3-3-8 0,0 0 8 0,-3 3-8 0,-3 0 8 0,2-5-8 15,-2 5 8-15,3 0-8 0,0-5 8 0,0 5-8 16,0-3 8-16,-1 3 0 0,1 0 0 0,-3 0 0 16,3 0-11-16,-3-5 11 0,-3 5-13 0,3 0 5 15,-4 0-1-15,4 0 0 0,-6 0 0 0,3 0 0 16,-3 0 9-16,3 0 8 0,0 0-8 0,0-5 11 16,0 2-34-1,-1 3-6-15,1 0-2 0,-3 0 0 0,3 0 17 0,0 0 3 16,-3 0 1-16,3 0 0 0,-3 3 2 0,0-3 0 0,2 5 0 0,-2-5 0 15,3 0 8-15,-6 0 0 0,3 0 0 0,0 0-8 16,0 0-17-16,-3 0-3 0,-3 5-1 16,3-5 0-16,-3 0 37 0,0 0 7 0,0 0 1 0,-1 0 1 0,-2 0-27 0,3 0-6 15,-6 0 0-15,0 0-1 0,0 0 27 0,3 0 6 16,0-5 0-16,-3 5 1 0,0 0-5 0,3 0-2 16,-3-5 0-16,0 5 0 0,3-3 2 0,-3 3 0 15,0 0 0-15,3-5 0 0,0-1-2 0,0 1 0 16,-3 3 0-16,3-6 0 0,-3 5 4 0,0 0 1 15,0-5 0-15,0 3 0 0,0 0-15 0,0-1 0 16,0-1 0-16,-3-1 0 0,3 2 54 0,-3-7 8 16,0 2 2-16,0 1 0 0,0-3-52 0,-3-1-12 15,3-1 0-15,-3-1 0 0,3-3 37 0,-2-5 5 16,2 1 1-16,3 4 0 0,-3-5-15 0,3 3-2 0,0-3-1 16,0 0 0-16,0 1-25 0,0-4 0 0,3 6 0 15,-3-3 0-15,0 3 0 0,3-3 0 16,-3 8 0-16,0-2 0 0,0-1 0 0,-3 6 0 0,3-5 0 0,-3 4 0 15,3 1 0-15,-3 0 0 0,0 0 0 0,0 5 0 16,0-6 20-16,0 4 11 0,-3 2 2 0,3 0 1 16,-3-3-25-16,0 3-9 0,3 1 0 0,-6 1 9 15,3-4-9-15,-3 7 0 0,0-5 0 0,-3 3 0 16,0-1 21-16,0 1 6 0,1 3 1 0,-1-4 0 16,-3 1-45-16,0 2-9 15,0 3-2-15,0 0 0 0,-3 0 45 0,3 0 9 0,-3 0 2 0,-2 0 0 16,-1 0-74-16,-6-5-14 15,-3 5-4-15,-2 0 0 0,-4 0 103 0,-3 0 20 0,0 0 4 0,-2 5 1 16,2-2-74-16,3 2-14 16,1 1-4-16,-4-6 0 0,3 7 28 0,-3-7 0 0,-2 0 0 0,-1 6 0 15,-3-6 22-15,4 0 3 0,2 0 1 0,0 2 0 16,1 4-42-16,5-1-9 0,0-5-2 16,3 3 0-16,4-1 27 0,-4 6 0 0,0-8 0 0,9 0-8 15,0 3-23-15,1 0-4 0,-1-3-1 16,0 2 0-16,-3 3 58 0,0-5 11 0,0 0 3 0,-2 3 0 0,-1 0-36 15,3-3 0-15,0 2 0 0,3 4 0 0,1-6 0 0,-1 0 0 16,3 5 0-16,-3-5 0 0,6 0 0 0,0 0 0 16,0 3 0-16,-2 2 0 0,5-5 0 0,-6 5 0 15,3-5 0-15,-3 0 0 0,0 0 0 0,3 3 0 16,0-3 0-16,1 5 0 0,-4-5 0 0,0 0 0 16,0 5 0-16,3-5 0 0,-3 0 0 0,6 3 0 15,0 0 0-15,0-3 0 16,4 0-32-16,-7 2 0 0,0-2 0 0,3 6 0 0,-3-6 52 0,3 0 9 15,0 0 3-15,-3 0 0 16,3 0-52-16,0 0-9 0,1 2-3 0,-1 1 0 0,-3-3 51 0,3 3 9 0,0-3 3 16,0 5 0-16,-3-5-31 0,6 0 0 0,-3 0 0 0,0 0 0 15,1 3 0-15,2-1 0 0,-3-2 0 0,3 0 0 16,-3 0-24 0,3 3-4-16,-3-3 0 0,3 5-1 0,-3-5 29 0,3 0 0 0,-3 3 0 0,3-3 0 15,-2 2 0-15,-1-2 0 0,3 3 0 0,-3 2 0 16,6-5 17-16,-3 0 10 0,-3 3 1 0,3 0 1 15,3-3-29-15,-3 2 0 0,3 4 0 0,0-6 0 16,-6 5 8-16,3-5-8 0,0 3 0 0,1 2 0 0,-4 0 0 16,0 3 0-16,0-3 0 0,0 1 0 0,0 2 0 0,0-3 0 15,0 3 0-15,0 0-10 16,0-3-13-16,-2 3-2 0,2 3-1 0,3-4 0 16,-3-1 26-16,3 2 0 0,-3-3 0 0,3 3 0 0,0 0 0 0,0 2 0 15,0-4 0-15,3 2 0 16,-3 0-56-16,0-3-7 0,3 8-1 0,1-8-546 15,-1-2-110-15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5:5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 2760 0 0,'-5'-6'13877'0'0,"5"36"-13171"0"0,2-22-706 0 0,-1-5 0 0 0,0-1 0 0 0,-1 0 0 0 0,1 0 0 0 0,-1 0 0 0 0,0 0 0 0 0,0 1 0 0 0,1-1 0 0 0,-2 3 0 0 0,2 7 61 0 0,-1-8 77 0 0,0 0 0 0 0,0 0 0 0 0,0 0 0 0 0,0 0 0 0 0,0 0-1 0 0,-1 0 1 0 0,0 0 0 0 0,0 0 0 0 0,-2 4 0 0 0,2-5-105 0 0,1 0-1 0 0,-1 0 0 0 0,0 0 0 0 0,1 0 1 0 0,-1 0-1 0 0,1 0 0 0 0,0-1 0 0 0,0 1 0 0 0,0 0 1 0 0,0 0-1 0 0,1 0 0 0 0,-1 0 0 0 0,1 0 0 0 0,1 5 1 0 0,0-3 4 0 0,-1 1 0 0 0,0-1 0 0 0,0 9 0 0 0,3 26-37 0 0,-1-16 49 0 0,-2-21-38 0 0,0 0 1 0 0,-1 0-1 0 0,1 0 1 0 0,-1 0-1 0 0,0 0 1 0 0,0 0-1 0 0,0 0 1 0 0,-1 5-1 0 0,1-5-3 0 0,0-1 0 0 0,0 1-1 0 0,0 0 1 0 0,0 0-1 0 0,0 0 1 0 0,0 0-1 0 0,2 5 1 0 0,1 11 11 0 0,-3 42 35 0 0,4-32-3 0 0,0 4 55 0 0,-2-22-80 0 0,-2-10-38 0 0,1-1 1 0 0,-1 1-1 0 0,0 0 1 0 0,0 0 0 0 0,1-1-1 0 0,-1 1 1 0 0,0 0 0 0 0,0 0-1 0 0,0-1 1 0 0,0 1 0 0 0,0 0-1 0 0,0 0 1 0 0,0-1-1 0 0,0 1 1 0 0,0 0 0 0 0,0 0-1 0 0,0-1 1 0 0,-1 1 0 0 0,1 0-1 0 0,0 0 1 0 0,0-1 0 0 0,-1 1-1 0 0,1 0 1 0 0,-1 1-1 0 0,1 0-66 0 0,3 7 171 0 0,-2-7 71 0 0,-1 0 17 0 0,5 35-461 0 0,-5 6 490 0 0,0 10 1372 0 0,0-29-1582 0 0,-1-20 0 0 0,2 12 0 0 0,1-1 0 0 0,-1 27 0 0 0,-1-32 0 0 0,0 2 0 0 0,0-12 0 0 0,-3 15 0 0 0,2-8 0 0 0,1-1 0 0 0,-1 1 0 0 0,2 12 0 0 0,0 17 0 0 0,-3-16 0 0 0,3-12 0 0 0,1 7 0 0 0,-1-1 0 0 0,0 6 0 0 0,-2-7 658 0 0,0-3-194 0 0,0-1-1 0 0,1 19 0 0 0,0-9-463 0 0,-1-10 0 0 0,-2 1 0 0 0,3 0 0 0 0,3 0 0 0 0,-2-1 0 0 0,-1-1 0 0 0,2 0 0 0 0,-1 0 0 0 0,0 3 0 0 0,1-3 0 0 0,-3 0 0 0 0,3 0 0 0 0,-2-5 0 0 0,-1 0 0 0 0,4 10 0 0 0,1-4 0 0 0,-1-2-1042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5:5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6936 0 0,'0'0'528'0'0,"0"0"-368"0"0,3 3 1336 0 0,-1-3-1360 0 0,-1 1 1 0 0,1-1 0 0 0,0 0 0 0 0,-1 0-1 0 0,1 0 1 0 0,-1 0 0 0 0,1 0-1 0 0,2-1 1 0 0,1 1 698 0 0,45-3 1834 0 0,-35 2-2209 0 0,-12 0-414 0 0,-1 1 0 0 0,0 0 0 0 0,0 0 0 0 0,1 0 0 0 0,-1 0 0 0 0,4 1 0 0 0,-4-1-4 0 0,0 1 1 0 0,1-1-1 0 0,-1 0 1 0 0,0 0-1 0 0,0 0 1 0 0,1-1-1 0 0,-1 1 1 0 0,0 0-1 0 0,4-2 1 0 0,9 0 130 0 0,39-1 562 0 0,-34 2-630 0 0,1 0 0 0 0,27 3 0 0 0,-22 3-411 0 0,-19-3 165 0 0,1-1 1 0 0,0 1-1 0 0,11-1 1 0 0,4 0 409 0 0,36 7 0 0 0,-40-5-142 0 0,21 4 38 0 0,36 5-3 0 0,34 5-153 0 0,-107-17-8 0 0,32 7 22 0 0,36 5 7 0 0,-34-10 5 0 0,-25-2-10 0 0,0 1-1 0 0,-1 0 0 0 0,15 4 0 0 0,-17-4-2 0 0,-1 1-1 0 0,1-2 1 0 0,-1 1-1 0 0,18-2 1 0 0,-14 1 58 0 0,21 1 0 0 0,65 3 50 0 0,-11-1-78 0 0,-51-1 13 0 0,51-4-1 0 0,-17-1 20 0 0,-45 3-65 0 0,7 1 30 0 0,41-6 0 0 0,-51 3-49 0 0,42 2 0 0 0,-24 1 0 0 0,134 8 23 0 0,-107-3 489 0 0,-29-1-689 0 0,38-1-125 0 0,-14-1 302 0 0,-12-2 0 0 0,19 2 0 0 0,41-2-12 0 0,-61-1 8 0 0,-5-3 4 0 0,-30 2 0 0 0,1 1 0 0 0,21 1 0 0 0,-25 0 0 0 0,0-1 0 0 0,15-1 0 0 0,-13 2-3 0 0,-11 0 4 0 0,0-1 1 0 0,0 1-1 0 0,0-1 1 0 0,0 0-1 0 0,0 0 0 0 0,0 0 1 0 0,0 0-1 0 0,0 0 1 0 0,0 0-1 0 0,0-1 0 0 0,0 1 1 0 0,0-1-1 0 0,2 0 0 0 0,-1 0 32 0 0,-1 1 0 0 0,0-1 0 0 0,0 1 0 0 0,1 0-1 0 0,-1 0 1 0 0,0 0 0 0 0,0 0 0 0 0,4 1 0 0 0,3-1 31 0 0,122-3-424 0 0,-51-2 360 0 0,21 2 0 0 0,17 3 16 0 0,-66 3-16 0 0,-40-1 0 0 0,9 4 0 0 0,-12-6 0 0 0,-1 0 0 0 0,1 0 0 0 0,-1 0 0 0 0,1-1 0 0 0,16-5 0 0 0,-23 6 0 0 0,0-1 0 0 0,0 1 0 0 0,0-1 0 0 0,0 1 0 0 0,0 0 0 0 0,0-1 0 0 0,0 1 0 0 0,0 0 0 0 0,0 0 0 0 0,0 0 0 0 0,3 1 0 0 0,2 0 0 0 0,5-1 0 0 0,-2 0 0 0 0,0 0 0 0 0,0-1 0 0 0,0 0 0 0 0,18-4 0 0 0,-24 4 0 0 0,1 0 0 0 0,-1 1 0 0 0,0-1 0 0 0,1 1 0 0 0,6 1 0 0 0,-3-1 0 0 0,0 0 0 0 0,0 0 0 0 0,13-2 0 0 0,40-1 716 0 0,-10-3-1424 0 0,-17-3 708 0 0,-28 8 65 0 0,-1 1 0 0 0,1-1-1 0 0,0 1 1 0 0,8 0 0 0 0,-11 1-1 0 0,0-1 1 0 0,0 0 0 0 0,0 0 0 0 0,1-1 0 0 0,3 0-1 0 0,-3 1-2 0 0,5-2 9 0 0,0 1-1 0 0,0 1 1 0 0,13 0-1 0 0,-8 0 127 0 0,-1 0-1 0 0,18-4 1 0 0,-5 3-517 0 0,44-2 738 0 0,-63 1-627 0 0,-2 0 177 0 0,0 2 16 0 0,-3 0 16 0 0,0 0 1 0 0,0 0-1 0 0,0 0 1 0 0,0 0 0 0 0,0-1-1 0 0,0 1 1 0 0,0-1-1 0 0,0 1 1 0 0,2-2-1 0 0,-2 2 59 0 0,0 0 6 0 0,32 0-1 0 0,-33 0-59 0 0,1 0 0 0 0,0 0 0 0 0,-1 0 0 0 0,1 1-1 0 0,-1-1 1 0 0,1 1 0 0 0,-1-1 0 0 0,0 1 0 0 0,1-1-1 0 0,2 2 1 0 0,10 4 6 0 0,-9-5-11 0 0,-1-1 0 0 0,0 1 0 0 0,0-1 0 0 0,0 0 0 0 0,0 0 0 0 0,0 0 0 0 0,5-1 0 0 0,-4 0 0 0 0,-1 2 3 0 0,0-1-1 0 0,0 0 0 0 0,0 1 0 0 0,7 2 0 0 0,-4-3 51 0 0,-6 0 13 0 0,1 1-8 0 0,8 3-45 0 0,-8-4-11 0 0,13 1-5 0 0,7 2 3 0 0,-18-2 0 0 0,-1 1 0 0 0,7 0 0 0 0,15-4 240 0 0,-24 2-45 0 0,11-5-539 0 0,-5 5 276 0 0,5-1 409 0 0,2-2 277 0 0,-6 1-764 0 0,-6 1 246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0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4144 0 0,'0'0'8604'0'0,"4"4"-6546"0"0,12 18-904 0 0,-15-22-1151 0 0,-1 1 1 0 0,0-1-1 0 0,0 0 1 0 0,0 0-1 0 0,0 0 1 0 0,1 0-1 0 0,-1 1 1 0 0,0-1-1 0 0,0 0 1 0 0,0 0 0 0 0,0 0-1 0 0,0 1 1 0 0,1-1-1 0 0,-1 0 1 0 0,0 0-1 0 0,0 0 1 0 0,0 1-1 0 0,0-1 1 0 0,0 0-1 0 0,0 0 1 0 0,0 1 0 0 0,0-1-1 0 0,0 0 1 0 0,0 0-1 0 0,0 1 1 0 0,0-1-1 0 0,0 0 1 0 0,0 0-1 0 0,0 1 1 0 0,0-1-1 0 0,0 0 1 0 0,0 0-1 0 0,-1 1 1 0 0,1 0 2 0 0,0 0-1 0 0,-1 0 0 0 0,1 0 1 0 0,0 0-1 0 0,0 0 1 0 0,0 0-1 0 0,0-1 1 0 0,0 1-1 0 0,0 0 1 0 0,0 0-1 0 0,0 0 1 0 0,0 0-1 0 0,0 0 1 0 0,1 0-1 0 0,0 2 1 0 0,1 0-6 0 0,0 0 0 0 0,0 0 0 0 0,1 0 0 0 0,3 3 0 0 0,-5-4 0 0 0,6 5 0 0 0,4-3 0 0 0,-10-4 0 0 0,0 0 0 0 0,0 1 0 0 0,0-1 0 0 0,0 0 0 0 0,-1 0 0 0 0,1 0 0 0 0,0 0 0 0 0,0 0 0 0 0,0 0 0 0 0,0 0 0 0 0,0 0 0 0 0,0 0 0 0 0,0 0 0 0 0,0 0 0 0 0,0 0 0 0 0,-1-1 0 0 0,1 1 0 0 0,2-1 0 0 0,0-1 0 0 0,8 0 0 0 0,-1-3 20 0 0,-8 4 37 0 0,0 0 1 0 0,-1 0 0 0 0,0-1 0 0 0,1 1 0 0 0,-1 0-1 0 0,0-1 1 0 0,1 1 0 0 0,-1 0 0 0 0,0-1 0 0 0,0 0 0 0 0,0 1-1 0 0,0-1 1 0 0,-1 0 0 0 0,1 1 0 0 0,0-1 0 0 0,-1 0 0 0 0,1 0-1 0 0,-1 0 1 0 0,0 1 0 0 0,1-1 0 0 0,-1 0 0 0 0,0 0 0 0 0,0-3-1 0 0,0 4-25 0 0,0 0-1 0 0,-1 1 1 0 0,1-1-1 0 0,0 0 1 0 0,0 0-1 0 0,-1 0 1 0 0,1 1-1 0 0,0-1 1 0 0,-1 0-1 0 0,1 1 1 0 0,-1-1-1 0 0,1 0 0 0 0,-1 1 1 0 0,1-1-1 0 0,-1 0 1 0 0,1 1-1 0 0,-1-1 1 0 0,1 1-1 0 0,-1-1 1 0 0,0 1-1 0 0,0 0 1 0 0,1-1-1 0 0,-2 0 0 0 0,-21-7 778 0 0,14 5-285 0 0,7 2-531 0 0,0 1-1 0 0,1 0 0 0 0,-1 0 0 0 0,1 0 0 0 0,-1 0 0 0 0,0 0 0 0 0,1 0 0 0 0,-1 0 0 0 0,0 1 0 0 0,1-1 1 0 0,-1 0-1 0 0,1 1 0 0 0,-1-1 0 0 0,1 1 0 0 0,-1 0 0 0 0,1 0 0 0 0,-1-1 0 0 0,1 1 0 0 0,-1 0 0 0 0,0 2 1 0 0,-2-1-4 0 0,-2 2 11 0 0,-8 12 0 0 0,13-15 0 0 0,0-1 0 0 0,1 1 0 0 0,-1-1 0 0 0,1 1 0 0 0,0 0 0 0 0,-1-1 0 0 0,1 1 0 0 0,-1 0 0 0 0,1-1 0 0 0,0 1 0 0 0,-1 0 0 0 0,1 0 0 0 0,0-1 0 0 0,0 1 0 0 0,0 0 0 0 0,0 0 0 0 0,0 0 0 0 0,0-1 0 0 0,0 1 0 0 0,0 0 0 0 0,0 0 0 0 0,0 0 0 0 0,0-1 0 0 0,0 2 0 0 0,0 11 0 0 0,1-4 0 0 0,4 2 0 0 0,8 4 0 0 0,2-2 26 0 0,-7-12 61 0 0,-5-2-21 0 0,28-4 610 0 0,-29 5-672 0 0,1-1-1 0 0,0 1 1 0 0,-1-1 0 0 0,1 0-1 0 0,0 0 1 0 0,-1 0 0 0 0,1 0 0 0 0,-1 0-1 0 0,1 0 1 0 0,3-3 0 0 0,-5 3 6 0 0,0 0 0 0 0,0 1 1 0 0,-1-1-1 0 0,1 0 0 0 0,0 1 1 0 0,0-1-1 0 0,0 0 0 0 0,-1 0 1 0 0,1 0-1 0 0,0 0 0 0 0,-1 0 1 0 0,1 0-1 0 0,0 0 0 0 0,-1 0 1 0 0,1 0-1 0 0,-1 0 1 0 0,0 0-1 0 0,1 0 0 0 0,-1 0 1 0 0,0 0-1 0 0,0 0 0 0 0,0 0 1 0 0,0 0-1 0 0,0-1 0 0 0,0 1 1 0 0,0 0-1 0 0,0 0 0 0 0,0 0 1 0 0,0 0-1 0 0,-1-2 0 0 0,0 1 97 0 0,0 1-1 0 0,0-1 0 0 0,-1 0 1 0 0,1 0-1 0 0,0 0 1 0 0,-1 1-1 0 0,0-1 0 0 0,1 1 1 0 0,-1-1-1 0 0,0 1 0 0 0,0 0 1 0 0,0-1-1 0 0,0 1 0 0 0,-3-1 1 0 0,-8-5 80 0 0,12 6-144 0 0,-1 0 0 0 0,0 1 0 0 0,1-1 1 0 0,-1 1-1 0 0,0-1 0 0 0,0 1 0 0 0,1 0 0 0 0,-1 0 0 0 0,0 0 0 0 0,0 0 0 0 0,0 0 1 0 0,1 0-1 0 0,-1 1 0 0 0,0-1 0 0 0,-1 1 0 0 0,1-1-55 0 0,1 1-1 0 0,-1-1 1 0 0,1 1 0 0 0,-1-1 0 0 0,1 1-1 0 0,0-1 1 0 0,0 1 0 0 0,-1 0-1 0 0,1 0 1 0 0,0 0 0 0 0,0 0-1 0 0,0 0 1 0 0,0 0 0 0 0,0 0-1 0 0,0 0 1 0 0,0 0 0 0 0,0 0 0 0 0,0 0-1 0 0,-1 3 1 0 0,1-1 53 0 0,1 0 1 0 0,-1 0-1 0 0,1 0 0 0 0,-1 0 1 0 0,1 0-1 0 0,0 0 1 0 0,0 0-1 0 0,1 0 0 0 0,0 4 1 0 0,1 14 125 0 0,-1-10-167 0 0,3-2 0 0 0,-1-7 0 0 0,7 11 0 0 0,-9-12-6 0 0,0 0-1 0 0,0 1 0 0 0,0-1 0 0 0,0 0 1 0 0,1 0-1 0 0,-1 0 0 0 0,0 0 0 0 0,0 0 1 0 0,1 0-1 0 0,-1 0 0 0 0,1 0 0 0 0,-1-1 1 0 0,1 1-1 0 0,-1-1 0 0 0,1 1 1 0 0,-1-1-1 0 0,1 1 0 0 0,1-1 0 0 0,-2 0-3 0 0,6 0-119 0 0,0 0-1 0 0,0-1 1 0 0,11-1-1 0 0,-6-5 130 0 0,-11 4 0 0 0,0 0 0 0 0,7-2 0 0 0,-4-3 0 0 0,-3 6 4 0 0,-1-1 16 0 0,0-12 20 0 0,-2 9 31 0 0,-2 0 40 0 0,-3-1-98 0 0,4 7-15 0 0,2 0 1 0 0,-1-1 8 0 0,1 1 0 0 0,0 0 0 0 0,0-1 0 0 0,-1 1 0 0 0,1 0 0 0 0,0 0 0 0 0,-1 0 0 0 0,1 0 0 0 0,0 0 0 0 0,-1 0-1 0 0,1 0 1 0 0,0 1 0 0 0,0-1 0 0 0,-2 1 0 0 0,1 0-12 0 0,0 0-1 0 0,1 0 0 0 0,-1 1 1 0 0,1-1-1 0 0,-1 1 1 0 0,1-1-1 0 0,-2 4 0 0 0,0-2-46 0 0,-11 11-778 0 0,11-12 525 0 0,1 0 0 0 0,-1 0 0 0 0,1 0 0 0 0,0 1 0 0 0,0-1 0 0 0,-3 6 0 0 0,-18 27-2953 0 0,9-14 1595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5:5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1 648 2304 0 0,'14'18'12576'0'0,"-14"-19"-12243"0"0,2-1-1466 0 0,0 2 1741 0 0,7-5 456 0 0,-5 0-817 0 0,-3 4-192 0 0,0 0 0 0 0,0 0 0 0 0,0 0 1 0 0,-1-1-1 0 0,1 1 0 0 0,0 0 0 0 0,0 0 0 0 0,0-3 0 0 0,-1 3 273 0 0,1 1-304 0 0,-1 0-1 0 0,0 0 0 0 0,1-1 0 0 0,-1 1 0 0 0,1 0 0 0 0,-1-1 0 0 0,0 1 0 0 0,0-1 0 0 0,1 1 1 0 0,-1 0-1 0 0,0-1 0 0 0,0 1 0 0 0,1-1 0 0 0,-1 1 0 0 0,0-1 0 0 0,0 1 0 0 0,0-1 0 0 0,0 1 0 0 0,0-1 1 0 0,1 0-1 0 0,2-14 479 0 0,-3 11-346 0 0,8-14 274 0 0,-7 14-323 0 0,1 1 0 0 0,-1-1 0 0 0,1 1-1 0 0,-1-1 1 0 0,0 0 0 0 0,-1 1 0 0 0,1-1-1 0 0,0-6 1 0 0,-2 5-13 0 0,2-1-1 0 0,-1 1 1 0 0,0-1-1 0 0,1 1 1 0 0,2-8-1 0 0,-3 13-79 0 0,0-1 1 0 0,0 1-1 0 0,1-1 0 0 0,-1 0 0 0 0,0 1 0 0 0,0-1 0 0 0,0 1 0 0 0,0-1 0 0 0,0 1 0 0 0,0-1 0 0 0,0 0 0 0 0,0 1 1 0 0,0-1-1 0 0,0 1 0 0 0,0-2 0 0 0,-1 2-1 0 0,1-1-1 0 0,0 0 1 0 0,0 1 0 0 0,0-1 0 0 0,0 1 0 0 0,0-1 0 0 0,0 0-1 0 0,0 1 1 0 0,0-1 0 0 0,0 1 0 0 0,0-1 0 0 0,0 0 0 0 0,1 1-1 0 0,-1-1 1 0 0,0 0 0 0 0,1-1 14 0 0,0-1-1 0 0,-1 1 0 0 0,1 0 1 0 0,-1-1-1 0 0,1 1 1 0 0,-1-1-1 0 0,0 1 1 0 0,0 0-1 0 0,0-1 1 0 0,-1 1-1 0 0,1-1 1 0 0,-1 1-1 0 0,-1-5 1 0 0,2 7-17 0 0,0-1 0 0 0,0 0 0 0 0,0 1 1 0 0,0-1-1 0 0,0 0 0 0 0,0 0 0 0 0,0 1 1 0 0,0-1-1 0 0,0 0 0 0 0,0 1 0 0 0,1-1 1 0 0,-1 1-1 0 0,0-1 0 0 0,0 0 1 0 0,1 0-1 0 0,-1 0 2 0 0,1 0 1 0 0,-1 1 0 0 0,0-1-1 0 0,0 0 1 0 0,1 0-1 0 0,-1 1 1 0 0,0-1 0 0 0,0 0-1 0 0,0 0 1 0 0,0 1 0 0 0,0-1-1 0 0,0 0 1 0 0,0 0-1 0 0,0 0 1 0 0,-1-2 72 0 0,0-1-1 0 0,1 1 1 0 0,-1 0-1 0 0,1 0 1 0 0,0 0 0 0 0,0 0-1 0 0,0 0 1 0 0,0 0-1 0 0,1 0 1 0 0,1-6 0 0 0,-1 1-54 0 0,0-1 1 0 0,-1 1 0 0 0,1-1-1 0 0,-3-12 1 0 0,2-2 104 0 0,0-85 671 0 0,-5 73-727 0 0,10 14-27 0 0,-5-3-149 0 0,1 16 196 0 0,0 0-1 0 0,0 0 1 0 0,-1 0-1 0 0,0 0 0 0 0,-1 1 1 0 0,-1-10-1 0 0,2 15-63 0 0,-1-1-1 0 0,1 0 0 0 0,-1 1 0 0 0,1-1 0 0 0,1-5 1 0 0,0-22 8 0 0,-1 23-44 0 0,0 3-42 0 0,0 3-189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5:5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14 589 3224 0 0,'0'0'6840'0'0,"-5"-11"-5334"0"0,10-26 1384 0 0,-5 32-2565 0 0,-1 0 0 0 0,0 1 0 0 0,0-1 0 0 0,-3-9 0 0 0,3 9-76 0 0,-1 0 0 0 0,1 1-1 0 0,0-1 1 0 0,0-10 0 0 0,6-13 721 0 0,-2 6-647 0 0,3 8 46 0 0,-2 9-356 0 0,0 3-6 0 0,13 1-11 0 0,-13-1 4 0 0,-4 1 0 0 0,1 1 0 0 0,0-1 0 0 0,0 1 0 0 0,-1-1 0 0 0,1 1 0 0 0,0-1 0 0 0,0 1 0 0 0,0 0 0 0 0,0 0 0 0 0,-1-1 0 0 0,1 1 0 0 0,0 0 0 0 0,0 0 0 0 0,0 0 0 0 0,0 0 0 0 0,1 0 0 0 0,11-1 0 0 0,-1 1 0 0 0,8 1-46 0 0,-6-2-78 0 0,3-1 97 0 0,9 1 70 0 0,9 2-31 0 0,-20 0-13 0 0,0-1 1 0 0,28-3-1 0 0,37-8 1 0 0,28-1-10 0 0,-50 7 53 0 0,-14 2-4 0 0,45-2 0 0 0,-22 3-14 0 0,11 0 3 0 0,15-1 8 0 0,-48 2-36 0 0,-30 1 0 0 0,22-3 0 0 0,79-11 170 0 0,-88 12-142 0 0,157-10-150 0 0,-93 7 254 0 0,50 1-176 0 0,-25-8-128 0 0,-13 0 296 0 0,22-2 14 0 0,184-7-120 0 0,-238 16-18 0 0,-40 4 0 0 0,44-9 0 0 0,-62 8 0 0 0,1 0 0 0 0,15 1 0 0 0,18-2 0 0 0,4-1 23 0 0,30-4 18 0 0,-69 7-41 0 0,23-1 0 0 0,-23 3 0 0 0,-1-2 0 0 0,21-3 0 0 0,64-8 0 0 0,-61 9 0 0 0,23-4 0 0 0,-45 6 7 0 0,-8 1 10 0 0,-1-1 0 0 0,1 1 0 0 0,0-2 0 0 0,-1 1 1 0 0,12-4-1 0 0,-14 4 29 0 0,0 0-1 0 0,0 0 1 0 0,1 1 0 0 0,-1-1 0 0 0,7 1-1 0 0,7-1 38 0 0,-14 0-35 0 0,0-2-35 0 0,35-11-399 0 0,-6 5 278 0 0,-8 2 360 0 0,6-2-34 0 0,-18 4-218 0 0,-9 5 0 0 0,0 0 0 0 0,13-5 0 0 0,8-1 0 0 0,-16 1 11 0 0,20-21 42 0 0,-15 20-53 0 0,0-1-81 0 0,-10 5 52 0 0,0 0 1 0 0,0 0 0 0 0,1 1 0 0 0,-1-1 0 0 0,1 1-1 0 0,-1 0 1 0 0,1 0 0 0 0,-1 0 0 0 0,1 0 0 0 0,5 0-1 0 0,3-2 228 0 0,5-2-14 0 0,19 5-121 0 0,-35 0-64 0 0,1 0 0 0 0,-1 0 0 0 0,1 0 0 0 0,-1 0 0 0 0,1 0 0 0 0,-1 0 0 0 0,1 0 0 0 0,-1-1 0 0 0,1 1 0 0 0,-1-1 0 0 0,3 0 0 0 0,3-1 0 0 0,14 0-106 0 0,-12 1-22 0 0,-5 0 113 0 0,0 1 0 0 0,-1-1 1 0 0,1 1-1 0 0,5-3 0 0 0,-1 0 171 0 0,1 3-29 0 0,-7 1-133 0 0,0-1 1 0 0,0 1-1 0 0,0-1 1 0 0,0 0-1 0 0,1 0 1 0 0,-1 0-1 0 0,0 0 1 0 0,0 0-1 0 0,3-1 0 0 0,10 0-297 0 0,-9 0 213 0 0,-3-1 44 0 0,26 1 30 0 0,-2-6 357 0 0,-25 7-298 0 0,0-1 68 0 0,15 1-222 0 0,-4 0 107 0 0,-9 1-34 0 0,0-1 0 0 0,0-1 0 0 0,0 1 0 0 0,1 0 0 0 0,-1-1 0 0 0,0 0 0 0 0,0 0 0 0 0,0 0 0 0 0,5-2 0 0 0,16-1 574 0 0,-17 2-536 0 0,-7 2 0 0 0,19 1 0 0 0,-18-1 0 0 0,13 1 0 0 0,-7 1-29 0 0,-6-1-128 0 0,-1 0-618 0 0,16 7-664 0 0,-9-6 927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04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5984 0 0,'0'0'10914'0'0,"-1"1"-10726"0"0,-6 17-3 0 0,3-9-118 0 0,3 2-54 0 0,1-10-13 0 0,-1 0 0 0 0,1 0 0 0 0,0 1 0 0 0,0-1 0 0 0,0 0 0 0 0,1 1 0 0 0,-1-1 0 0 0,0 0 0 0 0,0 0 0 0 0,1 1 0 0 0,-1-1 0 0 0,1 0 0 0 0,-1 0 0 0 0,1 0 0 0 0,-1 1 0 0 0,1-1 0 0 0,1 1 0 0 0,1 3 0 0 0,-2-3 0 0 0,-1-1 0 0 0,0 0 0 0 0,0-1 0 0 0,0 1 0 0 0,0-1 0 0 0,1 1 0 0 0,-1-1 0 0 0,0 1 0 0 0,0-1 0 0 0,1 0 0 0 0,-1 1 0 0 0,0-1 0 0 0,1 1 0 0 0,-1-1 0 0 0,0 1 0 0 0,1-1 0 0 0,-1 0 0 0 0,1 1 0 0 0,-1-1 0 0 0,1 0 0 0 0,-1 0 0 0 0,1 1 0 0 0,-1-1 0 0 0,1 0 0 0 0,-1 0 0 0 0,1 1 0 0 0,14 7 0 0 0,-11-8 0 0 0,-1 0 0 0 0,6 2 0 0 0,2-5 0 0 0,6-6-3 0 0,-10 4 38 0 0,-6 4 124 0 0,6-7 210 0 0,-6 7-293 0 0,0-1-1 0 0,0 1 1 0 0,-1-1-1 0 0,1 1 1 0 0,-1-1-1 0 0,1 0 1 0 0,-1 1-1 0 0,0-1 1 0 0,1 0-1 0 0,-1 1 1 0 0,0-1-1 0 0,0 1 0 0 0,0-3 1 0 0,0 2-5 0 0,0 0 213 0 0,-1 1-262 0 0,0 0-1 0 0,0 0 0 0 0,1 0 0 0 0,-1 0 1 0 0,0 0-1 0 0,1 0 0 0 0,-1 0 0 0 0,1 0 1 0 0,-1 0-1 0 0,1 0 0 0 0,-1-3 1 0 0,-1 0 266 0 0,2 3-169 0 0,-1 0-52 0 0,1 0 0 0 0,-1 0-1 0 0,1 1 1 0 0,-1-1 0 0 0,0 0 0 0 0,1 1 0 0 0,-1-1-1 0 0,0 0 1 0 0,1 1 0 0 0,-1-1 0 0 0,0 1-1 0 0,0-1 1 0 0,0 1 0 0 0,1 0 0 0 0,-1-1 0 0 0,0 1-1 0 0,0 0 1 0 0,0 0 0 0 0,0-1 0 0 0,0 1 0 0 0,-1 0-1 0 0,-6-1-50 0 0,0 2-16 0 0,2 2 0 0 0,4-3 0 0 0,1 1 0 0 0,0-1 0 0 0,0 1 0 0 0,0 0 0 0 0,0-1 0 0 0,0 1 0 0 0,-1 0 0 0 0,1 0 0 0 0,1 0 0 0 0,-1 0 0 0 0,0 0 0 0 0,0 0 0 0 0,0 0 0 0 0,0 0 0 0 0,1 0 0 0 0,-1 0 0 0 0,0 0 0 0 0,0 2 0 0 0,-1 1 0 0 0,0-1 0 0 0,1-3 0 0 0,1 1 0 0 0,-1 0 0 0 0,0-1 0 0 0,1 1 0 0 0,-1 0 0 0 0,1-1 0 0 0,-1 1 0 0 0,1 0 0 0 0,0 0 0 0 0,-1 0 0 0 0,1-1 0 0 0,0 1 0 0 0,-1 0 0 0 0,1 0 0 0 0,0 0 0 0 0,0 1 0 0 0,0 7 0 0 0,0-6 0 0 0,1 1 0 0 0,7 8 0 0 0,-1-4 0 0 0,-6-8 0 0 0,-1 0 0 0 0,0 1 0 0 0,0-1 0 0 0,0 0 0 0 0,1 0 0 0 0,-1 0 0 0 0,0 0 0 0 0,0 1 0 0 0,1-1 0 0 0,-1 0 0 0 0,0 0 0 0 0,1 0 0 0 0,-1 0 0 0 0,0 0 0 0 0,0 0 0 0 0,1 0 0 0 0,-1 0 0 0 0,0 0 0 0 0,0 0 0 0 0,1 0 0 0 0,-1 0 0 0 0,0 0 0 0 0,1 0 0 0 0,-1 0 0 0 0,4 0 0 0 0,17-10 0 0 0,-13 2 0 0 0,-5 5 99 0 0,0-1 0 0 0,-1 0-1 0 0,1 0 1 0 0,-1 1 0 0 0,3-9-1 0 0,-5 11-64 0 0,1 0 0 0 0,-1 0 0 0 0,0 0 0 0 0,1 0 0 0 0,-1 0 0 0 0,0 0 0 0 0,0 0 0 0 0,0 0 0 0 0,0 0 0 0 0,0 0-1 0 0,0 0 1 0 0,0 0 0 0 0,0 0 0 0 0,0 0 0 0 0,-1 0 0 0 0,1 0 0 0 0,0 0 0 0 0,-1 0 0 0 0,1 0 0 0 0,0 0 0 0 0,-1 0 0 0 0,1 0-1 0 0,-1 1 1 0 0,0-2 0 0 0,0 1 409 0 0,-1 1-294 0 0,-8-5-135 0 0,-1 2-8 0 0,-6 9-10 0 0,13-4 4 0 0,1 0 0 0 0,0 0 0 0 0,1 0 0 0 0,-1 0 0 0 0,1 0 0 0 0,0 0 0 0 0,-1 1 0 0 0,1-1 0 0 0,0 1 0 0 0,0-1 0 0 0,-1 4 0 0 0,2-5-164 0 0,0 0-1 0 0,0 0 0 0 0,1 0 1 0 0,-1 0-1 0 0,0 0 0 0 0,1 0 1 0 0,-1 1-1 0 0,1-1 0 0 0,-1 0 0 0 0,1 0 1 0 0,0 0-1 0 0,-1 1 0 0 0,1-1 1 0 0,0 0-1 0 0,0 2 0 0 0,-1 9-1794 0 0,-3 4 281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32 105 6912 0 0,'0'0'314'0'0,"0"-2"-6"0"0,0 1-296 0 0,0-1 0 0 0,0 0-1 0 0,0 0 1 0 0,1 0 0 0 0,-1 1-1 0 0,0-1 1 0 0,1 0-1 0 0,-1 1 1 0 0,2-3 0 0 0,0-3 207 0 0,5-17 6389 0 0,-7 24-6577 0 0,0 0 1 0 0,-5-6 4794 0 0,-2 20-4487 0 0,6-12-304 0 0,-1 1 1 0 0,1 0-1 0 0,-1 0 0 0 0,1 0 1 0 0,-1 3-1 0 0,-4 14 30 0 0,2-4 7 0 0,-5 26 0 0 0,7-22-106 0 0,0-1 0 0 0,1 1 0 0 0,3 21 0 0 0,-2-35 18 0 0,1 1 0 0 0,0 0 0 0 0,0-1 1 0 0,1 0-1 0 0,0 1 0 0 0,0-1 1 0 0,0 0-1 0 0,1 0 0 0 0,0 0 0 0 0,0 0 1 0 0,1 0-1 0 0,8 9 0 0 0,9 2-294 0 0,-10-10 73 0 0,-9-6 214 0 0,-1 0-1 0 0,1 0 1 0 0,-1 0-1 0 0,1 0 1 0 0,-1-1-1 0 0,1 1 0 0 0,0-1 1 0 0,-1 1-1 0 0,1-1 1 0 0,0 0-1 0 0,0 0 1 0 0,-1 1-1 0 0,1-1 0 0 0,0 0 1 0 0,0-1-1 0 0,-1 1 1 0 0,1 0-1 0 0,0 0 1 0 0,-1-1-1 0 0,1 1 1 0 0,0-1-1 0 0,-1 1 0 0 0,1-1 1 0 0,0 0-1 0 0,-1 0 1 0 0,1 0-1 0 0,1-1 1 0 0,5-4 16 0 0,-1 0 0 0 0,0 0 1 0 0,13-15-1 0 0,-14 13 11 0 0,-3 5 40 0 0,-1 0 1 0 0,0 0 0 0 0,0-1 0 0 0,0 1-1 0 0,0-1 1 0 0,-1 1 0 0 0,1-1-1 0 0,1-7 1 0 0,4-33 651 0 0,-6-9 432 0 0,-1 32-588 0 0,0 20 528 0 0,0 1-1061 0 0,1 1 1 0 0,0 0-1 0 0,0-1 0 0 0,0 1 0 0 0,-1 0 0 0 0,1 0 0 0 0,0 0 0 0 0,-1 0 0 0 0,2 2 0 0 0,-1-2-6 0 0,1 2 0 0 0,0 1-1 0 0,0 0 0 0 0,0 0 1 0 0,0 0-1 0 0,-1 0 0 0 0,0 0 1 0 0,1 4-1 0 0,-1-4-2 0 0,1 1 0 0 0,-1-1-1 0 0,0 0 1 0 0,1 0 0 0 0,4 7 0 0 0,7 9-48 0 0,-8-12-44 0 0,1 0 1 0 0,-1 0-1 0 0,1 0 1 0 0,14 12-1 0 0,-19-19 86 0 0,4 4-93 0 0,0-1 0 0 0,1 0 0 0 0,10 6 0 0 0,-14-9 80 0 0,0 0 1 0 0,0 0-1 0 0,0 0 0 0 0,1-1 1 0 0,-1 1-1 0 0,0-1 1 0 0,0 1-1 0 0,1-1 1 0 0,-1 0-1 0 0,0 0 1 0 0,1 0-1 0 0,-1 0 1 0 0,0 0-1 0 0,0-1 1 0 0,3 0-1 0 0,6-2 5 0 0,-5 2 4 0 0,0 0 1 0 0,-1-1 0 0 0,1 0 0 0 0,-1 0-1 0 0,1 0 1 0 0,-1-1 0 0 0,7-4-1 0 0,6-5 42 0 0,-15 11-13 0 0,1-1 0 0 0,-1-1 0 0 0,0 1 0 0 0,0 0 0 0 0,0-1 0 0 0,0 1 0 0 0,0-1 0 0 0,-1 0 0 0 0,4-5 0 0 0,3-5 253 0 0,12-27-1 0 0,-18 33-143 0 0,-1 1-1 0 0,0 0 0 0 0,0-1 1 0 0,-1 1-1 0 0,0-1 0 0 0,0 0 0 0 0,0-9 1 0 0,-6-70 1104 0 0,5 80-1194 0 0,-1 0-1 0 0,0 0 0 0 0,0 0 0 0 0,-1 0 1 0 0,0 1-1 0 0,0-1 0 0 0,0 1 0 0 0,0-1 1 0 0,-1 1-1 0 0,-4-6 0 0 0,7 10-94 0 0,-1 0 0 0 0,0 0 0 0 0,0 0 1 0 0,0 0-1 0 0,0 0 0 0 0,0 0 0 0 0,0 1 0 0 0,-1-1 0 0 0,1 0 0 0 0,0 1 0 0 0,0-1 0 0 0,0 0 0 0 0,-1 1 0 0 0,1 0 0 0 0,0-1 0 0 0,-1 1 0 0 0,1 0 1 0 0,0-1-1 0 0,-1 1 0 0 0,1 0 0 0 0,0 0 0 0 0,-1 0 0 0 0,-2 1 0 0 0,4-1 48 0 0,-4 8-2116 0 0,0 0 263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17 10656 0 0,'0'0'2032'0'0,"0"-1"-1051"0"0,-4-5 47 0 0,4 5-29 0 0,-6-3 598 0 0,5 4-1466 0 0,-1-1 1 0 0,1 0-1 0 0,-1 1 1 0 0,0-1-1 0 0,1 1 0 0 0,-1 0 1 0 0,1-1-1 0 0,-1 1 1 0 0,0 0-1 0 0,1 0 1 0 0,-1 0-1 0 0,0 0 0 0 0,1 0 1 0 0,-1 0-1 0 0,1 0 1 0 0,-1 1-1 0 0,0-1 1 0 0,1 1-1 0 0,-1-1 0 0 0,1 1 1 0 0,-1 0-1 0 0,1-1 1 0 0,-1 1-1 0 0,1 0 1 0 0,0 0-1 0 0,-1 0 0 0 0,1 0 1 0 0,0 0-1 0 0,-2 2 1 0 0,-4 4 158 0 0,0 1 1 0 0,1-1 0 0 0,-9 15-1 0 0,14-20-226 0 0,0 0-25 0 0,-1 0 0 0 0,1 0 0 0 0,0 0 0 0 0,0 0 0 0 0,1 0 0 0 0,-1 0 0 0 0,0 4 0 0 0,-6 11 110 0 0,4-10-112 0 0,1-1-1 0 0,-1 1 1 0 0,1 0-1 0 0,0 0 1 0 0,1-1 0 0 0,-2 15-1 0 0,2 44 276 0 0,1-42-276 0 0,3 23-36 0 0,-1-35 0 0 0,-1 1 0 0 0,0-1 0 0 0,-3 22 0 0 0,3-8-70 0 0,-1-21 45 0 0,1 0-1 0 0,-1 0 0 0 0,0-1 1 0 0,0 1-1 0 0,-2 7 0 0 0,-2 15-486 0 0,3-24 392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78 111 4144 0 0,'-5'-5'745'0'0,"-1"0"0"0"0,1 0 1 0 0,-7-11 2896 0 0,11 5 4835 0 0,0 10-8294 0 0,1 0 0 0 0,0 0-1 0 0,0 0 1 0 0,-1 0 0 0 0,1 0-1 0 0,-1 1 1 0 0,1-1 0 0 0,-1 0-1 0 0,1 0 1 0 0,-2-2 0 0 0,0 4-45 0 0,1-1 1 0 0,0 1-1 0 0,0-1 1 0 0,-1 1-1 0 0,1 0 1 0 0,0-1-1 0 0,0 1 1 0 0,0 0 0 0 0,0 0-1 0 0,-2 1 1 0 0,1 1-97 0 0,0 0 1 0 0,1 0 0 0 0,0 1-1 0 0,-1-1 1 0 0,1 0 0 0 0,0 0-1 0 0,-1 5 1 0 0,-3 13 70 0 0,2-10-105 0 0,0 0 0 0 0,2 1 0 0 0,-1-1 0 0 0,1 1 0 0 0,1-1 0 0 0,0 1 0 0 0,2 11 0 0 0,10 72-504 0 0,-11-88 339 0 0,0 1 0 0 0,1 0 0 0 0,0 0-1 0 0,0-1 1 0 0,5 11 0 0 0,-6-15-17 0 0,1 1 0 0 0,1 0 0 0 0,-1-1 0 0 0,0 1 0 0 0,1-1 0 0 0,0 0 0 0 0,0 0 0 0 0,0 0 0 0 0,0 0 0 0 0,0 0-1 0 0,5 2 1 0 0,-6-3-80 0 0,1-2-532 0 0,-1-1 750 0 0,1 1-1 0 0,0-1 1 0 0,0 0-1 0 0,0 1 0 0 0,0-1 1 0 0,-1-1-1 0 0,1 1 0 0 0,-1 0 1 0 0,1-1-1 0 0,-1 1 1 0 0,1-1-1 0 0,-1 0 0 0 0,0 1 1 0 0,1-1-1 0 0,-1 0 1 0 0,2-4-1 0 0,0 2 146 0 0,0 0 0 0 0,-1-1 0 0 0,0 0 1 0 0,0 0-1 0 0,0 0 0 0 0,-1 0 0 0 0,5-10 0 0 0,-6 9 42 0 0,1 0 148 0 0,0 0 0 0 0,0 0 0 0 0,-1-1 0 0 0,1 1 0 0 0,-2-1 0 0 0,1 1-1 0 0,-1-1 1 0 0,0 0 0 0 0,-1-11 0 0 0,-2 1 306 0 0,-4-20 686 0 0,5 22-740 0 0,2 9-186 0 0,2 8-58 0 0,5 10-294 0 0,-5-8-16 0 0,4 12-18 0 0,-1 0-99 0 0,11 21 0 0 0,-14-32 94 0 0,1 0 0 0 0,0-1 0 0 0,0 0 0 0 0,0 1 0 0 0,0-1 0 0 0,1 0-1 0 0,0-1 1 0 0,8 8 0 0 0,19 15-270 0 0,-28-24 224 0 0,0-2 12 0 0,11 0 48 0 0,1-2 12 0 0,-9 1-11 0 0,0-1-1 0 0,0 0 1 0 0,-1 0-1 0 0,1-1 0 0 0,-1 0 1 0 0,1 0-1 0 0,-1 0 1 0 0,0-1-1 0 0,0 1 0 0 0,0-1 1 0 0,-1 0-1 0 0,1-1 1 0 0,-1 1-1 0 0,0-1 1 0 0,4-5-1 0 0,1-6 154 0 0,-5 10-39 0 0,0 0-1 0 0,-1-1 0 0 0,0 1 0 0 0,4-13 0 0 0,-4 3 147 0 0,0-1 0 0 0,-1 1 0 0 0,-1-1-1 0 0,0-21 1 0 0,-1 18-110 0 0,0 8-109 0 0,0 1 0 0 0,0-1 0 0 0,-1 1 1 0 0,-3-13-1 0 0,3 3-354 0 0,2 15 57 0 0,-1 5 16 0 0,4 9-4573 0 0,-3 0 3288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6912 0 0,'0'0'528'0'0,"0"-9"6204"0"0,2-24-615 0 0,-1 29-5828 0 0,0-1-1 0 0,0 1 0 0 0,0 0 1 0 0,0 0-1 0 0,1 1 0 0 0,0-1 0 0 0,0 0 1 0 0,0 0-1 0 0,0 1 0 0 0,5-7 1 0 0,36-41 1637 0 0,-42 50-1426 0 0,-1 1-518 0 0,0-1 1 0 0,1 1-1 0 0,-1 0 0 0 0,1 0 0 0 0,-1-1 0 0 0,0 1 0 0 0,1 0 1 0 0,-1 0-1 0 0,1 0 0 0 0,-1 0 0 0 0,1-1 0 0 0,-1 1 1 0 0,1 0-1 0 0,-1 0 0 0 0,0 0 0 0 0,1 0 0 0 0,-1 0 0 0 0,1 0 1 0 0,-1 0-1 0 0,1 1 0 0 0,0-1 0 0 0,13 10-134 0 0,-12-5 67 0 0,-1-2 66 0 0,1 1 0 0 0,-1 0 1 0 0,1 0-1 0 0,0 1 0 0 0,-1-1 0 0 0,0 0 0 0 0,0 0 0 0 0,0 1 1 0 0,0-1-1 0 0,-1 1 0 0 0,0-1 0 0 0,0 0 0 0 0,0 1 1 0 0,0-1-1 0 0,-1 1 0 0 0,0-1 0 0 0,-1 7 0 0 0,-7 51-654 0 0,3-20 307 0 0,5-31 280 0 0,-1 0 1 0 0,-2 12-1 0 0,-8 34-1204 0 0,6-25 650 0 0,6-21 490 0 0,0-2 134 0 0,6 2 16 0 0,5-7 64 0 0,-6-3 45 0 0,0-1-1 0 0,0 0 0 0 0,0 0 1 0 0,0 0-1 0 0,0-1 1 0 0,0 1-1 0 0,0-1 0 0 0,0-1 1 0 0,0 1-1 0 0,0-1 0 0 0,9-3 1 0 0,-3 0 100 0 0,1 1 0 0 0,17-4 0 0 0,-27 8-209 0 0,0-1 0 0 0,0 1 0 0 0,0-1 0 0 0,0 1 0 0 0,0-1 0 0 0,0 0 0 0 0,-1 0 0 0 0,4-2 0 0 0,3 0 0 0 0,8 6 0 0 0,-3-3-57 0 0,2 6-749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4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34 10768 0 0,'0'0'978'0'0,"0"-2"-807"0"0,-3-3-7 0 0,3 4 588 0 0,0-1 668 0 0,0 1-1320 0 0,0 1 0 0 0,0 0 0 0 0,0 0 1 0 0,0 0-1 0 0,0-1 0 0 0,0 1 0 0 0,0 0 0 0 0,0 0 0 0 0,0-1 1 0 0,0 1-1 0 0,0 0 0 0 0,0 0 0 0 0,0 0 0 0 0,0-1 0 0 0,0 1 1 0 0,0 0-1 0 0,0 0 0 0 0,0 0 0 0 0,0-1 0 0 0,0 1 0 0 0,0 0 1 0 0,0 0-1 0 0,-1 0 0 0 0,1-1 0 0 0,0 1 0 0 0,0 0 0 0 0,0 0 1 0 0,0 0-1 0 0,0 0 0 0 0,-1-1 0 0 0,0 1-10 0 0,1 1 0 0 0,-1-1 0 0 0,0 0 0 0 0,0 0 0 0 0,0 1 1 0 0,0-1-1 0 0,1 0 0 0 0,-1 1 0 0 0,0-1 0 0 0,1 0 0 0 0,-1 1 0 0 0,0-1 0 0 0,1 1 0 0 0,-1 0 0 0 0,0-1 0 0 0,1 1 0 0 0,-2 1 0 0 0,-10 18 402 0 0,9-11-307 0 0,-1 1-1 0 0,-2 13 1 0 0,1 5 82 0 0,1-1 1 0 0,-1 42-1 0 0,6-51-267 0 0,-1 0-1 0 0,2 0 1 0 0,1 0 0 0 0,0-1-1 0 0,7 20 1 0 0,-9-32-23 0 0,2 0-1 0 0,-1-1 1 0 0,0 0 0 0 0,1 1 0 0 0,0-1 0 0 0,0 0 0 0 0,5 5-1 0 0,-7-8-50 0 0,10 2-124 0 0,-4-3 145 0 0,3-4 42 0 0,-8 3 20 0 0,-1-1 0 0 0,1 1 0 0 0,-1-1 0 0 0,1 1 1 0 0,-1-1-1 0 0,1 0 0 0 0,-1 1 0 0 0,0-1 0 0 0,0 0 0 0 0,0 0 0 0 0,0 0 0 0 0,0 0 0 0 0,0 0 0 0 0,0-3 0 0 0,7-13 78 0 0,-5 13 14 0 0,-1-1 1 0 0,0 0-1 0 0,3-10 1 0 0,0-2 237 0 0,-3 12-169 0 0,-1-1-1 0 0,0 1 0 0 0,0 0 0 0 0,-1 0 1 0 0,1-1-1 0 0,-2-10 0 0 0,0-11 894 0 0,14 51-551 0 0,-11-17-552 0 0,0 0 0 0 0,1 0 0 0 0,0 0 0 0 0,0 0 0 0 0,1-1 0 0 0,-1 0 0 0 0,1 1 0 0 0,1-1 0 0 0,-1-1 0 0 0,8 8 0 0 0,6 4 40 0 0,-4-5 0 0 0,-9-10 0 0 0,-2-1 0 0 0,7 4 0 0 0,2-4 0 0 0,-6-2 0 0 0,0 1 0 0 0,0-1 0 0 0,0 0 0 0 0,-1 0 0 0 0,11-6 0 0 0,-2-1 0 0 0,-12 6 0 0 0,0 0 0 0 0,0 0 38 0 0,0-1-1 0 0,1 1 1 0 0,-1-1 0 0 0,0 1-1 0 0,-1-1 1 0 0,1 0-1 0 0,-1 0 1 0 0,0 1 0 0 0,2-6-1 0 0,-2 0 147 0 0,1 0 0 0 0,-1-19 0 0 0,-1-1 262 0 0,-4-33-1 0 0,2 39-395 0 0,-1-6-15 0 0,1 20-38 0 0,1 0-1 0 0,0 0 0 0 0,1-13 1 0 0,0 16-20 0 0,0 5-166 0 0,8 21-16392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5064 0 0,'0'0'9738'0'0,"0"-7"-7990"0"0,0 4-1175 0 0,0-1-161 0 0,0 0 0 0 0,0 0 0 0 0,0 0 0 0 0,0 0 0 0 0,1-1 0 0 0,-1 1 0 0 0,1 1 0 0 0,0-1 0 0 0,1 0 0 0 0,2-7 0 0 0,0 4-205 0 0,1 1 0 0 0,0-1 0 0 0,0 1 1 0 0,0 0-1 0 0,1 1 0 0 0,0-1 0 0 0,11-7 0 0 0,-13 9-152 0 0,-2 3 25 0 0,0 0-13 0 0,9-1-54 0 0,-10 2-13 0 0,0 0 0 0 0,0 0 0 0 0,0 0 0 0 0,0 1 0 0 0,0-1 0 0 0,1 0 0 0 0,-1 1 0 0 0,0-1 0 0 0,0 0 0 0 0,1 2 0 0 0,11 8 0 0 0,0 2 0 0 0,-12-7 0 0 0,-1-2 0 0 0,3 4-5 0 0,-3-5-4 0 0,1-1 1 0 0,-1 1 0 0 0,1-1-1 0 0,-1 1 1 0 0,1-1 0 0 0,-1 1-1 0 0,0 0 1 0 0,0-1 0 0 0,1 1-1 0 0,-1-1 1 0 0,-1 1 0 0 0,1 0-1 0 0,0-1 1 0 0,-1 3 0 0 0,-1 24-177 0 0,2-21 113 0 0,0-1 0 0 0,-1 1 0 0 0,-1 8 1 0 0,-7 21-310 0 0,4-14-83 0 0,-16 43 1 0 0,-7 7 365 0 0,20-38 98 0 0,8-27 12 0 0,0-5 131 0 0,18 1 45 0 0,-12-5-138 0 0,0 1 0 0 0,0-1-1 0 0,-1 0 1 0 0,1 0 0 0 0,-1 0 0 0 0,0-1-1 0 0,0 0 1 0 0,6-4 0 0 0,15-8 142 0 0,13-4 55 0 0,-29 14-218 0 0,-9 5-25 0 0,0-1 0 0 0,0 1 0 0 0,-1 0 0 0 0,1 0 0 0 0,0-1 0 0 0,0 1 0 0 0,-1-1 0 0 0,1 1 0 0 0,0-1 0 0 0,-1 1 0 0 0,1-1 0 0 0,0 1 0 0 0,0-2 0 0 0,8 1 45 0 0,-8 1-45 0 0,5-2 10 0 0,-5 1-11 0 0,1 1 1 0 0,-1 0-1 0 0,0-1 0 0 0,0 1 1 0 0,1 0-1 0 0,-1 0 1 0 0,0 0-1 0 0,1 0 0 0 0,-1 0 1 0 0,0 0-1 0 0,1 0 0 0 0,-1 0 1 0 0,0 0-1 0 0,2 1 0 0 0,-2 0-192 0 0,0-1-1 0 0,0 0 0 0 0,0 0 1 0 0,0 0-1 0 0,-1 1 0 0 0,1-1 1 0 0,0 1-1 0 0,0-1 0 0 0,-1 0 0 0 0,1 1 1 0 0,0-1-1 0 0,-1 1 0 0 0,1 0 1 0 0,1 0-1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11976 0 0,'0'0'1082'0'0,"-1"1"-890"0"0,-27 9 73 0 0,12-5 870 0 0,12-3-704 0 0,0-1-98 0 0,0 1 1 0 0,0-1 0 0 0,0 1 0 0 0,0 0 0 0 0,0 0 0 0 0,0 1 0 0 0,-3 2-1 0 0,-1 2 60 0 0,6-5-275 0 0,-1 0 1 0 0,1 0-1 0 0,0 0 0 0 0,0 1 1 0 0,-3 2-1 0 0,0 3 127 0 0,2-5-186 0 0,0 1-1 0 0,0 0 1 0 0,1 0-1 0 0,0 0 1 0 0,0 1-1 0 0,0-1 1 0 0,0 0-1 0 0,0 1 0 0 0,1-1 1 0 0,0 1-1 0 0,-1 8 1 0 0,-1 14-201 0 0,2-21 106 0 0,0-1 0 0 0,1 1 0 0 0,0-1 0 0 0,0 11 0 0 0,2-3 36 0 0,0-1 0 0 0,0 0 0 0 0,1 0 0 0 0,4 12 0 0 0,-6-20 0 0 0,1-1 0 0 0,0 1 0 0 0,0 0 0 0 0,0-1 0 0 0,0 1 0 0 0,0-1 0 0 0,1 0 0 0 0,0 0 0 0 0,0 0 0 0 0,0 0 0 0 0,0 0 0 0 0,0-1 0 0 0,4 3 0 0 0,3 3 0 0 0,-9-7 0 0 0,0 0 0 0 0,0-1 0 0 0,-1 1 0 0 0,1 0 0 0 0,0 0 0 0 0,0 0 0 0 0,1-1 0 0 0,-1 1 0 0 0,0-1 0 0 0,0 1 0 0 0,0-1 0 0 0,0 1 0 0 0,0-1 0 0 0,1 0 0 0 0,-1 1 0 0 0,0-1 0 0 0,0 0 0 0 0,1 0 0 0 0,-1 0 0 0 0,0 0 0 0 0,0 0 0 0 0,1 0 0 0 0,-1 0 0 0 0,0 0 0 0 0,0-1 0 0 0,1 1 0 0 0,-1 0 0 0 0,1-1 0 0 0,5-3 44 0 0,0 1 0 0 0,0-1-1 0 0,-1 0 1 0 0,1 0-1 0 0,-1-1 1 0 0,0 1-1 0 0,0-2 1 0 0,5-5-1 0 0,-2 1 43 0 0,-1 0 0 0 0,0 0 0 0 0,0-1-1 0 0,-1 0 1 0 0,6-12 0 0 0,-9 14 272 0 0,-3 7-255 0 0,1-1 0 0 0,-1 1 1 0 0,0-1-1 0 0,0 1 1 0 0,0-1-1 0 0,0 0 1 0 0,-1 1-1 0 0,1-1 1 0 0,-1-5-1 0 0,3-13 466 0 0,-2 17-486 0 0,0 1-1 0 0,-1 0 0 0 0,0-1 1 0 0,0 1-1 0 0,1 0 0 0 0,-2 0 1 0 0,1-5-1 0 0,-2-4 115 0 0,2 8-119 0 0,-1 0 1 0 0,1 1-1 0 0,-1-1 1 0 0,0 1-1 0 0,0-1 0 0 0,0 0 1 0 0,0 1-1 0 0,0 0 0 0 0,-1-1 1 0 0,0 1-1 0 0,-2-4 0 0 0,-2 0 49 0 0,4 4-95 0 0,0 1-1 0 0,-1 0 0 0 0,1-1 1 0 0,0 1-1 0 0,-1 0 0 0 0,0 0 1 0 0,1 0-1 0 0,-1 0 1 0 0,0 1-1 0 0,-6-4 0 0 0,7 5-30 0 0,-1-1 1 0 0,0 0-1 0 0,1 1 0 0 0,-1 0 0 0 0,0-1 1 0 0,1 1-1 0 0,-1 0 0 0 0,0 0 0 0 0,1 1 0 0 0,-1-1 1 0 0,1 0-1 0 0,-5 2 0 0 0,-10 1-27 0 0,12-1-170 0 0,-1 0-1 0 0,0 0 1 0 0,1 0 0 0 0,-1 1 0 0 0,1 0 0 0 0,0 0 0 0 0,0 0 0 0 0,0 0 0 0 0,0 1 0 0 0,-7 7 0 0 0,-7 4-2810 0 0,6-3-4172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1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68 3680 0 0,'-14'-8'6789'0'0,"3"-2"-1268"0"0,6 6-4959 0 0,4 3 63 0 0,-2 1-366 0 0,-2 0 839 0 0,6 3-180 0 0,0 3-667 0 0,0 3-275 0 0,0 0 0 0 0,0 0 0 0 0,-2 0 0 0 0,1 1-1 0 0,-3 14 1 0 0,0 5-47 0 0,-1-4 71 0 0,0 13 0 0 0,4 72 0 0 0,4-87-91 0 0,-3-22 77 0 0,-1 1-1 0 0,1 0 0 0 0,-1 0 1 0 0,1-1-1 0 0,-1 1 0 0 0,0 0 1 0 0,0 0-1 0 0,0 0 1 0 0,0 0-1 0 0,0-1 0 0 0,0 1 1 0 0,0 0-1 0 0,-2 3 0 0 0,2-4-101 0 0,2-2-552 0 0,2 0 635 0 0,0 0-1 0 0,-1 0 1 0 0,1-1-1 0 0,-1 0 0 0 0,1 0 1 0 0,-1 0-1 0 0,1 0 1 0 0,-1 0-1 0 0,0-1 0 0 0,0 1 1 0 0,0-1-1 0 0,-1 0 1 0 0,1 0-1 0 0,2-4 0 0 0,3-2 46 0 0,-6 8-2 0 0,-1-1 0 0 0,0 1-1 0 0,1-1 1 0 0,-1 1 0 0 0,0-1 0 0 0,0 0 0 0 0,0 1-1 0 0,0-1 1 0 0,0 0 0 0 0,0 0 0 0 0,0-2 0 0 0,0-4 94 0 0,2-8 292 0 0,0 0 0 0 0,-1-20 0 0 0,-2 31-381 0 0,0-1 151 0 0,0 0 1 0 0,0 0-1 0 0,-1 1 0 0 0,1-1 0 0 0,-3-7 0 0 0,3 9 150 0 0,0 3-254 0 0,0 0 0 0 0,0 0 0 0 0,0 0 0 0 0,0 0 0 0 0,0 0 0 0 0,-1 0 0 0 0,1 0 1 0 0,0 0-1 0 0,0 0 0 0 0,-1 0 0 0 0,1 1 0 0 0,0-1 0 0 0,-2-2 0 0 0,2 2 817 0 0,-3 12-28 0 0,3-10-749 0 0,3 20 63 0 0,-3-12-290 0 0,1 1 0 0 0,0-1 1 0 0,1 0-1 0 0,0 0 0 0 0,1 0 0 0 0,-1 0 0 0 0,2 0 0 0 0,-1-1 0 0 0,1 1 0 0 0,1-1 0 0 0,-1 0 0 0 0,11 13 0 0 0,-12-18 115 0 0,0 0 1 0 0,0 0-1 0 0,0 0 0 0 0,0 0 0 0 0,1-1 0 0 0,-1 0 0 0 0,1 1 0 0 0,-1-1 1 0 0,1 0-1 0 0,0-1 0 0 0,0 1 0 0 0,0-1 0 0 0,0 1 0 0 0,8 0 0 0 0,-7-1-7 0 0,0 0 0 0 0,0-1 1 0 0,0 0-1 0 0,0 0 0 0 0,0 0 0 0 0,0 0 0 0 0,0-1 0 0 0,0 0 0 0 0,0 0 0 0 0,0 0 0 0 0,0 0 0 0 0,7-4 0 0 0,-8 3 63 0 0,0-1 0 0 0,1 0-1 0 0,-1 0 1 0 0,0 0 0 0 0,-1-1-1 0 0,1 1 1 0 0,-1-1 0 0 0,1 0-1 0 0,-1 0 1 0 0,0 0 0 0 0,-1-1-1 0 0,1 1 1 0 0,-1-1 0 0 0,1 1-1 0 0,-1-1 1 0 0,1-6 0 0 0,2-7 269 0 0,0-1 1 0 0,3-36 0 0 0,-8 49-297 0 0,5-79 386 0 0,-3 72-373 0 0,-1-25 0 0 0,-2 33 18 0 0,1 1 0 0 0,0-1 0 0 0,-1 1 0 0 0,0-1 0 0 0,0 1 0 0 0,0-1 0 0 0,-1 1 0 0 0,-2-7 0 0 0,3 10-233 0 0,0 18-2456 0 0,-2-6 1006 0 0,2-3-78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3680 0 0,'0'-1'11733'0'0,"1"-3"-11442"0"0,-1 1-1 0 0,1-1 1 0 0,-1 1 0 0 0,1-1 0 0 0,1 1-1 0 0,-1-1 1 0 0,0 1 0 0 0,1 0 0 0 0,-1-1-1 0 0,1 1 1 0 0,0 0 0 0 0,0 0-1 0 0,0 0 1 0 0,1 0 0 0 0,2-2 0 0 0,-3 3-234 0 0,-1 0 1 0 0,1 1-1 0 0,-1-1 0 0 0,1 1 1 0 0,0-1-1 0 0,-1 1 1 0 0,1 0-1 0 0,0-1 1 0 0,0 1-1 0 0,0 0 0 0 0,0 0 1 0 0,0 1-1 0 0,0-1 1 0 0,4-1-1 0 0,-5 2 56 0 0,1 0-94 0 0,0-1 1 0 0,-1 1-1 0 0,1-1 0 0 0,0 1 0 0 0,0 0 0 0 0,-1-1 0 0 0,1 1 0 0 0,3 0 0 0 0,24 3 68 0 0,-28-2-83 0 0,-1-1-1 0 0,1 1 0 0 0,-1 0 1 0 0,1-1-1 0 0,-1 1 1 0 0,1-1-1 0 0,-1 1 1 0 0,1 0-1 0 0,-1-1 1 0 0,0 1-1 0 0,1 0 1 0 0,-1-1-1 0 0,0 1 1 0 0,0 1-1 0 0,1-2-2 0 0,1 5-3 0 0,0-1 0 0 0,0 0 0 0 0,0 0 0 0 0,-1 1 0 0 0,1-1 0 0 0,-1 1 0 0 0,0 0 0 0 0,-1-1 0 0 0,1 1 0 0 0,-1 0 0 0 0,0-1 0 0 0,0 1 0 0 0,0 0 0 0 0,-2 9 0 0 0,-1 1-136 0 0,1-7 78 0 0,0 0 1 0 0,0 0-1 0 0,-1-1 1 0 0,1 1-1 0 0,-6 8 1 0 0,0 1 31 0 0,5-12-3 0 0,5-10 29 0 0,1 0 24 0 0,0 0-1 0 0,0 1 1 0 0,0-1 0 0 0,1 1 0 0 0,-1 0 0 0 0,1 0 0 0 0,0 0 0 0 0,0 0 0 0 0,1 1 0 0 0,-1-1-1 0 0,6-2 1 0 0,-5 2 12 0 0,-4 3-26 0 0,0 0-1 0 0,0 0 1 0 0,1 0-1 0 0,-1 1 0 0 0,0-1 1 0 0,0 0-1 0 0,0 1 1 0 0,0-1-1 0 0,1 1 1 0 0,-1-1-1 0 0,0 1 1 0 0,1 0-1 0 0,-1-1 1 0 0,0 1-1 0 0,1 0 0 0 0,-1 0 1 0 0,3 0-1 0 0,0 0 44 0 0,-4 0-45 0 0,1 0-1 0 0,0 0 1 0 0,0 0 0 0 0,0 0 0 0 0,-1 0 0 0 0,1 0-1 0 0,0 0 1 0 0,0 0 0 0 0,0 0 0 0 0,-1 0-1 0 0,1 1 1 0 0,0-1 0 0 0,0 0 0 0 0,-1 1 0 0 0,1-1-1 0 0,0 0 1 0 0,-1 1 0 0 0,1-1 0 0 0,0 1 0 0 0,-1-1-1 0 0,1 1 1 0 0,-1 0 0 0 0,1-1 0 0 0,-1 1-1 0 0,1-1 1 0 0,0 2 0 0 0,6 7 12 0 0,-5-7-10 0 0,-1-1 0 0 0,1 1 0 0 0,-1 0 0 0 0,0-1 1 0 0,0 1-1 0 0,1 0 0 0 0,-1 0 0 0 0,0 0 1 0 0,-1 0-1 0 0,1 0 0 0 0,0 0 0 0 0,-1 0 0 0 0,1 1 1 0 0,-1-1-1 0 0,1 0 0 0 0,-1 2 0 0 0,0 9 3 0 0,-1 0 0 0 0,-4 20-1 0 0,1-19-9 0 0,-1 0 0 0 0,0-1 1 0 0,-1 0-1 0 0,-13 21 0 0 0,6-15 137 0 0,9-14-85 0 0,1 0 1 0 0,-1 0 0 0 0,-2 8 0 0 0,1-3 37 0 0,-1-1-1 0 0,1-1 1 0 0,-1 1-1 0 0,-1-1 1 0 0,-8 9-1 0 0,-4 5 176 0 0,18-21-256 0 0,0 0 0 0 0,0 0 0 0 0,1 0 0 0 0,-1 0 0 0 0,0 0 0 0 0,0 0 0 0 0,0-1 0 0 0,0 1 1 0 0,0 0-1 0 0,-2 0 0 0 0,1 0-2 0 0,0 0 0 0 0,0 1 0 0 0,0-1 0 0 0,0 1 1 0 0,0 0-1 0 0,0-1 0 0 0,0 1 0 0 0,-2 4 0 0 0,2-4-20 0 0,-1 0-1 0 0,1 0 1 0 0,-1 0-1 0 0,1-1 1 0 0,-1 1-1 0 0,-3 1 1 0 0,-4 3-106 0 0,9-6-143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71 116 9792 0 0,'0'0'882'0'0,"-7"-5"1056"0"0,-1 2 1504 0 0,8 3-3270 0 0,0-1-1 0 0,0 1 1 0 0,0-1 0 0 0,0 1-1 0 0,-1-1 1 0 0,1 1 0 0 0,0-1-1 0 0,0 1 1 0 0,0-1 0 0 0,-1 1-1 0 0,1 0 1 0 0,0-1 0 0 0,-1 1-1 0 0,1-1 1 0 0,0 1-1 0 0,-1 0 1 0 0,1-1 0 0 0,-1 1-1 0 0,-1 0-102 0 0,0 0-1 0 0,1 0 1 0 0,-1 1-1 0 0,0-1 1 0 0,0 1-1 0 0,0 0 1 0 0,1-1-1 0 0,-1 1 1 0 0,0 0-1 0 0,0 0 0 0 0,1 0 1 0 0,-1 0-1 0 0,1 0 1 0 0,-1 0-1 0 0,1 1 1 0 0,0-1-1 0 0,-1 0 1 0 0,1 1-1 0 0,0-1 1 0 0,0 1-1 0 0,0-1 0 0 0,0 1 1 0 0,0 0-1 0 0,0-1 1 0 0,0 1-1 0 0,1 0 1 0 0,-1 0-1 0 0,0 3 1 0 0,-2 9-40 0 0,2-9-14 0 0,-1 1 1 0 0,2 0-1 0 0,-1-1 1 0 0,0 7-1 0 0,0 18-15 0 0,0-21 0 0 0,0-1 0 0 0,1 1 0 0 0,1-1 0 0 0,0 11 0 0 0,1-12-17 0 0,-1 1-99 0 0,0-1 0 0 0,1 1 0 0 0,0 0 1 0 0,0-1-1 0 0,7 14 0 0 0,-9-20-68 0 0,1 0-208 0 0,-1-1 376 0 0,1 1 0 0 0,-1-1-1 0 0,0 0 1 0 0,1 1 0 0 0,-1-1 0 0 0,0 0 0 0 0,1 0-1 0 0,-1 1 1 0 0,1-1 0 0 0,-1 0 0 0 0,0 0 0 0 0,1 0-1 0 0,-1 0 1 0 0,1 1 0 0 0,-1-1 0 0 0,1 0-1 0 0,-1 0 1 0 0,1 0 0 0 0,-1 0 0 0 0,0 0 0 0 0,1 0-1 0 0,10-1-110 0 0,-8 1 101 0 0,-1-1 0 0 0,1 0 0 0 0,-1 0 0 0 0,1 0 0 0 0,-1-1 0 0 0,1 1 0 0 0,-1 0 0 0 0,0-1 0 0 0,0 0 0 0 0,0 1 0 0 0,0-1 0 0 0,3-3 0 0 0,1-2 32 0 0,0-1 0 0 0,5-9-1 0 0,-4 5 66 0 0,-5 10-69 0 0,-1-1 0 0 0,0 0 0 0 0,1 0 0 0 0,-1 0 0 0 0,1-5 0 0 0,-2 5 4 0 0,1 0 1 0 0,0 1-1 0 0,0-1 1 0 0,0 1-1 0 0,0-1 1 0 0,0 1-1 0 0,3-5 1 0 0,-3 6 44 0 0,0-1 1 0 0,0 1-1 0 0,0-1 1 0 0,-1 1-1 0 0,1-1 1 0 0,-1 0-1 0 0,1 1 1 0 0,-1-1-1 0 0,1-2 1 0 0,-1 2 23 0 0,0 1 1 0 0,1-1 0 0 0,-1 1-1 0 0,1-1 1 0 0,-1 1 0 0 0,1-1-1 0 0,-1 1 1 0 0,2-3 0 0 0,-1 1 441 0 0,0-1 460 0 0,4 6-453 0 0,-2 2-524 0 0,1 0 0 0 0,-1 1 0 0 0,1-1 0 0 0,2 7 0 0 0,4 5 0 0 0,7 9-129 0 0,6 8-187 0 0,-21-31 264 0 0,-1-1-1 0 0,1 1 1 0 0,0-1 0 0 0,0 0-1 0 0,0 0 1 0 0,0 0 0 0 0,0 0-1 0 0,0 0 1 0 0,0 0 0 0 0,0-1-1 0 0,3 1 1 0 0,6 2 25 0 0,-8-2 41 0 0,0 0 0 0 0,-1-1 0 0 0,1 1 0 0 0,0-1 0 0 0,0 0 0 0 0,0 0 0 0 0,0 0 0 0 0,0-1 0 0 0,0 1 0 0 0,0-1 0 0 0,-1 1 0 0 0,1-1 0 0 0,4-2 0 0 0,-3 2-12 0 0,0-1 1 0 0,1 0-1 0 0,-1 0 1 0 0,-1-1-1 0 0,1 1 0 0 0,0-1 1 0 0,0 0-1 0 0,4-4 1 0 0,-2-1 114 0 0,0 1 1 0 0,0-1-1 0 0,-1 0 0 0 0,0-1 1 0 0,0 1-1 0 0,-1-1 1 0 0,0 0-1 0 0,-1 0 0 0 0,0 0 1 0 0,0-1-1 0 0,-1 1 1 0 0,0-1-1 0 0,0 1 0 0 0,-1-1 1 0 0,-1-12-1 0 0,0 6 66 0 0,1-1 37 0 0,-2 1-1 0 0,-3-27 1 0 0,4 42-216 0 0,0 0 1 0 0,-1 0 0 0 0,1 0 0 0 0,0-1 0 0 0,-1 1 0 0 0,1 0-1 0 0,-1 0 1 0 0,1 0 0 0 0,-1 0 0 0 0,0 0 0 0 0,0-1-1 0 0,-9-14 20 0 0,9 15-155 0 0,1 16-8340 0 0,0-2 1579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5064 0 0,'-1'-2'8022'0'0,"-2"-3"-6679"0"0,2 3-242 0 0,2 1-49 0 0,1-9 445 0 0,-1 9-1325 0 0,-1-1 1 0 0,0 1-1 0 0,0-1 0 0 0,1 0 1 0 0,-1 1-1 0 0,0-1 0 0 0,1 1 1 0 0,0 0-1 0 0,-1-1 0 0 0,1 1 1 0 0,0-1-1 0 0,2-1 0 0 0,5-6 263 0 0,-5 5-347 0 0,0 1-1 0 0,0 0 1 0 0,0 0-1 0 0,0 0 1 0 0,0 0-1 0 0,1 0 1 0 0,-1 1 0 0 0,1 0-1 0 0,0 0 1 0 0,0 0-1 0 0,7-3 1 0 0,-6 3-72 0 0,-3 2-12 0 0,-1-1-1 0 0,1 1 1 0 0,0-1-1 0 0,0 1 1 0 0,-1 0-1 0 0,1 0 1 0 0,0 0-1 0 0,0 0 1 0 0,0 0-1 0 0,-1 0 1 0 0,1 0-1 0 0,0 0 1 0 0,0 1-1 0 0,-1-1 0 0 0,1 1 1 0 0,0-1-1 0 0,-1 1 1 0 0,3 1-1 0 0,-2-1-3 0 0,1 1 0 0 0,-1 0 0 0 0,0 0 0 0 0,0 0 0 0 0,0 0 0 0 0,0 0 0 0 0,0 1 0 0 0,0-1 0 0 0,0 0 0 0 0,-1 1 0 0 0,1-1 0 0 0,-1 1 0 0 0,0 0 0 0 0,0 0 0 0 0,0-1 0 0 0,1 6-1 0 0,4 7-11 0 0,-5-10-20 0 0,0-1 0 0 0,0 1 0 0 0,0 0 0 0 0,0 0-1 0 0,-1 0 1 0 0,0-1 0 0 0,0 1 0 0 0,0 0 0 0 0,-1 0 0 0 0,0 0 0 0 0,0 0-1 0 0,-2 6 1 0 0,-2 15-22 0 0,2-14 33 0 0,-2-1-22 0 0,2-8 31 0 0,2-3 12 0 0,0 1 0 0 0,0-1 0 0 0,1 1 0 0 0,-1 0 0 0 0,0-1 0 0 0,1 1 0 0 0,-1 0 1 0 0,1 0-1 0 0,-1-1 0 0 0,1 1 0 0 0,-1 0 0 0 0,1 0 0 0 0,0 0 0 0 0,-1 0 0 0 0,1-1 0 0 0,0 1 0 0 0,-1 2 0 0 0,-3 6 14 0 0,4-7 332 0 0,0-3-316 0 0,0-1 1 0 0,0 1-1 0 0,1 0 0 0 0,-1-1 0 0 0,0 1 0 0 0,0 0 0 0 0,0-1 0 0 0,-1-2 0 0 0,1-9 117 0 0,1 11-139 0 0,0-1 0 0 0,0 1 0 0 0,1 0 0 0 0,-1 0 0 0 0,1-1 0 0 0,-1 1 0 0 0,1 0 0 0 0,-1 0-1 0 0,4-2 1 0 0,5-7 11 0 0,-1 3 29 0 0,-8 8-43 0 0,0-1 1 0 0,0 0-1 0 0,0 1 0 0 0,0-1 0 0 0,0 1 0 0 0,0-1 0 0 0,0 1 0 0 0,0-1 0 0 0,0 1 1 0 0,1 0-1 0 0,-1-1 0 0 0,0 1 0 0 0,0 0 0 0 0,0 0 0 0 0,1 0 0 0 0,-1 0 1 0 0,0 0-1 0 0,0 0 0 0 0,1 1 0 0 0,-1-1 0 0 0,0 0 0 0 0,0 1 0 0 0,0-1 0 0 0,0 0 1 0 0,1 1-1 0 0,-1-1 0 0 0,0 1 0 0 0,0 0 0 0 0,0-1 0 0 0,1 2 0 0 0,0 0 3 0 0,-1-1 0 0 0,1 1 0 0 0,-1-1 0 0 0,0 1-1 0 0,0 0 1 0 0,1-1 0 0 0,-1 1 0 0 0,0 0 0 0 0,-1 0 0 0 0,1 0-1 0 0,0 0 1 0 0,0 0 0 0 0,-1 0 0 0 0,1 0 0 0 0,-1 0 0 0 0,0 0-1 0 0,1 2 1 0 0,-1 8 23 0 0,-1 0-1 0 0,0 0 1 0 0,-1 0-1 0 0,0-1 0 0 0,-1 1 1 0 0,0 0-1 0 0,-1-1 1 0 0,0 0-1 0 0,-7 15 0 0 0,-2 2-15 0 0,10-21-4 0 0,1 0 1 0 0,-2-1-1 0 0,-7 13 0 0 0,-16 16 280 0 0,-46 45 0 0 0,68-77-591 0 0,1 1-1 0 0,-1 0 1 0 0,0-1 0 0 0,0 0 0 0 0,-10 4 0 0 0,8-3-1202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2304 0 0,'0'28'13942'0'0,"-1"-26"-13755"0"0,1 1 1 0 0,-1-1-1 0 0,1 0 0 0 0,-1 1 0 0 0,0-1 1 0 0,0 0-1 0 0,0 0 0 0 0,-2 3 0 0 0,-1 3 307 0 0,0 3-4 0 0,0 0 1 0 0,2 0-1 0 0,-3 12 1 0 0,2-7-167 0 0,2-6-171 0 0,0 0-1 0 0,0 1 1 0 0,2 15-1 0 0,0-16-96 0 0,-1 0-1 0 0,0 0 1 0 0,-3 18-1 0 0,1-15-33 0 0,1 0 0 0 0,0 1 0 0 0,1-1-1 0 0,2 23 1 0 0,0 11 5 0 0,1 56 101 0 0,-2-95-160 0 0,2-6-41 0 0,-3-2 71 0 0,0 0-1 0 0,0 0 1 0 0,0 0 0 0 0,0 0 0 0 0,0 0-1 0 0,0 0 1 0 0,0 0 0 0 0,0 0 0 0 0,1 0-1 0 0,-1 0 1 0 0,0 0 0 0 0,0 0 0 0 0,0 0-1 0 0,0 0 1 0 0,0 0 0 0 0,0 1 0 0 0,0-1-1 0 0,0 0 1 0 0,0 0 0 0 0,0 0 0 0 0,0 0-1 0 0,0 0 1 0 0,1 0 0 0 0,-1 0 0 0 0,0 0-1 0 0,0 0 1 0 0,0 1 0 0 0,0-1 0 0 0,0 0-1 0 0,0 0 1 0 0,0 0 0 0 0,0 0 0 0 0,0 0-1 0 0,0 0 1 0 0,0 0 0 0 0,0 0 0 0 0,0 1-1 0 0,0-1 1 0 0,0 0 0 0 0,0 0 0 0 0,0 0-1 0 0,0 0 1 0 0,0 0 0 0 0,-1 0 0 0 0,1 1-3 0 0,0-1 0 0 0,0 1-1 0 0,0 0 1 0 0,0-1 0 0 0,0 1 0 0 0,1-1 0 0 0,-1 1 0 0 0,0 0 0 0 0,0-1 0 0 0,0 1 0 0 0,0-1 0 0 0,1 1 0 0 0,-1-1 0 0 0,0 1-1 0 0,1 0 1 0 0,-1-1 14 0 0,0 0 0 0 0,1 0 0 0 0,-1 1 0 0 0,0-1 0 0 0,0 0 0 0 0,1 0 0 0 0,-1 0 0 0 0,0 0 0 0 0,0 0 0 0 0,1 0-1 0 0,-1 0 1 0 0,0 0 0 0 0,0 0 0 0 0,1 0 0 0 0,-1 0 0 0 0,0 0 0 0 0,0 0 0 0 0,1 0 0 0 0,-1 0 0 0 0,0 0 0 0 0,0 0 0 0 0,1 0-1 0 0,-1 0 1 0 0,0 0 0 0 0,3-2-407 0 0,0 1 0 0 0,0-1 0 0 0,0 0 0 0 0,-1 0 0 0 0,3-2 0 0 0,4-3-733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3224 0 0,'-2'1'240'0'0,"-11"8"4615"0"0,3-1-2338 0 0,-5 2-227 0 0,14-9-2170 0 0,0 1 0 0 0,1-1 0 0 0,-1 0 0 0 0,0 0 0 0 0,1 0 0 0 0,-1 1 0 0 0,1-1 0 0 0,-1 0 0 0 0,0 3 0 0 0,-1 2 266 0 0,-6 33 1246 0 0,7-38-1591 0 0,1 1 1 0 0,0-1 0 0 0,0 1 0 0 0,0-1 0 0 0,0 0 0 0 0,0 1 0 0 0,0-1 0 0 0,1 1 0 0 0,-1-1 0 0 0,0 1 0 0 0,1 1 0 0 0,2 9 100 0 0,-4-9-104 0 0,6 10 136 0 0,-5-12-164 0 0,14 35 149 0 0,-8-20-143 0 0,-2-14-17 0 0,-1-1-1 0 0,10 6 0 0 0,16 9 16 0 0,-28-16-4 0 0,0 0-1 0 0,0 0 0 0 0,0 0 1 0 0,0 0-1 0 0,0 0 0 0 0,0 0 1 0 0,0-1-1 0 0,0 1 0 0 0,0 0 1 0 0,0 0-1 0 0,0-1 0 0 0,0 1 1 0 0,0-1-1 0 0,0 1 0 0 0,0-1 0 0 0,-1 1 1 0 0,1-1-1 0 0,1 0 0 0 0,0 0 18 0 0,6-3 172 0 0,0 0-1 0 0,-1-1 1 0 0,1 0-1 0 0,-1 0 0 0 0,1-1 1 0 0,-2 0-1 0 0,1 0 1 0 0,-1-1-1 0 0,0 1 0 0 0,0-1 1 0 0,-1-1-1 0 0,1 1 0 0 0,-2-1 1 0 0,1 0-1 0 0,-1 0 1 0 0,-1 0-1 0 0,1-1 0 0 0,3-12 1 0 0,-7 18-188 0 0,0 0-1 0 0,0 0 1 0 0,-1 0 0 0 0,1 1 0 0 0,-1-1 0 0 0,1 0 0 0 0,-1 0 0 0 0,0 1 0 0 0,-1-4 0 0 0,-1-3 61 0 0,3 8-25 0 0,0 0 0 0 0,-1 0 0 0 0,1 0 0 0 0,-1 0 0 0 0,1 1 0 0 0,-1-1 0 0 0,0 0 0 0 0,1 0 0 0 0,-1 0 0 0 0,0 1 0 0 0,1-1 0 0 0,-1 0 0 0 0,0 1 0 0 0,0-1 0 0 0,0 1 0 0 0,1-1 0 0 0,-1 1 0 0 0,0-1 0 0 0,-1 0 0 0 0,-21-5 794 0 0,12 3-669 0 0,7 2-165 0 0,-1 0-1 0 0,1 1 1 0 0,0-1-1 0 0,0 1 0 0 0,0 0 1 0 0,0 0-1 0 0,0 1 1 0 0,0-1-1 0 0,-1 1 0 0 0,1 0 1 0 0,0 0-1 0 0,-5 2 1 0 0,2 0-142 0 0,0 0 0 0 0,0 0 0 0 0,0 1 1 0 0,0 0-1 0 0,1 0 0 0 0,-7 7 0 0 0,5-4-512 0 0,2 0-1 0 0,-1 1 0 0 0,-8 12 1 0 0,7-8-628 0 0,-1-3-256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8288 0 0,'0'0'10007'0'0,"1"2"-9495"0"0,2 8-297 0 0,-1 0 0 0 0,1 0 0 0 0,-2 0 0 0 0,2 18 0 0 0,-2 45 1117 0 0,-2-37-1075 0 0,-2-6-257 0 0,2-24 0 0 0,1-1 0 0 0,-1 0 0 0 0,1 0 0 0 0,0 0 0 0 0,1 7 0 0 0,-1-8 0 0 0,0 0 0 0 0,0 0 0 0 0,0 0 0 0 0,0 0 0 0 0,-1 0 0 0 0,0 0 0 0 0,-1 5 0 0 0,0-5 0 0 0,1 0 0 0 0,1 0 0 0 0,-1-1 0 0 0,0 1 0 0 0,1 0 0 0 0,0 0 0 0 0,0 0 0 0 0,1 4 0 0 0,1 4-424 0 0,0 0-2254 0 0,0 0 0 0 0,1 24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29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60 10136 0 0,'0'0'464'0'0,"-1"1"-10"0"0,1-1-444 0 0,-1 1 0 0 0,0 0 0 0 0,1-1 0 0 0,-1 1 0 0 0,1-1 0 0 0,-1 0-1 0 0,0 1 1 0 0,0-1 0 0 0,1 1 0 0 0,-1-1 0 0 0,0 0 0 0 0,0 1 0 0 0,0-1 0 0 0,1 0 0 0 0,-1 0-1 0 0,0 0 1 0 0,-1 0 0 0 0,-2 1 78 0 0,-29 12 2774 0 0,30-12-2629 0 0,1 1-1 0 0,-1 0 0 0 0,1 1 1 0 0,-1-1-1 0 0,1 0 1 0 0,0 1-1 0 0,0-1 0 0 0,0 1 1 0 0,0 0-1 0 0,1 0 1 0 0,-1 0-1 0 0,-1 2 0 0 0,3-1-147 0 0,-1 0 0 0 0,0 0 0 0 0,1-1 0 0 0,-1 1 0 0 0,1 0 0 0 0,0 0 0 0 0,0-1 0 0 0,1 1 0 0 0,-1 0 0 0 0,1 0 0 0 0,1 3 0 0 0,6 14 6 0 0,-6-18-86 0 0,0-1 1 0 0,0 1-1 0 0,0 0 0 0 0,0-1 1 0 0,1 0-1 0 0,-1 0 0 0 0,1 0 1 0 0,-1 0-1 0 0,6 3 0 0 0,-4-2-5 0 0,-2-2 0 0 0,0 0 0 0 0,0 0 0 0 0,0 0 0 0 0,0 0 0 0 0,0 0 0 0 0,1 0 0 0 0,-1-1 0 0 0,0 1 0 0 0,5 0 0 0 0,-4-1 2 0 0,-1 1 0 0 0,1-1-1 0 0,0 1 1 0 0,-1-1 0 0 0,1 0-1 0 0,0 0 1 0 0,0 0-1 0 0,-1 0 1 0 0,1-1 0 0 0,0 1-1 0 0,-1-1 1 0 0,5-1-1 0 0,-2-1 7 0 0,1 1 0 0 0,-1-2 0 0 0,-1 1 0 0 0,9-7-1 0 0,-9 6 44 0 0,0 0-1 0 0,-1 0 0 0 0,1 0 0 0 0,-1 0 0 0 0,0-1 0 0 0,0 1 1 0 0,2-7-1 0 0,2-1 88 0 0,-2 2-7 0 0,0-1-1 0 0,-1 1 0 0 0,4-17 1 0 0,-8 23 17 0 0,0 1 0 0 0,0-1 0 0 0,-1 1 0 0 0,1-1 0 0 0,-1 1-1 0 0,0 0 1 0 0,0-1 0 0 0,-1 1 0 0 0,1 0 0 0 0,-1 0 0 0 0,-3-6 0 0 0,2 3 18 0 0,1 3-31 0 0,0 0 1 0 0,0 0-1 0 0,-1 0 1 0 0,1 0-1 0 0,-1 0 1 0 0,0 1-1 0 0,1-1 0 0 0,-1 1 1 0 0,0 0-1 0 0,0 0 1 0 0,-1 0-1 0 0,1 0 1 0 0,-4-1-1 0 0,5 3-174 0 0,0 0-1 0 0,0-1 1 0 0,0 1-1 0 0,0 0 1 0 0,0 0-1 0 0,0 1 1 0 0,0-1-1 0 0,-1 0 1 0 0,1 1 0 0 0,0-1-1 0 0,0 1 1 0 0,0-1-1 0 0,0 1 1 0 0,-3 2-1 0 0,1-1-83 0 0,-1 0 0 0 0,1 1-1 0 0,0-1 1 0 0,1 1 0 0 0,-1 0 0 0 0,-3 4-1 0 0,2-2-148 0 0,1 0-1 0 0,0 1 1 0 0,1-1-1 0 0,-1 1 0 0 0,1 0 1 0 0,-3 6-1 0 0,-1 11-5190 0 0,2-4-781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30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1840 0 0,'0'0'12698'0'0,"0"2"-12087"0"0,-2 6-294 0 0,0 0 0 0 0,1 0 0 0 0,0 0 0 0 0,0 0 1 0 0,1 0-1 0 0,2 16 0 0 0,-2 2 323 0 0,6 61 356 0 0,-4-45-883 0 0,-1-25-63 0 0,3 23 0 0 0,-3-25-7 0 0,-2-11-31 0 0,0-2-12 0 0,1-1 0 0 0,0 0 0 0 0,0 0 0 0 0,0 0-1 0 0,0 1 1 0 0,0-1 0 0 0,0 0 0 0 0,0 0 0 0 0,0 1 0 0 0,0-1 0 0 0,1 0 0 0 0,-1 0 0 0 0,0 0 0 0 0,1 2-1 0 0,-1-3-39 0 0,0 1 0 0 0,0-1-1 0 0,1 1 1 0 0,-1-1-1 0 0,0 1 1 0 0,0-1-1 0 0,0 0 1 0 0,0 1 0 0 0,0-1-1 0 0,0 1 1 0 0,0-1-1 0 0,1 0 1 0 0,-1 1-1 0 0,0-1 1 0 0,0 0 0 0 0,0 1-1 0 0,1-1 1 0 0,-1 0-1 0 0,0 1 1 0 0,1-1-1 0 0,-1 0 1 0 0,0 0 0 0 0,1 1-1 0 0,-1-1 1 0 0,0 0-1 0 0,1 0 1 0 0,10-4-1804 0 0,-10 3 1677 0 0,7-3-1298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31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11600 0 0,'0'0'1164'0'0,"-2"1"-996"0"0,-6 3 686 0 0,0 0 0 0 0,-14 4 0 0 0,21-8-787 0 0,-1 1 1 0 0,1 0-1 0 0,-1 0 0 0 0,1 0 0 0 0,0 0 0 0 0,-1 0 1 0 0,1 0-1 0 0,0 0 0 0 0,0 1 0 0 0,0-1 0 0 0,0 0 1 0 0,0 1-1 0 0,0-1 0 0 0,-1 3 0 0 0,-10 27 813 0 0,7-19-575 0 0,2-3-333 0 0,1-1 0 0 0,1 1-1 0 0,-1 0 1 0 0,1 0-1 0 0,1 0 1 0 0,0 16-1 0 0,1-8-4 0 0,-1-7 33 0 0,4 1 0 0 0,-2-8 0 0 0,0 0 0 0 0,-1 1 0 0 0,1-1 0 0 0,1 7 0 0 0,2-2 0 0 0,6-1 0 0 0,8-2 0 0 0,-11-5 0 0 0,-3-1 59 0 0,-1-1-1 0 0,0 0 0 0 0,-1 0 0 0 0,1 0 0 0 0,0 0 0 0 0,-1 0 0 0 0,1-1 0 0 0,-1 0 0 0 0,1 0 0 0 0,-1 0 0 0 0,0 0 0 0 0,-1 0 0 0 0,6-8 0 0 0,0-2 264 0 0,-1 0 0 0 0,9-23 1 0 0,-11 26-303 0 0,-4 4 86 0 0,1 1-1 0 0,-1 0 0 0 0,-1 0 0 0 0,1-1 0 0 0,0 1 1 0 0,-1 0-1 0 0,-1-11 0 0 0,1 1 251 0 0,0 9-273 0 0,0 6-72 0 0,0 0 0 0 0,0-1 1 0 0,0 1-1 0 0,0 0 0 0 0,0 0 1 0 0,0-1-1 0 0,0 1 0 0 0,0 0 0 0 0,0-1 1 0 0,0 1-1 0 0,0 0 0 0 0,0 0 1 0 0,-1-1-1 0 0,1 1 0 0 0,0 0 0 0 0,0-1 1 0 0,0 1-1 0 0,0 0 0 0 0,0 0 0 0 0,-1-1 1 0 0,1 1-1 0 0,0 0 0 0 0,0 0 1 0 0,0 0-1 0 0,-1-1 0 0 0,1 1 0 0 0,0 0 1 0 0,0 0-1 0 0,-1 0 0 0 0,-21-23 146 0 0,15 16-157 0 0,-1 3 0 0 0,7 4 0 0 0,-8-1 6 0 0,-8 1-38 0 0,16 0-45 0 0,-1 0 0 0 0,0 1 0 0 0,1-1 0 0 0,-1 1 0 0 0,1-1 0 0 0,-1 1 0 0 0,1-1 0 0 0,0 1 0 0 0,-1 0 0 0 0,1 0 0 0 0,-1-1 0 0 0,1 1 0 0 0,0 0 0 0 0,0 0 0 0 0,-2 3 0 0 0,1-2-361 0 0,0 0 0 0 0,0 0 0 0 0,1 0 0 0 0,-1 1 0 0 0,1-1-1 0 0,-1 0 1 0 0,1 1 0 0 0,-1 2 0 0 0,1 4-1096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3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5064 0 0,'0'0'13885'0'0,"-1"1"-13472"0"0,-5 8 26 0 0,4-7-328 0 0,1 0 0 0 0,0 0-1 0 0,-1 0 1 0 0,1 0 0 0 0,0 0 0 0 0,0 0-1 0 0,0 1 1 0 0,-1 3 0 0 0,0 3 38 0 0,0-5-98 0 0,1-1 0 0 0,1 1-1 0 0,-1-1 1 0 0,0 1 0 0 0,1 4-1 0 0,-5 35 136 0 0,0 13-104 0 0,4-32-82 0 0,0-14 0 0 0,1 1 0 0 0,0 0 0 0 0,3 17 0 0 0,-3-20 0 0 0,-1 14 0 0 0,2-11 3 0 0,0-8-1 0 0,0-3-3 0 0,-1 0 0 0 0,0 0 0 0 0,1 1 0 0 0,-1-1 1 0 0,0 0-1 0 0,0 1 0 0 0,0-1 0 0 0,1 0 0 0 0,-1 1 1 0 0,0-1-1 0 0,0 1 0 0 0,0-1 0 0 0,0 0 0 0 0,0 1 1 0 0,1-1-1 0 0,-1 1 0 0 0,0-1 0 0 0,0 0 0 0 0,0 1 1 0 0,0-1-1 0 0,0 1 0 0 0,0-1 0 0 0,-1 0 0 0 0,1 1 1 0 0,0-1-1 0 0,0 1 0 0 0,0 1-79 0 0,1-3-1291 0 0,0 1 1282 0 0,0 0 0 0 0,0 0 0 0 0,0 0 0 0 0,-1-1 0 0 0,1 1 0 0 0,0 0 0 0 0,0-1 0 0 0,-1 1 0 0 0,2-2 0 0 0,0 1-91 0 0,7-7-522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3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213 128 6448 0 0,'10'-6'343'0'0,"-7"4"-320"0"0,0 1 0 0 0,1-1 0 0 0,-1 0-1 0 0,0 0 1 0 0,0-1 0 0 0,2-2 0 0 0,-4 4 56 0 0,0 0 1 0 0,0 0-1 0 0,-1 0 0 0 0,1 0 1 0 0,0 0-1 0 0,-1-1 1 0 0,1 1-1 0 0,-1 0 0 0 0,0-1 1 0 0,1 1-1 0 0,-1 0 1 0 0,0-1-1 0 0,0 1 1 0 0,0 0-1 0 0,1-1 0 0 0,-2 1 1 0 0,1 0-1 0 0,0-1 1 0 0,0 1-1 0 0,-1-3 0 0 0,-8-31 4987 0 0,8 32-4782 0 0,1 1 1 0 0,-1 0-1 0 0,0 0 1 0 0,1 0-1 0 0,-1 0 1 0 0,0-1-1 0 0,0 1 1 0 0,-1 1-1 0 0,1-1 1 0 0,0 0-1 0 0,-1 0 1 0 0,1 0-1 0 0,-1 1 1 0 0,-3-4-1 0 0,4 4-159 0 0,0 0 1 0 0,0 1-1 0 0,0-1 1 0 0,0 0-1 0 0,0 1 0 0 0,-1-1 1 0 0,1 1-1 0 0,0-1 1 0 0,0 1-1 0 0,-1 0 0 0 0,1-1 1 0 0,0 1-1 0 0,-1 0 1 0 0,1 0-1 0 0,0 0 0 0 0,-1 0 1 0 0,1 0-1 0 0,0 0 1 0 0,-1 0-1 0 0,1 1 0 0 0,0-1 1 0 0,0 0-1 0 0,-1 1 1 0 0,-1 0-1 0 0,-3 3 65 0 0,0-1 0 0 0,0 1 0 0 0,0 1 0 0 0,0-1 0 0 0,1 1 0 0 0,-6 7 0 0 0,-27 36 25 0 0,32-38-167 0 0,0-1 0 0 0,-4 13-1 0 0,-4 7 42 0 0,3-7-13 0 0,2 1 0 0 0,-14 45 0 0 0,16-45-76 0 0,1 3 15 0 0,1 1 0 0 0,1-1 0 0 0,-1 49-1 0 0,4-59-13 0 0,2 10-23 0 0,0 0 1 0 0,8 40-1 0 0,-3-25-51 0 0,-1-12-509 0 0,13 42 1 0 0,-6-28 193 0 0,-3-12 269 0 0,-5-19 50 0 0,0 1 1 0 0,-1-1-1 0 0,1 15 1 0 0,-3-18-13 0 0,1 0 0 0 0,0 0 0 0 0,4 9 0 0 0,-4-11-28 0 0,0 0 1 0 0,0 0 0 0 0,0 0 0 0 0,-1 1 0 0 0,0 7-1 0 0,-1-15 108 0 0,0 11-95 0 0,0 1 1 0 0,0-1-1 0 0,-1 0 0 0 0,-1 0 0 0 0,-3 13 0 0 0,0-7 43 0 0,4-12 14 0 0,-1 1 0 0 0,1-1 0 0 0,-1 0 0 0 0,0 1-1 0 0,-4 5 1 0 0,4-8-164 0 0,1 0-1 0 0,-1 0 0 0 0,0 0 1 0 0,0-1-1 0 0,0 1 0 0 0,0-1 1 0 0,-1 1-1 0 0,1-1 0 0 0,-1 0 1 0 0,1 0-1 0 0,-1 0 0 0 0,-5 3 0 0 0,6-5-790 0 0,-6 5-5963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04:26:3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5 128 6912 0 0,'0'0'528'0'0,"0"-2"-126"0"0,-4-12 2242 0 0,3 14-2503 0 0,1-1-1 0 0,0 1 1 0 0,0 0-1 0 0,0-1 1 0 0,0 1-1 0 0,1-1 1 0 0,-1 1 0 0 0,0-1-1 0 0,0 1 1 0 0,0-1-1 0 0,0 1 1 0 0,0 0-1 0 0,1-1 1 0 0,-1 1-1 0 0,0-1 1 0 0,0 1-1 0 0,1 0 1 0 0,-1-1-1 0 0,1 0 241 0 0,1-11 3924 0 0,-2 12-4243 0 0,0-1 1 0 0,0 0-1 0 0,0 0 1 0 0,0 1-1 0 0,0-1 1 0 0,0 0 0 0 0,0 1-1 0 0,0-1 1 0 0,1 0-1 0 0,-1 1 1 0 0,0-1-1 0 0,1 0 1 0 0,-1 1-1 0 0,0-1 1 0 0,1 1 0 0 0,-1-1-1 0 0,1 1 1 0 0,-1-1-1 0 0,1 1 1 0 0,-1-1-1 0 0,1 1 1 0 0,-1-1-1 0 0,1 1 1 0 0,-1-1 0 0 0,1 1-1 0 0,0 0 1 0 0,-1-1-1 0 0,1 1 1 0 0,-1 0-1 0 0,1 0 1 0 0,0-1-1 0 0,0 1 1 0 0,14-6 836 0 0,-10 3-776 0 0,0 1 0 0 0,0 0 1 0 0,1 0-1 0 0,11-3 0 0 0,-3 2-111 0 0,12-1-14 0 0,-12 3-8 0 0,0-1 0 0 0,0 0 0 0 0,23-7 0 0 0,4 0-46 0 0,-36 8-26 0 0,-4 1 18 0 0,1 0 0 0 0,0 0 0 0 0,-1-1 0 0 0,1 1 0 0 0,-1 0 0 0 0,1-1 0 0 0,-1 1 0 0 0,1-1 0 0 0,-1 1 0 0 0,1-1 0 0 0,-1 0 0 0 0,0 1 0 0 0,1-1 0 0 0,-1 0 0 0 0,0 0 0 0 0,0 0 0 0 0,1 0 0 0 0,-1 0 0 0 0,2-3 0 0 0,0 2-1251 0 0,9-4-56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6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4144 0 0,'0'0'191'0'0,"-1"1"-11"0"0,-8 18 983 0 0,-8-6 4209 0 0,16-11-5187 0 0,1-1-1 0 0,-1 1 0 0 0,0 0 1 0 0,0-1-1 0 0,-1 1 1 0 0,1-1-1 0 0,0 0 0 0 0,0 1 1 0 0,-1-1-1 0 0,1 0 0 0 0,0 0 1 0 0,-1 0-1 0 0,-1 1 1 0 0,-6 4 490 0 0,3-2 182 0 0,-1 0-1 0 0,-11 6 1 0 0,10-4 24 0 0,7-6-855 0 0,1 1 0 0 0,-1-1 1 0 0,1 1-1 0 0,-1-1 0 0 0,1 1 0 0 0,-1-1 1 0 0,0 0-1 0 0,1 1 0 0 0,-1-1 0 0 0,1 0 1 0 0,-1 1-1 0 0,0-1 0 0 0,1 0 0 0 0,-2 0 0 0 0,1 1 36 0 0,0-1-1 0 0,0 0 0 0 0,1 1 0 0 0,-1-1 0 0 0,0 0 0 0 0,0 1 0 0 0,1-1 0 0 0,-1 1 0 0 0,0 0 0 0 0,0-1 1 0 0,1 1-1 0 0,-1-1 0 0 0,1 1 0 0 0,-1 0 0 0 0,1 0 0 0 0,-1 0 0 0 0,0 0 619 0 0,-2-1-525 0 0,3 0-138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0,-1 0 0 0 0,1 0 0 0 0,3 1-12 0 0,-1 0 0 0 0,1 0 1 0 0,-1-1-1 0 0,1 1 0 0 0,0-1 0 0 0,-1 0 1 0 0,1 1-1 0 0,0-1 0 0 0,-1 0 0 0 0,1 0 0 0 0,-1-1 1 0 0,1 1-1 0 0,0-1 0 0 0,2 0 0 0 0,18-2 54 0 0,-12 2-25 0 0,-1 0-1 0 0,1-1 0 0 0,16-4 1 0 0,12-3 88 0 0,35-3-105 0 0,19-3-54 0 0,-10 10-587 0 0,-81 5 411 0 0,11 0-519 0 0,-12 0 483 0 0,0 0 0 0 0,0 0 0 0 0,0 0-1 0 0,0 0 1 0 0,0 0 0 0 0,0 0 0 0 0,0 1 0 0 0,0-1 0 0 0,0 0-1 0 0,0 1 1 0 0,0-1 0 0 0,0 1 0 0 0,-1-1 0 0 0,1 1 0 0 0,0-1 0 0 0,0 1-1 0 0,0-1 1 0 0,0 1 0 0 0,-1 0 0 0 0,1 0 0 0 0,0-1 0 0 0,-1 1-1 0 0,1 0 1 0 0,0 0 0 0 0,-1 0 0 0 0,1 0 0 0 0,-1 0 0 0 0,0 0-1 0 0,1 0 1 0 0,-1 0 0 0 0,0 0 0 0 0,1 1 0 0 0,0 1-849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7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 3224 0 0,'0'0'429'0'0,"-10"5"4463"0"0,2-1-2325 0 0,3 5 521 0 0,5-9-3037 0 0,-1 0 0 0 0,1 0 1 0 0,0 0-1 0 0,0 0 1 0 0,0 0-1 0 0,-1 0 1 0 0,1 0-1 0 0,0 1 1 0 0,0-1-1 0 0,0 0 1 0 0,-1 0-1 0 0,1 0 0 0 0,0 0 1 0 0,0 0-1 0 0,0 0 1 0 0,0 1-1 0 0,0-1 1 0 0,-1 0-1 0 0,1 0 1 0 0,0 0-1 0 0,0 0 1 0 0,0 1-1 0 0,0-1 0 0 0,0 0 1 0 0,0 0-1 0 0,0 0 1 0 0,0 0-1 0 0,0 1 1 0 0,0-1-1 0 0,0 0 1 0 0,-1 0-1 0 0,1 0 1 0 0,0 1-1 0 0,0-1 0 0 0,0 0 1 0 0,1 0-1 0 0,-1 0 1 0 0,0 1-1 0 0,0-1 1 0 0,0 0-1 0 0,0 0 1 0 0,0 0-1 0 0,0 1 0 0 0,0-1 1 0 0,0 0-1 0 0,0 0 1 0 0,0 0-1 0 0,0 0 1 0 0,1 1-1 0 0,-1-1 1 0 0,0 0-1 0 0,0 0 1 0 0,0 0-1 0 0,0 0 0 0 0,0 0 1 0 0,1 1-1 0 0,-1-1 1 0 0,16 4 1379 0 0,-6-2-1029 0 0,-7-1-368 0 0,-1-1 0 0 0,1 1 0 0 0,0-1 1 0 0,-1 0-1 0 0,1 0 0 0 0,-1 0 1 0 0,1 0-1 0 0,0-1 0 0 0,4 0 0 0 0,20-4 574 0 0,-20 5-236 0 0,1-1 0 0 0,-1-1 0 0 0,11-3 0 0 0,-9 3-368 0 0,1-1-1 0 0,0 1 0 0 0,0 1 0 0 0,0 0 0 0 0,13 0 0 0 0,16-1-6 0 0,-31 0-3 0 0,-6 1-2 0 0,0 1 0 0 0,1-1 0 0 0,-1 1 0 0 0,1 0 0 0 0,0-1 0 0 0,-1 1 0 0 0,5 1 0 0 0,0-1-146 0 0,20 0-1418 0 0,29-4 0 0 0,-40 1-20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8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93 119 5984 0 0,'11'-13'273'0'0,"-11"13"-267"0"0,0 0 0 0 0,0-1 0 0 0,0 1 0 0 0,1 0 0 0 0,-1 0 0 0 0,0 0 0 0 0,0 0 0 0 0,0 0 0 0 0,0 0 0 0 0,0 0 0 0 0,0 0 0 0 0,0 0 0 0 0,0 0 0 0 0,0-1-1 0 0,0 1 1 0 0,0 0 0 0 0,1 0 0 0 0,-1 0 0 0 0,0 0 0 0 0,0 0 0 0 0,0 0 0 0 0,0 0 0 0 0,0-1 0 0 0,0 1 0 0 0,0 0 0 0 0,0 0 0 0 0,0 0 0 0 0,0 0 0 0 0,0 0 0 0 0,0 0 0 0 0,0-1 0 0 0,0 1 0 0 0,0 0 0 0 0,0 0 0 0 0,0 0 0 0 0,0 0-1 0 0,-1 0 1 0 0,1 0 0 0 0,0 0 0 0 0,0-1 0 0 0,0 1 0 0 0,0 0 0 0 0,0 0 0 0 0,0 0 0 0 0,-1-1-1 0 0,1 0-1 0 0,-1 0 1 0 0,0 0 0 0 0,1 0-1 0 0,-1 0 1 0 0,1 0 0 0 0,0 0-1 0 0,-1 0 1 0 0,1 0 0 0 0,0-1-1 0 0,0 1 1 0 0,0 0-1 0 0,0 0 1 0 0,0 0 0 0 0,0 0-1 0 0,0-1 1 0 0,0 1 0 0 0,0 0-1 0 0,0 0 1 0 0,1 0 0 0 0,-1 0-1 0 0,1-2 1 0 0,-1 2 130 0 0,1-1 0 0 0,-1 1 0 0 0,0 0 0 0 0,0-1 0 0 0,0 1 0 0 0,0-1 0 0 0,-1 1 0 0 0,1-1-1 0 0,-1-1 1 0 0,1 2-4 0 0,0 0-1 0 0,-1 0 0 0 0,1 0 0 0 0,0 0 0 0 0,0 0 0 0 0,0 0 0 0 0,0 1 0 0 0,0-1 0 0 0,0 0 0 0 0,0 0 0 0 0,0 0 0 0 0,0 0 0 0 0,0 0 0 0 0,1 0 0 0 0,-1 0 0 0 0,0 1 0 0 0,0-1 1 0 0,1 0-1 0 0,-1 0 0 0 0,1 0 0 0 0,-1 1 0 0 0,1-1 0 0 0,-1 0 0 0 0,2-1 0 0 0,-2 2-59 0 0,0 0 1 0 0,1 0-1 0 0,-1-1 0 0 0,0 1 0 0 0,0 0 1 0 0,1-1-1 0 0,-1 1 0 0 0,0-1 0 0 0,0 1 1 0 0,0 0-1 0 0,1-1 0 0 0,-1 1 1 0 0,0 0-1 0 0,0-1 0 0 0,0 1 0 0 0,0-1 1 0 0,0 1-1 0 0,0-1 0 0 0,0 1 0 0 0,0 0 1 0 0,0-1-1 0 0,0 1 0 0 0,0-1 1 0 0,0 1-1 0 0,0-1 0 0 0,0 1 0 0 0,0 0 1 0 0,-1-1-1 0 0,1 1 0 0 0,0-1 0 0 0,0 1 1 0 0,0 0-1 0 0,-1-1 0 0 0,1 1 0 0 0,0-1 1 0 0,-4-8 2007 0 0,5 3-603 0 0,-1 6-1451 0 0,0 0 1 0 0,0 0-1 0 0,0 0 0 0 0,0 0 0 0 0,0-1 1 0 0,0 1-1 0 0,0 0 0 0 0,0 0 0 0 0,0 0 1 0 0,0 0-1 0 0,0-1 0 0 0,0 1 0 0 0,0 0 1 0 0,0 0-1 0 0,0 0 0 0 0,0 0 0 0 0,0-1 1 0 0,0 1-1 0 0,0 0 0 0 0,0 0 0 0 0,0 0 1 0 0,-1 0-1 0 0,1 0 0 0 0,0-1 0 0 0,0 1 1 0 0,0 0-1 0 0,0 0 0 0 0,0 0 0 0 0,0 0 1 0 0,0 0-1 0 0,-1 0 0 0 0,1 0 0 0 0,0-1 1 0 0,0 1-1 0 0,0 0 0 0 0,0 0 0 0 0,-1 0 1 0 0,1 0-1 0 0,0 0 0 0 0,0 0 0 0 0,0 0 1 0 0,0 0-1 0 0,-1 0 0 0 0,1 0 0 0 0,0 0 1 0 0,0 0-1 0 0,0 0 0 0 0,-1 0 0 0 0,0 0 930 0 0,-9 8-222 0 0,8-4-654 0 0,-1 0 0 0 0,1 0-1 0 0,0-1 1 0 0,0 1 0 0 0,0 1-1 0 0,0-1 1 0 0,-1 6-1 0 0,-5 12 76 0 0,-1 1-103 0 0,1 0-1 0 0,-5 29 1 0 0,-2 2-18 0 0,14-47-29 0 0,-1-1-1 0 0,1 0 0 0 0,1 1 1 0 0,-1 7-1 0 0,1-7-24 0 0,-1 1 0 0 0,1-1 0 0 0,-3 9 1 0 0,1-11-88 0 0,0 1-1 0 0,1 0 1 0 0,0-1 0 0 0,0 1 0 0 0,1 0 0 0 0,-1 0 0 0 0,1 0 0 0 0,0 0 0 0 0,1-1 0 0 0,2 13-1 0 0,0 14-411 0 0,1 0 303 0 0,-4-30 200 0 0,0 0 0 0 0,1 0 1 0 0,0 0-1 0 0,-1 0 0 0 0,1 0 0 0 0,0 0 0 0 0,0 0 0 0 0,0 0 0 0 0,0 0 0 0 0,0-1 0 0 0,3 3 0 0 0,22 22-531 0 0,-24-25 532 0 0,-1 0 0 0 0,1 0-1 0 0,-1-1 1 0 0,1 1 0 0 0,-1 0-1 0 0,1-1 1 0 0,-1 1-1 0 0,1-1 1 0 0,0 0 0 0 0,-1 1-1 0 0,1-1 1 0 0,0 0-1 0 0,0 0 1 0 0,-1 0 0 0 0,1 0-1 0 0,0 0 1 0 0,-1-1 0 0 0,1 1-1 0 0,0 0 1 0 0,2-2-1 0 0,-2 2-47 0 0,1-2 11 0 0,3-1 66 0 0,0 0 1 0 0,0-1-1 0 0,0 0 0 0 0,0 0 1 0 0,-1-1-1 0 0,0 1 0 0 0,1-1 1 0 0,-2 0-1 0 0,6-7 0 0 0,3-4 205 0 0,-12 15-180 0 0,1-1 0 0 0,-1 1 0 0 0,0-1 0 0 0,1 1 0 0 0,-1-1 0 0 0,0 0 0 0 0,0 0 0 0 0,0 0 0 0 0,0 0 0 0 0,0 0 0 0 0,-1 0 0 0 0,1 0 0 0 0,0 0 0 0 0,-1 0 0 0 0,0 0 0 0 0,1 0 0 0 0,-1-3 0 0 0,0 3 10 0 0,0 0 0 0 0,1 1 0 0 0,-1-1 0 0 0,1 0 0 0 0,-1 1 0 0 0,1-1 0 0 0,-1 0-1 0 0,1 1 1 0 0,0-1 0 0 0,0 1 0 0 0,0-1 0 0 0,2-1 0 0 0,-2 1 4 0 0,0 0-1 0 0,0 0 1 0 0,0 0 0 0 0,0 0-1 0 0,0 0 1 0 0,0 0 0 0 0,0 0-1 0 0,0-3 1 0 0,1-6 103 0 0,-2 8-114 0 0,0 1 0 0 0,0 0-1 0 0,1-1 1 0 0,-1 1-1 0 0,1-1 1 0 0,0 1 0 0 0,0 0-1 0 0,0-1 1 0 0,0 1 0 0 0,1-2-1 0 0,-1 2 2 0 0,-1 1-1 0 0,1 0 0 0 0,-1 0 1 0 0,1-1-1 0 0,-1 1 0 0 0,1 0 1 0 0,-1-1-1 0 0,0 1 0 0 0,0 0 0 0 0,0-1 1 0 0,0 1-1 0 0,0 0 0 0 0,0-1 1 0 0,0 1-1 0 0,0 0 0 0 0,0-1 1 0 0,-1-1-1 0 0,-1-7 383 0 0,4 8-122 0 0,1 0-182 0 0,-3 1-104 0 0,-6 3 38 0 0,4 3-52 0 0,0 1 0 0 0,0 0 0 0 0,0 0 0 0 0,0 0 0 0 0,1 0 0 0 0,-1 8 0 0 0,-2 10-4 0 0,3-19 2 0 0,0 0 0 0 0,0-1 0 0 0,1 1 0 0 0,-1-1 0 0 0,1 1 0 0 0,0 0 0 0 0,1-1 0 0 0,-1 1 0 0 0,3 8 0 0 0,-3-10-37 0 0,1 0-1 0 0,-1 0 0 0 0,0 0 0 0 0,0 0 1 0 0,0 0-1 0 0,-1 0 0 0 0,0 6 0 0 0,0-7 4 0 0,1 0-1 0 0,-1 0 1 0 0,1 0-1 0 0,0-1 0 0 0,0 1 1 0 0,0 0-1 0 0,0 0 0 0 0,0 0 1 0 0,0 0-1 0 0,0 0 0 0 0,0 0 1 0 0,1 0-1 0 0,-1 0 1 0 0,1-1-1 0 0,0 1 0 0 0,-1 0 1 0 0,1 0-1 0 0,2 2 0 0 0,5 8-241 0 0,-6-8 228 0 0,0 0-1 0 0,0-1 0 0 0,1 1 1 0 0,-1-1-1 0 0,1 1 0 0 0,0-1 0 0 0,0 0 1 0 0,0 0-1 0 0,0 0 0 0 0,1-1 1 0 0,-1 1-1 0 0,1-1 0 0 0,0 0 0 0 0,4 2 1 0 0,-7-3 40 0 0,0-1-1 0 0,0 0 1 0 0,0 0 0 0 0,-1 0 0 0 0,1 0 0 0 0,0 0-1 0 0,0 0 1 0 0,0 0 0 0 0,0 0 0 0 0,0 0 0 0 0,-1 0-1 0 0,1-1 1 0 0,0 1 0 0 0,1-1 0 0 0,4-1-28 0 0,-1 1 5 0 0,-2 1-13 0 0,1 0 1 0 0,-1-1 0 0 0,1 0-1 0 0,-1 0 1 0 0,0 0 0 0 0,0 0-1 0 0,0-1 1 0 0,1 1 0 0 0,-1-1-1 0 0,-1 0 1 0 0,1 0 0 0 0,3-2-1 0 0,-2 1 41 0 0,-1 0-1 0 0,1 1 0 0 0,-1 0 0 0 0,7-3 1 0 0,-7 4 75 0 0,-1 0 1 0 0,1-1 0 0 0,-1 1-1 0 0,0 0 1 0 0,1-1 0 0 0,-1 1-1 0 0,0-1 1 0 0,0 0 0 0 0,0 0-1 0 0,-1 0 1 0 0,1 0 0 0 0,0 0-1 0 0,-1 0 1 0 0,1 0 0 0 0,1-3-1 0 0,11-18 660 0 0,-11 18-549 0 0,0 0 0 0 0,0 0 0 0 0,3-7 0 0 0,-3 6-34 0 0,-1 0-1 0 0,0 0 1 0 0,-1 0-1 0 0,1-1 0 0 0,-1 1 1 0 0,-1 0-1 0 0,1-1 1 0 0,-1 1-1 0 0,0 0 0 0 0,-1-1 1 0 0,1 1-1 0 0,-1 0 1 0 0,0-1-1 0 0,-1 1 1 0 0,0 0-1 0 0,0 0 0 0 0,0 0 1 0 0,-6-10-1 0 0,7 13-103 0 0,0 0-1 0 0,0 0 1 0 0,0 0-1 0 0,0-1 1 0 0,0 1 0 0 0,0 0-1 0 0,1 0 1 0 0,0-1-1 0 0,-1 1 1 0 0,2-5-1 0 0,-1 4-21 0 0,0 1 0 0 0,0-1-1 0 0,0 0 1 0 0,-1 1 0 0 0,0-1 0 0 0,1 1-1 0 0,-1-1 1 0 0,-3-6 0 0 0,1 3-54 0 0,0-1 0 0 0,1 1 0 0 0,-3-11 0 0 0,3 10 6 0 0,0 1-1 0 0,0-1 0 0 0,-5-9 0 0 0,4 9 26 0 0,7 1 0 0 0,-4 4-114 0 0,1 3-160 0 0,5 2-260 0 0,-6 0 24 0 0,1-1 345 0 0,-1 1-1 0 0,0-1 1 0 0,0 0-1 0 0,1 1 1 0 0,-1-1-1 0 0,1 0 1 0 0,-1 0-1 0 0,1 0 1 0 0,0 1-1 0 0,-1-1 1 0 0,1 0-1 0 0,0 0 1 0 0,1 1-1 0 0,7 13-1943 0 0,0 5-25 0 0,1 1-9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8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0 10336 0 0,'0'0'8214'0'0,"0"1"-8069"0"0,1-1-1 0 0,-1 1 1 0 0,0 0 0 0 0,1-1-1 0 0,-1 1 1 0 0,0 0-1 0 0,0 0 1 0 0,0-1 0 0 0,1 1-1 0 0,-1 0 1 0 0,0 0-1 0 0,0 0 1 0 0,-3 6 282 0 0,2-4-265 0 0,0 0 0 0 0,0 0 0 0 0,1 0 0 0 0,-1 0 0 0 0,0 5 0 0 0,1 0 38 0 0,-1 0 0 0 0,-3 12 0 0 0,2-12-13 0 0,1 0 1 0 0,-1 12-1 0 0,2-13-94 0 0,-1 0 0 0 0,0 0 0 0 0,0 0-1 0 0,-4 11 1 0 0,3-11-149 0 0,0-1 1 0 0,0 1-1 0 0,1 0 0 0 0,0 11 1 0 0,0-14 37 0 0,1 0 1 0 0,-1 1-1 0 0,1-1 1 0 0,-3 8-1 0 0,1-8 50 0 0,1 0-1 0 0,0 0 1 0 0,1 0 0 0 0,-1 7-1 0 0,-1 20 130 0 0,2-21-504 0 0,-1-1 0 0 0,1 0 0 0 0,0 0 0 0 0,4 18 0 0 0,-1-19 189 0 0,1 0 142 0 0,-4-2-23 0 0,-1-6 12 0 0,1 1 0 0 0,0 0 0 0 0,0-1 0 0 0,0 1 0 0 0,0-1 0 0 0,0 1 0 0 0,0-1 0 0 0,0 1 1 0 0,0-1-1 0 0,1 1 0 0 0,-1 0 0 0 0,0-1 0 0 0,0 1 0 0 0,0-1 0 0 0,1 1 0 0 0,-1-1 0 0 0,0 1 1 0 0,0-1-1 0 0,1 1 0 0 0,-1-1 0 0 0,0 0 0 0 0,1 1 0 0 0,-1-1 0 0 0,1 1 0 0 0,-2 5-1030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9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48 3224 0 0,'-6'-1'12574'0'0,"27"-5"-7812"0"0,-12 3-4736 0 0,0 0 0 0 0,0 1 0 0 0,12-2-1 0 0,80-4 133 0 0,-93 7-132 0 0,37-3 157 0 0,-34 5-124 0 0,163-10 323 0 0,-168 10-382 0 0,1-1 0 0 0,0-1 0 0 0,12-1 0 0 0,-8 1 0 0 0,1-1 0 0 0,-9 1 0 0 0,1 0 0 0 0,-1 1 0 0 0,1-1 0 0 0,0 1 0 0 0,6 0 0 0 0,39 0-4557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0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74 2304 0 0,'23'-6'1455'0'0,"-20"3"-874"0"0,-2 3-385 0 0,0-1 1 0 0,-1 1-1 0 0,1-1 0 0 0,0 1 1 0 0,0-1-1 0 0,-1 1 0 0 0,1-1 1 0 0,0 0-1 0 0,-1 0 0 0 0,1 1 1 0 0,-1-1-1 0 0,1 0 0 0 0,-1 0 1 0 0,1 0-1 0 0,-1 0 0 0 0,0 1 1 0 0,1-1-1 0 0,-1 0 0 0 0,0 0 1 0 0,0 0-1 0 0,1 0 0 0 0,-1-2 1 0 0,-1 1 387 0 0,1-1 1 0 0,0 0-1 0 0,-1 1 1 0 0,0-1-1 0 0,0 1 1 0 0,-1-4-1 0 0,2 5-498 0 0,0-7 1804 0 0,0 7-1763 0 0,0 1 1 0 0,0 0-1 0 0,0-1 0 0 0,0 1 1 0 0,0-1-1 0 0,1 1 0 0 0,-1-1 1 0 0,0 1-1 0 0,0-1 1 0 0,0 1-1 0 0,0-1 0 0 0,-1 1 1 0 0,1-1-1 0 0,0 1 1 0 0,0 0-1 0 0,0-1 0 0 0,0 1 1 0 0,0-1-1 0 0,-1 1 1 0 0,1-1-1 0 0,0 1 0 0 0,-1-1 1 0 0,1 0-297 0 0,0 1 208 0 0,0-1 0 0 0,0 1 0 0 0,0 0 0 0 0,0 0 0 0 0,0 0 0 0 0,-1 0 0 0 0,1 0 0 0 0,0 0 0 0 0,0-1 0 0 0,0 1 0 0 0,0 0 0 0 0,0 0 0 0 0,0 0 0 0 0,0 0 0 0 0,0 0 0 0 0,0 0 1 0 0,0 0-1 0 0,0-1 0 0 0,0 1 0 0 0,0 0 0 0 0,0 0 0 0 0,-1 0 0 0 0,1 0 0 0 0,0 0 0 0 0,0 0 0 0 0,0 0 0 0 0,0 0 0 0 0,0 0 0 0 0,0 0 0 0 0,0 0 0 0 0,-1 0 0 0 0,1 0 0 0 0,0 0 0 0 0,0 0 0 0 0,0 0 0 0 0,0 0 0 0 0,0 0 1 0 0,0 0-1 0 0,-1 0 0 0 0,1 0 0 0 0,0 0 0 0 0,0 0 0 0 0,0 0 0 0 0,0 0 0 0 0,0 0 0 0 0,0 0 0 0 0,0 0 0 0 0,-1 0 0 0 0,1 0 0 0 0,0 0 0 0 0,0 0 0 0 0,0 0 0 0 0,0 0 0 0 0,0 0 0 0 0,0 0 0 0 0,0 0 0 0 0,0 1 0 0 0,-1-1 1 0 0,1 0-1 0 0,0 0 0 0 0,0 0 0 0 0,0 0 0 0 0,0 0 0 0 0,0 0 0 0 0,-4 4 312 0 0,3-4-321 0 0,0 1 1 0 0,-1 0-1 0 0,1 0 1 0 0,0-1-1 0 0,0 1 0 0 0,1 0 1 0 0,-1 0-1 0 0,0 0 1 0 0,0 0-1 0 0,0 0 1 0 0,0 2-1 0 0,0-2-16 0 0,1 0-1 0 0,0 0 1 0 0,0 0 0 0 0,1 1-1 0 0,-1-1 1 0 0,0 0-1 0 0,0 0 1 0 0,0 0 0 0 0,1 0-1 0 0,-1 0 1 0 0,1 0-1 0 0,-1 0 1 0 0,1 1 0 0 0,-1-1-12 0 0,1 0 1 0 0,-1 0 0 0 0,0 0 0 0 0,0 0 0 0 0,0 0-1 0 0,0 0 1 0 0,-1 0 0 0 0,1 0 0 0 0,0 0 0 0 0,0 0-1 0 0,0 0 1 0 0,-1 0 0 0 0,1 0 0 0 0,-1 0 0 0 0,1-1-1 0 0,-1 1 1 0 0,1 0 0 0 0,-1 0 0 0 0,1 0 0 0 0,-1-1-1 0 0,1 1 1 0 0,-1 0 0 0 0,0-1 0 0 0,0 1 0 0 0,1 0-1 0 0,-2 0 1 0 0,-3 3 16 0 0,4-3-18 0 0,1 0 0 0 0,-1 1-1 0 0,0-1 1 0 0,1 0 0 0 0,-1 0-1 0 0,1 0 1 0 0,-1 0 0 0 0,1 1-1 0 0,0-1 1 0 0,-1 0 0 0 0,1 0-1 0 0,0 1 1 0 0,0-1 0 0 0,0 0-1 0 0,0 0 1 0 0,0 1 0 0 0,0-1-1 0 0,0 0 1 0 0,0 0 0 0 0,1 1-1 0 0,-1-1 1 0 0,0 0 0 0 0,1 0-1 0 0,-1 0 1 0 0,1 1 0 0 0,0 0-1 0 0,0 0-2 0 0,0 0 1 0 0,0 1-1 0 0,-1-1 0 0 0,1 0 0 0 0,-1 0 1 0 0,1 1-1 0 0,-1-1 0 0 0,0 0 0 0 0,0 3 0 0 0,-1-1-6 0 0,0 1 0 0 0,0-1 0 0 0,-1 0 0 0 0,1 0 0 0 0,-1 0 0 0 0,0 0 0 0 0,0-1 0 0 0,0 1 0 0 0,-4 4-1 0 0,4-6 5 0 0,0 0-1 0 0,0 1 0 0 0,1 0 1 0 0,-1-1-1 0 0,0 1 0 0 0,1 0 0 0 0,0 0 1 0 0,0-1-1 0 0,0 1 0 0 0,0 0 0 0 0,0 0 1 0 0,1 0-1 0 0,-1 1 0 0 0,1 4 0 0 0,4 8 25 0 0,-3-14-19 0 0,0 0-1 0 0,0 0 0 0 0,-1 0 0 0 0,1 1 0 0 0,-1-1 0 0 0,0 0 0 0 0,1 0 0 0 0,-1 1 1 0 0,0 1-1 0 0,-2 8-66 0 0,1-9 27 0 0,1-1-1 0 0,-1 1 1 0 0,1 0 0 0 0,0-1 0 0 0,0 1 0 0 0,0 0 0 0 0,0 0-1 0 0,0-1 1 0 0,1 1 0 0 0,-1 0 0 0 0,1-1 0 0 0,-1 1 0 0 0,1 0 0 0 0,2 3-1 0 0,-2-4-27 0 0,0 0 0 0 0,0 0 0 0 0,0 0 0 0 0,-1 1-1 0 0,1-1 1 0 0,-1 0 0 0 0,1 0 0 0 0,-1 1 0 0 0,0-1-1 0 0,1 0 1 0 0,-2 5 0 0 0,1-6 13 0 0,1 1-50 0 0,-1 0 0 0 0,1 0 0 0 0,-1 0-1 0 0,1 1 1 0 0,0-1 0 0 0,0 0-1 0 0,0-1 1 0 0,0 1 0 0 0,0 0-1 0 0,1 0 1 0 0,-1 0 0 0 0,0-1 0 0 0,1 1-1 0 0,-1-1 1 0 0,1 1 0 0 0,2 1-1 0 0,0 0-196 0 0,1 1 0 0 0,-1-1 0 0 0,1 0 0 0 0,0 0 0 0 0,8 3 0 0 0,-7-4 238 0 0,0 0 1 0 0,0-1 0 0 0,0 0-1 0 0,0 0 1 0 0,1-1 0 0 0,10 0 0 0 0,-13 0 45 0 0,1 0 1 0 0,-1-1-1 0 0,0 1 1 0 0,0-1 0 0 0,0 0-1 0 0,0 0 1 0 0,0-1 0 0 0,0 1-1 0 0,0-1 1 0 0,6-4 0 0 0,6-13 69 0 0,-11 14 221 0 0,1 0 0 0 0,-1-1 0 0 0,0 1 0 0 0,4-9-1 0 0,-7 12-165 0 0,-1 0 0 0 0,0 0-1 0 0,0 0 1 0 0,0-1 0 0 0,0 1-1 0 0,0-1 1 0 0,0 1 0 0 0,-1-1-1 0 0,1 1 1 0 0,-1-1 0 0 0,1 1-1 0 0,-1-1 1 0 0,0 1 0 0 0,0-1-1 0 0,-1 1 1 0 0,0-5 0 0 0,-1-9 222 0 0,-3-7 97 0 0,4 22-368 0 0,1 0 0 0 0,-1 0 0 0 0,1 0 0 0 0,-1 0 0 0 0,1 0 0 0 0,-1 0 0 0 0,0 0 0 0 0,1 0 0 0 0,-1 0 0 0 0,0 0 0 0 0,0 0 0 0 0,0 1 0 0 0,1-1 0 0 0,-1 0 0 0 0,-2-1 0 0 0,1 1 880 0 0,1 0-786 0 0,-6-3-136 0 0,2 4-17 0 0,4 0 0 0 0,1 1 0 0 0,0-1 0 0 0,-1 1 0 0 0,1-1 0 0 0,-1 1 0 0 0,1-1 0 0 0,0 1 0 0 0,-1-1 0 0 0,1 1 0 0 0,0-1 0 0 0,0 1 0 0 0,0-1 0 0 0,-1 1 0 0 0,1 0 0 0 0,0-1 0 0 0,0 1 0 0 0,0-1 0 0 0,0 1 0 0 0,0 0 0 0 0,0-1 0 0 0,0 1 0 0 0,0 0 0 0 0,0-1 0 0 0,0 1 0 0 0,0-1 0 0 0,0 1 0 0 0,1 0 0 0 0,-1-1 0 0 0,0 1 0 0 0,0-1 0 0 0,1 1 0 0 0,0 1 0 0 0,-1-1 0 0 0,0 1 0 0 0,1-1 0 0 0,-1 1 0 0 0,0-1 0 0 0,0 1 0 0 0,0-1 0 0 0,0 1 0 0 0,0 1 0 0 0,-1-1 0 0 0,1 0 0 0 0,0 0 0 0 0,-1 0 0 0 0,1 0 0 0 0,0 0 0 0 0,0 0 0 0 0,0 0 0 0 0,0 0 0 0 0,0 0 0 0 0,0 0 0 0 0,1 0 0 0 0,-1-1 0 0 0,1 1 0 0 0,-1 0 0 0 0,1 0 0 0 0,0 0 0 0 0,2 3 0 0 0,-2-3 1 0 0,-1-1-1 0 0,1 1 1 0 0,-1 0-1 0 0,1-1 1 0 0,-1 1 0 0 0,1 0-1 0 0,-1-1 1 0 0,0 1-1 0 0,0 2 1 0 0,0-2-3 0 0,0-1 0 0 0,0 1 0 0 0,1-1-1 0 0,-1 1 1 0 0,0-1 0 0 0,0 0 0 0 0,1 1 0 0 0,-1-1 0 0 0,1 0 0 0 0,-1 1 0 0 0,1-1 0 0 0,1 2 0 0 0,4 6-98 0 0,-4-6 16 0 0,1 1-1 0 0,-1-1 1 0 0,1 0-1 0 0,4 4 0 0 0,1 1-71 0 0,-6-6 77 0 0,0 1 1 0 0,1-1-1 0 0,-1 0 0 0 0,0-1 1 0 0,1 1-1 0 0,-1 0 1 0 0,4 1-1 0 0,-3-2 75 0 0,1 1 0 0 0,-1-1 0 0 0,0 0 0 0 0,0-1 0 0 0,1 1 0 0 0,-1 0 0 0 0,0-1 1 0 0,1 0-1 0 0,-1 0 0 0 0,0 0 0 0 0,1 0 0 0 0,-1 0 0 0 0,0-1 0 0 0,1 0 0 0 0,-1 1 0 0 0,0-1 0 0 0,0 0 0 0 0,1-1 0 0 0,-1 1 0 0 0,0 0 0 0 0,0-1 0 0 0,-1 0 0 0 0,4-2 0 0 0,1-2 32 0 0,-2 2 103 0 0,0 0-1 0 0,0 0 1 0 0,-1-1-1 0 0,1 0 1 0 0,-1 0 0 0 0,0 0-1 0 0,0-1 1 0 0,-1 1-1 0 0,1-1 1 0 0,4-12-1 0 0,-5 7 312 0 0,0 3-183 0 0,0 0-1 0 0,-1 0 1 0 0,-1 0-1 0 0,1 0 0 0 0,-1 0 1 0 0,-1 0-1 0 0,1 0 1 0 0,-2-8-1 0 0,0-1 96 0 0,-3-21-22 0 0,1 27-243 0 0,2 0 1 0 0,-1-18 0 0 0,-2-14 163 0 0,3 23-150 0 0,1 17-108 0 0,0 0 1 0 0,0 0-1 0 0,0 0 1 0 0,0 0-1 0 0,-1 1 1 0 0,1-1-1 0 0,-1 0 1 0 0,0 0-1 0 0,0 0 1 0 0,0 0 0 0 0,0 1-1 0 0,-1-1 1 0 0,-2-3-1 0 0,3 4-332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0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31 105 13792 0 0,'0'0'1056'0'0,"1"-1"-724"0"0,0-1-318 0 0,1 1 0 0 0,-1-1 0 0 0,0 0 0 0 0,0 1 1 0 0,0-1-1 0 0,0 0 0 0 0,0 0 0 0 0,-1 0 0 0 0,1 0 0 0 0,-1 0 1 0 0,1 0-1 0 0,-1 1 0 0 0,1-1 0 0 0,-1 0 0 0 0,0 0 1 0 0,0-3-1 0 0,0 4 171 0 0,1-1 1 0 0,-1 1-1 0 0,0-1 1 0 0,1 1 0 0 0,0-1-1 0 0,-1 1 1 0 0,1 0-1 0 0,0-1 1 0 0,1-1-1 0 0,0-1 242 0 0,-1 3-326 0 0,-1 0-1 0 0,1 0 0 0 0,-1 0 1 0 0,1 0-1 0 0,-1 0 0 0 0,1 0 1 0 0,0 1-1 0 0,-1-1 0 0 0,1 0 1 0 0,0 0-1 0 0,1-1 0 0 0,7-7 662 0 0,-8 7-636 0 0,0 0 0 0 0,1 0 1 0 0,-1 0-1 0 0,1 1 1 0 0,0-1-1 0 0,0 0 0 0 0,0 1 1 0 0,-1-1-1 0 0,4-1 0 0 0,5-5 268 0 0,-8 7-105 0 0,3 0-20 0 0,-1 1 98 0 0,0 7-187 0 0,-2-3-249 0 0,-1 1 0 0 0,0 0 1 0 0,0 0-1 0 0,-1 0 0 0 0,1 0 0 0 0,-1 0 0 0 0,0 0 0 0 0,0 0 0 0 0,-1 0 0 0 0,0 0 0 0 0,1-1 0 0 0,-2 1 0 0 0,1 0 1 0 0,0 0-1 0 0,-3 4 0 0 0,-3 8-400 0 0,-1 0 0 0 0,-18 27 0 0 0,15-28-126 0 0,7-11 267 0 0,0 0 1 0 0,1 0-1 0 0,-5 9 1 0 0,-24 62-3446 0 0,29-65 3199 0 0,-2 4-612 0 0,12 1 862 0 0,-7-16 317 0 0,1 1 1 0 0,-1-1-1 0 0,0 0 0 0 0,1 1 1 0 0,-1-1-1 0 0,0 0 1 0 0,1 1-1 0 0,-1-1 1 0 0,1 0-1 0 0,-1 0 1 0 0,0 1-1 0 0,1-1 1 0 0,-1 0-1 0 0,1 0 1 0 0,-1 0-1 0 0,1 0 0 0 0,-1 0 1 0 0,2 1-1 0 0,-1-1-12 0 0,6 3-13 0 0,-6-2 26 0 0,1 0 1 0 0,0 0 0 0 0,-1 0-1 0 0,1-1 1 0 0,0 1 0 0 0,-1-1-1 0 0,1 1 1 0 0,0-1 0 0 0,0 0-1 0 0,0 0 1 0 0,-1 0 0 0 0,1 0-1 0 0,0 0 1 0 0,0 0 0 0 0,0 0-1 0 0,0-1 1 0 0,2 0 0 0 0,5 0 5 0 0,0-1 0 0 0,-1 0 0 0 0,1 0 0 0 0,10-5 0 0 0,10-2 0 0 0,-19 5 0 0 0,1-10-675 0 0,-10 13 557 0 0,-1 0 1 0 0,1-1 0 0 0,0 1-1 0 0,0 0 1 0 0,0 0 0 0 0,0 0 0 0 0,0 0-1 0 0,1 0 1 0 0,1-1 0 0 0,6-4-547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3224 0 0,'19'0'772'0'0,"-23"0"-364"0"0,2 0 569 0 0,4-1 42 0 0,10-2 4396 0 0,0 0-3701 0 0,20-5 999 0 0,-31 7-2380 0 0,0 0-295 0 0,1 0-1 0 0,0 0 0 0 0,-1 1 0 0 0,1-1 0 0 0,0 1 1 0 0,0-1-1 0 0,0 1 0 0 0,0-1 0 0 0,-1 1 0 0 0,1 0 1 0 0,0 0-1 0 0,0 0 0 0 0,0 0 0 0 0,3 1 0 0 0,10-1 205 0 0,39-8 1128 0 0,51-4-700 0 0,-14 0-1575 0 0,-56 6-691 0 0,-21 5-4542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2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20 8840 0 0,'0'0'800'0'0,"1"-2"-656"0"0,7-16 10977 0 0,-20 43-10838 0 0,2-1 1 0 0,0 2 0 0 0,-9 39-1 0 0,9-20-283 0 0,-13 61 0 0 0,19-80 0 0 0,0 0 0 0 0,1 27 0 0 0,3 0 0 0 0,-1-19 0 0 0,1-1 0 0 0,7 47 0 0 0,-4-59-129 0 0,2 0 0 0 0,12 37-1 0 0,-7-30-106 0 0,-7-17 125 0 0,1 0 0 0 0,1 0-1 0 0,5 10 1 0 0,-1-6-34 0 0,0-1-1 0 0,1-1 1 0 0,1 1 0 0 0,14 12-1 0 0,-20-20 122 0 0,1-1 0 0 0,0 0 1 0 0,0 0-1 0 0,0-1 0 0 0,1 0 0 0 0,0 0 0 0 0,0-1 0 0 0,0 1 0 0 0,0-2 0 0 0,0 1 1 0 0,10 2-1 0 0,6 0 35 0 0,-17-4-11 0 0,1 1 0 0 0,-1-1 0 0 0,1 0 0 0 0,-1 0 0 0 0,1-1-1 0 0,12 0 1 0 0,-15-1-2 0 0,16-3-92 0 0,10-10 14 0 0,-30 14 80 0 0,13-8-152 0 0,-11 5-206 0 0,-2 3 339 0 0,0 0 1 0 0,0 0-1 0 0,0-1 1 0 0,0 1-1 0 0,0 0 1 0 0,0 0-1 0 0,0-1 1 0 0,0 1 0 0 0,0 0-1 0 0,0 0 1 0 0,0-1-1 0 0,0 1 1 0 0,0 0-1 0 0,0 0 1 0 0,1 0-1 0 0,-1-1 1 0 0,0 1-1 0 0,0 0 1 0 0,0 0-1 0 0,0 0 1 0 0,1-1-1 0 0,-1 1 1 0 0,0 0-1 0 0,0 0 1 0 0,0 0-1 0 0,1 0 1 0 0,-1-1-1 0 0,0 1 1 0 0,1 0-1 0 0,5-5-1686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58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21 7832 0 0,'0'0'356'0'0,"-1"-1"-7"0"0,0 1-312 0 0,0-1 0 0 0,0 1-1 0 0,-1-1 1 0 0,1 1 0 0 0,0-1 0 0 0,0 1-1 0 0,0 0 1 0 0,0-1 0 0 0,-1 1 0 0 0,1 0-1 0 0,0 0 1 0 0,0 0 0 0 0,0 0 0 0 0,-1 0-1 0 0,1 0 1 0 0,0 0 0 0 0,-2 1-1 0 0,0 0 551 0 0,-1-1 114 0 0,0 0 0 0 0,0 0 1 0 0,0 1-1 0 0,1-1 0 0 0,-8 3 0 0 0,5 0-305 0 0,1-1 0 0 0,-1 1 0 0 0,1 0-1 0 0,-6 5 1 0 0,-7 3 384 0 0,14-8-718 0 0,1 0-1 0 0,-1 0 0 0 0,1 0 0 0 0,0 0 0 0 0,0 1 0 0 0,0-1 0 0 0,1 1 0 0 0,-1 0 0 0 0,1 0 0 0 0,0 0 0 0 0,0 0 0 0 0,0 0 1 0 0,0 0-1 0 0,1 0 0 0 0,0 1 0 0 0,0-1 0 0 0,-1 6 0 0 0,-1 10 247 0 0,1 0 0 0 0,1 30 0 0 0,1-50-308 0 0,0 15 2 0 0,-1 5-9 0 0,2 0-1 0 0,3 21 1 0 0,-3-39-21 0 0,0 1-1 0 0,0-1 1 0 0,0 1-1 0 0,0-1 1 0 0,0 0-1 0 0,1 0 0 0 0,-1 1 1 0 0,1-1-1 0 0,0 0 1 0 0,0 0-1 0 0,0 0 1 0 0,0-1-1 0 0,0 1 0 0 0,0 0 1 0 0,0-1-1 0 0,0 1 1 0 0,5 1-1 0 0,-1 0-62 0 0,0 0 0 0 0,-1-1-1 0 0,1 0 1 0 0,1 0 0 0 0,-1 0-1 0 0,8 0 1 0 0,-7-1 50 0 0,1-1 1 0 0,-1 0-1 0 0,1 0 0 0 0,-1-1 0 0 0,0 0 1 0 0,1 0-1 0 0,-1-1 0 0 0,0 0 1 0 0,9-4-1 0 0,-4 1 61 0 0,-1 0 0 0 0,0-1 0 0 0,-1-1 0 0 0,16-12 0 0 0,-19 13 170 0 0,-1-1 0 0 0,0 0 0 0 0,0 0 0 0 0,-1-1 0 0 0,0 1 0 0 0,0-1 0 0 0,4-9 0 0 0,-7 11-5 0 0,0 0-1 0 0,-1 1 0 0 0,1-1 1 0 0,-1 0-1 0 0,0 0 1 0 0,0 0-1 0 0,-1 1 0 0 0,0-1 1 0 0,0-7-1 0 0,0 6 20 0 0,-1 1-20 0 0,0 1 0 0 0,0-1 0 0 0,0 0 0 0 0,0 1 0 0 0,-1-1 0 0 0,0 1 0 0 0,0 0 0 0 0,-5-8 0 0 0,1 1 181 0 0,-2 0 0 0 0,-10-14 0 0 0,-8-1-84 0 0,23 23-266 0 0,0 1 0 0 0,0 0 0 0 0,0 0 0 0 0,-1 1 0 0 0,0-1 0 0 0,1 1 0 0 0,-1-1 0 0 0,0 1 0 0 0,0 0 0 0 0,-1 1 0 0 0,1-1-1 0 0,0 1 1 0 0,0-1 0 0 0,-8 0 0 0 0,3 1-74 0 0,1 0-1 0 0,-1 1 1 0 0,1-1 0 0 0,-1 2-1 0 0,1-1 1 0 0,-16 4-1 0 0,22-4 48 0 0,-2 1-323 0 0,-1 0 0 0 0,1 0 0 0 0,-1 0 0 0 0,1 0 0 0 0,0 1 0 0 0,0 0 0 0 0,-1 0 0 0 0,1 0 0 0 0,0 0 0 0 0,1 1 0 0 0,-6 4 0 0 0,3 0-1041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59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 4608 0 0,'0'0'6108'0'0,"-12"-5"1880"0"0,17 11-6802 0 0,11 10-1261 0 0,4-4 338 0 0,-12-7-145 0 0,-1 0-1 0 0,12 9 1 0 0,-10-6-72 0 0,1-1-1 0 0,15 10 1 0 0,-18-13-30 0 0,0 0 0 0 0,0 1 0 0 0,-1-1 0 0 0,0 1 0 0 0,0 1 0 0 0,0-1 0 0 0,-1 1-1 0 0,8 9 1 0 0,10 14 17 0 0,-18-23-20 0 0,1 0 0 0 0,8 14 0 0 0,-2 4-13 0 0,13 20 0 0 0,-16-28 0 0 0,0 0 0 0 0,6 20 0 0 0,0-2 0 0 0,-10-21 19 0 0,0 0-1 0 0,-1 0 0 0 0,-1 0 0 0 0,0 0 0 0 0,-1 1 0 0 0,0-1 1 0 0,-1 1-1 0 0,0 0 0 0 0,-1-1 0 0 0,-1 1 0 0 0,0 0 0 0 0,-1-1 1 0 0,0 1-1 0 0,-1-1 0 0 0,-9 23 0 0 0,8-27 0 0 0,-1 0 1 0 0,0 0-1 0 0,-9 11 0 0 0,7-11 4 0 0,-11 21 0 0 0,13-20-33 0 0,0-1-1 0 0,0 1 1 0 0,-1-1 0 0 0,0 0-1 0 0,-1 0 1 0 0,-13 13-1 0 0,17-19 12 0 0,-2 3-6 0 0,-1-1 0 0 0,-1 1 0 0 0,1-1 0 0 0,-1 0 0 0 0,0-1 0 0 0,0 0 0 0 0,-12 5 0 0 0,-11 6 149 0 0,24-12-118 0 0,1 0-1 0 0,-1-1 0 0 0,-9 4 0 0 0,-16 5 71 0 0,29-10-422 0 0,0 2-434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2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1840 0 0,'0'0'12854'0'0,"1"-1"-12414"0"0,24-9 778 0 0,-9 3-580 0 0,2 0 0 0 0,-1 1 0 0 0,30-6-1 0 0,47-8-173 0 0,-40 13-395 0 0,-1-1-2 0 0,62 0 0 0 0,-92 7 157 0 0,-17 0-225 0 0,0 1-1 0 0,0 0 0 0 0,0 0 1 0 0,8 1-1 0 0,24 3-1350 0 0,-3 7-1050 0 0,-33-10 1858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3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9 8840 0 0,'0'0'800'0'0,"-1"-1"-656"0"0,-2 0 295 0 0,0 0-1 0 0,-1 0 1 0 0,1-1 0 0 0,-1 2 0 0 0,1-1 0 0 0,-1 0 0 0 0,1 1 0 0 0,-1 0 0 0 0,-3 0-1 0 0,3 0-429 0 0,2 0 264 0 0,0 0 0 0 0,0 0-1 0 0,0 1 1 0 0,0-1 0 0 0,1 1 0 0 0,-1-1 0 0 0,0 1 0 0 0,0 0 0 0 0,-2 1 0 0 0,3-1-424 0 0,-1 0 663 0 0,2 0 0 0 0,-4 14 349 0 0,3-14-813 0 0,0 0 0 0 0,1 1-1 0 0,-1-1 1 0 0,1 0-1 0 0,-1 1 1 0 0,1-1 0 0 0,0 1-1 0 0,0-1 1 0 0,0 1-1 0 0,-1-1 1 0 0,1 1 0 0 0,0-1-1 0 0,1 1 1 0 0,-1-1-1 0 0,0 2 1 0 0,7 36 257 0 0,-5-24 492 0 0,7 23 1 0 0,9 42-633 0 0,-15-67-165 0 0,-1 1 0 0 0,0-1 0 0 0,-1 23 0 0 0,3 14 0 0 0,-3-37-323 0 0,0 1 0 0 0,-2 13-1 0 0,1-9-90 0 0,0-15-234 0 0,-4 4-3569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8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52 187 920 0 0,'1'-1'1813'0'0,"0"-2"-1204"0"0,0 1 0 0 0,0-1-1 0 0,0 1 1 0 0,-1-1 0 0 0,1 0-1 0 0,-1 1 1 0 0,1-1 0 0 0,-1 0-1 0 0,0 1 1 0 0,0-1 0 0 0,0 0 0 0 0,0 1-1 0 0,-1-1 1 0 0,0-2 0 0 0,1 3 292 0 0,0 1-677 0 0,-1 0 1 0 0,1 0-1 0 0,0-1 1 0 0,0 1-1 0 0,-1 0 1 0 0,1 0-1 0 0,-1 0 1 0 0,1 0-1 0 0,-1-1 1 0 0,1 1-1 0 0,-1 0 1 0 0,0 0-1 0 0,0 0 1 0 0,1 0-1 0 0,-3-1 1179 0 0,-6 2 253 0 0,4 7-1551 0 0,0 0 0 0 0,1 1 0 0 0,0-1 0 0 0,0 1 0 0 0,1 0 0 0 0,0 0 0 0 0,-3 11 0 0 0,5-15-105 0 0,0-1 0 0 0,1 1 0 0 0,-1 0 0 0 0,1 0 0 0 0,0 0 0 0 0,1 6 0 0 0,-2 12 0 0 0,1-16-78 0 0,0 1-1 0 0,0 0 1 0 0,0-1-1 0 0,1 1 1 0 0,0-1-1 0 0,0 1 0 0 0,0-1 1 0 0,1 1-1 0 0,0-1 1 0 0,0 0-1 0 0,1 0 1 0 0,0 0-1 0 0,0 0 0 0 0,0 0 1 0 0,8 10-1 0 0,-7-12-137 0 0,-1 1-1 0 0,1-1 0 0 0,0 0 0 0 0,0 0 1 0 0,1-1-1 0 0,-1 1 0 0 0,1-1 1 0 0,0 0-1 0 0,0 0 0 0 0,0-1 1 0 0,0 1-1 0 0,0-1 0 0 0,1 0 0 0 0,-1-1 1 0 0,1 1-1 0 0,-1-1 0 0 0,1 0 1 0 0,9 0-1 0 0,-12-1 137 0 0,0 0 0 0 0,0-1 1 0 0,-1 1-1 0 0,1-1 0 0 0,0 1 0 0 0,-1-1 1 0 0,1 0-1 0 0,-1 0 0 0 0,1 0 0 0 0,-1-1 1 0 0,3-1-1 0 0,24-20 250 0 0,-10 6 193 0 0,-16 15-195 0 0,1-1 1 0 0,-1 1 0 0 0,0-1-1 0 0,1 0 1 0 0,-2 0-1 0 0,1-1 1 0 0,0 1-1 0 0,-1-1 1 0 0,1 1 0 0 0,-1-1-1 0 0,0 0 1 0 0,0 0-1 0 0,2-7 1 0 0,-1 2 310 0 0,-2 6-255 0 0,0 0 0 0 0,1 0-1 0 0,-2-1 1 0 0,1 1 0 0 0,0-1 0 0 0,-1 1-1 0 0,0-5 1 0 0,1 7-158 0 0,0-10 512 0 0,-1 11-548 0 0,0-1 1 0 0,0 1-1 0 0,0 0 1 0 0,0-1-1 0 0,0 1 0 0 0,0 0 1 0 0,0 0-1 0 0,0-1 1 0 0,0 1-1 0 0,0 0 1 0 0,0-1-1 0 0,0 1 1 0 0,0 0-1 0 0,0 0 1 0 0,1-1-1 0 0,-1 1 1 0 0,0 0-1 0 0,0 0 1 0 0,0-1-1 0 0,0 1 1 0 0,1 0-1 0 0,-1 0 1 0 0,0 0-1 0 0,0-1 1 0 0,1 1-1 0 0,-1 0 1 0 0,0 0-1 0 0,5 8 34 0 0,-1-4-89 0 0,1 0 0 0 0,-1 0-1 0 0,1-1 1 0 0,0 0-1 0 0,0 0 1 0 0,0 0-1 0 0,1 0 1 0 0,10 3 0 0 0,0 1-27 0 0,-13-6 48 0 0,0 0-1 0 0,0 0 1 0 0,1 0-1 0 0,-1-1 1 0 0,0 1-1 0 0,0-1 0 0 0,1 0 1 0 0,-1 0-1 0 0,0 0 1 0 0,1 0-1 0 0,-1-1 1 0 0,0 1-1 0 0,0-1 0 0 0,0 0 1 0 0,1 0-1 0 0,-1 0 1 0 0,5-3-1 0 0,-4 2 18 0 0,0 0-1 0 0,0 0 1 0 0,0-1-1 0 0,0 0 1 0 0,-1 1-1 0 0,1-1 1 0 0,-1-1-1 0 0,0 1 0 0 0,0 0 1 0 0,0-1-1 0 0,0 0 1 0 0,3-6-1 0 0,0 1 100 0 0,-5 7-56 0 0,0 1 0 0 0,1-1 0 0 0,-1 1 0 0 0,-1-1 0 0 0,1 1 0 0 0,0-1 0 0 0,0 0 0 0 0,0 1 0 0 0,-1-1 0 0 0,1 0 0 0 0,0-3 0 0 0,-3-4 187 0 0,2 7-176 0 0,-1 1-1 0 0,1-1 1 0 0,0 0 0 0 0,0 0 0 0 0,0 0 0 0 0,0 0 0 0 0,0-3 0 0 0,1-5 225 0 0,-1 0 1 0 0,0-1-1 0 0,0 1 0 0 0,-1 0 1 0 0,-3-12-1 0 0,3 17-238 0 0,0 0 31 0 0,0 0 0 0 0,-1 0 0 0 0,0 0 1 0 0,0 0-1 0 0,-5-8 0 0 0,-5-13 74 0 0,5 10-70 0 0,6 13-145 0 0,-1 0 1 0 0,1-1-1 0 0,-1 1 1 0 0,1 0 0 0 0,0-1-1 0 0,1 1 1 0 0,-2-5 0 0 0,2 7-385 0 0,9 13-7981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8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15288 0 0,'0'0'1162'0'0,"1"-1"-790"0"0,-1-1-263 0 0,1-1-72 0 0,6-7-38 0 0,12-13 971 0 0,-9 11 409 0 0,20-20 0 0 0,-5 19-579 0 0,-11 5-291 0 0,-1 2-294 0 0,-13 6-212 0 0,1 0 0 0 0,-1 0 0 0 0,0 0 0 0 0,1 0 0 0 0,-1-1 0 0 0,1 1 0 0 0,-1 0 0 0 0,0 1 0 0 0,1-1 0 0 0,-1 0 0 0 0,1 0 0 0 0,-1 0 0 0 0,0 0 0 0 0,1 0 0 0 0,-1 0 0 0 0,0 0 0 0 0,1 1 0 0 0,-1-1 0 0 0,0 0 0 0 0,1 1 0 0 0,3 0 48 0 0,1 4-41 0 0,-4-3-36 0 0,0 0 0 0 0,0 1 0 0 0,0-1 0 0 0,-1 1 0 0 0,1-1 0 0 0,-1 1 0 0 0,0-1 0 0 0,0 1 0 0 0,0-1 0 0 0,0 1 0 0 0,0-1 0 0 0,0 1 0 0 0,-1-1 0 0 0,0 4 0 0 0,-2 5-208 0 0,-1-1 0 0 0,-5 12 0 0 0,0-3-8 0 0,-17 31-1116 0 0,22-43 1035 0 0,0 0 0 0 0,-8 12-1 0 0,2-4-654 0 0,9-14 658 0 0,3-2 78 0 0,2-1 336 0 0,0 0 1 0 0,1 0-1 0 0,-1-1 0 0 0,0 0 1 0 0,0 0-1 0 0,-1 0 0 0 0,7-6 1 0 0,-6 5 11 0 0,0 0 1 0 0,1 0 0 0 0,-1 0-1 0 0,1 1 1 0 0,9-5-1 0 0,10-5 273 0 0,-20 10-274 0 0,1 1 0 0 0,-1 0 1 0 0,0-1-1 0 0,1 1 0 0 0,0 1 0 0 0,-1-1 0 0 0,1 1 1 0 0,0 0-1 0 0,0 0 0 0 0,6 0 0 0 0,-8 0-47 0 0,2 2 107 0 0,8 10 210 0 0,-10-6-354 0 0,-1-1 1 0 0,1 1 0 0 0,-1-1 0 0 0,1 1-1 0 0,-1 0 1 0 0,-1 0 0 0 0,1 0 0 0 0,-1 0-1 0 0,2 10 1 0 0,-3-12-9 0 0,1-1-11 0 0,-1 0 0 0 0,0 0-1 0 0,0 0 1 0 0,0 0 0 0 0,0 0-1 0 0,-1-1 1 0 0,1 1 0 0 0,-1 3-1 0 0,-2 10-4 0 0,3-8 3 0 0,-1 1 0 0 0,0 0 0 0 0,-1-1 0 0 0,-2 8 0 0 0,-2 11 0 0 0,5-20-23 0 0,-1 1 0 0 0,-1-1-1 0 0,1 0 1 0 0,-1 0 0 0 0,0 0-1 0 0,-4 6 1 0 0,-10 21-110 0 0,11-13 19 0 0,4-15 12 0 0,1 0 0 0 0,0 0 0 0 0,-1-1 0 0 0,0 1 0 0 0,0-1 0 0 0,0 0 0 0 0,-1 1 0 0 0,-2 3 0 0 0,0-1-330 0 0,4-6-606 0 0,-1-1-273 0 0,-6 0-51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9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45 122 10592 0 0,'-7'-16'452'0'0,"5"12"-336"0"0,0 0 1 0 0,0 0 0 0 0,0-1-1 0 0,1 1 1 0 0,-2-7 0 0 0,3 8 92 0 0,-1 0 1 0 0,0 1 0 0 0,0-1 0 0 0,0 0-1 0 0,0 1 1 0 0,-3-5 0 0 0,3 4 81 0 0,-1 0 0 0 0,1 0 0 0 0,-1 0 0 0 0,1-1 0 0 0,-1-2 0 0 0,-1-5 169 0 0,-2 0 4280 0 0,18 7-4312 0 0,-13 3-395 0 0,4 1 18 0 0,0-1 0 0 0,1 1 0 0 0,-1 0 0 0 0,0 0-1 0 0,1 0 1 0 0,-1 1 0 0 0,0-1 0 0 0,0 1 0 0 0,5 1-1 0 0,5 3 308 0 0,18 8 0 0 0,-5-1-162 0 0,-19-8-187 0 0,0 0 0 0 0,-1 0 0 0 0,1 0 0 0 0,-1 1 0 0 0,8 7 0 0 0,4 3 36 0 0,-14-11-35 0 0,0 0 0 0 0,0 1 0 0 0,0 0 0 0 0,0 0 1 0 0,0 0-1 0 0,-1 1 0 0 0,5 8 0 0 0,1 4 33 0 0,9 22 1 0 0,8 16-7 0 0,-19-39-37 0 0,0 1 0 0 0,-1 0 0 0 0,5 24 0 0 0,-6-20 0 0 0,-2 1 0 0 0,0 0 0 0 0,-2 0 0 0 0,0 0 0 0 0,-3 33 0 0 0,0-45-20 0 0,-1-1 0 0 0,-1 1 0 0 0,0 0 0 0 0,0-1 0 0 0,-1 1-1 0 0,-8 15 1 0 0,5-11-17 0 0,-9 27-1 0 0,13-32 19 0 0,-1 0 0 0 0,0-1-1 0 0,0 0 1 0 0,-1 0 0 0 0,0 0-1 0 0,-1 0 1 0 0,0-1 0 0 0,0 0-1 0 0,-1 0 1 0 0,-11 10 0 0 0,-4 1-62 0 0,0-1 1 0 0,-37 21 0 0 0,-29 23 61 0 0,79-57-165 0 0,8-5 144 0 0,0 0 0 0 0,0 0-1 0 0,0 1 1 0 0,1-1 0 0 0,-1 0-1 0 0,0 1 1 0 0,0-1 0 0 0,1 1 0 0 0,-1-1-1 0 0,0 1 1 0 0,1-1 0 0 0,-1 1-1 0 0,0-1 1 0 0,1 1 0 0 0,-1 0 0 0 0,1-1-1 0 0,-2 2 1 0 0,-2-9-2304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0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4608 0 0,'0'0'12333'0'0,"3"0"-12003"0"0,95 24 1134 0 0,-95-23-1429 0 0,10 1 86 0 0,-1 0 1 0 0,1 0-1 0 0,0-1 0 0 0,20-1 1 0 0,20-1 175 0 0,-34 1-158 0 0,24-3-1 0 0,91-13-231 0 0,-31 12-262 0 0,-98 4 331 0 0,58-5-664 0 0,-60 5 537 0 0,0 0 0 0 0,0 0 0 0 0,1-1-1 0 0,-1 0 1 0 0,0 1 0 0 0,0-1-1 0 0,1 0 1 0 0,-1-1 0 0 0,0 1 0 0 0,0 0-1 0 0,0-1 1 0 0,3-2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0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35 6912 0 0,'0'0'528'0'0,"-1"-1"-342"0"0,-4-1 34 0 0,2 0 456 0 0,0 1-1 0 0,1-1 0 0 0,0 0 1 0 0,-1 1-1 0 0,1-1 0 0 0,0-1 1 0 0,0 1-1 0 0,0 0 0 0 0,0 0 1 0 0,1-1-1 0 0,-3-4 3409 0 0,2 7-3350 0 0,2-1-685 0 0,0 1 0 0 0,0 0 1 0 0,0 0-1 0 0,0 0 0 0 0,0 0 1 0 0,0 0-1 0 0,0 0 0 0 0,0 0 1 0 0,0 0-1 0 0,0 0 1 0 0,0-1-1 0 0,0 1 0 0 0,0 0 1 0 0,-1 0-1 0 0,1 0 0 0 0,0 0 1 0 0,0 0-1 0 0,0 0 0 0 0,0 0 1 0 0,0 0-1 0 0,0 0 1 0 0,0 0-1 0 0,0 0 0 0 0,-1 0 1 0 0,1 0-1 0 0,0 0 0 0 0,0 0 1 0 0,0 0-1 0 0,0 0 0 0 0,0 0 1 0 0,0 0-1 0 0,0 0 1 0 0,-1 0-1 0 0,1 0 0 0 0,0 0 1 0 0,0 0-1 0 0,0 0 0 0 0,0 0 1 0 0,0 0-1 0 0,0 0 0 0 0,0 0 1 0 0,0 0-1 0 0,-1 0 1 0 0,1 1-1 0 0,0-1 0 0 0,0 0 1 0 0,0 0-1 0 0,0 0 0 0 0,-2 8 44 0 0,0 0 0 0 0,1 0 0 0 0,0 1-1 0 0,1-1 1 0 0,-1 0 0 0 0,3 17 0 0 0,-1 2-40 0 0,7 73 52 0 0,-2-46-73 0 0,-2-21-32 0 0,-2-21 0 0 0,1 23 0 0 0,0 75-185 0 0,2-29-883 0 0,-5-76 909 0 0,0-2-83 0 0,0 1-1 0 0,0-1 0 0 0,0 0 1 0 0,0 0-1 0 0,1 0 0 0 0,-1 1 1 0 0,1-1-1 0 0,1 5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3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91 12528 0 0,'0'0'602'0'0,"1"-1"-259"0"0,0-1-289 0 0,1-1-1 0 0,-1 1 1 0 0,0-1 0 0 0,0 1 0 0 0,0-1-1 0 0,-1 0 1 0 0,1 1 0 0 0,0-1 0 0 0,-1 0-1 0 0,0 0 1 0 0,0 0 0 0 0,0 1 0 0 0,0-5-1 0 0,0 4 110 0 0,0 2 381 0 0,0-11 605 0 0,0 12-1028 0 0,0-1 0 0 0,0 1 0 0 0,0-1 1 0 0,0 1-1 0 0,0-1 0 0 0,0 1 0 0 0,0-1 1 0 0,0 1-1 0 0,0-1 0 0 0,0 1 0 0 0,0-1 0 0 0,0 1 1 0 0,0 0-1 0 0,-1-1 0 0 0,1 1 0 0 0,0-1 0 0 0,0 1 1 0 0,-1-1-1 0 0,1 1 0 0 0,0 0 0 0 0,0-1 0 0 0,-1 0 1 0 0,0 1-58 0 0,1 0 0 0 0,0 0 1 0 0,-1 0-1 0 0,1 1 0 0 0,0-1 0 0 0,-1 0 1 0 0,1 0-1 0 0,0 0 0 0 0,-1 0 1 0 0,1 0-1 0 0,0 0 0 0 0,-1 0 1 0 0,1 1-1 0 0,0-1 0 0 0,-1 0 0 0 0,1 0 1 0 0,0 0-1 0 0,0 1 0 0 0,-1-1 1 0 0,1 0-1 0 0,-1 1 0 0 0,-1 1 22 0 0,1 1 0 0 0,-1-1 0 0 0,0 0 0 0 0,1 1 0 0 0,-3 4 0 0 0,-1 7-46 0 0,2 0 0 0 0,-1 0 0 0 0,2 0 0 0 0,0 0 0 0 0,0 26 0 0 0,1-7-37 0 0,0-22-7 0 0,1 1 1 0 0,0 0-1 0 0,0 0 0 0 0,2 0 1 0 0,-1 0-1 0 0,1 0 0 0 0,7 20 1 0 0,-6-26-57 0 0,0 3-70 0 0,1-1-1 0 0,-1 1 1 0 0,2-1-1 0 0,6 9 1 0 0,-10-15 90 0 0,1 0 0 0 0,-1 0 0 0 0,1 0 0 0 0,0 0 0 0 0,0 0 0 0 0,0-1 0 0 0,0 1 0 0 0,0-1 0 0 0,0 0 0 0 0,0 1 0 0 0,1-1 0 0 0,-1 0 0 0 0,0 0 0 0 0,1 0 0 0 0,-1-1 0 0 0,1 1 0 0 0,-1-1 0 0 0,1 1 0 0 0,-1-1 0 0 0,4 0 0 0 0,1 0-21 0 0,-1 0 1 0 0,1 0 0 0 0,-1-1 0 0 0,0 0 0 0 0,1 0-1 0 0,-1-1 1 0 0,0 0 0 0 0,0 0 0 0 0,0 0-1 0 0,0-1 1 0 0,0 1 0 0 0,0-2 0 0 0,-1 1-1 0 0,1-1 1 0 0,-1 1 0 0 0,0-1 0 0 0,0-1-1 0 0,0 1 1 0 0,-1-1 0 0 0,0 0 0 0 0,0 0 0 0 0,0 0-1 0 0,0 0 1 0 0,-1-1 0 0 0,0 0 0 0 0,0 1-1 0 0,4-13 1 0 0,-3 5 469 0 0,-2 10-300 0 0,-1 0 1 0 0,1-1-1 0 0,-1 1 0 0 0,0 0 0 0 0,-1-1 0 0 0,1 1 1 0 0,-1 0-1 0 0,1-1 0 0 0,-1 1 0 0 0,0-1 0 0 0,0 1 0 0 0,0 0 1 0 0,-1-1-1 0 0,1 1 0 0 0,-1 0 0 0 0,-1-6 0 0 0,-4-2 335 0 0,-6-12 460 0 0,11 22-902 0 0,1 0-1 0 0,0 1 1 0 0,0-1-1 0 0,-1 1 0 0 0,1-1 1 0 0,-1 1-1 0 0,1-1 1 0 0,-1 1-1 0 0,1-1 0 0 0,-1 1 1 0 0,1-1-1 0 0,-1 1 1 0 0,1 0-1 0 0,-1-1 0 0 0,1 1 1 0 0,-1 0-1 0 0,1 0 1 0 0,-1-1-1 0 0,0 1 0 0 0,1 0 1 0 0,-1 0-1 0 0,0 0 1 0 0,1 0-1 0 0,-1 0 0 0 0,0 0 1 0 0,1 0-1 0 0,-1 0 1 0 0,0 0-1 0 0,1 0 0 0 0,-1 0 1 0 0,-1 0-1 0 0,1 1-2 0 0,-9 2 1 0 0,9-2 0 0 0,1 0 0 0 0,-1-1 0 0 0,0 1 0 0 0,1 0 0 0 0,-1 0 0 0 0,1 0 0 0 0,0-1 0 0 0,-1 1 0 0 0,1 0 0 0 0,0 0 0 0 0,-1 0 0 0 0,1 0 0 0 0,0 0 0 0 0,0 0 0 0 0,0 0 0 0 0,0 1 0 0 0,0 21 0 0 0,1-15 0 0 0,-1 0 0 0 0,1-1 0 0 0,0 1 0 0 0,0-1 0 0 0,0 0 0 0 0,1 1 0 0 0,1-1 0 0 0,-1 0 0 0 0,1 0 0 0 0,0 0 0 0 0,1 0 0 0 0,-1-1 0 0 0,1 1 0 0 0,1-1 0 0 0,-1 0 0 0 0,1 0 0 0 0,0-1 0 0 0,0 1 0 0 0,1-1 0 0 0,0 0 0 0 0,-1-1 0 0 0,2 1 0 0 0,10 5 0 0 0,-12-7-41 0 0,1 0 1 0 0,-1-1-1 0 0,1 0 0 0 0,0 1 0 0 0,0-2 0 0 0,0 1 0 0 0,1-1 0 0 0,-1 0 0 0 0,0 0 0 0 0,0-1 0 0 0,1 1 0 0 0,9-2 0 0 0,-13 0 37 0 0,0 1 0 0 0,-1-1 0 0 0,1 0-1 0 0,-1 0 1 0 0,1 0 0 0 0,-1 0 0 0 0,4-2 0 0 0,6-3 9 0 0,-4 2-3 0 0,-1 1-1 0 0,0-2 0 0 0,0 1 0 0 0,0-1 0 0 0,-1 0 0 0 0,1-1 1 0 0,-1 1-1 0 0,7-10 0 0 0,-8 9 106 0 0,-1 0-1 0 0,0-1 1 0 0,-1 0 0 0 0,1 1-1 0 0,-1-1 1 0 0,0-1 0 0 0,-1 1-1 0 0,0 0 1 0 0,0-1 0 0 0,1-7-1 0 0,-2 6-23 0 0,-1 0 0 0 0,0 0-1 0 0,0-1 1 0 0,0 1 0 0 0,-1 0-1 0 0,-1 0 1 0 0,1 0 0 0 0,-2 0-1 0 0,1 0 1 0 0,-1 0 0 0 0,-7-14-1 0 0,7 16-44 0 0,1 4-57 0 0,0-1 0 0 0,0 0 0 0 0,0 1-1 0 0,0-1 1 0 0,-1 1 0 0 0,1 0 0 0 0,-1 0-1 0 0,0 0 1 0 0,0 0 0 0 0,0 0 0 0 0,0 0 0 0 0,-4-2-1 0 0,-7-1-318 0 0,12 4 190 0 0,-1 1 1 0 0,0 0-1 0 0,1 0 0 0 0,-1-1 1 0 0,1 1-1 0 0,-5-5 0 0 0,6 5-8 0 0,-1 0 0 0 0,1 0 0 0 0,0 0 0 0 0,-1 0-1 0 0,1 0 1 0 0,-1 0 0 0 0,1 1 0 0 0,0-1 0 0 0,-1 0-1 0 0,0 1 1 0 0,1-1 0 0 0,-3 0 0 0 0,-15-5-2055 0 0,-7-7 179 0 0,3 4-14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4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27 9072 0 0,'0'0'816'0'0,"-2"0"-672"0"0,-31 5 472 0 0,23-5 6527 0 0,19 1-5756 0 0,19 1-1470 0 0,-7-3 546 0 0,39-7 0 0 0,3 0-407 0 0,-18 3-386 0 0,-25 2 299 0 0,25 0 0 0 0,6-1 343 0 0,-39 3-228 0 0,0 0 1 0 0,1 0-1 0 0,-1 1 0 0 0,0 1 1 0 0,15 1-1 0 0,-8 2-125 0 0,-9-3-51 0 0,-1 1 0 0 0,0 0-1 0 0,0 0 1 0 0,0 1 0 0 0,14 6 0 0 0,-1 0-2056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104 139 12528 0 0,'0'0'945'0'0,"0"-2"-641"0"0,0 1-226 0 0,0-1 1 0 0,0 1-1 0 0,0-1 1 0 0,0 1-1 0 0,0-1 1 0 0,-1 1-1 0 0,1-1 1 0 0,0 1-1 0 0,-1-1 1 0 0,0 1-1 0 0,0-2 1 0 0,1 2 18 0 0,-1 1-1 0 0,1-1 1 0 0,-1 1 0 0 0,1-1-1 0 0,0 1 1 0 0,-1-1-1 0 0,1 1 1 0 0,-1 0 0 0 0,1-1-1 0 0,-1 1 1 0 0,1 0 0 0 0,-1 0-1 0 0,0-1 1 0 0,1 1 0 0 0,-1 0-1 0 0,1 0 1 0 0,-1 0 0 0 0,1 0-1 0 0,-2-1 1 0 0,-1 2 179 0 0,1-1-1 0 0,-1 0 1 0 0,1 1 0 0 0,-1-1 0 0 0,1 1 0 0 0,-1 0-1 0 0,1 0 1 0 0,-5 2 0 0 0,4-2-409 0 0,1 1 188 0 0,0 0 0 0 0,0-1 0 0 0,0 1 0 0 0,0 0 0 0 0,1 0 0 0 0,-1 0 1 0 0,0 0-1 0 0,1 0 0 0 0,-1 1 0 0 0,-1 3 0 0 0,-11 26 377 0 0,8-14-432 0 0,0 1 0 0 0,-5 37 0 0 0,11-50-24 0 0,0-1-1 0 0,0 1 1 0 0,0 0 0 0 0,2 6-1 0 0,0 12-118 0 0,-1-17 25 0 0,0 0 0 0 0,1 1 0 0 0,0-1 0 0 0,0 0 0 0 0,0 0 0 0 0,1 0 0 0 0,0 0-1 0 0,7 11 1 0 0,-9-16 64 0 0,0 0 0 0 0,1 0 0 0 0,-1-1 0 0 0,1 1 0 0 0,-1 0 0 0 0,1-1 0 0 0,0 1 0 0 0,-1-1 0 0 0,1 0 0 0 0,2 2 0 0 0,8 6-288 0 0,-10-8 309 0 0,0 1-1 0 0,0-1 1 0 0,0 0-1 0 0,0 1 1 0 0,0-1-1 0 0,1 0 1 0 0,-1 0-1 0 0,0-1 1 0 0,1 1-1 0 0,-1 0 1 0 0,0-1-1 0 0,1 0 1 0 0,-1 1-1 0 0,1-1 1 0 0,-1 0-1 0 0,1 0 1 0 0,-1 0-1 0 0,1-1 1 0 0,-1 1-1 0 0,3-1 0 0 0,7-3 34 0 0,-8 3-4 0 0,-3 0 7 0 0,0 0 0 0 0,1 1 0 0 0,-1-1 0 0 0,0 0 0 0 0,0 0 0 0 0,0 0 0 0 0,0-1 0 0 0,1 1 0 0 0,-2 0 0 0 0,1 0 0 0 0,1-2 0 0 0,8-9 234 0 0,4-3 86 0 0,-12 13-281 0 0,0 0-1 0 0,-1 0 1 0 0,1 0-1 0 0,0-1 0 0 0,-1 1 1 0 0,0 0-1 0 0,1-1 1 0 0,1-3-1 0 0,8-15 184 0 0,-8 18-158 0 0,-2 2-35 0 0,0 0-1 0 0,0 0 1 0 0,0 0-1 0 0,-1 0 0 0 0,1 0 1 0 0,0 0-1 0 0,-1 0 1 0 0,1 0-1 0 0,0-1 0 0 0,-1 1 1 0 0,0 0-1 0 0,1 0 1 0 0,-1 0-1 0 0,1-3 0 0 0,-1 4-18 0 0,0 0-1 0 0,0 0 0 0 0,0 0 0 0 0,0 0 0 0 0,0-1 0 0 0,0 1 0 0 0,0 0 0 0 0,0 0 0 0 0,0 0 0 0 0,0-1 0 0 0,0 1 0 0 0,0 0 1 0 0,0 0-1 0 0,1 0 0 0 0,-1 0 0 0 0,0 0 0 0 0,0-1 0 0 0,0 1 0 0 0,0 0 0 0 0,0 0 0 0 0,1 0 0 0 0,-1 0 0 0 0,0 0 0 0 0,0 0 1 0 0,0 0-1 0 0,0-1 0 0 0,1 1 0 0 0,-1 0 0 0 0,0 0 0 0 0,0 0 0 0 0,2 0 1099 0 0,-3 1-1105 0 0,1 2-1 0 0,4 11-20 0 0,0-5-120 0 0,-1 0 0 0 0,2-1 0 0 0,-1 0 0 0 0,9 12 0 0 0,-12-18 99 0 0,0-1 0 0 0,0 1-1 0 0,1 0 1 0 0,-1 0 0 0 0,1-1-1 0 0,0 1 1 0 0,-1-1 0 0 0,1 1 0 0 0,0-1-1 0 0,0 0 1 0 0,0 0 0 0 0,0 0-1 0 0,0 0 1 0 0,0 0 0 0 0,0 0 0 0 0,0 0-1 0 0,0-1 1 0 0,1 1 0 0 0,-1-1 0 0 0,0 1-1 0 0,0-1 1 0 0,1 0 0 0 0,2 0-1 0 0,-1-1 30 0 0,0 0-1 0 0,0-1 1 0 0,0 1-1 0 0,0-1 1 0 0,-1 0-1 0 0,1 0 1 0 0,0-1-1 0 0,4-3 1 0 0,-2 1 96 0 0,0 0 1 0 0,0 0-1 0 0,8-11 1 0 0,-7 6 248 0 0,-1-1 0 0 0,0 0 0 0 0,-1-1-1 0 0,0 1 1 0 0,-1-1 0 0 0,0 0 0 0 0,2-14 0 0 0,-4 20-180 0 0,0-5 49 0 0,-1 0-1 0 0,1 0 0 0 0,-2 0 1 0 0,0 0-1 0 0,-1-12 0 0 0,0 7 131 0 0,2-25 0 0 0,3-76 171 0 0,-4 112-532 0 0,0 3-66 0 0,4 1-2343 0 0,-4 1 2337 0 0,0-1-1 0 0,0 1 1 0 0,1 0 0 0 0,-1 0-1 0 0,0 0 1 0 0,0 0 0 0 0,0 0-1 0 0,0 0 1 0 0,1-1 0 0 0,-1 1-1 0 0,0 0 1 0 0,0 0 0 0 0,0 0-1 0 0,1 0 1 0 0,-1 0 0 0 0,0 0-1 0 0,0 0 1 0 0,1 0 0 0 0,-1 0-1 0 0,0 0 1 0 0,0 0 0 0 0,0 0-1 0 0,1 0 1 0 0,-1 0 0 0 0,0 0-1 0 0,0 0 1 0 0,1 0 0 0 0,-1 0-1 0 0,0 1 1 0 0,9 1-1871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5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41 5064 0 0,'0'0'389'0'0,"1"0"39"0"0,4-1 1070 0 0,0 0 0 0 0,0 0 0 0 0,1-1 0 0 0,4-1 0 0 0,2-1-23 0 0,5-5 657 0 0,-15 8-1931 0 0,0 0-1 0 0,0-1 1 0 0,0 1-1 0 0,0 0 0 0 0,1 0 1 0 0,-1 0-1 0 0,0 1 1 0 0,1-1-1 0 0,-1 0 1 0 0,0 1-1 0 0,3-1 0 0 0,-2 1-77 0 0,-1 0-1 0 0,1-1 1 0 0,-1 1-1 0 0,0-1 1 0 0,1 0-1 0 0,-1 0 1 0 0,0 0 0 0 0,3-1-1 0 0,-4 1 143 0 0,1 2-3 0 0,0 0-205 0 0,0 0 0 0 0,0 0 1 0 0,0 0-1 0 0,-1 1 0 0 0,1-1 0 0 0,0 1 1 0 0,-1-1-1 0 0,1 1 0 0 0,-1 0 0 0 0,1-1 1 0 0,-1 1-1 0 0,0 0 0 0 0,1 0 1 0 0,-1 0-1 0 0,0 0 0 0 0,-1 0 0 0 0,1 0 1 0 0,0 0-1 0 0,0 1 0 0 0,-1-1 0 0 0,0 0 1 0 0,1 3-1 0 0,-1-1-55 0 0,0-1-1 0 0,0 0 1 0 0,-1 0-1 0 0,1 1 1 0 0,-1-1-1 0 0,1 0 1 0 0,-1 0 0 0 0,0 0-1 0 0,-2 4 1 0 0,-2 9-5 0 0,2-7-54 0 0,-1 0-1 0 0,1-1 1 0 0,-1 1-1 0 0,-7 9 0 0 0,-5 11-198 0 0,0 4-757 0 0,-24 33 0 0 0,7-13-55 0 0,25-40 874 0 0,7-11-2 0 0,2 0-628 0 0,3 4 779 0 0,-1-2 103 0 0,0-1 1 0 0,0 1-1 0 0,0-1 1 0 0,0 1 0 0 0,4 2-1 0 0,-6-5-38 0 0,0 0-1 0 0,0 0 1 0 0,0-1-1 0 0,1 1 1 0 0,-1-1 0 0 0,0 1-1 0 0,0-1 1 0 0,0 1-1 0 0,1-1 1 0 0,-1 0-1 0 0,0 1 1 0 0,0-1 0 0 0,1 0-1 0 0,-1 0 1 0 0,0 0-1 0 0,0 0 1 0 0,1 0-1 0 0,-1 0 1 0 0,0 0 0 0 0,0-1-1 0 0,1 1 1 0 0,-1 0-1 0 0,0-1 1 0 0,0 1 0 0 0,2-1-1 0 0,35-17 156 0 0,16-7-35 0 0,26-23-16 0 0,-66 43-654 0 0,-13 5 323 0 0,1-1 0 0 0,0 1 0 0 0,0-1 1 0 0,-1 0-1 0 0,1 0 0 0 0,-1 1 0 0 0,1-1 0 0 0,-1 0 0 0 0,1 0 1 0 0,-1 0-1 0 0,1-1 0 0 0,1-1 0 0 0,-2 2-927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6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84 1840 0 0,'11'-24'140'0'0,"-10"20"50"0"0,1 1 0 0 0,-1-1 0 0 0,1 1 0 0 0,0 0 0 0 0,0-1 1 0 0,0 1-1 0 0,0 0 0 0 0,0 0 0 0 0,1 0 0 0 0,-1 0 0 0 0,7-4 2537 0 0,-4-1 2460 0 0,3-1-1020 0 0,-9 11-3738 0 0,-25 76 1299 0 0,16-52-1455 0 0,-1 3-65 0 0,0 0 0 0 0,-10 53 0 0 0,12-32-173 0 0,-13 123 59 0 0,22-156-94 0 0,0 1 0 0 0,7 32 0 0 0,-2-8 0 0 0,-1-21 0 0 0,0-1 0 0 0,1 0 0 0 0,14 35 0 0 0,-7-20 0 0 0,-9-26-9 0 0,0-1-1 0 0,0 0 1 0 0,0 0 0 0 0,1 0-1 0 0,1-1 1 0 0,-1 1-1 0 0,1-1 1 0 0,1 0-1 0 0,8 9 1 0 0,17 19-104 0 0,-24-26 85 0 0,1-1 1 0 0,-1 1 0 0 0,1-2 0 0 0,12 10-1 0 0,14 10 28 0 0,-23-18 0 0 0,0 0 0 0 0,16 9 0 0 0,-23-15 0 0 0,1-1 0 0 0,-1 0 0 0 0,1 0 0 0 0,0 0 0 0 0,0-1 0 0 0,0 0 0 0 0,0 0 0 0 0,0 0 0 0 0,0 0 0 0 0,6-1 0 0 0,35-5 0 0 0,-28 6-478 0 0,-13 0-173 0 0,0-1 1 0 0,0 0-1 0 0,-1 0 0 0 0,1 0 0 0 0,0 0 0 0 0,-1-1 0 0 0,10-2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3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 7456 0 0,'0'0'7429'0'0,"0"0"-7282"0"0,-1 0 0 0 0,1-1 0 0 0,-1 1 0 0 0,1 0 0 0 0,-1 0 0 0 0,1 0 0 0 0,-1 0-1 0 0,1 0 1 0 0,-1 0 0 0 0,1 0 0 0 0,-1 0 0 0 0,0 0 0 0 0,1 0 0 0 0,-1 0 0 0 0,1 0 0 0 0,-1 0 0 0 0,1 1 0 0 0,-1-1 0 0 0,1 0 0 0 0,-1 0 0 0 0,1 1 0 0 0,-1-1 0 0 0,-2 6-95 0 0,1 1 0 0 0,0-1 1 0 0,0 0-1 0 0,0 0 0 0 0,1 1 1 0 0,0-1-1 0 0,0 9 0 0 0,-7 96 88 0 0,8-110-140 0 0,-1 8-86 0 0,1-1-1 0 0,1 1 1 0 0,-1-1-1 0 0,1 0 1 0 0,1 1 0 0 0,2 9-1 0 0,2 4-2387 0 0,-1-11-3254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2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60 10448 0 0,'0'0'480'0'0,"1"-1"-11"0"0,11-33 466 0 0,-12 33-688 0 0,0 0 0 0 0,0 0-1 0 0,1 0 1 0 0,-1 0 0 0 0,0 0 0 0 0,0-1 0 0 0,0 1 0 0 0,0 0 0 0 0,0 0 0 0 0,-1 0 0 0 0,1 0 0 0 0,0-1 0 0 0,0 1 0 0 0,-1 0 0 0 0,1 0 0 0 0,-1 0 0 0 0,1 0 0 0 0,-2-3 1742 0 0,-3 5-1017 0 0,3-1-948 0 0,0 1 0 0 0,-1 0 0 0 0,1 0 0 0 0,0 0 0 0 0,0 0 0 0 0,0 0 0 0 0,0 1 0 0 0,0-1 0 0 0,0 1 0 0 0,0-1 0 0 0,1 1 0 0 0,-4 3 0 0 0,2-1 48 0 0,0 1 0 0 0,0-1 1 0 0,0 1-1 0 0,1 0 0 0 0,-3 6 0 0 0,0 3 65 0 0,1 0 0 0 0,1 0 0 0 0,-3 20 0 0 0,2 0-227 0 0,2 0 0 0 0,1 0 0 0 0,3 36 0 0 0,0-61-36 0 0,0-1-1 0 0,0 1 0 0 0,0-1 1 0 0,1 1-1 0 0,1-1 0 0 0,-1 0 1 0 0,1 0-1 0 0,1 0 0 0 0,-1-1 1 0 0,1 0-1 0 0,7 9 0 0 0,-9-14 107 0 0,-1 1-1 0 0,1-1 0 0 0,0 0 0 0 0,-1 0 0 0 0,1 0 0 0 0,0 0 0 0 0,0-1 0 0 0,0 1 0 0 0,1-1 0 0 0,-1 1 0 0 0,0-1 1 0 0,0 0-1 0 0,1 0 0 0 0,-1-1 0 0 0,1 1 0 0 0,-1-1 0 0 0,1 0 0 0 0,-1 0 0 0 0,0 0 0 0 0,1 0 0 0 0,-1 0 0 0 0,1-1 1 0 0,-1 0-1 0 0,1 1 0 0 0,-1-1 0 0 0,0 0 0 0 0,0-1 0 0 0,1 1 0 0 0,-1-1 0 0 0,0 1 0 0 0,0-1 0 0 0,0 0 0 0 0,-1 0 1 0 0,1 0-1 0 0,0-1 0 0 0,-1 1 0 0 0,1-1 0 0 0,-1 1 0 0 0,0-1 0 0 0,0 0 0 0 0,0 0 0 0 0,0 0 0 0 0,2-5 0 0 0,1-4 372 0 0,0 0-1 0 0,0-1 0 0 0,-2 0 0 0 0,1 1 0 0 0,-2-1 0 0 0,0 0 0 0 0,0 0 0 0 0,-1-25 0 0 0,-1 26-177 0 0,-2 16 100 0 0,1 19 90 0 0,2-17-365 0 0,8 60-245 0 0,-8-59 195 0 0,1 1 1 0 0,0-1 0 0 0,1 0 0 0 0,0 0 0 0 0,0-1 0 0 0,8 13-1 0 0,-7-12-46 0 0,0-1 0 0 0,1 0-1 0 0,-1-1 1 0 0,1 1 0 0 0,0-1 0 0 0,1 0-1 0 0,-1-1 1 0 0,1 1 0 0 0,0-1 0 0 0,0 0-1 0 0,1 0 1 0 0,-1-1 0 0 0,9 3-1 0 0,-13-5 87 0 0,1-1-1 0 0,0 1 0 0 0,-1-1 1 0 0,1 0-1 0 0,0 0 0 0 0,-1 0 1 0 0,1 0-1 0 0,3-1 0 0 0,-1 0-6 0 0,2 1 12 0 0,-1-2 0 0 0,13-3-1 0 0,-17 5 22 0 0,1-1-1 0 0,-1 0 0 0 0,0 0 0 0 0,1 0 1 0 0,-1 0-1 0 0,0-1 0 0 0,0 1 0 0 0,0-1 1 0 0,0 1-1 0 0,3-4 0 0 0,2-3 83 0 0,-6 7-45 0 0,1-1 1 0 0,0 0-1 0 0,-1 1 0 0 0,1-1 0 0 0,-1 0 0 0 0,0 0 0 0 0,0 0 1 0 0,0 0-1 0 0,1-3 0 0 0,5-11 379 0 0,-5 11-274 0 0,0 0 1 0 0,-1 1 0 0 0,1-1-1 0 0,-1 0 1 0 0,0 0-1 0 0,0 0 1 0 0,0-8 0 0 0,3-69 1503 0 0,-3 74-1588 0 0,-1 0 1 0 0,-2-15 0 0 0,-1-6 65 0 0,2 14-71 0 0,0 0-1 0 0,-1-1 1 0 0,-1 1 0 0 0,-8-22 0 0 0,10 31-83 0 0,-1 0 0 0 0,0 0 0 0 0,-1 1 0 0 0,1-1 0 0 0,-1 1 0 0 0,0-1 0 0 0,-1 1 0 0 0,-4-6 0 0 0,6 10-168 0 0,-12 7-2494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2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 11376 0 0,'0'0'1133'0'0,"-1"1"-1076"0"0,1-1 0 0 0,0 0-1 0 0,-1 0 1 0 0,1 0 0 0 0,-1 0 0 0 0,1 0-1 0 0,-1 0 1 0 0,1 0 0 0 0,-1 0 0 0 0,1 0 0 0 0,-1 0-1 0 0,1 0 1 0 0,-1 0 0 0 0,1 0 0 0 0,0 0-1 0 0,-2-1 1 0 0,-5-1 5155 0 0,7 3-5084 0 0,-1-1 0 0 0,1 0 0 0 0,-1 0 0 0 0,0 1 0 0 0,1-1 0 0 0,-1 1-1 0 0,1-1 1 0 0,-1 0 0 0 0,0 1 0 0 0,1-1 0 0 0,-1 1 0 0 0,1-1-1 0 0,0 1 1 0 0,-1 0 0 0 0,0 1-115 0 0,0-1-1 0 0,0 0 1 0 0,0 1-1 0 0,0-1 0 0 0,1 1 1 0 0,-1-1-1 0 0,1 1 1 0 0,-1-1-1 0 0,1 3 1 0 0,-5 15 961 0 0,5-17-696 0 0,0 1-182 0 0,3 51-83 0 0,-1-24-16 0 0,-3-15 3 0 0,-3 31 0 0 0,3-12 0 0 0,1-28 0 0 0,0-1 0 0 0,0 1 0 0 0,-1 0 0 0 0,0 0 0 0 0,0-1 0 0 0,0 1 0 0 0,-3 7 0 0 0,2-5-156 0 0,-1-1-1 0 0,1 1 1 0 0,0 0-1 0 0,1 0 0 0 0,-1-1 1 0 0,1 10-1 0 0,1-16 77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5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26 163 13040 0 0,'0'0'633'0'0,"0"-2"-278"0"0,0-24 209 0 0,-2 15 1659 0 0,2 11-2185 0 0,0 0 1 0 0,0 0 0 0 0,0 0 0 0 0,0 0 0 0 0,0 0-1 0 0,0 0 1 0 0,0-1 0 0 0,0 1 0 0 0,0 0 0 0 0,0 0-1 0 0,0 0 1 0 0,0 0 0 0 0,0 0 0 0 0,0 0 0 0 0,0 0-1 0 0,0 0 1 0 0,0 0 0 0 0,0 0 0 0 0,-1 0 0 0 0,1 0-1 0 0,0 0 1 0 0,0 0 0 0 0,0 0 0 0 0,0 0 0 0 0,0 0 0 0 0,0 0-1 0 0,0 0 1 0 0,0 0 0 0 0,0 0 0 0 0,0 0 0 0 0,0 0-1 0 0,0 0 1 0 0,0 0 0 0 0,-1 0 0 0 0,1 0 0 0 0,0 0-1 0 0,0 0 1 0 0,0 0 0 0 0,0 0 0 0 0,0 0 0 0 0,0 0-1 0 0,0 0 1 0 0,0 0 0 0 0,0 0 0 0 0,0 0 0 0 0,0 0-1 0 0,0 0 1 0 0,0 1 0 0 0,0-1 0 0 0,0 0 0 0 0,0 0-1 0 0,0 0 1 0 0,0 0 0 0 0,0 0 0 0 0,-1 0 0 0 0,1 0-1 0 0,0 0 1 0 0,0 0 0 0 0,-7 18 992 0 0,5-13-1010 0 0,1 0 1 0 0,1 1-1 0 0,-1 7 0 0 0,-1 3-10 0 0,-3 66-11 0 0,4-70-126 0 0,0 1 1 0 0,1 0-1 0 0,2 18 0 0 0,-2-26 67 0 0,1 1 1 0 0,0-1 0 0 0,1 1-1 0 0,-1-1 1 0 0,1 1 0 0 0,0-1-1 0 0,0 0 1 0 0,0 0 0 0 0,1 0-1 0 0,3 5 1 0 0,4 3-235 0 0,-9-11 200 0 0,1 1-1 0 0,-1-1 0 0 0,1 1 1 0 0,0-1-1 0 0,0 0 1 0 0,0 0-1 0 0,0 0 1 0 0,0 0-1 0 0,1 0 0 0 0,-1 0 1 0 0,1 0-1 0 0,-1-1 1 0 0,1 1-1 0 0,-1-1 1 0 0,1 0-1 0 0,0 0 0 0 0,3 1 1 0 0,11 2-279 0 0,-15-4 226 0 0,3-3 229 0 0,-1 0-1 0 0,0 0 0 0 0,0 0 0 0 0,0-1 0 0 0,0 0 0 0 0,-1 1 0 0 0,1-1 0 0 0,-1 0 0 0 0,0-1 1 0 0,0 1-1 0 0,-1 0 0 0 0,3-6 0 0 0,-4 6 92 0 0,1-1 0 0 0,-1 1 0 0 0,0 0-1 0 0,-1-1 1 0 0,1 1 0 0 0,-1-1 0 0 0,0 1 0 0 0,0-1 0 0 0,0 1 0 0 0,-1-1 0 0 0,1 1 0 0 0,-3-7-1 0 0,3 1 200 0 0,0 9-257 0 0,0 0 0 0 0,0 0 0 0 0,0 0 0 0 0,0 0 0 0 0,0 0 0 0 0,0 0 0 0 0,0 0 0 0 0,0 0 0 0 0,0 0 0 0 0,0 0-1 0 0,0 0 1 0 0,-1 0 0 0 0,0-1 0 0 0,1 2-114 0 0,0-1-1 0 0,0 1 0 0 0,0 0 0 0 0,0 0 0 0 0,0 0 1 0 0,0 0-1 0 0,0-1 0 0 0,0 1 0 0 0,0 0 1 0 0,-1 0-1 0 0,1 0 0 0 0,0 0 0 0 0,0-1 0 0 0,0 1 1 0 0,0 0-1 0 0,0 0 0 0 0,0 0 0 0 0,-1 0 1 0 0,1 0-1 0 0,0 0 0 0 0,0 0 0 0 0,0 0 0 0 0,0-1 1 0 0,-1 1-1 0 0,1 0 0 0 0,0 0 0 0 0,0 0 1 0 0,0 0-1 0 0,0 0 0 0 0,-1 0 0 0 0,1 0 1 0 0,0 0-1 0 0,0 0 0 0 0,0 0 0 0 0,-1 0 0 0 0,1 0 1 0 0,0 0-1 0 0,0 0 0 0 0,0 0 0 0 0,0 0 1 0 0,-1 1-1 0 0,1-1 0 0 0,0 0 0 0 0,0 0 0 0 0,0 0 1 0 0,0 0-1 0 0,-1 0 0 0 0,1 0 0 0 0,0 0 1 0 0,0 1-1 0 0,0-1 0 0 0,0 0 0 0 0,0 0 0 0 0,0 0 1 0 0,-1 0-1 0 0,-2 6-46 0 0,2 1 44 0 0,0-1-1 0 0,0 1 0 0 0,0 0 0 0 0,1-1 1 0 0,0 1-1 0 0,0 0 0 0 0,0-1 1 0 0,2 8-1 0 0,-1-5 60 0 0,0-4-126 0 0,1 0 0 0 0,-1-1 0 0 0,1 1-1 0 0,0-1 1 0 0,0 1 0 0 0,0-1 0 0 0,0 1 0 0 0,1-1 0 0 0,0 0 0 0 0,0 0-1 0 0,0-1 1 0 0,0 1 0 0 0,1 0 0 0 0,-1-1 0 0 0,1 0 0 0 0,0 0 0 0 0,5 3-1 0 0,8 6-151 0 0,-15-10 188 0 0,-1 0 1 0 0,1-1-1 0 0,0 0 1 0 0,0 1-1 0 0,0-1 1 0 0,0 0-1 0 0,0 0 1 0 0,0 0-1 0 0,0 0 1 0 0,0-1-1 0 0,0 1 1 0 0,0-1-1 0 0,1 1 1 0 0,-1-1-1 0 0,0 1 1 0 0,4-1-1 0 0,-4 0 10 0 0,1 0 0 0 0,0 0 0 0 0,0 0 0 0 0,-1 0 0 0 0,1-1-1 0 0,0 1 1 0 0,0-1 0 0 0,-1 1 0 0 0,1-1 0 0 0,-1 0 0 0 0,1 0 0 0 0,3-2-1 0 0,21-11 58 0 0,-23 12-12 0 0,1 1 0 0 0,-1-1 0 0 0,0-1 0 0 0,0 1-1 0 0,-1 0 1 0 0,5-4 0 0 0,-1 0 170 0 0,1-1 0 0 0,-1 0 1 0 0,-1 0-1 0 0,1-1 0 0 0,-1 0 0 0 0,-1 0 1 0 0,1 0-1 0 0,-1-1 0 0 0,-1 1 0 0 0,6-15 0 0 0,-3 2 230 0 0,-3 5-31 0 0,1 1 1 0 0,3-29-1 0 0,-3-64 528 0 0,-6 91-773 0 0,0-1 1 0 0,-1 0-1 0 0,-1 1 0 0 0,-5-19 0 0 0,7 33-186 0 0,0-1 0 0 0,-1 0-1 0 0,1 1 1 0 0,-1-1 0 0 0,0 1-1 0 0,0 0 1 0 0,0-1 0 0 0,-1 1-1 0 0,1 0 1 0 0,-1 0 0 0 0,-3-3-1 0 0,3 8-2756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7368 0 0,'0'-2'229'0'0,"1"-1"-1"0"0,-1 1 1 0 0,1 0 0 0 0,-1 0 0 0 0,1-1 0 0 0,0 1 0 0 0,0 0-1 0 0,2-2 1 0 0,3-10 3224 0 0,-5 12-3168 0 0,-1 1 1 0 0,1-1-1 0 0,0 1 1 0 0,0 0-1 0 0,0-1 1 0 0,0 1 0 0 0,0 0-1 0 0,1 0 1 0 0,1-2-1 0 0,2-2 1578 0 0,-4 3-1593 0 0,0 0 0 0 0,1 1 0 0 0,-1-1-1 0 0,0 1 1 0 0,0-1 0 0 0,1 1 0 0 0,2-3 0 0 0,15-12 1394 0 0,-16 17-1557 0 0,0 0 0 0 0,0 1 0 0 0,0 0 0 0 0,0 0 0 0 0,3 2 0 0 0,-1 3-43 0 0,-4-5-67 0 0,0 0-1 0 0,0-1 0 0 0,0 1 0 0 0,0 0 1 0 0,0-1-1 0 0,0 1 0 0 0,-1 0 0 0 0,1 0 1 0 0,-1 0-1 0 0,1 0 0 0 0,-1 0 0 0 0,0 0 1 0 0,0 0-1 0 0,0 0 0 0 0,0 0 1 0 0,0-1-1 0 0,0 1 0 0 0,0 0 0 0 0,-1 0 1 0 0,1 0-1 0 0,-1 0 0 0 0,1 0 0 0 0,-2 3 1 0 0,-2 7-106 0 0,1 7-59 0 0,3-16 119 0 0,0 0 0 0 0,-1 1 0 0 0,1-1 0 0 0,-1 0 0 0 0,0 1 1 0 0,0-1-1 0 0,0 0 0 0 0,0 0 0 0 0,0 0 0 0 0,-4 6 0 0 0,0-2-179 0 0,0 1 0 0 0,1 0 0 0 0,-5 12 0 0 0,-6 12-588 0 0,13-28 684 0 0,0 0 0 0 0,1 0-1 0 0,-1-1 1 0 0,1 1-1 0 0,-1 7 1 0 0,-3 8-432 0 0,5-17 492 0 0,-1-1-1 0 0,1 1 1 0 0,0-1 0 0 0,-1 1 0 0 0,1-1 0 0 0,0 1 0 0 0,0-1 0 0 0,0 1-1 0 0,0-1 1 0 0,0 1 0 0 0,1 1 0 0 0,-1-1-288 0 0,2-1 344 0 0,0 0-1 0 0,0 0 0 0 0,-1 0 0 0 0,1 0 1 0 0,0 0-1 0 0,4 1 0 0 0,-4-2 14 0 0,2 2 16 0 0,-1-1 0 0 0,1-1 0 0 0,0 1 0 0 0,0-1-1 0 0,0 1 1 0 0,0-1 0 0 0,0 0 0 0 0,0 0 0 0 0,0-1-1 0 0,0 1 1 0 0,0-1 0 0 0,0 0 0 0 0,0 0 0 0 0,5-2-1 0 0,0-1 27 0 0,0-1-1 0 0,0 0 1 0 0,0 0-1 0 0,11-9 0 0 0,0 1-30 0 0,-16 11-14 0 0,0 0-1 0 0,-1 0 1 0 0,1-1 0 0 0,-1 1-1 0 0,0-1 1 0 0,6-5-1 0 0,-5 3-164 0 0,1 1-1 0 0,10-9 1 0 0,-11 10-22 0 0,0 0-1 0 0,-1 0 1 0 0,1 0 0 0 0,5-7 0 0 0,5-6-2032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6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74 1840 0 0,'0'0'2952'0'0,"-1"1"-2577"0"0,0-1-287 0 0,0 1 0 0 0,-1-1 0 0 0,1 1 0 0 0,0-1 0 0 0,0 0 0 0 0,0 0 0 0 0,0 1 0 0 0,0-1 0 0 0,-1 0 0 0 0,1 0 0 0 0,0 0 0 0 0,0 0 0 0 0,0 0 0 0 0,0 0 0 0 0,-1-1 0 0 0,1 1 1 0 0,0 0-1 0 0,0-1 0 0 0,0 1 0 0 0,-2-1 0 0 0,1 0 128 0 0,-1 1-1 0 0,0-1 1 0 0,1 1 0 0 0,-1 0 0 0 0,1 0 0 0 0,-1 0 0 0 0,1 0 0 0 0,-4 1-1 0 0,3-1 19 0 0,0 0 0 0 0,0 0 0 0 0,0 0-1 0 0,1 0 1 0 0,-6-1 0 0 0,-33-4 3359 0 0,30 8 2092 0 0,38-3-5241 0 0,20 0 150 0 0,74-8 0 0 0,-68 2-402 0 0,21-4 208 0 0,-60 8-328 0 0,21-1 0 0 0,3 0-89 0 0,-10-1-58 0 0,42 0-1 0 0,-38 2 88 0 0,1-1 0 0 0,-1-2 0 0 0,32-9 0 0 0,-40 11-549 0 0,-20 3 156 0 0,-1 0 0 0 0,1 0 0 0 0,-1 0-1 0 0,0-1 1 0 0,0 0 0 0 0,5-1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52 3224 0 0,'1'-2'240'0'0,"5"-10"-277"0"0,-5 10 701 0 0,0 1-1 0 0,-1-1 1 0 0,1 0 0 0 0,-1 0-1 0 0,1 0 1 0 0,-1 0 0 0 0,1 0-1 0 0,-1 0 1 0 0,0 0 0 0 0,0 0-1 0 0,0 0 1 0 0,0 0 0 0 0,-1 0 0 0 0,0-5 1403 0 0,0 7-1955 0 0,1-1 0 0 0,-1 1 1 0 0,0-1-1 0 0,1 1 0 0 0,-1 0 0 0 0,0 0 0 0 0,1-1 0 0 0,-1 1 0 0 0,0 0 1 0 0,0 0-1 0 0,1 0 0 0 0,-1 0 0 0 0,0 0 0 0 0,1 0 0 0 0,-1 0 0 0 0,0 0 0 0 0,0 0 1 0 0,1 0-1 0 0,-2 0 0 0 0,-1 1 54 0 0,-1 1 0 0 0,1-1 0 0 0,0 1 0 0 0,-1 0 0 0 0,1 0 1 0 0,0 0-1 0 0,0 0 0 0 0,1 1 0 0 0,-6 4 0 0 0,-5 8-10 0 0,0 0 0 0 0,1 1 0 0 0,1 1 0 0 0,0 0 0 0 0,-13 29 0 0 0,-8 25-123 0 0,-2 4-13 0 0,19-43-20 0 0,2 1 0 0 0,1 0 0 0 0,1 1 0 0 0,2 0 0 0 0,-7 55 0 0 0,14-74 0 0 0,0 1 0 0 0,1-1 0 0 0,1 1 0 0 0,0 0 0 0 0,1-1 0 0 0,1 1 0 0 0,1-1 0 0 0,0 1 0 0 0,1-1 0 0 0,0 0 0 0 0,1 0 0 0 0,1-1 0 0 0,1 1 0 0 0,8 13 0 0 0,-7-17-9 0 0,0 0 0 0 0,1 0 0 0 0,0-1 0 0 0,1 0 0 0 0,0-1 0 0 0,0 0 0 0 0,1-1 0 0 0,1 0 0 0 0,15 9 0 0 0,-4-6-5 0 0,0 0 1 0 0,1-2 0 0 0,45 12-1 0 0,-58-19 14 0 0,-6 0 0 0 0,1 0 0 0 0,-1-1 0 0 0,0 0 0 0 0,1-1 0 0 0,-1 1 0 0 0,0-1 0 0 0,1 0 0 0 0,-1 0 0 0 0,7-2 0 0 0,-3 2 3 0 0,9 1-16 0 0,-17-1-58 0 0,7-6-1404 0 0,-8 6 1332 0 0,1 0-1 0 0,0 0 1 0 0,-1-1-1 0 0,1 1 1 0 0,-1 0-1 0 0,1-1 0 0 0,0 1 1 0 0,-1 0-1 0 0,1-1 1 0 0,-1 1-1 0 0,1-1 0 0 0,-1 1 1 0 0,0-1-1 0 0,1 1 1 0 0,0-2-1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1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36 111 5528 0 0,'0'0'422'0'0,"-1"-1"-68"0"0,1 0 25 0 0,-1-1 1 0 0,1 1-1 0 0,0-1 0 0 0,-1 1 1 0 0,1 0-1 0 0,0-1 1 0 0,0 1-1 0 0,0-1 0 0 0,0 1 1 0 0,0-1-1 0 0,0 1 1 0 0,0-1-1 0 0,1 1 0 0 0,-1-2 1 0 0,2-12 2591 0 0,-4 9-898 0 0,-2 9 282 0 0,-3 12-1247 0 0,-5 24-623 0 0,10-30-458 0 0,0 0-1 0 0,0 1 0 0 0,1-1 1 0 0,0 10-1 0 0,-1 10 6 0 0,2-17-124 0 0,0 0-1 0 0,1 0 0 0 0,1 0 1 0 0,6 21-1 0 0,-7-25 52 0 0,0-4-57 0 0,0-1 0 0 0,1 1 0 0 0,-1-1 0 0 0,0 0 0 0 0,1 0 0 0 0,0 1 0 0 0,0-1 0 0 0,0 0 0 0 0,0-1 0 0 0,0 1 0 0 0,5 4 0 0 0,-4-5 4 0 0,1 0-1 0 0,0 0 0 0 0,0-1 0 0 0,-1 0 0 0 0,1 1 0 0 0,0-1 1 0 0,0 0-1 0 0,1-1 0 0 0,-1 1 0 0 0,0-1 0 0 0,0 0 0 0 0,0 0 0 0 0,0 0 1 0 0,7-2-1 0 0,-4 0-16 0 0,1-1-1 0 0,-1 0 1 0 0,0 0 0 0 0,0-1 0 0 0,0 0-1 0 0,0 0 1 0 0,-1 0 0 0 0,9-8-1 0 0,5-4 138 0 0,-16 14 22 0 0,0-1 0 0 0,0 0 0 0 0,0 0 0 0 0,-1 0 0 0 0,1 0 0 0 0,2-5 0 0 0,-4 6 62 0 0,0-1 1 0 0,-1 1-1 0 0,1 0 0 0 0,-1-1 1 0 0,0 0-1 0 0,0 1 1 0 0,0-1-1 0 0,0 0 0 0 0,0 0 1 0 0,-1 1-1 0 0,1-1 1 0 0,-1 0-1 0 0,0 0 0 0 0,0 0 1 0 0,0 0-1 0 0,0-4 1 0 0,0 0 501 0 0,-1 0-206 0 0,-1 14 152 0 0,1 15-239 0 0,2-17-289 0 0,0 0-1 0 0,0 0 1 0 0,-1 0 0 0 0,1 6 0 0 0,-1-10-41 0 0,0 1 0 0 0,0-1-1 0 0,1 1 1 0 0,-1-1 0 0 0,0 1 0 0 0,1-1-1 0 0,0 0 1 0 0,-1 1 0 0 0,1-1 0 0 0,0 0-1 0 0,-1 0 1 0 0,1 1 0 0 0,0-1 0 0 0,0 0 0 0 0,0 0-1 0 0,0 0 1 0 0,0 0 0 0 0,0 0 0 0 0,0 0-1 0 0,1 0 1 0 0,-1 0 0 0 0,0-1 0 0 0,1 1-1 0 0,1 0 1 0 0,2 3 1 0 0,19 8 10 0 0,-13-11 0 0 0,-3-1 0 0 0,-4 0-7 0 0,-1 1 0 0 0,1-1-1 0 0,0 1 1 0 0,0-1 0 0 0,-1-1 0 0 0,1 1-1 0 0,0 0 1 0 0,0-1 0 0 0,-1 0-1 0 0,1 0 1 0 0,-1 0 0 0 0,1 0-1 0 0,0 0 1 0 0,-1-1 0 0 0,0 0 0 0 0,1 1-1 0 0,-1-1 1 0 0,5-4 0 0 0,2-2 4 0 0,-7 6 94 0 0,0 0-1 0 0,-1-1 0 0 0,1 1 1 0 0,-1 0-1 0 0,0-1 0 0 0,1 1 1 0 0,-1-1-1 0 0,3-5 0 0 0,-1 0 168 0 0,-2 5-175 0 0,-1 0 0 0 0,1 0 0 0 0,-1-1 1 0 0,0 1-1 0 0,0 0 0 0 0,1-5 0 0 0,-1 2 0 0 0,1-3 114 0 0,0-1 0 0 0,-1 1 0 0 0,0-1 1 0 0,0 1-1 0 0,-1-1 0 0 0,0 1 0 0 0,-1 0 0 0 0,-2-14 1 0 0,-4-6-157 0 0,6 20-32 0 0,-1 1 0 0 0,0 0 1 0 0,-4-9-1 0 0,3 13-18 0 0,2-1-28 0 0,0-15-26 0 0,1 7-469 0 0,0 7-3411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2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11024 0 0,'0'0'1001'0'0,"8"-1"-666"0"0,-6 0-79 0 0,0 0 1 0 0,0-1-1 0 0,-1 1 0 0 0,1 0 1 0 0,0-1-1 0 0,-1 1 1 0 0,3-3-1 0 0,7-6 1270 0 0,0 2-256 0 0,-1 0 1 0 0,17-18-1 0 0,-20 18-755 0 0,-2 6-257 0 0,-1-1-1 0 0,1 0 0 0 0,0 1 0 0 0,0 0 0 0 0,7-2 0 0 0,-6 2-73 0 0,-4 1-39 0 0,-1 1-66 0 0,1 0-56 0 0,13-2 83 0 0,2 6-31 0 0,-8 2-32 0 0,-8-4-43 0 0,0-1 1 0 0,0 0 0 0 0,0 1 0 0 0,0-1 0 0 0,0 1 0 0 0,-1-1 0 0 0,1 1-1 0 0,0-1 1 0 0,-1 1 0 0 0,1 0 0 0 0,-1-1 0 0 0,0 1 0 0 0,1-1 0 0 0,-1 1-1 0 0,0 0 1 0 0,0 0 0 0 0,0-1 0 0 0,0 4 0 0 0,-2 0-6 0 0,1 1 0 0 0,-1 0-1 0 0,1-1 1 0 0,-4 6 0 0 0,-3 11-251 0 0,4-11 12 0 0,0 1-1 0 0,0-1 0 0 0,-1 0 1 0 0,-1-1-1 0 0,-7 12 0 0 0,12-19 206 0 0,0 0-1 0 0,0 0 0 0 0,1 0 1 0 0,-1 0-1 0 0,1 0 0 0 0,0 0 1 0 0,0 1-1 0 0,0-1 0 0 0,0 3 1 0 0,0 0-19 0 0,0-4-8 0 0,1-4-51 0 0,10-7 170 0 0,1 0-1 0 0,21-13 1 0 0,3-3 250 0 0,-33 23-285 0 0,-1 1 0 0 0,0-1 0 0 0,1 1-1 0 0,-1 0 1 0 0,1 0 0 0 0,-1 0-1 0 0,1 0 1 0 0,4-1 0 0 0,5-1 25 0 0,-10 2 106 0 0,-1 4-7 0 0,0-3-135 0 0,-1 1 1 0 0,1-1-1 0 0,0 0 0 0 0,0 1 1 0 0,0-1-1 0 0,-1 1 1 0 0,1-1-1 0 0,0 1 0 0 0,-1 0 1 0 0,1-1-1 0 0,0 1 1 0 0,-1 0-1 0 0,1-1 1 0 0,-1 1-1 0 0,1 1 0 0 0,2 2 26 0 0,0 0-1 0 0,-1 0 1 0 0,0 0-1 0 0,0 1 1 0 0,0-1-1 0 0,0 1 1 0 0,-1-1-1 0 0,0 1 1 0 0,0 0 0 0 0,0-1-1 0 0,-1 1 1 0 0,1 0-1 0 0,-1 5 1 0 0,0-2 10 0 0,-1-1 0 0 0,1 1 0 0 0,-2-1 1 0 0,1 1-1 0 0,-1-1 0 0 0,0 0 0 0 0,-6 14 1 0 0,4-13-154 0 0,-1 1 1 0 0,-7 8 0 0 0,2-2-89 0 0,-1-1 33 0 0,7-10 81 0 0,1 0 0 0 0,0 0-1 0 0,0 1 1 0 0,-4 7 0 0 0,-10 18-1246 0 0,16-28 684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2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80 8752 0 0,'-1'-1'71'0'0,"1"0"1"0"0,-1-1-1 0 0,1 1 1 0 0,-1 0-1 0 0,1 0 1 0 0,-1-1-1 0 0,1 1 1 0 0,0 0-1 0 0,-1-1 1 0 0,1 1-1 0 0,0-1 1 0 0,0 0-1 0 0,0 1-56 0 0,0-1-1 0 0,0 1 0 0 0,0 0 0 0 0,0 0 1 0 0,-1 0-1 0 0,1 0 0 0 0,0-1 1 0 0,-1 1-1 0 0,1 0 0 0 0,0 0 1 0 0,-2-2-1 0 0,2 3 112 0 0,-1-1 0 0 0,1 0-1 0 0,0 0 1 0 0,-1 0 0 0 0,1 0 0 0 0,0 1 0 0 0,0-1-1 0 0,0 0 1 0 0,0 0 0 0 0,0 0 0 0 0,0 0-1 0 0,0 0 1 0 0,0 0 0 0 0,0 1 0 0 0,1-2 0 0 0,-1-6 4056 0 0,0 7-4078 0 0,0 0 0 0 0,0 0 1 0 0,0-1-1 0 0,0 1 0 0 0,0 0 1 0 0,1 0-1 0 0,-1 0 1 0 0,0 0-1 0 0,0 0 0 0 0,1 0 1 0 0,-1 0-1 0 0,1 0 1 0 0,-1 0-1 0 0,1 0 0 0 0,-1 0 1 0 0,1 0-1 0 0,0 0 1 0 0,0 0-1 0 0,0-1 0 0 0,1 1 196 0 0,0 1-32 0 0,23 5 354 0 0,-19-5-429 0 0,-1 1-1 0 0,0 0 1 0 0,11 3-1 0 0,-5 0-64 0 0,0 1 0 0 0,-1 1 0 0 0,1 0 0 0 0,-1 0 0 0 0,11 9 0 0 0,-1 2 160 0 0,23 25 0 0 0,-31-28-200 0 0,-1 0 0 0 0,0 0 0 0 0,-1 1-1 0 0,12 25 1 0 0,-11-16 64 0 0,0-1-1 0 0,9 39 1 0 0,-13-38-133 0 0,-2 0 0 0 0,-1 0 1 0 0,1 25-1 0 0,-4-34-9 0 0,-1 1 0 0 0,-1 0 1 0 0,-1-1-1 0 0,0 1 0 0 0,-7 27 0 0 0,7-37-10 0 0,-1 6 0 0 0,-1-1 0 0 0,1 0 0 0 0,-2 0 0 0 0,0-1 0 0 0,-9 16 0 0 0,4-12-16 0 0,0 0-1 0 0,-1-1 1 0 0,0 0 0 0 0,-1-1-1 0 0,-27 21 1 0 0,18-16-54 0 0,11-10 10 0 0,0 1-1 0 0,-17 9 1 0 0,-74 41-480 0 0,87-52 410 0 0,-40 24-932 0 0,53-29 969 0 0,-1-1-1 0 0,1 1 1 0 0,0 0 0 0 0,-1 0-1 0 0,1 0 1 0 0,0 0 0 0 0,0 0-1 0 0,-2 3 1 0 0,2-3-899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2304 0 0,'0'0'11968'0'0,"1"1"-11448"0"0,0 1-367 0 0,0-1 0 0 0,1 0 0 0 0,-1 1 1 0 0,1-1-1 0 0,0 0 0 0 0,-1 0 0 0 0,1 0 0 0 0,0 0 1 0 0,-1 0-1 0 0,1 0 0 0 0,0 0 0 0 0,0-1 1 0 0,0 1-1 0 0,4 0 0 0 0,33 5 554 0 0,-28-5-521 0 0,8 2 33 0 0,-14-2-153 0 0,0 0 1 0 0,0 0-1 0 0,0-1 0 0 0,0 1 0 0 0,6-1 0 0 0,77-9 658 0 0,93-21 0 0 0,-140 26-496 0 0,-30 4-207 0 0,0-1 0 0 0,13-3 0 0 0,150-42-512 0 0,-167 44 44 0 0,-1 0 0 0 0,1 0 0 0 0,8-4 0 0 0,-13 5-215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4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15 9760 0 0,'0'0'446'0'0,"-1"0"-10"0"0,0-1-411 0 0,0 0 0 0 0,0 0-1 0 0,0 0 1 0 0,0 0-1 0 0,0 0 1 0 0,-1 0 0 0 0,1 1-1 0 0,0-1 1 0 0,0 0 0 0 0,-1 1-1 0 0,1-1 1 0 0,0 1-1 0 0,-1 0 1 0 0,1-1 0 0 0,0 1-1 0 0,-1 0 1 0 0,1 0 0 0 0,-3 0-1 0 0,3 0 71 0 0,0 0 0 0 0,1 0 0 0 0,-1 0 0 0 0,0 0 0 0 0,0 0 0 0 0,1 0 1 0 0,-1 0-1 0 0,0-1 0 0 0,0 1 0 0 0,1 0 0 0 0,-1 0 0 0 0,0-1 0 0 0,1 1 0 0 0,-1 0 0 0 0,0-1 0 0 0,1 1 0 0 0,-9 0 7094 0 0,18 8-6879 0 0,-9-8-304 0 0,0 0 0 0 0,0 0 0 0 0,1 0 0 0 0,-1 0 0 0 0,0 0 0 0 0,0 0 0 0 0,0 0 0 0 0,0 0 0 0 0,0 0 0 0 0,0 0 0 0 0,0 0 0 0 0,0 0 0 0 0,0 0 0 0 0,1 1 0 0 0,-1-1 0 0 0,0 0 0 0 0,0 0 0 0 0,0 0 0 0 0,0 0 0 0 0,0 0 0 0 0,0 0 0 0 0,0 0 0 0 0,0 0 0 0 0,0 1 0 0 0,0-1 1 0 0,0 0-1 0 0,0 0 0 0 0,0 0 0 0 0,0 0 0 0 0,0 0 0 0 0,0 0 0 0 0,0 1 0 0 0,0-1 0 0 0,0 0 0 0 0,0 0 0 0 0,0 0 0 0 0,0 0 0 0 0,0 0 0 0 0,0 0 0 0 0,0 0 0 0 0,0 1 0 0 0,-1 0 18 0 0,1 0 0 0 0,0 0 0 0 0,-1 0-1 0 0,1 0 1 0 0,0 0 0 0 0,0 0 0 0 0,0 0 0 0 0,0 0-1 0 0,0 0 1 0 0,0 1 0 0 0,1-1 0 0 0,-1 0 0 0 0,0 0 0 0 0,1 0-1 0 0,-1 0 1 0 0,0 0 0 0 0,1 0 0 0 0,-1 0 0 0 0,1 0 0 0 0,-1 0-1 0 0,1 0 1 0 0,0-1 0 0 0,-1 1 0 0 0,1 0 0 0 0,0 0 0 0 0,0 0-1 0 0,0-1 1 0 0,-1 1 0 0 0,1 0 0 0 0,2 0 0 0 0,-1 1 28 0 0,-1 0 0 0 0,1 0 0 0 0,-1 0 0 0 0,1 0 0 0 0,-1 0 0 0 0,0 0 0 0 0,0 0 0 0 0,0 1 0 0 0,0-1 1 0 0,0 0-1 0 0,-1 1 0 0 0,1-1 0 0 0,0 3 0 0 0,3 10 63 0 0,-1-6-114 0 0,0 0 1 0 0,-1 1 0 0 0,0-1 0 0 0,-1 1 0 0 0,1 14-1 0 0,-2-19-1 0 0,1-1-1 0 0,-1 1 1 0 0,1-1-1 0 0,0 0 1 0 0,2 6-1 0 0,-2-6 4 0 0,1 0 0 0 0,-1 1-1 0 0,0-1 1 0 0,-1 0 0 0 0,1 6 0 0 0,-2 4 39 0 0,1-10-24 0 0,-1 0 0 0 0,1 0-1 0 0,0 0 1 0 0,1 7-1 0 0,4 9 32 0 0,-3-12-29 0 0,0 0 0 0 0,-1 0 0 0 0,1 14-1 0 0,6 45-19 0 0,-8-63 0 0 0,0-1 0 0 0,0 1 0 0 0,1-1 0 0 0,-1 1 0 0 0,1-1 0 0 0,0 1 0 0 0,0-1 0 0 0,0 1 0 0 0,0-1 0 0 0,0 0 0 0 0,1 0 0 0 0,2 5 0 0 0,-4-7 0 0 0,1 0 0 0 0,-1 0 0 0 0,0 0 0 0 0,1-1 0 0 0,-1 1 0 0 0,0 0 0 0 0,0 0 0 0 0,0 0 0 0 0,0 0 0 0 0,0 0 0 0 0,0 0 0 0 0,0 0 0 0 0,0 0 0 0 0,0 0 0 0 0,-1 2 0 0 0,1-2 0 0 0,0-1 0 0 0,0 1 0 0 0,0 0 0 0 0,0 0 0 0 0,0 0 0 0 0,0 0 0 0 0,0 0 0 0 0,0 0 0 0 0,0 0 0 0 0,0-1 0 0 0,0 1 0 0 0,0 0 0 0 0,1 0 0 0 0,-1 1 0 0 0,2 1-22 0 0,-1-1-51 0 0,0-1 0 0 0,0 1-1 0 0,-1 0 1 0 0,1 0 0 0 0,0 0-1 0 0,-1 0 1 0 0,1 2 0 0 0,-1-3 49 0 0,0 0 0 0 0,0-1 1 0 0,0 1-1 0 0,0 0 0 0 0,0 0 1 0 0,-1-1-1 0 0,1 1 0 0 0,0 0 0 0 0,0 0 1 0 0,-1-1-1 0 0,1 1 0 0 0,0 0 1 0 0,-1-1-1 0 0,1 1 0 0 0,-1-1 0 0 0,1 1 1 0 0,-1 0-1 0 0,1-1 0 0 0,-1 1 1 0 0,1-1-1 0 0,-1 1 0 0 0,0-1 0 0 0,1 0 1 0 0,-2 1-1 0 0,-9 6-1198 0 0,4-5-3853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16 155 4608 0 0,'-1'0'20'0'0,"0"0"0"0"0,0 0 1 0 0,0-1-1 0 0,0 1 0 0 0,1-1 0 0 0,-1 1 0 0 0,0-1 1 0 0,0 1-1 0 0,0-1 0 0 0,1 1 0 0 0,-1-1 0 0 0,0 0 1 0 0,1 0-1 0 0,-1 1 0 0 0,1-1 0 0 0,-1 0 1 0 0,0 0-1 0 0,1 1 0 0 0,0-1 0 0 0,-1 0 0 0 0,0-1 1 0 0,1 1-7 0 0,0 0 0 0 0,0 0 1 0 0,0 0-1 0 0,1 0 0 0 0,-1 0 0 0 0,0-1 1 0 0,0 1-1 0 0,0 0 0 0 0,1 0 1 0 0,-1 0-1 0 0,1 0 0 0 0,-1 0 1 0 0,0 0-1 0 0,1 0 0 0 0,0 1 1 0 0,-1-1-1 0 0,1 0 0 0 0,0 0 1 0 0,-1 0-1 0 0,2 0 0 0 0,4-5 539 0 0,-6 6-404 0 0,1-1 1 0 0,0 0-1 0 0,-1 1 0 0 0,1-1 0 0 0,-1 1 0 0 0,1-1 0 0 0,-1 0 0 0 0,1 0 0 0 0,-1 1 0 0 0,1-1 0 0 0,-1 0 0 0 0,1 0 0 0 0,-1 1 0 0 0,0-1 0 0 0,0 0 0 0 0,1 0 1 0 0,-1 0-1 0 0,0 0 0 0 0,0 0 0 0 0,0 1 0 0 0,0-1 0 0 0,0 0 0 0 0,0 0 0 0 0,0 0 0 0 0,0 0 0 0 0,0 0 0 0 0,0 1 0 0 0,-1-1 0 0 0,1-1 0 0 0,-1-1 129 0 0,0 1 0 0 0,1-1 0 0 0,-1 1 0 0 0,1-1 0 0 0,0 1 0 0 0,-1-1 0 0 0,1 0 0 0 0,0 1 0 0 0,1-1 0 0 0,-1 1 0 0 0,0-1 0 0 0,1 0 0 0 0,0 1 0 0 0,-1-1 0 0 0,1 1 0 0 0,0-1 0 0 0,2-3 0 0 0,4-10 1073 0 0,-6 14-1197 0 0,-1 0-1 0 0,1 0 1 0 0,0 1-1 0 0,-1-1 0 0 0,1 0 1 0 0,0 0-1 0 0,0 1 1 0 0,0-1-1 0 0,0 1 0 0 0,0-1 1 0 0,1 1-1 0 0,1-3 1659 0 0,-3 4-1797 0 0,-1 1 0 0 0,1-1 1 0 0,-1 0-1 0 0,1 1 0 0 0,-1-1 0 0 0,1 0 0 0 0,-1 1 0 0 0,1-1 1 0 0,-1 0-1 0 0,1 1 0 0 0,0-1 0 0 0,-1 1 0 0 0,1-1 1 0 0,0 1-1 0 0,-1-1 0 0 0,1 1 0 0 0,0-1 0 0 0,0 1 0 0 0,-1-1 1 0 0,1 1-1 0 0,0-1 0 0 0,0 1 0 0 0,-3 12 95 0 0,3-4-44 0 0,0-7-57 0 0,0 0 1 0 0,0 0-1 0 0,0 0 1 0 0,0 0-1 0 0,0 0 1 0 0,0 0-1 0 0,0-1 1 0 0,-1 1-1 0 0,1 0 1 0 0,-2 3-1 0 0,-1 1 7 0 0,0 1 0 0 0,1-1 0 0 0,0 0 0 0 0,0 1 0 0 0,0 0 0 0 0,1-1 0 0 0,0 1 0 0 0,0 12 0 0 0,-7 69 56 0 0,8-5-88 0 0,0-79-5 0 0,0 0-1 0 0,1 1 1 0 0,-1-1-1 0 0,1 0 1 0 0,0 0-1 0 0,0 1 1 0 0,1-1-1 0 0,2 6 1 0 0,-2-3-56 0 0,1-1 0 0 0,2 13 0 0 0,-4-10 17 0 0,-1-6 18 0 0,1 1 1 0 0,-1-1 0 0 0,1 0 0 0 0,0 0 0 0 0,0 0 0 0 0,0 0 0 0 0,0 1 0 0 0,0-1 0 0 0,1-1 0 0 0,-1 1 0 0 0,1 0 0 0 0,0 0-1 0 0,2 3 1 0 0,26 24-812 0 0,-28-29 811 0 0,-1 0 1 0 0,1 0-1 0 0,0 0 0 0 0,0-1 0 0 0,-1 1 1 0 0,1-1-1 0 0,0 0 0 0 0,0 1 1 0 0,-1-1-1 0 0,1 0 0 0 0,0 0 0 0 0,0 0 1 0 0,0 0-1 0 0,0 0 0 0 0,-1-1 0 0 0,4 0 1 0 0,-4 1 15 0 0,7-2-21 0 0,1-1 0 0 0,-1 0-1 0 0,0 0 1 0 0,0-1-1 0 0,-1 1 1 0 0,1-2 0 0 0,-1 1-1 0 0,1-1 1 0 0,-1-1 0 0 0,7-7-1 0 0,-10 9 75 0 0,0 0-1 0 0,0 0 1 0 0,-1-1-1 0 0,1 0 1 0 0,-1 1-1 0 0,4-11 1 0 0,5-5 226 0 0,-9 15-144 0 0,0 0 0 0 0,0 1 0 0 0,-1-1 0 0 0,1 0 0 0 0,-1 0 0 0 0,0 0 0 0 0,-1-1 0 0 0,1 1 0 0 0,0-10 0 0 0,1-1 163 0 0,-2 14-230 0 0,-1 0 1 0 0,1 1-1 0 0,-1-1 0 0 0,0 0 0 0 0,1 0 0 0 0,-1 0 0 0 0,0 0 0 0 0,0 0 0 0 0,0 0 0 0 0,-1 0 0 0 0,1 0 0 0 0,0 1 0 0 0,-1-1 0 0 0,1 0 0 0 0,-1 0 1 0 0,1 0-1 0 0,-3-2 0 0 0,-1-4 111 0 0,3 7-8 0 0,-1 1 11 0 0,-7 0 50 0 0,7 0 248 0 0,-1 1-250 0 0,3-1-201 0 0,-1 0-1 0 0,0 0 1 0 0,1 0-1 0 0,-1 1 1 0 0,0-1 0 0 0,1 0-1 0 0,-1 1 1 0 0,0-1-1 0 0,1 0 1 0 0,-1 1-1 0 0,1-1 1 0 0,-1 1-1 0 0,1-1 1 0 0,-1 1-1 0 0,1-1 1 0 0,-1 1-1 0 0,1 0 1 0 0,-1-1 0 0 0,1 1-1 0 0,0-1 1 0 0,-1 1-1 0 0,1 0 1 0 0,0 0-1 0 0,0-1 1 0 0,-1 1-1 0 0,1 0 1 0 0,0-1-1 0 0,0 1 1 0 0,0 0-1 0 0,0 0 1 0 0,0-1 0 0 0,0 1-1 0 0,0 0 1 0 0,0-1-1 0 0,0 1 1 0 0,0 0-1 0 0,1 0 1 0 0,-1-1-1 0 0,0 1 1 0 0,1 0-1 0 0,-1 1 2 0 0,0 0 0 0 0,0 0 0 0 0,0 1 0 0 0,0-1 0 0 0,0 0 0 0 0,0 0 0 0 0,0 0 0 0 0,-1 0 0 0 0,0 1 0 0 0,1 0-1 0 0,-1-1-1 0 0,1 0 1 0 0,-1 1-1 0 0,1-1 1 0 0,0 0-1 0 0,0 1 1 0 0,0 2-1 0 0,2 2-33 0 0,0 1-1 0 0,0-1 0 0 0,5 12 1 0 0,-3-11-34 0 0,-1 0 0 0 0,3 14 0 0 0,-5-17 4 0 0,0 0 0 0 0,1 0 0 0 0,0 0 0 0 0,0 0 0 0 0,0-1 0 0 0,0 1 0 0 0,0-1 0 0 0,1 1 0 0 0,3 3 0 0 0,-4-5 31 0 0,0-1-1 0 0,0 0 1 0 0,0-1-1 0 0,0 1 1 0 0,0 0-1 0 0,0 0 1 0 0,0-1-1 0 0,1 0 1 0 0,-1 1-1 0 0,1-1 1 0 0,-1 0-1 0 0,1 0 1 0 0,-1 0-1 0 0,1 0 1 0 0,0-1-1 0 0,-1 1 1 0 0,1-1-1 0 0,5 1 1 0 0,9 0-71 0 0,-13-1 75 0 0,0 0 0 0 0,1 1-1 0 0,-1-2 1 0 0,0 1-1 0 0,7-1 1 0 0,-8 0 24 0 0,0 1 5 0 0,-1-1 0 0 0,1 1 1 0 0,-1-1-1 0 0,1 1 1 0 0,-1-1-1 0 0,0 0 0 0 0,0 0 1 0 0,1 0-1 0 0,-1-1 1 0 0,0 1-1 0 0,0 0 0 0 0,0-1 1 0 0,0 0-1 0 0,0 1 1 0 0,2-4-1 0 0,17-11 82 0 0,-19 14-61 0 0,0 1-1 0 0,0-1 1 0 0,1 1-1 0 0,-1-1 1 0 0,0 0 0 0 0,0 1-1 0 0,0-1 1 0 0,-1 0-1 0 0,1-1 1 0 0,0 1-1 0 0,-1 0 1 0 0,1 0 0 0 0,-1-1-1 0 0,0 1 1 0 0,0-1-1 0 0,0 1 1 0 0,1-4-1 0 0,-1 1 69 0 0,1 1-1 0 0,-1 0 0 0 0,1 0 0 0 0,-1 0 0 0 0,1 0 0 0 0,3-5 1 0 0,-2 5 57 0 0,-1 0 0 0 0,0-1 1 0 0,0 1-1 0 0,0 0 1 0 0,0-1-1 0 0,-1 1 0 0 0,1-6 1 0 0,-2 6-7 0 0,0-1 0 0 0,0 1 0 0 0,0-1 0 0 0,-1 1 0 0 0,-1-7 0 0 0,-1-15 333 0 0,3 21-412 0 0,0 1-1 0 0,0-1 1 0 0,0 1-1 0 0,0-1 1 0 0,-1 0-1 0 0,0 1 1 0 0,0-1-1 0 0,0 1 1 0 0,0 0-1 0 0,-1-1 1 0 0,0 1-1 0 0,-3-6 1 0 0,1 2-23 0 0,1 4 2 0 0,0-1 0 0 0,0 0 0 0 0,0 0 0 0 0,1 0 0 0 0,0 0 0 0 0,0 0 0 0 0,0-1 0 0 0,1 1 0 0 0,0-1 0 0 0,-2-10 0 0 0,4 10 45 0 0,0 0-1 0 0,-1 0 1 0 0,3-7-1 0 0,-1 9-42 0 0,-1-1 0 0 0,0 1 0 0 0,-1 0 1 0 0,1-1-1 0 0,-1 1 0 0 0,0-1 0 0 0,0 1 0 0 0,0-6 0 0 0,-1 9-57 0 0,1 0-1 0 0,0 0 1 0 0,-1 0-1 0 0,1 0 1 0 0,0 0-1 0 0,0 0 1 0 0,0 0-1 0 0,0 0 1 0 0,0 0-1 0 0,0 0 1 0 0,1 0-1 0 0,-1 0 1 0 0,0 0-1 0 0,0 0 1 0 0,1 0-1 0 0,-1 0 1 0 0,1 0-1 0 0,-1 0 1 0 0,1 0-1 0 0,-1 0 1 0 0,1 0-1 0 0,-1 0 1 0 0,1 1-1 0 0,0-1 1 0 0,-1 0-1 0 0,2 0 1 0 0,-5 0-898 0 0,-1 17-4715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11488 0 0,'0'0'6083'0'0,"0"3"-5215"0"0,1-2-795 0 0,2 10 915 0 0,0 0 1 0 0,3 22 0 0 0,-3-3-90 0 0,-2-26-820 0 0,0 1-1 0 0,0-1 1 0 0,-1 1 0 0 0,1-1-1 0 0,-1 1 1 0 0,-1 7-1 0 0,-1-1-20 0 0,1 1 1 0 0,2 18-1 0 0,-1-23-58 0 0,1 0 0 0 0,-1 1 0 0 0,-1-1 1 0 0,1 0-1 0 0,-1 1 0 0 0,-1-1 0 0 0,-3 14 0 0 0,4-19 25 0 0,0 0-1 0 0,1 0 1 0 0,-1 0 0 0 0,1 0-1 0 0,0 0 1 0 0,-1 0-1 0 0,1 3 1 0 0,-1 5 26 0 0,0-7-48 0 0,0 0 0 0 0,1-1-1 0 0,-1 1 1 0 0,0 0 0 0 0,1 0-1 0 0,0 0 1 0 0,0 0 0 0 0,0 5-1 0 0,0-7-9 0 0,0 0 0 0 0,0 0 0 0 0,0 0 0 0 0,0-1-1 0 0,0 1 1 0 0,0 0 0 0 0,0 0 0 0 0,0 0 0 0 0,0 0-1 0 0,-1-1 1 0 0,1 1 0 0 0,-1 1 0 0 0,0 1-336 0 0,0 0-1 0 0,0 0 1 0 0,0 0-1 0 0,0 0 1 0 0,0 0 0 0 0,1 0-1 0 0,0 1 1 0 0,-1 5-1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8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14 178 11232 0 0,'-1'-1'130'0'0,"-6"-11"535"0"0,6-14 7215 0 0,-1 35-6824 0 0,-1 17-1269 0 0,4-3 236 0 0,1 0-1 0 0,0-1 1 0 0,2 1-1 0 0,1-1 1 0 0,0 0-1 0 0,2 0 1 0 0,0-1-1 0 0,14 26 1 0 0,-12-30-437 0 0,21 28 1 0 0,-27-42 228 0 0,0 1-1 0 0,0 0 0 0 0,1-1 1 0 0,-1 0-1 0 0,1 0 1 0 0,-1 0-1 0 0,1 0 1 0 0,7 3-1 0 0,-9-4 96 0 0,0-2 0 0 0,0 1 0 0 0,0 0 0 0 0,0 0 1 0 0,0-1-1 0 0,0 1 0 0 0,1-1 0 0 0,-1 1 0 0 0,0-1 0 0 0,0 0 0 0 0,1 0 0 0 0,-1 0 0 0 0,0 0 0 0 0,0 0 0 0 0,1-1 0 0 0,-1 1 0 0 0,0-1 0 0 0,0 1 0 0 0,0-1 0 0 0,3-1 0 0 0,1-1-74 0 0,3-1 117 0 0,0-1 0 0 0,0 0 0 0 0,-1 0 0 0 0,1 0 0 0 0,-1-1-1 0 0,0-1 1 0 0,7-7 0 0 0,-10 9 103 0 0,2-3 189 0 0,0-1-1 0 0,5-9 1 0 0,-10 15-117 0 0,0 0 0 0 0,-1 0 0 0 0,1 0 0 0 0,-1 0 0 0 0,0 0 0 0 0,0-1 0 0 0,0 1 0 0 0,0-1 0 0 0,-1 1-1 0 0,1-6 1 0 0,-1-41 1951 0 0,0 49-1838 0 0,-1 0-66 0 0,1 0-168 0 0,0 1-1 0 0,0 0 1 0 0,0 0-1 0 0,0-1 1 0 0,0 1-1 0 0,0 0 1 0 0,0 0-1 0 0,-1-1 1 0 0,1 1-1 0 0,0 0 1 0 0,0 0-1 0 0,0 0 1 0 0,0-1-1 0 0,-1 1 1 0 0,1 0-1 0 0,0 0 1 0 0,0 0-1 0 0,-1 0 1 0 0,1-1-1 0 0,0 1 1 0 0,0 0-1 0 0,0 0 1 0 0,-1 0-1 0 0,1 0 1 0 0,0 0-1 0 0,0 0 1 0 0,-1 0-1 0 0,1 0 1 0 0,0 0-1 0 0,-1 0 1 0 0,1 0-1 0 0,0 0 1 0 0,0 0-1 0 0,-1 0 1 0 0,1 0-1 0 0,0 0 1 0 0,0 0-1 0 0,-1 0 1 0 0,0 1 31 0 0,0 0-1 0 0,1-1 1 0 0,-1 1-1 0 0,0 0 1 0 0,1 0 0 0 0,-1 0-1 0 0,1 0 1 0 0,-1-1 0 0 0,1 1-1 0 0,0 0 1 0 0,-1 1 0 0 0,-1 3 66 0 0,1-1 0 0 0,0 0-1 0 0,0 1 1 0 0,0-1 0 0 0,0 6 0 0 0,2 2-169 0 0,0-1 0 0 0,1 1 0 0 0,0 0 0 0 0,0-1 0 0 0,2 0 0 0 0,-1 1 0 0 0,1-1 0 0 0,8 14-1 0 0,8 12-274 0 0,25 33-1 0 0,-42-65 334 0 0,-1-2-28 0 0,0 0 1 0 0,1 0 0 0 0,-1 0 0 0 0,1-1 0 0 0,3 4-1 0 0,-5-5 30 0 0,0 0 1 0 0,0 0-1 0 0,0-1 0 0 0,1 1 0 0 0,-1 0 0 0 0,0 0 0 0 0,0-1 0 0 0,1 1 0 0 0,-1-1 1 0 0,0 1-1 0 0,1-1 0 0 0,2 1 0 0 0,5-4-25 0 0,-6 1 27 0 0,1 0 34 0 0,0 0 0 0 0,0 0 0 0 0,0-1 0 0 0,-1 0 0 0 0,1 1 0 0 0,-1-1-1 0 0,1-1 1 0 0,-1 1 0 0 0,0 0 0 0 0,0-1 0 0 0,4-6 0 0 0,2-5 214 0 0,12-25 0 0 0,-21 39-242 0 0,7-17 342 0 0,-1-1-1 0 0,-1 0 0 0 0,0-1 0 0 0,-2 1 0 0 0,2-27 1 0 0,4-208 1525 0 0,-10 228-1804 0 0,1 18-40 0 0,-1 0 0 0 0,2-16 0 0 0,0 21-169 0 0,-1 0 0 0 0,0 1 0 0 0,0-1 0 0 0,0 0 0 0 0,-1 1 0 0 0,0-6 0 0 0,-2-9-1105 0 0,7 25-2783 0 0,-3 7-3096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9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4144 0 0,'2'-2'5574'0'0,"10"-10"-1266"0"0,11-11 164 0 0,-16 16-3982 0 0,1 0 0 0 0,0 1 1 0 0,0 0-1 0 0,0 0 0 0 0,1 1 1 0 0,9-5-1 0 0,20-9 579 0 0,-37 18-1056 0 0,-1 1-1 0 0,1 0 1 0 0,-1 0-1 0 0,1-1 1 0 0,-1 1-1 0 0,1 0 0 0 0,0 0 1 0 0,-1 0-1 0 0,1 0 1 0 0,-1 0-1 0 0,1 0 1 0 0,0 0-1 0 0,-1 0 0 0 0,1 0 1 0 0,0 0-1 0 0,0 0 1 0 0,2 1 21 0 0,7 0 46 0 0,-8 0-77 0 0,-1 0 0 0 0,0-1 0 0 0,1 1 0 0 0,-1 0 0 0 0,0 0 0 0 0,0 0 0 0 0,0 0 0 0 0,0 0 1 0 0,1 1-1 0 0,-2-1 0 0 0,1 0 0 0 0,0 0 0 0 0,0 1 0 0 0,0-1 0 0 0,0 0 0 0 0,-1 1 0 0 0,1-1 1 0 0,-1 1-1 0 0,1-1 0 0 0,-1 1 0 0 0,0-1 0 0 0,1 1 0 0 0,-1 0 0 0 0,0-1 0 0 0,0 1 0 0 0,0 1 1 0 0,-1 5 9 0 0,0 0 0 0 0,0-1 0 0 0,0 1 0 0 0,-4 8 0 0 0,2-4-8 0 0,-19 74-97 0 0,17-69-64 0 0,-1-1 0 0 0,0 0 0 0 0,-1-1 0 0 0,-13 22-1 0 0,-8 16-306 0 0,29-52 460 0 0,-1-1-1 0 0,0 0 1 0 0,0 1-1 0 0,1-1 1 0 0,-1 0-1 0 0,0 1 1 0 0,1-1-1 0 0,-1 0 1 0 0,0 0 0 0 0,1 1-1 0 0,-1-1 1 0 0,1 0-1 0 0,-1 0 1 0 0,0 0-1 0 0,1 0 1 0 0,-1 1-1 0 0,1-1 1 0 0,-1 0-1 0 0,0 0 1 0 0,1 0-1 0 0,-1 0 1 0 0,1 0-1 0 0,6 1-45 0 0,-1-1 0 0 0,1 1 0 0 0,0-1 0 0 0,-1-1 0 0 0,1 1 0 0 0,0-1 0 0 0,-1 0 0 0 0,1-1 0 0 0,5-1 0 0 0,-2 0 33 0 0,-1 0 0 0 0,14-1 0 0 0,-8 2 10 0 0,5-2 2 0 0,-13 4 10 0 0,-1-1-1 0 0,1-1 0 0 0,-1 1 0 0 0,1-1 0 0 0,8-4 0 0 0,-10 3 56 0 0,0 1-38 0 0,16-1 622 0 0,-12 2-712 0 0,7-1-249 0 0,-4-1-2994 0 0,-4 0 2031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9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63 5064 0 0,'0'0'389'0'0,"0"-2"-250"0"0,0-40 3470 0 0,0 23 5596 0 0,0 20-9124 0 0,-1 0 0 0 0,1 0 0 0 0,-1 0-1 0 0,0-1 1 0 0,1 1 0 0 0,-1 0 0 0 0,0 0 0 0 0,1-1 0 0 0,-1 1-1 0 0,0-1 1 0 0,-1 2 0 0 0,-5 4 242 0 0,2 2-171 0 0,1 0-1 0 0,0 1 1 0 0,0 0 0 0 0,1-1-1 0 0,-4 15 1 0 0,-7 50 107 0 0,9-44-200 0 0,-4 17-41 0 0,3 0 0 0 0,1 0 0 0 0,2 69 0 0 0,5-85-18 0 0,1-1 0 0 0,1 1 0 0 0,2-1 0 0 0,0 0 0 0 0,3 0 0 0 0,11 28 0 0 0,-9-31 0 0 0,15 31 0 0 0,-23-51 0 0 0,1-1 0 0 0,0 1 0 0 0,0-1 0 0 0,1 0 0 0 0,-1 0 0 0 0,1 0 0 0 0,5 4 0 0 0,16 12-17 0 0,24 16-75 0 0,-44-32 82 0 0,1-1 1 0 0,1-1-1 0 0,-1 1 0 0 0,0-1 0 0 0,16 3 0 0 0,-12-3-136 0 0,-1-1-1 0 0,1 0 1 0 0,0-1 0 0 0,-1-1-1 0 0,1 1 1 0 0,0-2-1 0 0,0 1 1 0 0,-1-2-1 0 0,1 1 1 0 0,0-2-1 0 0,-1 1 1 0 0,13-6-1 0 0,-13 4-4506 0 0,-1 4-1485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39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1 204 8840 0 0,'0'0'197'0'0,"0"-2"24"0"0,8-16 125 0 0,-3 1-198 0 0,3-6 487 0 0,-7 17-302 0 0,1 1 0 0 0,0-1 0 0 0,0 1 1 0 0,5-9-1 0 0,-4 9 19 0 0,-1 0-1 0 0,0 0 1 0 0,0 0-1 0 0,3-10 1 0 0,0-1 581 0 0,-5 15-886 0 0,3-6 553 0 0,-1 0 0 0 0,0 0 0 0 0,0 0 0 0 0,0-1 0 0 0,0-11 3611 0 0,-2 21-4002 0 0,-4 27 265 0 0,2-21-366 0 0,1-1-1 0 0,-2 14 0 0 0,3 0-80 0 0,4 89 42 0 0,1-49-69 0 0,-1-16 0 0 0,-4-28 0 0 0,6 31 0 0 0,-2-40 0 0 0,-3-7 0 0 0,0 1 0 0 0,-1-1 0 0 0,1 1 0 0 0,0 0 0 0 0,-1-1 0 0 0,1 1 0 0 0,-1 0 0 0 0,0-1 0 0 0,1 1 0 0 0,-1 0 0 0 0,0-1 0 0 0,0 1 0 0 0,0 0 0 0 0,0 0 0 0 0,-1 2 0 0 0,1 7 0 0 0,0-1-13 0 0,0-8-51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39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 5984 0 0,'-7'-3'10377'0'0,"7"3"-10274"0"0,-1 0 1 0 0,0 0-1 0 0,0 0 1 0 0,0 0-1 0 0,1 0 1 0 0,-1 1 0 0 0,0-1-1 0 0,0 0 1 0 0,1 1-1 0 0,-1-1 1 0 0,0 0-1 0 0,1 1 1 0 0,-1-1-1 0 0,0 1 1 0 0,1-1-1 0 0,-1 1 1 0 0,1-1-1 0 0,-1 1 1 0 0,1 0-1 0 0,-1 0 1 0 0,-1 1 59 0 0,1 0 0 0 0,0 0 0 0 0,0 1 0 0 0,0-1 0 0 0,0 0 0 0 0,1 0 1 0 0,-2 4-1 0 0,2-3-95 0 0,-1 1 1 0 0,1-1 0 0 0,-1 1-1 0 0,1-1 1 0 0,0 1 0 0 0,0-1-1 0 0,1 1 1 0 0,-1-1-1 0 0,1 1 1 0 0,0-1 0 0 0,1 5-1 0 0,2 2 84 0 0,1-1 0 0 0,0 1 0 0 0,0-1-1 0 0,1 0 1 0 0,0 0 0 0 0,1-1-1 0 0,0 0 1 0 0,0 0 0 0 0,13 10 0 0 0,57 34-2 0 0,-55-38-116 0 0,0 0 0 0 0,-1 1 0 0 0,23 23 0 0 0,-43-37-33 0 0,8 7 3 0 0,-1 0-1 0 0,0 1 1 0 0,10 15-1 0 0,-16-20-3 0 0,0 0 0 0 0,0 0 0 0 0,-1 0-1 0 0,1 0 1 0 0,-1 0 0 0 0,0 0 0 0 0,0 0 0 0 0,0 1-1 0 0,-1-1 1 0 0,1 0 0 0 0,-1 1 0 0 0,0-1 0 0 0,-1 6-1 0 0,1-5 1 0 0,-1 1 0 0 0,-1-1 0 0 0,1 0 0 0 0,-1 1 0 0 0,0-1 0 0 0,0 0 0 0 0,0 0 0 0 0,-1 0 0 0 0,-4 6 0 0 0,0-1 0 0 0,-1-1 0 0 0,0 0 0 0 0,-12 11 0 0 0,14-14 0 0 0,0 1 0 0 0,1 0 0 0 0,-1 0 0 0 0,1 1 0 0 0,-7 15 0 0 0,-12 15 0 0 0,16-28 2 0 0,-1 0-1 0 0,0 0 1 0 0,0-1-1 0 0,-1 0 1 0 0,0-1-1 0 0,-1 0 1 0 0,-11 7-1 0 0,-34 23 95 0 0,10-4-36 0 0,42-31-74 0 0,0 0-1 0 0,0 0 1 0 0,1 0-1 0 0,-1 1 1 0 0,-2 4-1 0 0,-10 8-138 0 0,8-7-169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1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0 2760 0 0,'-9'0'3736'0'0,"-41"6"2879"0"0,26-3-5517 0 0,-45 8 809 0 0,9-2-868 0 0,18-4-271 0 0,23-2-182 0 0,-26 0 0 0 0,15-2-225 0 0,16 0-132 0 0,-1-1-1 0 0,-14-2 1 0 0,19 1-63 0 0,14 3 95 0 0,16 5 73 0 0,-17-5-334 0 0,-1 1 0 0 0,1-1 0 0 0,-1 1 0 0 0,0 0 0 0 0,0-1 0 0 0,0 1 0 0 0,0 0 0 0 0,0 1 0 0 0,-1-1 0 0 0,1 0 0 0 0,1 6 0 0 0,2 6 0 0 0,4 22 0 0 0,-7-26-11 0 0,-1 0-1 0 0,-1 13 0 0 0,1 8-26 0 0,0-5-116 0 0,-1-1 1 0 0,-2 0-1 0 0,-7 39 1 0 0,2-13-230 0 0,-7 19-347 0 0,0 0-87 0 0,9-33 250 0 0,-1 7-456 0 0,1 47 1 0 0,4-81 907 0 0,1 6-123 0 0,0 0 0 0 0,2 1 0 0 0,5 30 1 0 0,-6-41 163 0 0,1 0 0 0 0,0-1 0 0 0,0 1 0 0 0,1-1 0 0 0,0 0 0 0 0,0 1 0 0 0,7 10 0 0 0,-4-9-4 0 0,-4-4 2 0 0,1-1 0 0 0,-1 1 0 0 0,0-1 0 0 0,1 0 1 0 0,0 0-1 0 0,0 0 0 0 0,0 0 0 0 0,0-1 0 0 0,0 1 0 0 0,5 2 1 0 0,1-2-56 0 0,3 2 179 0 0,21 6 0 0 0,-28-9 2 0 0,0-2 0 0 0,0 1 0 0 0,0-1 0 0 0,-1 0 0 0 0,1 0 0 0 0,0 0 0 0 0,0 0 1 0 0,5-2-1 0 0,17-4 69 0 0,44-18 0 0 0,-31 7-3932 0 0,-18 8-460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1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10 153 12352 0 0,'0'0'564'0'0,"0"-4"186"0"0,-5-31 184 0 0,5 34-661 0 0,0 0 1 0 0,0 0 0 0 0,0 0 0 0 0,0 0 0 0 0,0 0 0 0 0,-1 0 0 0 0,1 0 0 0 0,0 0 0 0 0,0 0 0 0 0,-1 0-1 0 0,1 0 1 0 0,-3-2 3006 0 0,8 31-2217 0 0,-6 20-912 0 0,0-18-285 0 0,4 45-1 0 0,-1-61-145 0 0,8 22-1 0 0,1 10-931 0 0,-11-44 1140 0 0,1-1 0 0 0,-1 1 0 0 0,1-1 0 0 0,-1 1 0 0 0,1-1 0 0 0,0 1 0 0 0,-1-1 0 0 0,1 0 0 0 0,0 1-1 0 0,0-1 1 0 0,0 0 0 0 0,0 0 0 0 0,0 1 0 0 0,0-1 0 0 0,1 0 0 0 0,-1 0 0 0 0,0 0 0 0 0,0 0 0 0 0,1-1 0 0 0,-1 1 0 0 0,1 0 0 0 0,2 0 0 0 0,-2 0-15 0 0,0 0 1 0 0,0 0-1 0 0,1-1 0 0 0,-1 0 1 0 0,0 1-1 0 0,0-1 1 0 0,0 0-1 0 0,1 0 0 0 0,-1 0 1 0 0,0 0-1 0 0,0-1 1 0 0,1 1-1 0 0,-1-1 1 0 0,0 1-1 0 0,0-1 0 0 0,3-1 1 0 0,4-2 50 0 0,0-1 0 0 0,0-1 0 0 0,11-9 0 0 0,-16 12 159 0 0,0-1-1 0 0,0 0 0 0 0,-1 0 1 0 0,1 0-1 0 0,-1 0 1 0 0,0 0-1 0 0,0-1 1 0 0,3-8-1 0 0,-3 6 106 0 0,2-4 290 0 0,0-1-1 0 0,4-18 0 0 0,10-44 1670 0 0,-13 59-1756 0 0,-5 14-402 0 0,-1 0 1 0 0,1 0-1 0 0,0-1 1 0 0,-1 1-1 0 0,1 0 0 0 0,-1-1 1 0 0,1 1-1 0 0,-1 0 1 0 0,1-1-1 0 0,-1 1 1 0 0,0-3-1 0 0,0-4 396 0 0,2 10-351 0 0,11 9-165 0 0,1-1 0 0 0,1 1 0 0 0,0-2 0 0 0,0 0 0 0 0,28 11 0 0 0,-41-19 81 0 0,1 0-1 0 0,0 0 0 0 0,0-1 1 0 0,0 1-1 0 0,1-1 0 0 0,-1 0 1 0 0,4 0-1 0 0,17 0-88 0 0,-19-1 82 0 0,0-1 0 0 0,0 0 25 0 0,1 0 0 0 0,-1 0 0 0 0,0 0 0 0 0,-1 0 0 0 0,1-1 1 0 0,0 1-1 0 0,-1-1 0 0 0,1 0 0 0 0,-1-1 0 0 0,0 1 0 0 0,0-1 1 0 0,0 0-1 0 0,-1 0 0 0 0,1 0 0 0 0,-1 0 0 0 0,5-8 0 0 0,-3 2 49 0 0,-2 6 114 0 0,-1-1 0 0 0,1 1 0 0 0,-1 0 0 0 0,0-1 0 0 0,-1 0 0 0 0,2-6 0 0 0,-1 3-122 0 0,-2 1 1 0 0,1 0-1 0 0,-1 0 1 0 0,0-1-1 0 0,0 1 1 0 0,-3-13-1 0 0,2 3-75 0 0,1 15 20 0 0,0 1 0 0 0,0-1-1 0 0,0 0 1 0 0,0 1 0 0 0,0-1 0 0 0,0 0-1 0 0,-1 0 1 0 0,1 1 0 0 0,-1-1-1 0 0,1 1 1 0 0,-1-1 0 0 0,1 0-1 0 0,-1 1 1 0 0,0-1 0 0 0,0 1-1 0 0,0-1 1 0 0,0 1 0 0 0,0 0 0 0 0,-2-3-1 0 0,2 4-185 0 0,-3-3-2371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2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14368 0 0,'1'-2'661'0'0,"33"-29"238"0"0,-26 23-276 0 0,-1 0 0 0 0,1 1 0 0 0,1 0 1 0 0,-1 1-1 0 0,1-1 0 0 0,1 2 1 0 0,-1-1-1 0 0,1 1 0 0 0,19-7 1 0 0,-12 11-176 0 0,1-2-170 0 0,-15 2-194 0 0,0 1-1 0 0,0 0 0 0 0,0-1 1 0 0,1 1-1 0 0,-1 0 1 0 0,0 0-1 0 0,0 1 0 0 0,0-1 1 0 0,0 1-1 0 0,0 0 1 0 0,0-1-1 0 0,5 3 0 0 0,-3 2-1 0 0,-3-3-81 0 0,0 1 1 0 0,-1 0-1 0 0,1-1 1 0 0,-1 1-1 0 0,0 0 1 0 0,0 0-1 0 0,0 0 1 0 0,0 0 0 0 0,-1 0-1 0 0,1 0 1 0 0,-1 0-1 0 0,1 0 1 0 0,-1 0-1 0 0,0 0 1 0 0,-1 0 0 0 0,1 4-1 0 0,-3 3-175 0 0,1 0 0 0 0,-1 0 0 0 0,-7 15 0 0 0,-3 9-402 0 0,7-15 375 0 0,3-13 72 0 0,1 1 0 0 0,0-1 0 0 0,1 1 0 0 0,-1 0-1 0 0,0 11 1 0 0,2-16 80 0 0,0 0-1 0 0,0 0 0 0 0,0 0 0 0 0,-1 0 0 0 0,1 0 0 0 0,-1-1 1 0 0,-1 4-1 0 0,2-3 8 0 0,1-1 0 0 0,-1 0 1 0 0,0 1-1 0 0,1-1 1 0 0,-1 0-1 0 0,1 0 0 0 0,-1 1 1 0 0,1-1-1 0 0,0 0 1 0 0,-1 0-1 0 0,1 0 0 0 0,0 0 1 0 0,0 0-1 0 0,1 1 1 0 0,-1-1 30 0 0,0 0 0 0 0,0 0 1 0 0,0 0-1 0 0,0-1 0 0 0,0 1 1 0 0,1 0-1 0 0,-1-1 0 0 0,0 1 1 0 0,0-1-1 0 0,1 0 0 0 0,-1 1 1 0 0,0-1-1 0 0,1 0 0 0 0,-1 0 1 0 0,0 1-1 0 0,1-1 0 0 0,-1 0 1 0 0,0-1-1 0 0,1 1 0 0 0,-1 0 1 0 0,0 0-1 0 0,3-1 0 0 0,1-1 2 0 0,-1 1-1 0 0,1-1 1 0 0,-1 0-1 0 0,0 0 1 0 0,5-4-1 0 0,-7 5 17 0 0,0 0 0 0 0,0-1 0 0 0,0 1 1 0 0,0-1-1 0 0,0 0 0 0 0,3-3 0 0 0,-5 5-5 0 0,1-1 0 0 0,0 0 0 0 0,-1 1 1 0 0,1-1-1 0 0,0 1 0 0 0,-1-1 0 0 0,1 1 0 0 0,0-1 0 0 0,-1 1 0 0 0,1-1 0 0 0,0 1 0 0 0,1-1 0 0 0,5-1 42 0 0,0 0-1 0 0,0 1 0 0 0,0 0 0 0 0,0 0 0 0 0,0 0 1 0 0,14 1-1 0 0,-14 1 22 0 0,-6-2-62 0 0,0 1 0 0 0,-1 0-1 0 0,1 0 1 0 0,-1 0-1 0 0,1 0 1 0 0,0 0-1 0 0,-1 0 1 0 0,1 0 0 0 0,-1 0-1 0 0,1 0 1 0 0,0 0-1 0 0,-1 0 1 0 0,1 1-1 0 0,-1-1 1 0 0,1 0 0 0 0,-1 0-1 0 0,1 0 1 0 0,0 1-1 0 0,-1-1 1 0 0,1 0-1 0 0,-1 1 1 0 0,1-1 0 0 0,-1 1-1 0 0,0-1 1 0 0,1 0-1 0 0,-1 1 1 0 0,1-1-1 0 0,-1 1 1 0 0,1 0 0 0 0,0 1-1 0 0,-1-1 0 0 0,1 0-1 0 0,0 0 0 0 0,0 0 0 0 0,-1 0 0 0 0,1 0 1 0 0,-1 0-1 0 0,1 1 0 0 0,-1-1 0 0 0,0 0 0 0 0,1 0 0 0 0,-1 1 1 0 0,0-1-1 0 0,0 0 0 0 0,0 0 0 0 0,0 1 0 0 0,0-1 1 0 0,0 0-1 0 0,0 1 0 0 0,0-1 0 0 0,0 0 0 0 0,-1 0 1 0 0,0 3-1 0 0,-1 2 19 0 0,-1 0 1 0 0,0 0-1 0 0,-5 7 1 0 0,2-2 29 0 0,0-1 48 0 0,0-1-1 0 0,-13 14 0 0 0,11-12-11 0 0,-11 15 0 0 0,15-21-119 0 0,1 0-1 0 0,-1-1 0 0 0,-6 6 0 0 0,-4 5-111 0 0,9-9 76 0 0,0 0-1 0 0,-1 0 1 0 0,0-1-1 0 0,0 0 1 0 0,-10 7-1 0 0,-35 17-1339 0 0,44-26 891 0 0,-7 6-1034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83 920 0 0,'6'1'6154'0'0,"-5"0"-5853"0"0,0-1-1 0 0,0 1 0 0 0,0 0 0 0 0,0-1 0 0 0,0 1 1 0 0,0-1-1 0 0,0 1 0 0 0,1-1 0 0 0,-1 0 0 0 0,0 0 0 0 0,0 1 1 0 0,1-1-1 0 0,-1 0 0 0 0,0 0 0 0 0,0 0 0 0 0,1 0 1 0 0,-1 0-1 0 0,2-1 0 0 0,25-4 1574 0 0,29-3 536 0 0,-50 6-2218 0 0,162-36 2456 0 0,-168 37-2646 0 0,26-3 166 0 0,55-3-1 0 0,-54 5-626 0 0,0-1 0 0 0,-1-1 0 0 0,37-10 0 0 0,-62 14-1259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63 5984 0 0,'0'-13'273'0'0,"0"11"-5"0"0,-1 0-172 0 0,-1-5-55 0 0,0 4 222 0 0,1 0 0 0 0,1 1 1 0 0,-1-1-1 0 0,0 0 0 0 0,0-4 0 0 0,3-1 3663 0 0,-2 8-3729 0 0,0 0 1 0 0,0-1-1 0 0,1 1 1 0 0,-1 0-1 0 0,0-1 1 0 0,0 1-1 0 0,0 0 1 0 0,0-1-1 0 0,0 1 1 0 0,0 0-1 0 0,-3-7 5550 0 0,10 29-5035 0 0,-6-18-629 0 0,0 0-1 0 0,1 0 1 0 0,-2 0 0 0 0,1 0-1 0 0,0 1 1 0 0,0 7 0 0 0,-1 7-26 0 0,1 0 0 0 0,2 0 0 0 0,0 0 0 0 0,0-1 0 0 0,10 27 0 0 0,-10-34-45 0 0,-1-1 1 0 0,2 19-1 0 0,3 13 67 0 0,10 13-607 0 0,-16-53 403 0 0,0 1 0 0 0,0-1 0 0 0,0 0 0 0 0,0 0 0 0 0,0 0 0 0 0,0 0 0 0 0,0 0 0 0 0,1 0-1 0 0,1 2 1 0 0,8 13-2282 0 0,-7-9 870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70 149 9672 0 0,'-1'-6'1004'0'0,"-1"0"-1519"0"0,-9-26 8505 0 0,6 33-6790 0 0,2 1-1092 0 0,1-1 0 0 0,0 0-1 0 0,1 1 1 0 0,-1 0 0 0 0,0-1-1 0 0,0 1 1 0 0,1 0 0 0 0,-1 0-1 0 0,1 0 1 0 0,0 0-1 0 0,-1 0 1 0 0,1 0 0 0 0,-2 5-1 0 0,0 2-56 0 0,1 0 0 0 0,-3 13 0 0 0,0-1 229 0 0,2-7 74 0 0,-4 22-1 0 0,7-32-351 0 0,0 1-1 0 0,-1-1 0 0 0,1 0 1 0 0,1 1-1 0 0,-1-1 1 0 0,1 0-1 0 0,0 1 1 0 0,0-1-1 0 0,2 6 1 0 0,3 5-325 0 0,1 1-726 0 0,10 20-1 0 0,-16-36 1007 0 0,-1 1-1 0 0,1-1 1 0 0,-1 0-1 0 0,1 1 0 0 0,-1-1 1 0 0,1 0-1 0 0,-1 1 1 0 0,1-1-1 0 0,-1 0 0 0 0,1 1 1 0 0,-1-1-1 0 0,1 0 1 0 0,-1 0-1 0 0,1 0 0 0 0,0 0 1 0 0,-1 0-1 0 0,2 1 1 0 0,1-1-119 0 0,-2 1 92 0 0,0 0 1 0 0,0 0 0 0 0,0-1 0 0 0,1 1-1 0 0,-1-1 1 0 0,0 1 0 0 0,0-1 0 0 0,1 1-1 0 0,-1-1 1 0 0,1 0 0 0 0,-1 1-1 0 0,0-1 1 0 0,1 0 0 0 0,-1 0 0 0 0,0 0-1 0 0,1 0 1 0 0,-1 0 0 0 0,1-1 0 0 0,-1 1-1 0 0,0 0 1 0 0,1-1 0 0 0,1 0-1 0 0,2-1 116 0 0,0 0 0 0 0,-1 0 0 0 0,0-1 0 0 0,1 0 0 0 0,-1 0 0 0 0,0 0 0 0 0,0 0 0 0 0,-1 0 0 0 0,1-1 0 0 0,-1 0 0 0 0,1 0 0 0 0,-1 0 0 0 0,3-5 0 0 0,3-7 530 0 0,0 0-1 0 0,8-24 1 0 0,-13 29-159 0 0,-3 9-376 0 0,-1 1-1 0 0,1 0 0 0 0,-1-1 1 0 0,0 1-1 0 0,0-1 0 0 0,0 1 1 0 0,1 0-1 0 0,-2-1 0 0 0,1 1 1 0 0,0-1-1 0 0,0 1 0 0 0,0 0 1 0 0,-1-1-1 0 0,1 1 0 0 0,0-1 1 0 0,-1 1-1 0 0,1 0 0 0 0,-2-2 1 0 0,1 1-1 0 0,1 1 1105 0 0,1 3-931 0 0,2 2-204 0 0,-1 0 0 0 0,0 1 0 0 0,0-1 0 0 0,0 1 1 0 0,0 5-1 0 0,-1-6-71 0 0,1 1 1 0 0,-1-1-1 0 0,0 0 0 0 0,1 0 1 0 0,0 0-1 0 0,0 0 1 0 0,0 0-1 0 0,1-1 0 0 0,-1 1 1 0 0,5 5-1 0 0,3 0-60 0 0,-8-7 108 0 0,-1 0 1 0 0,1 0 0 0 0,0-1 0 0 0,0 1 0 0 0,0 0-1 0 0,0-1 1 0 0,0 0 0 0 0,1 1 0 0 0,-1-1 0 0 0,5 2-1 0 0,-1-1 8 0 0,0 0-35 0 0,1 0-1 0 0,-1-1 0 0 0,12 2 1 0 0,-16-3 32 0 0,1 0 0 0 0,-1 0 0 0 0,0 0 0 0 0,1 0 0 0 0,-1-1 1 0 0,0 1-1 0 0,1-1 0 0 0,-1 0 0 0 0,0 1 0 0 0,0-1 0 0 0,0 0 1 0 0,0 0-1 0 0,0-1 0 0 0,3 0 0 0 0,7-8 25 0 0,34-24 858 0 0,-41 29-698 0 0,0 0 0 0 0,0 0 1 0 0,-1 0-1 0 0,1 0 1 0 0,-1-1-1 0 0,4-7 0 0 0,-8 12-127 0 0,1-1 0 0 0,0 1 0 0 0,-1-1 0 0 0,0 0 0 0 0,1 1-1 0 0,-1-1 1 0 0,0 0 0 0 0,0 1 0 0 0,0-1 0 0 0,0-3 0 0 0,0 4-8 0 0,0-1 0 0 0,0 0 0 0 0,0 0 0 0 0,0 0 1 0 0,1 0-1 0 0,-1 0 0 0 0,0 1 0 0 0,2-3 0 0 0,2-8 223 0 0,0 0 0 0 0,4-19 0 0 0,-5 17-181 0 0,1-2 10 0 0,-2 11-67 0 0,-1 0-1 0 0,1 1 0 0 0,-1-1 0 0 0,1-10 0 0 0,-2 12-43 0 0,0-1 0 0 0,0 0 1 0 0,1 1-1 0 0,0-1 0 0 0,0 1 0 0 0,2-7 0 0 0,-1 7-5 0 0,-1 0 0 0 0,0 0 0 0 0,0-1 0 0 0,-1 1 0 0 0,1 0 0 0 0,0-6 0 0 0,5-5-381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4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7856 0 0,'0'0'2616'0'0,"1"-2"-2000"0"0,1-5 108 0 0,-1 4-177 0 0,0 0 1 0 0,0 1 0 0 0,0-1 0 0 0,0 0-1 0 0,4-6 4254 0 0,-3 9-4734 0 0,9 0-54 0 0,11-5-1 0 0,-17 4 24 0 0,1 0 0 0 0,-1 0 0 0 0,0-1-1 0 0,0 1 1 0 0,1-1 0 0 0,7-5 0 0 0,-9 6 89 0 0,-1-1 0 0 0,0 1 0 0 0,1 0 0 0 0,0 0 1 0 0,-1 1-1 0 0,1-1 0 0 0,4 0 0 0 0,11-1 294 0 0,-16 1-337 0 0,5 1 15 0 0,-5 1-23 0 0,7 3-7 0 0,4 15-54 0 0,-10-9-13 0 0,-3-5 3 0 0,0 0 1 0 0,-1 0-1 0 0,1 0 0 0 0,-1 0 0 0 0,0 0 0 0 0,-1 0 0 0 0,1 0 0 0 0,-1 0 1 0 0,0 0-1 0 0,0 0 0 0 0,-1-1 0 0 0,1 1 0 0 0,-4 6 0 0 0,2-4 3 0 0,-1 0-1 0 0,0 0 1 0 0,-1-1-1 0 0,1 1 1 0 0,-1-1-1 0 0,0 0 1 0 0,-10 8-1 0 0,14-13-5 0 0,1-1 0 0 0,-1 1 0 0 0,0-1 0 0 0,1 1 0 0 0,-1-1 0 0 0,1 1 0 0 0,-1-1 0 0 0,0 1 0 0 0,1-1 0 0 0,-1 1 0 0 0,1 0 0 0 0,0-1 0 0 0,-1 1 0 0 0,1 0 0 0 0,-1 0 0 0 0,1-1 0 0 0,0 1 0 0 0,0 0 0 0 0,-1 1 0 0 0,1 0 0 0 0,0-1 0 0 0,-1 1 0 0 0,1-1 0 0 0,-1 1 0 0 0,1-1 0 0 0,-1 1 0 0 0,0-1 0 0 0,0 1 0 0 0,-1 2 0 0 0,2-3 0 0 0,4-3 0 0 0,11-9 0 0 0,-12 8 0 0 0,1 1 0 0 0,0 0 0 0 0,0-1 0 0 0,0 1 0 0 0,6-2 0 0 0,12-6 0 0 0,-18 7 0 0 0,-3 2 0 0 0,0 1 0 0 0,0-1 0 0 0,-1 0 0 0 0,1 1 0 0 0,0-1 1 0 0,0 1-1 0 0,0-1 0 0 0,0 1 0 0 0,-1-1 0 0 0,1 1 0 0 0,0 0 0 0 0,0 0 0 0 0,0-1 0 0 0,0 1 1 0 0,0 0-1 0 0,0 0 0 0 0,0 0 0 0 0,0 0 0 0 0,0 0 0 0 0,2 0 0 0 0,10 1 20 0 0,-3-1 81 0 0,-8 0 59 0 0,0 1-353 0 0,0 0 189 0 0,-1 1 1 0 0,1 0 0 0 0,0-1 0 0 0,-1 1 0 0 0,1 0-1 0 0,-1 0 1 0 0,0 0 0 0 0,0 0 0 0 0,1 0 0 0 0,-1 0-1 0 0,0 0 1 0 0,-1 0 0 0 0,1 0 0 0 0,0 1 0 0 0,-1-1-1 0 0,1 0 1 0 0,-1 0 0 0 0,0 1 0 0 0,1-1 0 0 0,-1 0-1 0 0,0 1 1 0 0,-1 2 0 0 0,0 2 0 0 0,-1 1-1 0 0,0-2 1 0 0,-1 1-1 0 0,1 0 1 0 0,-1 0 0 0 0,-5 7-1 0 0,-1 1 4 0 0,-1-1 0 0 0,0 0 0 0 0,-2 0 0 0 0,-17 16 0 0 0,13-13 0 0 0,0-2-532 0 0,0-2-1 0 0,-33 23 0 0 0,10-9-294 0 0,26-16-44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5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 5064 0 0,'0'0'2853'0'0,"2"0"-1576"0"0,6-1-579 0 0,0 0-1 0 0,0-1 0 0 0,0 1 1 0 0,0-2-1 0 0,-1 1 0 0 0,10-5 1 0 0,-4 2 380 0 0,20-6 1 0 0,199-48 2958 0 0,-174 48-3792 0 0,59-5-1 0 0,-92 12-244 0 0,-20 2 0 0 0,0 0 0 0 0,17 2 0 0 0,-17-1 0 0 0,21 0 0 0 0,-12 3 0 0 0,10 3-793 0 0,-23-5 763 0 0,-1 0-1 0 0,1 0 1 0 0,0 0 0 0 0,-1 0-1 0 0,1 0 1 0 0,-1 0-1 0 0,1 0 1 0 0,-1 0 0 0 0,1 0-1 0 0,-1 1 1 0 0,1-1 0 0 0,-1 0-1 0 0,1 0 1 0 0,-1 1 0 0 0,1-1-1 0 0,-1 0 1 0 0,1 1-1 0 0,-1-1 1 0 0,1 0 0 0 0,-1 1-1 0 0,6 4-1218 0 0,1 0-383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5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9072 0 0,'0'0'8222'0'0,"2"0"-7789"0"0,25-2 143 0 0,-1-1-1 0 0,1-1 0 0 0,-1-2 0 0 0,28-9 0 0 0,-47 13-557 0 0,15-3 22 0 0,-15 4-21 0 0,-1 0 0 0 0,0-1 1 0 0,6-2-1 0 0,0 1-22 0 0,-1-1-1 0 0,0 1 1 0 0,1 1 0 0 0,-1 0-1 0 0,21 0 1 0 0,-29 2-76 0 0,8 0-305 0 0,-2 4-136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6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7920 0 0,'0'0'2572'0'0,"2"0"-1623"0"0,13-3 912 0 0,-13 3-963 0 0,-1-1-2 0 0,18-6 704 0 0,-1 0 0 0 0,37-7 1 0 0,-49 13-1495 0 0,1-1 0 0 0,-1 0 0 0 0,6-3 0 0 0,15-3 75 0 0,-17 6-76 0 0,7-1-64 0 0,1-1-1 0 0,19-7 1 0 0,15-3-2000 0 0,-34 4 916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14712 0 0,'0'0'714'0'0,"-2"0"-307"0"0,2 0-403 0 0,-3 0 193 0 0,0 0 0 0 0,1 0 0 0 0,-1 0-1 0 0,0 0 1 0 0,0 0 0 0 0,1 1 0 0 0,-1-1 0 0 0,0 1 0 0 0,1 0 0 0 0,-1 0 0 0 0,-5 2-1 0 0,6-1 56 0 0,0 0 0 0 0,0 0 0 0 0,0 1 0 0 0,0-1 0 0 0,1 1 0 0 0,-1-1 0 0 0,1 1 0 0 0,-1 0 0 0 0,1-1 0 0 0,0 1 0 0 0,0 0 0 0 0,0 0 0 0 0,0 0 0 0 0,0 5 0 0 0,0 4-169 0 0,0-1 1 0 0,2 18 0 0 0,-1-8 40 0 0,1-7-97 0 0,0 0 0 0 0,6 24 1 0 0,0 7 7 0 0,-1 87-57 0 0,-10-105 73 0 0,0-5-1718 0 0,4-9-4224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7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32 9416 0 0,'-3'-3'852'0'0,"-8"-5"-677"0"0,10 8-152 0 0,1 0 1 0 0,-1 0-1 0 0,1 0 0 0 0,0 0 0 0 0,-1-1 1 0 0,1 1-1 0 0,-1 0 0 0 0,1-1 0 0 0,0 1 1 0 0,-1 0-1 0 0,1-1 0 0 0,0 1 0 0 0,0 0 1 0 0,-1-1-1 0 0,1 1 0 0 0,0 0 0 0 0,0-1 0 0 0,-1-6 5779 0 0,2 7-5546 0 0,73 4 1112 0 0,-38-4-1049 0 0,-8 1-80 0 0,51-6-1 0 0,9-2-34 0 0,-81 6-180 0 0,0 1 0 0 0,0-1 0 0 0,0 2 0 0 0,0-1 0 0 0,-1 1 0 0 0,1 0-1 0 0,0 0 1 0 0,10 4 0 0 0,-16-5 828 0 0,4 6 249 0 0,-3-3-1099 0 0,0 0 0 0 0,-1 0 0 0 0,1 0-1 0 0,-1 0 1 0 0,0 0 0 0 0,0 0 0 0 0,0 0 0 0 0,0 1-1 0 0,-1-1 1 0 0,1 4 0 0 0,0 39-5 0 0,-1-28 2 0 0,-1-7 395 0 0,-3 21 0 0 0,2-23-145 0 0,1 0 0 0 0,0-1-1 0 0,0 1 1 0 0,1 15 0 0 0,4 64-233 0 0,-2 39-1538 0 0,-3-68 1052 0 0,1-25 451 0 0,1-18-5 0 0,0-1 0 0 0,-2 0 0 0 0,0 1-1 0 0,-4 23 1 0 0,3-30 5 0 0,0-1 0 0 0,0 18 0 0 0,2-19 8 0 0,-1 1 1 0 0,0-1 0 0 0,0 0 0 0 0,-4 12 0 0 0,4-14 26 0 0,-1-1 0 0 0,0 1-1 0 0,0-1 1 0 0,-1 0 0 0 0,1 1-1 0 0,-1-1 1 0 0,0 0 0 0 0,0-1-1 0 0,0 1 1 0 0,-1 0 0 0 0,-4 4-1 0 0,3-5-3 0 0,1 0 0 0 0,0 1 0 0 0,1 0 0 0 0,-1 0 0 0 0,0 0 0 0 0,1 0 0 0 0,0 0-1 0 0,0 1 1 0 0,1 0 0 0 0,-1-1 0 0 0,-3 10 0 0 0,5-10 27 0 0,0-1-1 0 0,0 0 1 0 0,0 0 0 0 0,0 0 0 0 0,-1 0-1 0 0,0 0 1 0 0,1 0 0 0 0,-1 0 0 0 0,0 0-1 0 0,0-1 1 0 0,-5 5 0 0 0,-1 0 75 0 0,-1 1 0 0 0,-11 6 0 0 0,0-1 86 0 0,-20 9 252 0 0,31-15-424 0 0,6-4-28 0 0,0 0-1 0 0,0-1 1 0 0,-1 0 0 0 0,-6 4-1 0 0,-11 9-28 0 0,20-15-128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6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4144 0 0,'0'0'191'0'0,"-1"1"-11"0"0,-8 18 983 0 0,-8-6 4209 0 0,16-11-5187 0 0,1-1-1 0 0,-1 1 0 0 0,0 0 1 0 0,0-1-1 0 0,-1 1 1 0 0,1-1-1 0 0,0 0 0 0 0,0 1 1 0 0,-1-1-1 0 0,1 0 0 0 0,0 0 1 0 0,-1 0-1 0 0,-1 1 1 0 0,-6 4 490 0 0,3-2 182 0 0,-1 0-1 0 0,-11 6 1 0 0,10-4 24 0 0,7-6-855 0 0,1 1 0 0 0,-1-1 1 0 0,1 1-1 0 0,-1-1 0 0 0,1 1 0 0 0,-1-1 1 0 0,0 0-1 0 0,1 1 0 0 0,-1-1 0 0 0,1 0 1 0 0,-1 1-1 0 0,0-1 0 0 0,1 0 0 0 0,-2 0 0 0 0,1 1 36 0 0,0-1-1 0 0,0 0 0 0 0,1 1 0 0 0,-1-1 0 0 0,0 0 0 0 0,0 1 0 0 0,1-1 0 0 0,-1 1 0 0 0,0 0 0 0 0,0-1 1 0 0,1 1-1 0 0,-1-1 0 0 0,1 1 0 0 0,-1 0 0 0 0,1 0 0 0 0,-1 0 0 0 0,0 0 619 0 0,-2-1-525 0 0,3 0-138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0,-1 0 0 0 0,1 0 0 0 0,3 1-12 0 0,-1 0 0 0 0,1 0 1 0 0,-1-1-1 0 0,1 1 0 0 0,0-1 0 0 0,-1 0 1 0 0,1 1-1 0 0,0-1 0 0 0,-1 0 0 0 0,1 0 0 0 0,-1-1 1 0 0,1 1-1 0 0,0-1 0 0 0,2 0 0 0 0,18-2 54 0 0,-12 2-25 0 0,-1 0-1 0 0,1-1 0 0 0,16-4 1 0 0,12-3 88 0 0,35-3-105 0 0,19-3-54 0 0,-10 10-587 0 0,-81 5 411 0 0,11 0-519 0 0,-12 0 483 0 0,0 0 0 0 0,0 0 0 0 0,0 0-1 0 0,0 0 1 0 0,0 0 0 0 0,0 0 0 0 0,0 1 0 0 0,0-1 0 0 0,0 0-1 0 0,0 1 1 0 0,0-1 0 0 0,0 1 0 0 0,-1-1 0 0 0,1 1 0 0 0,0-1 0 0 0,0 1-1 0 0,0-1 1 0 0,0 1 0 0 0,-1 0 0 0 0,1 0 0 0 0,0-1 0 0 0,-1 1-1 0 0,1 0 1 0 0,0 0 0 0 0,-1 0 0 0 0,1 0 0 0 0,-1 0 0 0 0,0 0-1 0 0,1 0 1 0 0,-1 0 0 0 0,0 0 0 0 0,1 1 0 0 0,0 1-849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7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 3224 0 0,'0'0'429'0'0,"-10"5"4463"0"0,2-1-2325 0 0,3 5 521 0 0,5-9-3037 0 0,-1 0 0 0 0,1 0 1 0 0,0 0-1 0 0,0 0 1 0 0,0 0-1 0 0,-1 0 1 0 0,1 0-1 0 0,0 1 1 0 0,0-1-1 0 0,0 0 1 0 0,-1 0-1 0 0,1 0 0 0 0,0 0 1 0 0,0 0-1 0 0,0 0 1 0 0,0 1-1 0 0,0-1 1 0 0,-1 0-1 0 0,1 0 1 0 0,0 0-1 0 0,0 0 1 0 0,0 1-1 0 0,0-1 0 0 0,0 0 1 0 0,0 0-1 0 0,0 0 1 0 0,0 0-1 0 0,0 1 1 0 0,0-1-1 0 0,0 0 1 0 0,-1 0-1 0 0,1 0 1 0 0,0 1-1 0 0,0-1 0 0 0,0 0 1 0 0,1 0-1 0 0,-1 0 1 0 0,0 1-1 0 0,0-1 1 0 0,0 0-1 0 0,0 0 1 0 0,0 0-1 0 0,0 1 0 0 0,0-1 1 0 0,0 0-1 0 0,0 0 1 0 0,0 0-1 0 0,0 0 1 0 0,1 1-1 0 0,-1-1 1 0 0,0 0-1 0 0,0 0 1 0 0,0 0-1 0 0,0 0 0 0 0,0 0 1 0 0,1 1-1 0 0,-1-1 1 0 0,16 4 1379 0 0,-6-2-1029 0 0,-7-1-368 0 0,-1-1 0 0 0,1 1 0 0 0,0-1 1 0 0,-1 0-1 0 0,1 0 0 0 0,-1 0 1 0 0,1 0-1 0 0,0-1 0 0 0,4 0 0 0 0,20-4 574 0 0,-20 5-236 0 0,1-1 0 0 0,-1-1 0 0 0,11-3 0 0 0,-9 3-368 0 0,1-1-1 0 0,0 1 0 0 0,0 1 0 0 0,0 0 0 0 0,13 0 0 0 0,16-1-6 0 0,-31 0-3 0 0,-6 1-2 0 0,0 1 0 0 0,1-1 0 0 0,-1 1 0 0 0,1 0 0 0 0,0-1 0 0 0,-1 1 0 0 0,5 1 0 0 0,0-1-146 0 0,20 0-1418 0 0,29-4 0 0 0,-40 1-20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8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93 119 5984 0 0,'11'-13'273'0'0,"-11"13"-267"0"0,0 0 0 0 0,0-1 0 0 0,0 1 0 0 0,1 0 0 0 0,-1 0 0 0 0,0 0 0 0 0,0 0 0 0 0,0 0 0 0 0,0 0 0 0 0,0 0 0 0 0,0 0 0 0 0,0 0 0 0 0,0 0 0 0 0,0-1-1 0 0,0 1 1 0 0,0 0 0 0 0,1 0 0 0 0,-1 0 0 0 0,0 0 0 0 0,0 0 0 0 0,0 0 0 0 0,0 0 0 0 0,0-1 0 0 0,0 1 0 0 0,0 0 0 0 0,0 0 0 0 0,0 0 0 0 0,0 0 0 0 0,0 0 0 0 0,0 0 0 0 0,0-1 0 0 0,0 1 0 0 0,0 0 0 0 0,0 0 0 0 0,0 0 0 0 0,0 0-1 0 0,-1 0 1 0 0,1 0 0 0 0,0 0 0 0 0,0-1 0 0 0,0 1 0 0 0,0 0 0 0 0,0 0 0 0 0,0 0 0 0 0,-1-1-1 0 0,1 0-1 0 0,-1 0 1 0 0,0 0 0 0 0,1 0-1 0 0,-1 0 1 0 0,1 0 0 0 0,0 0-1 0 0,-1 0 1 0 0,1 0 0 0 0,0-1-1 0 0,0 1 1 0 0,0 0-1 0 0,0 0 1 0 0,0 0 0 0 0,0 0-1 0 0,0-1 1 0 0,0 1 0 0 0,0 0-1 0 0,0 0 1 0 0,1 0 0 0 0,-1 0-1 0 0,1-2 1 0 0,-1 2 130 0 0,1-1 0 0 0,-1 1 0 0 0,0 0 0 0 0,0-1 0 0 0,0 1 0 0 0,0-1 0 0 0,-1 1 0 0 0,1-1-1 0 0,-1-1 1 0 0,1 2-4 0 0,0 0-1 0 0,-1 0 0 0 0,1 0 0 0 0,0 0 0 0 0,0 0 0 0 0,0 0 0 0 0,0 1 0 0 0,0-1 0 0 0,0 0 0 0 0,0 0 0 0 0,0 0 0 0 0,0 0 0 0 0,0 0 0 0 0,1 0 0 0 0,-1 0 0 0 0,0 1 0 0 0,0-1 1 0 0,1 0-1 0 0,-1 0 0 0 0,1 0 0 0 0,-1 1 0 0 0,1-1 0 0 0,-1 0 0 0 0,2-1 0 0 0,-2 2-59 0 0,0 0 1 0 0,1 0-1 0 0,-1-1 0 0 0,0 1 0 0 0,0 0 1 0 0,1-1-1 0 0,-1 1 0 0 0,0-1 0 0 0,0 1 1 0 0,0 0-1 0 0,1-1 0 0 0,-1 1 1 0 0,0 0-1 0 0,0-1 0 0 0,0 1 0 0 0,0-1 1 0 0,0 1-1 0 0,0-1 0 0 0,0 1 0 0 0,0 0 1 0 0,0-1-1 0 0,0 1 0 0 0,0-1 1 0 0,0 1-1 0 0,0-1 0 0 0,0 1 0 0 0,0 0 1 0 0,-1-1-1 0 0,1 1 0 0 0,0-1 0 0 0,0 1 1 0 0,0 0-1 0 0,-1-1 0 0 0,1 1 0 0 0,0-1 1 0 0,-4-8 2007 0 0,5 3-603 0 0,-1 6-1451 0 0,0 0 1 0 0,0 0-1 0 0,0 0 0 0 0,0 0 0 0 0,0-1 1 0 0,0 1-1 0 0,0 0 0 0 0,0 0 0 0 0,0 0 1 0 0,0 0-1 0 0,0-1 0 0 0,0 1 0 0 0,0 0 1 0 0,0 0-1 0 0,0 0 0 0 0,0 0 0 0 0,0-1 1 0 0,0 1-1 0 0,0 0 0 0 0,0 0 0 0 0,0 0 1 0 0,-1 0-1 0 0,1 0 0 0 0,0-1 0 0 0,0 1 1 0 0,0 0-1 0 0,0 0 0 0 0,0 0 0 0 0,0 0 1 0 0,0 0-1 0 0,-1 0 0 0 0,1 0 0 0 0,0-1 1 0 0,0 1-1 0 0,0 0 0 0 0,0 0 0 0 0,-1 0 1 0 0,1 0-1 0 0,0 0 0 0 0,0 0 0 0 0,0 0 1 0 0,0 0-1 0 0,-1 0 0 0 0,1 0 0 0 0,0 0 1 0 0,0 0-1 0 0,0 0 0 0 0,-1 0 0 0 0,0 0 930 0 0,-9 8-222 0 0,8-4-654 0 0,-1 0 0 0 0,1 0-1 0 0,0-1 1 0 0,0 1 0 0 0,0 1-1 0 0,0-1 1 0 0,-1 6-1 0 0,-5 12 76 0 0,-1 1-103 0 0,1 0-1 0 0,-5 29 1 0 0,-2 2-18 0 0,14-47-29 0 0,-1-1-1 0 0,1 0 0 0 0,1 1 1 0 0,-1 7-1 0 0,1-7-24 0 0,-1 1 0 0 0,1-1 0 0 0,-3 9 1 0 0,1-11-88 0 0,0 1-1 0 0,1 0 1 0 0,0-1 0 0 0,0 1 0 0 0,1 0 0 0 0,-1 0 0 0 0,1 0 0 0 0,0 0 0 0 0,1-1 0 0 0,2 13-1 0 0,0 14-411 0 0,1 0 303 0 0,-4-30 200 0 0,0 0 0 0 0,1 0 1 0 0,0 0-1 0 0,-1 0 0 0 0,1 0 0 0 0,0 0 0 0 0,0 0 0 0 0,0 0 0 0 0,0 0 0 0 0,0-1 0 0 0,3 3 0 0 0,22 22-531 0 0,-24-25 532 0 0,-1 0 0 0 0,1 0-1 0 0,-1-1 1 0 0,1 1 0 0 0,-1 0-1 0 0,1-1 1 0 0,-1 1-1 0 0,1-1 1 0 0,0 0 0 0 0,-1 1-1 0 0,1-1 1 0 0,0 0-1 0 0,0 0 1 0 0,-1 0 0 0 0,1 0-1 0 0,0 0 1 0 0,-1-1 0 0 0,1 1-1 0 0,0 0 1 0 0,2-2-1 0 0,-2 2-47 0 0,1-2 11 0 0,3-1 66 0 0,0 0 1 0 0,0-1-1 0 0,0 0 0 0 0,0 0 1 0 0,-1-1-1 0 0,0 1 0 0 0,1-1 1 0 0,-2 0-1 0 0,6-7 0 0 0,3-4 205 0 0,-12 15-180 0 0,1-1 0 0 0,-1 1 0 0 0,0-1 0 0 0,1 1 0 0 0,-1-1 0 0 0,0 0 0 0 0,0 0 0 0 0,0 0 0 0 0,0 0 0 0 0,0 0 0 0 0,-1 0 0 0 0,1 0 0 0 0,0 0 0 0 0,-1 0 0 0 0,0 0 0 0 0,1 0 0 0 0,-1-3 0 0 0,0 3 10 0 0,0 0 0 0 0,1 1 0 0 0,-1-1 0 0 0,1 0 0 0 0,-1 1 0 0 0,1-1 0 0 0,-1 0-1 0 0,1 1 1 0 0,0-1 0 0 0,0 1 0 0 0,0-1 0 0 0,2-1 0 0 0,-2 1 4 0 0,0 0-1 0 0,0 0 1 0 0,0 0 0 0 0,0 0-1 0 0,0 0 1 0 0,0 0 0 0 0,0 0-1 0 0,0-3 1 0 0,1-6 103 0 0,-2 8-114 0 0,0 1 0 0 0,0 0-1 0 0,1-1 1 0 0,-1 1-1 0 0,1-1 1 0 0,0 1 0 0 0,0 0-1 0 0,0-1 1 0 0,0 1 0 0 0,1-2-1 0 0,-1 2 2 0 0,-1 1-1 0 0,1 0 0 0 0,-1 0 1 0 0,1-1-1 0 0,-1 1 0 0 0,1 0 1 0 0,-1-1-1 0 0,0 1 0 0 0,0 0 0 0 0,0-1 1 0 0,0 1-1 0 0,0 0 0 0 0,0-1 1 0 0,0 1-1 0 0,0 0 0 0 0,0-1 1 0 0,-1-1-1 0 0,-1-7 383 0 0,4 8-122 0 0,1 0-182 0 0,-3 1-104 0 0,-6 3 38 0 0,4 3-52 0 0,0 1 0 0 0,0 0 0 0 0,0 0 0 0 0,0 0 0 0 0,1 0 0 0 0,-1 8 0 0 0,-2 10-4 0 0,3-19 2 0 0,0 0 0 0 0,0-1 0 0 0,1 1 0 0 0,-1-1 0 0 0,1 1 0 0 0,0 0 0 0 0,1-1 0 0 0,-1 1 0 0 0,3 8 0 0 0,-3-10-37 0 0,1 0-1 0 0,-1 0 0 0 0,0 0 0 0 0,0 0 1 0 0,0 0-1 0 0,-1 0 0 0 0,0 6 0 0 0,0-7 4 0 0,1 0-1 0 0,-1 0 1 0 0,1 0-1 0 0,0-1 0 0 0,0 1 1 0 0,0 0-1 0 0,0 0 0 0 0,0 0 1 0 0,0 0-1 0 0,0 0 0 0 0,0 0 1 0 0,1 0-1 0 0,-1 0 1 0 0,1-1-1 0 0,0 1 0 0 0,-1 0 1 0 0,1 0-1 0 0,2 2 0 0 0,5 8-241 0 0,-6-8 228 0 0,0 0-1 0 0,0-1 0 0 0,1 1 1 0 0,-1-1-1 0 0,1 1 0 0 0,0-1 0 0 0,0 0 1 0 0,0 0-1 0 0,0 0 0 0 0,1-1 1 0 0,-1 1-1 0 0,1-1 0 0 0,0 0 0 0 0,4 2 1 0 0,-7-3 40 0 0,0-1-1 0 0,0 0 1 0 0,0 0 0 0 0,-1 0 0 0 0,1 0 0 0 0,0 0-1 0 0,0 0 1 0 0,0 0 0 0 0,0 0 0 0 0,0 0 0 0 0,-1 0-1 0 0,1-1 1 0 0,0 1 0 0 0,1-1 0 0 0,4-1-28 0 0,-1 1 5 0 0,-2 1-13 0 0,1 0 1 0 0,-1-1 0 0 0,1 0-1 0 0,-1 0 1 0 0,0 0 0 0 0,0 0-1 0 0,0-1 1 0 0,1 1 0 0 0,-1-1-1 0 0,-1 0 1 0 0,1 0 0 0 0,3-2-1 0 0,-2 1 41 0 0,-1 0-1 0 0,1 1 0 0 0,-1 0 0 0 0,7-3 1 0 0,-7 4 75 0 0,-1 0 1 0 0,1-1 0 0 0,-1 1-1 0 0,0 0 1 0 0,1-1 0 0 0,-1 1-1 0 0,0-1 1 0 0,0 0 0 0 0,0 0-1 0 0,-1 0 1 0 0,1 0 0 0 0,0 0-1 0 0,-1 0 1 0 0,1 0 0 0 0,1-3-1 0 0,11-18 660 0 0,-11 18-549 0 0,0 0 0 0 0,0 0 0 0 0,3-7 0 0 0,-3 6-34 0 0,-1 0-1 0 0,0 0 1 0 0,-1 0-1 0 0,1-1 0 0 0,-1 1 1 0 0,-1 0-1 0 0,1-1 1 0 0,-1 1-1 0 0,0 0 0 0 0,-1-1 1 0 0,1 1-1 0 0,-1 0 1 0 0,0-1-1 0 0,-1 1 1 0 0,0 0-1 0 0,0 0 0 0 0,0 0 1 0 0,-6-10-1 0 0,7 13-103 0 0,0 0-1 0 0,0 0 1 0 0,0 0-1 0 0,0-1 1 0 0,0 1 0 0 0,0 0-1 0 0,1 0 1 0 0,0-1-1 0 0,-1 1 1 0 0,2-5-1 0 0,-1 4-21 0 0,0 1 0 0 0,0-1-1 0 0,0 0 1 0 0,-1 1 0 0 0,0-1 0 0 0,1 1-1 0 0,-1-1 1 0 0,-3-6 0 0 0,1 3-54 0 0,0-1 0 0 0,1 1 0 0 0,-3-11 0 0 0,3 10 6 0 0,0 1-1 0 0,0-1 0 0 0,-5-9 0 0 0,4 9 26 0 0,7 1 0 0 0,-4 4-114 0 0,1 3-160 0 0,5 2-260 0 0,-6 0 24 0 0,1-1 345 0 0,-1 1-1 0 0,0-1 1 0 0,0 0-1 0 0,1 1 1 0 0,-1-1-1 0 0,1 0 1 0 0,-1 0-1 0 0,1 0 1 0 0,0 1-1 0 0,-1-1 1 0 0,1 0-1 0 0,0 0 1 0 0,1 1-1 0 0,7 13-1943 0 0,0 5-25 0 0,1 1-9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8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0 10336 0 0,'0'0'8214'0'0,"0"1"-8069"0"0,1-1-1 0 0,-1 1 1 0 0,0 0 0 0 0,1-1-1 0 0,-1 1 1 0 0,0 0-1 0 0,0 0 1 0 0,0-1 0 0 0,1 1-1 0 0,-1 0 1 0 0,0 0-1 0 0,0 0 1 0 0,-3 6 282 0 0,2-4-265 0 0,0 0 0 0 0,0 0 0 0 0,1 0 0 0 0,-1 0 0 0 0,0 5 0 0 0,1 0 38 0 0,-1 0 0 0 0,-3 12 0 0 0,2-12-13 0 0,1 0 1 0 0,-1 12-1 0 0,2-13-94 0 0,-1 0 0 0 0,0 0 0 0 0,0 0-1 0 0,-4 11 1 0 0,3-11-149 0 0,0-1 1 0 0,0 1-1 0 0,1 0 0 0 0,0 11 1 0 0,0-14 37 0 0,1 0 1 0 0,-1 1-1 0 0,1-1 1 0 0,-3 8-1 0 0,1-8 50 0 0,1 0-1 0 0,0 0 1 0 0,1 0 0 0 0,-1 7-1 0 0,-1 20 130 0 0,2-21-504 0 0,-1-1 0 0 0,1 0 0 0 0,0 0 0 0 0,4 18 0 0 0,-1-19 189 0 0,1 0 142 0 0,-4-2-23 0 0,-1-6 12 0 0,1 1 0 0 0,0 0 0 0 0,0-1 0 0 0,0 1 0 0 0,0-1 0 0 0,0 1 0 0 0,0-1 0 0 0,0 1 1 0 0,0-1-1 0 0,1 1 0 0 0,-1 0 0 0 0,0-1 0 0 0,0 1 0 0 0,0-1 0 0 0,1 1 0 0 0,-1-1 0 0 0,0 1 1 0 0,0-1-1 0 0,1 1 0 0 0,-1-1 0 0 0,0 0 0 0 0,1 1 0 0 0,-1-1 0 0 0,1 1 0 0 0,-2 5-1030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39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48 3224 0 0,'-6'-1'12574'0'0,"27"-5"-7812"0"0,-12 3-4736 0 0,0 0 0 0 0,0 1 0 0 0,12-2-1 0 0,80-4 133 0 0,-93 7-132 0 0,37-3 157 0 0,-34 5-124 0 0,163-10 323 0 0,-168 10-382 0 0,1-1 0 0 0,0-1 0 0 0,12-1 0 0 0,-8 1 0 0 0,1-1 0 0 0,-9 1 0 0 0,1 0 0 0 0,-1 1 0 0 0,1-1 0 0 0,0 1 0 0 0,6 0 0 0 0,39 0-4557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0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74 2304 0 0,'23'-6'1455'0'0,"-20"3"-874"0"0,-2 3-385 0 0,0-1 1 0 0,-1 1-1 0 0,1-1 0 0 0,0 1 1 0 0,0-1-1 0 0,-1 1 0 0 0,1-1 1 0 0,0 0-1 0 0,-1 0 0 0 0,1 1 1 0 0,-1-1-1 0 0,1 0 0 0 0,-1 0 1 0 0,1 0-1 0 0,-1 0 0 0 0,0 1 1 0 0,1-1-1 0 0,-1 0 0 0 0,0 0 1 0 0,0 0-1 0 0,1 0 0 0 0,-1-2 1 0 0,-1 1 387 0 0,1-1 1 0 0,0 0-1 0 0,-1 1 1 0 0,0-1-1 0 0,0 1 1 0 0,-1-4-1 0 0,2 5-498 0 0,0-7 1804 0 0,0 7-1763 0 0,0 1 1 0 0,0 0-1 0 0,0-1 0 0 0,0 1 1 0 0,0-1-1 0 0,1 1 0 0 0,-1-1 1 0 0,0 1-1 0 0,0-1 1 0 0,0 1-1 0 0,0-1 0 0 0,-1 1 1 0 0,1-1-1 0 0,0 1 1 0 0,0 0-1 0 0,0-1 0 0 0,0 1 1 0 0,0-1-1 0 0,-1 1 1 0 0,1-1-1 0 0,0 1 0 0 0,-1-1 1 0 0,1 0-297 0 0,0 1 208 0 0,0-1 0 0 0,0 1 0 0 0,0 0 0 0 0,0 0 0 0 0,0 0 0 0 0,-1 0 0 0 0,1 0 0 0 0,0 0 0 0 0,0-1 0 0 0,0 1 0 0 0,0 0 0 0 0,0 0 0 0 0,0 0 0 0 0,0 0 0 0 0,0 0 0 0 0,0 0 1 0 0,0 0-1 0 0,0-1 0 0 0,0 1 0 0 0,0 0 0 0 0,0 0 0 0 0,-1 0 0 0 0,1 0 0 0 0,0 0 0 0 0,0 0 0 0 0,0 0 0 0 0,0 0 0 0 0,0 0 0 0 0,0 0 0 0 0,0 0 0 0 0,-1 0 0 0 0,1 0 0 0 0,0 0 0 0 0,0 0 0 0 0,0 0 0 0 0,0 0 0 0 0,0 0 1 0 0,0 0-1 0 0,-1 0 0 0 0,1 0 0 0 0,0 0 0 0 0,0 0 0 0 0,0 0 0 0 0,0 0 0 0 0,0 0 0 0 0,0 0 0 0 0,0 0 0 0 0,-1 0 0 0 0,1 0 0 0 0,0 0 0 0 0,0 0 0 0 0,0 0 0 0 0,0 0 0 0 0,0 0 0 0 0,0 0 0 0 0,0 0 0 0 0,0 1 0 0 0,-1-1 1 0 0,1 0-1 0 0,0 0 0 0 0,0 0 0 0 0,0 0 0 0 0,0 0 0 0 0,0 0 0 0 0,-4 4 312 0 0,3-4-321 0 0,0 1 1 0 0,-1 0-1 0 0,1 0 1 0 0,0-1-1 0 0,0 1 0 0 0,1 0 1 0 0,-1 0-1 0 0,0 0 1 0 0,0 0-1 0 0,0 0 1 0 0,0 2-1 0 0,0-2-16 0 0,1 0-1 0 0,0 0 1 0 0,0 0 0 0 0,1 1-1 0 0,-1-1 1 0 0,0 0-1 0 0,0 0 1 0 0,0 0 0 0 0,1 0-1 0 0,-1 0 1 0 0,1 0-1 0 0,-1 0 1 0 0,1 1 0 0 0,-1-1-12 0 0,1 0 1 0 0,-1 0 0 0 0,0 0 0 0 0,0 0 0 0 0,0 0-1 0 0,0 0 1 0 0,-1 0 0 0 0,1 0 0 0 0,0 0 0 0 0,0 0-1 0 0,0 0 1 0 0,-1 0 0 0 0,1 0 0 0 0,-1 0 0 0 0,1-1-1 0 0,-1 1 1 0 0,1 0 0 0 0,-1 0 0 0 0,1 0 0 0 0,-1-1-1 0 0,1 1 1 0 0,-1 0 0 0 0,0-1 0 0 0,0 1 0 0 0,1 0-1 0 0,-2 0 1 0 0,-3 3 16 0 0,4-3-18 0 0,1 0 0 0 0,-1 1-1 0 0,0-1 1 0 0,1 0 0 0 0,-1 0-1 0 0,1 0 1 0 0,-1 0 0 0 0,1 1-1 0 0,0-1 1 0 0,-1 0 0 0 0,1 0-1 0 0,0 1 1 0 0,0-1 0 0 0,0 0-1 0 0,0 0 1 0 0,0 1 0 0 0,0-1-1 0 0,0 0 1 0 0,0 0 0 0 0,1 1-1 0 0,-1-1 1 0 0,0 0 0 0 0,1 0-1 0 0,-1 0 1 0 0,1 1 0 0 0,0 0-1 0 0,0 0-2 0 0,0 0 1 0 0,0 1-1 0 0,-1-1 0 0 0,1 0 0 0 0,-1 0 1 0 0,1 1-1 0 0,-1-1 0 0 0,0 0 0 0 0,0 3 0 0 0,-1-1-6 0 0,0 1 0 0 0,0-1 0 0 0,-1 0 0 0 0,1 0 0 0 0,-1 0 0 0 0,0 0 0 0 0,0-1 0 0 0,0 1 0 0 0,-4 4-1 0 0,4-6 5 0 0,0 0-1 0 0,0 1 0 0 0,1 0 1 0 0,-1-1-1 0 0,0 1 0 0 0,1 0 0 0 0,0 0 1 0 0,0-1-1 0 0,0 1 0 0 0,0 0 0 0 0,0 0 1 0 0,1 0-1 0 0,-1 1 0 0 0,1 4 0 0 0,4 8 25 0 0,-3-14-19 0 0,0 0-1 0 0,0 0 0 0 0,-1 0 0 0 0,1 1 0 0 0,-1-1 0 0 0,0 0 0 0 0,1 0 0 0 0,-1 1 1 0 0,0 1-1 0 0,-2 8-66 0 0,1-9 27 0 0,1-1-1 0 0,-1 1 1 0 0,1 0 0 0 0,0-1 0 0 0,0 1 0 0 0,0 0 0 0 0,0 0-1 0 0,0-1 1 0 0,1 1 0 0 0,-1 0 0 0 0,1-1 0 0 0,-1 1 0 0 0,1 0 0 0 0,2 3-1 0 0,-2-4-27 0 0,0 0 0 0 0,0 0 0 0 0,0 0 0 0 0,-1 1-1 0 0,1-1 1 0 0,-1 0 0 0 0,1 0 0 0 0,-1 1 0 0 0,0-1-1 0 0,1 0 1 0 0,-2 5 0 0 0,1-6 13 0 0,1 1-50 0 0,-1 0 0 0 0,1 0 0 0 0,-1 0-1 0 0,1 1 1 0 0,0-1 0 0 0,0 0-1 0 0,0-1 1 0 0,0 1 0 0 0,0 0-1 0 0,1 0 1 0 0,-1 0 0 0 0,0-1 0 0 0,1 1-1 0 0,-1-1 1 0 0,1 1 0 0 0,2 1-1 0 0,0 0-196 0 0,1 1 0 0 0,-1-1 0 0 0,1 0 0 0 0,0 0 0 0 0,8 3 0 0 0,-7-4 238 0 0,0 0 1 0 0,0-1 0 0 0,0 0-1 0 0,0 0 1 0 0,1-1 0 0 0,10 0 0 0 0,-13 0 45 0 0,1 0 1 0 0,-1-1-1 0 0,0 1 1 0 0,0-1 0 0 0,0 0-1 0 0,0 0 1 0 0,0-1 0 0 0,0 1-1 0 0,0-1 1 0 0,6-4 0 0 0,6-13 69 0 0,-11 14 221 0 0,1 0 0 0 0,-1-1 0 0 0,0 1 0 0 0,4-9-1 0 0,-7 12-165 0 0,-1 0 0 0 0,0 0-1 0 0,0 0 1 0 0,0-1 0 0 0,0 1-1 0 0,0-1 1 0 0,0 1 0 0 0,-1-1-1 0 0,1 1 1 0 0,-1-1 0 0 0,1 1-1 0 0,-1-1 1 0 0,0 1 0 0 0,0-1-1 0 0,-1 1 1 0 0,0-5 0 0 0,-1-9 222 0 0,-3-7 97 0 0,4 22-368 0 0,1 0 0 0 0,-1 0 0 0 0,1 0 0 0 0,-1 0 0 0 0,1 0 0 0 0,-1 0 0 0 0,0 0 0 0 0,1 0 0 0 0,-1 0 0 0 0,0 0 0 0 0,0 0 0 0 0,0 1 0 0 0,1-1 0 0 0,-1 0 0 0 0,-2-1 0 0 0,1 1 880 0 0,1 0-786 0 0,-6-3-136 0 0,2 4-17 0 0,4 0 0 0 0,1 1 0 0 0,0-1 0 0 0,-1 1 0 0 0,1-1 0 0 0,-1 1 0 0 0,1-1 0 0 0,0 1 0 0 0,-1-1 0 0 0,1 1 0 0 0,0-1 0 0 0,0 1 0 0 0,0-1 0 0 0,-1 1 0 0 0,1 0 0 0 0,0-1 0 0 0,0 1 0 0 0,0-1 0 0 0,0 1 0 0 0,0 0 0 0 0,0-1 0 0 0,0 1 0 0 0,0 0 0 0 0,0-1 0 0 0,0 1 0 0 0,0-1 0 0 0,0 1 0 0 0,1 0 0 0 0,-1-1 0 0 0,0 1 0 0 0,0-1 0 0 0,1 1 0 0 0,0 1 0 0 0,-1-1 0 0 0,0 1 0 0 0,1-1 0 0 0,-1 1 0 0 0,0-1 0 0 0,0 1 0 0 0,0-1 0 0 0,0 1 0 0 0,0 1 0 0 0,-1-1 0 0 0,1 0 0 0 0,0 0 0 0 0,-1 0 0 0 0,1 0 0 0 0,0 0 0 0 0,0 0 0 0 0,0 0 0 0 0,0 0 0 0 0,0 0 0 0 0,0 0 0 0 0,1 0 0 0 0,-1-1 0 0 0,1 1 0 0 0,-1 0 0 0 0,1 0 0 0 0,0 0 0 0 0,2 3 0 0 0,-2-3 1 0 0,-1-1-1 0 0,1 1 1 0 0,-1 0-1 0 0,1-1 1 0 0,-1 1 0 0 0,1 0-1 0 0,-1-1 1 0 0,0 1-1 0 0,0 2 1 0 0,0-2-3 0 0,0-1 0 0 0,0 1 0 0 0,1-1-1 0 0,-1 1 1 0 0,0-1 0 0 0,0 0 0 0 0,1 1 0 0 0,-1-1 0 0 0,1 0 0 0 0,-1 1 0 0 0,1-1 0 0 0,1 2 0 0 0,4 6-98 0 0,-4-6 16 0 0,1 1-1 0 0,-1-1 1 0 0,1 0-1 0 0,4 4 0 0 0,1 1-71 0 0,-6-6 77 0 0,0 1 1 0 0,1-1-1 0 0,-1 0 0 0 0,0-1 1 0 0,1 1-1 0 0,-1 0 1 0 0,4 1-1 0 0,-3-2 75 0 0,1 1 0 0 0,-1-1 0 0 0,0 0 0 0 0,0-1 0 0 0,1 1 0 0 0,-1 0 0 0 0,0-1 1 0 0,1 0-1 0 0,-1 0 0 0 0,0 0 0 0 0,1 0 0 0 0,-1 0 0 0 0,0-1 0 0 0,1 0 0 0 0,-1 1 0 0 0,0-1 0 0 0,0 0 0 0 0,1-1 0 0 0,-1 1 0 0 0,0 0 0 0 0,0-1 0 0 0,-1 0 0 0 0,4-2 0 0 0,1-2 32 0 0,-2 2 103 0 0,0 0-1 0 0,0 0 1 0 0,-1-1-1 0 0,1 0 1 0 0,-1 0 0 0 0,0 0-1 0 0,0-1 1 0 0,-1 1-1 0 0,1-1 1 0 0,4-12-1 0 0,-5 7 312 0 0,0 3-183 0 0,0 0-1 0 0,-1 0 1 0 0,-1 0-1 0 0,1 0 0 0 0,-1 0 1 0 0,-1 0-1 0 0,1 0 1 0 0,-2-8-1 0 0,0-1 96 0 0,-3-21-22 0 0,1 27-243 0 0,2 0 1 0 0,-1-18 0 0 0,-2-14 163 0 0,3 23-150 0 0,1 17-108 0 0,0 0 1 0 0,0 0-1 0 0,0 0 1 0 0,0 0-1 0 0,-1 1 1 0 0,1-1-1 0 0,-1 0 1 0 0,0 0-1 0 0,0 0 1 0 0,0 0 0 0 0,0 1-1 0 0,-1-1 1 0 0,-2-3-1 0 0,3 4-332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0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31 105 13792 0 0,'0'0'1056'0'0,"1"-1"-724"0"0,0-1-318 0 0,1 1 0 0 0,-1-1 0 0 0,0 0 0 0 0,0 1 1 0 0,0-1-1 0 0,0 0 0 0 0,0 0 0 0 0,-1 0 0 0 0,1 0 0 0 0,-1 0 1 0 0,1 0-1 0 0,-1 1 0 0 0,1-1 0 0 0,-1 0 0 0 0,0 0 1 0 0,0-3-1 0 0,0 4 171 0 0,1-1 1 0 0,-1 1-1 0 0,0-1 1 0 0,1 1 0 0 0,0-1-1 0 0,-1 1 1 0 0,1 0-1 0 0,0-1 1 0 0,1-1-1 0 0,0-1 242 0 0,-1 3-326 0 0,-1 0-1 0 0,1 0 0 0 0,-1 0 1 0 0,1 0-1 0 0,-1 0 0 0 0,1 0 1 0 0,0 1-1 0 0,-1-1 0 0 0,1 0 1 0 0,0 0-1 0 0,1-1 0 0 0,7-7 662 0 0,-8 7-636 0 0,0 0 0 0 0,1 0 1 0 0,-1 0-1 0 0,1 1 1 0 0,0-1-1 0 0,0 0 0 0 0,0 1 1 0 0,-1-1-1 0 0,4-1 0 0 0,5-5 268 0 0,-8 7-105 0 0,3 0-20 0 0,-1 1 98 0 0,0 7-187 0 0,-2-3-249 0 0,-1 1 0 0 0,0 0 1 0 0,0 0-1 0 0,-1 0 0 0 0,1 0 0 0 0,-1 0 0 0 0,0 0 0 0 0,0 0 0 0 0,-1 0 0 0 0,0 0 0 0 0,1-1 0 0 0,-2 1 0 0 0,1 0 1 0 0,0 0-1 0 0,-3 4 0 0 0,-3 8-400 0 0,-1 0 0 0 0,-18 27 0 0 0,15-28-126 0 0,7-11 267 0 0,0 0 1 0 0,1 0-1 0 0,-5 9 1 0 0,-24 62-3446 0 0,29-65 3199 0 0,-2 4-612 0 0,12 1 862 0 0,-7-16 317 0 0,1 1 1 0 0,-1-1-1 0 0,0 0 0 0 0,1 1 1 0 0,-1-1-1 0 0,0 0 1 0 0,1 1-1 0 0,-1-1 1 0 0,1 0-1 0 0,-1 0 1 0 0,0 1-1 0 0,1-1 1 0 0,-1 0-1 0 0,1 0 1 0 0,-1 0-1 0 0,1 0 0 0 0,-1 0 1 0 0,2 1-1 0 0,-1-1-12 0 0,6 3-13 0 0,-6-2 26 0 0,1 0 1 0 0,0 0 0 0 0,-1 0-1 0 0,1-1 1 0 0,0 1 0 0 0,-1-1-1 0 0,1 1 1 0 0,0-1 0 0 0,0 0-1 0 0,0 0 1 0 0,-1 0 0 0 0,1 0-1 0 0,0 0 1 0 0,0 0 0 0 0,0 0-1 0 0,0-1 1 0 0,2 0 0 0 0,5 0 5 0 0,0-1 0 0 0,-1 0 0 0 0,1 0 0 0 0,10-5 0 0 0,10-2 0 0 0,-19 5 0 0 0,1-10-675 0 0,-10 13 557 0 0,-1 0 1 0 0,1-1 0 0 0,0 1-1 0 0,0 0 1 0 0,0 0 0 0 0,0 0 0 0 0,0 0-1 0 0,1 0 1 0 0,1-1 0 0 0,6-4-547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1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60 3224 0 0,'19'0'772'0'0,"-23"0"-364"0"0,2 0 569 0 0,4-1 42 0 0,10-2 4396 0 0,0 0-3701 0 0,20-5 999 0 0,-31 7-2380 0 0,0 0-295 0 0,1 0-1 0 0,0 0 0 0 0,-1 1 0 0 0,1-1 0 0 0,0 1 1 0 0,0-1-1 0 0,0 1 0 0 0,0-1 0 0 0,-1 1 0 0 0,1 0 1 0 0,0 0-1 0 0,0 0 0 0 0,0 0 0 0 0,3 1 0 0 0,10-1 205 0 0,39-8 1128 0 0,51-4-700 0 0,-14 0-1575 0 0,-56 6-691 0 0,-21 5-4542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42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20 8840 0 0,'0'0'800'0'0,"1"-2"-656"0"0,7-16 10977 0 0,-20 43-10838 0 0,2-1 1 0 0,0 2 0 0 0,-9 39-1 0 0,9-20-283 0 0,-13 61 0 0 0,19-80 0 0 0,0 0 0 0 0,1 27 0 0 0,3 0 0 0 0,-1-19 0 0 0,1-1 0 0 0,7 47 0 0 0,-4-59-129 0 0,2 0 0 0 0,12 37-1 0 0,-7-30-106 0 0,-7-17 125 0 0,1 0 0 0 0,1 0-1 0 0,5 10 1 0 0,-1-6-34 0 0,0-1-1 0 0,1-1 1 0 0,1 1 0 0 0,14 12-1 0 0,-20-20 122 0 0,1-1 0 0 0,0 0 1 0 0,0 0-1 0 0,0-1 0 0 0,1 0 0 0 0,0 0 0 0 0,0-1 0 0 0,0 1 0 0 0,0-2 0 0 0,0 1 1 0 0,10 2-1 0 0,6 0 35 0 0,-17-4-11 0 0,1 1 0 0 0,-1-1 0 0 0,1 0 0 0 0,-1 0 0 0 0,1-1-1 0 0,12 0 1 0 0,-15-1-2 0 0,16-3-92 0 0,10-10 14 0 0,-30 14 80 0 0,13-8-152 0 0,-11 5-206 0 0,-2 3 339 0 0,0 0 1 0 0,0 0-1 0 0,0-1 1 0 0,0 1-1 0 0,0 0 1 0 0,0 0-1 0 0,0-1 1 0 0,0 1 0 0 0,0 0-1 0 0,0 0 1 0 0,0-1-1 0 0,0 1 1 0 0,0 0-1 0 0,0 0 1 0 0,1 0-1 0 0,-1-1 1 0 0,0 1-1 0 0,0 0 1 0 0,0 0-1 0 0,0 0 1 0 0,1-1-1 0 0,-1 1 1 0 0,0 0-1 0 0,0 0 1 0 0,0 0-1 0 0,1 0 1 0 0,-1-1-1 0 0,0 1 1 0 0,1 0-1 0 0,5-5-1686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58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21 7832 0 0,'0'0'356'0'0,"-1"-1"-7"0"0,0 1-312 0 0,0-1 0 0 0,0 1-1 0 0,-1-1 1 0 0,1 1 0 0 0,0-1 0 0 0,0 1-1 0 0,0 0 1 0 0,0-1 0 0 0,-1 1 0 0 0,1 0-1 0 0,0 0 1 0 0,0 0 0 0 0,0 0 0 0 0,-1 0-1 0 0,1 0 1 0 0,0 0 0 0 0,-2 1-1 0 0,0 0 551 0 0,-1-1 114 0 0,0 0 0 0 0,0 0 1 0 0,0 1-1 0 0,1-1 0 0 0,-8 3 0 0 0,5 0-305 0 0,1-1 0 0 0,-1 1 0 0 0,1 0-1 0 0,-6 5 1 0 0,-7 3 384 0 0,14-8-718 0 0,1 0-1 0 0,-1 0 0 0 0,1 0 0 0 0,0 0 0 0 0,0 1 0 0 0,0-1 0 0 0,1 1 0 0 0,-1 0 0 0 0,1 0 0 0 0,0 0 0 0 0,0 0 0 0 0,0 0 1 0 0,0 0-1 0 0,1 0 0 0 0,0 1 0 0 0,0-1 0 0 0,-1 6 0 0 0,-1 10 247 0 0,1 0 0 0 0,1 30 0 0 0,1-50-308 0 0,0 15 2 0 0,-1 5-9 0 0,2 0-1 0 0,3 21 1 0 0,-3-39-21 0 0,0 1-1 0 0,0-1 1 0 0,0 1-1 0 0,0-1 1 0 0,0 0-1 0 0,1 0 0 0 0,-1 1 1 0 0,1-1-1 0 0,0 0 1 0 0,0 0-1 0 0,0 0 1 0 0,0-1-1 0 0,0 1 0 0 0,0 0 1 0 0,0-1-1 0 0,0 1 1 0 0,5 1-1 0 0,-1 0-62 0 0,0 0 0 0 0,-1-1-1 0 0,1 0 1 0 0,1 0 0 0 0,-1 0-1 0 0,8 0 1 0 0,-7-1 50 0 0,1-1 1 0 0,-1 0-1 0 0,1 0 0 0 0,-1-1 0 0 0,0 0 1 0 0,1 0-1 0 0,-1-1 0 0 0,0 0 1 0 0,9-4-1 0 0,-4 1 61 0 0,-1 0 0 0 0,0-1 0 0 0,-1-1 0 0 0,16-12 0 0 0,-19 13 170 0 0,-1-1 0 0 0,0 0 0 0 0,0 0 0 0 0,-1-1 0 0 0,0 1 0 0 0,0-1 0 0 0,4-9 0 0 0,-7 11-5 0 0,0 0-1 0 0,-1 1 0 0 0,1-1 1 0 0,-1 0-1 0 0,0 0 1 0 0,0 0-1 0 0,-1 1 0 0 0,0-1 1 0 0,0-7-1 0 0,0 6 20 0 0,-1 1-20 0 0,0 1 0 0 0,0-1 0 0 0,0 0 0 0 0,0 1 0 0 0,-1-1 0 0 0,0 1 0 0 0,0 0 0 0 0,-5-8 0 0 0,1 1 181 0 0,-2 0 0 0 0,-10-14 0 0 0,-8-1-84 0 0,23 23-266 0 0,0 1 0 0 0,0 0 0 0 0,0 0 0 0 0,-1 1 0 0 0,0-1 0 0 0,1 1 0 0 0,-1-1 0 0 0,0 1 0 0 0,0 0 0 0 0,-1 1 0 0 0,1-1-1 0 0,0 1 1 0 0,0-1 0 0 0,-8 0 0 0 0,3 1-74 0 0,1 0-1 0 0,-1 1 1 0 0,1-1 0 0 0,-1 2-1 0 0,1-1 1 0 0,-16 4-1 0 0,22-4 48 0 0,-2 1-323 0 0,-1 0 0 0 0,1 0 0 0 0,-1 0 0 0 0,1 0 0 0 0,0 1 0 0 0,0 0 0 0 0,-1 0 0 0 0,1 0 0 0 0,0 0 0 0 0,1 1 0 0 0,-6 4 0 0 0,3 0-1041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1:59.3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6 4608 0 0,'0'0'6108'0'0,"-12"-5"1880"0"0,17 11-6802 0 0,11 10-1261 0 0,4-4 338 0 0,-12-7-145 0 0,-1 0-1 0 0,12 9 1 0 0,-10-6-72 0 0,1-1-1 0 0,15 10 1 0 0,-18-13-30 0 0,0 0 0 0 0,0 1 0 0 0,-1-1 0 0 0,0 1 0 0 0,0 1 0 0 0,0-1 0 0 0,-1 1-1 0 0,8 9 1 0 0,10 14 17 0 0,-18-23-20 0 0,1 0 0 0 0,8 14 0 0 0,-2 4-13 0 0,13 20 0 0 0,-16-28 0 0 0,0 0 0 0 0,6 20 0 0 0,0-2 0 0 0,-10-21 19 0 0,0 0-1 0 0,-1 0 0 0 0,-1 0 0 0 0,0 0 0 0 0,-1 1 0 0 0,0-1 1 0 0,-1 1-1 0 0,0 0 0 0 0,-1-1 0 0 0,-1 1 0 0 0,0 0 0 0 0,-1-1 1 0 0,0 1-1 0 0,-1-1 0 0 0,-9 23 0 0 0,8-27 0 0 0,-1 0 1 0 0,0 0-1 0 0,-9 11 0 0 0,7-11 4 0 0,-11 21 0 0 0,13-20-33 0 0,0-1-1 0 0,0 1 1 0 0,-1-1 0 0 0,0 0-1 0 0,-1 0 1 0 0,-13 13-1 0 0,17-19 12 0 0,-2 3-6 0 0,-1-1 0 0 0,-1 1 0 0 0,1-1 0 0 0,-1 0 0 0 0,0-1 0 0 0,0 0 0 0 0,-12 5 0 0 0,-11 6 149 0 0,24-12-118 0 0,1 0-1 0 0,-1-1 0 0 0,-9 4 0 0 0,-16 5 71 0 0,29-10-422 0 0,0 2-434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2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89 1840 0 0,'0'0'12854'0'0,"1"-1"-12414"0"0,24-9 778 0 0,-9 3-580 0 0,2 0 0 0 0,-1 1 0 0 0,30-6-1 0 0,47-8-173 0 0,-40 13-395 0 0,-1-1-2 0 0,62 0 0 0 0,-92 7 157 0 0,-17 0-225 0 0,0 1-1 0 0,0 0 0 0 0,0 0 1 0 0,8 1-1 0 0,24 3-1350 0 0,-3 7-1050 0 0,-33-10 1858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3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9 8840 0 0,'0'0'800'0'0,"-1"-1"-656"0"0,-2 0 295 0 0,0 0-1 0 0,-1 0 1 0 0,1-1 0 0 0,-1 2 0 0 0,1-1 0 0 0,-1 0 0 0 0,1 1 0 0 0,-1 0 0 0 0,-3 0-1 0 0,3 0-429 0 0,2 0 264 0 0,0 0 0 0 0,0 0-1 0 0,0 1 1 0 0,0-1 0 0 0,1 1 0 0 0,-1-1 0 0 0,0 1 0 0 0,0 0 0 0 0,-2 1 0 0 0,3-1-424 0 0,-1 0 663 0 0,2 0 0 0 0,-4 14 349 0 0,3-14-813 0 0,0 0 0 0 0,1 1-1 0 0,-1-1 1 0 0,1 0-1 0 0,-1 1 1 0 0,1-1 0 0 0,0 1-1 0 0,0-1 1 0 0,0 1-1 0 0,-1-1 1 0 0,1 1 0 0 0,0-1-1 0 0,1 1 1 0 0,-1-1-1 0 0,0 2 1 0 0,7 36 257 0 0,-5-24 492 0 0,7 23 1 0 0,9 42-633 0 0,-15-67-165 0 0,-1 1 0 0 0,0-1 0 0 0,-1 23 0 0 0,3 14 0 0 0,-3-37-323 0 0,0 1 0 0 0,-2 13-1 0 0,1-9-90 0 0,0-15-234 0 0,-4 4-3569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8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52 187 920 0 0,'1'-1'1813'0'0,"0"-2"-1204"0"0,0 1 0 0 0,0-1-1 0 0,0 1 1 0 0,-1-1 0 0 0,1 0-1 0 0,-1 1 1 0 0,1-1 0 0 0,-1 0-1 0 0,0 1 1 0 0,0-1 0 0 0,0 0 0 0 0,0 1-1 0 0,-1-1 1 0 0,0-2 0 0 0,1 3 292 0 0,0 1-677 0 0,-1 0 1 0 0,1 0-1 0 0,0-1 1 0 0,0 1-1 0 0,-1 0 1 0 0,1 0-1 0 0,-1 0 1 0 0,1 0-1 0 0,-1-1 1 0 0,1 1-1 0 0,-1 0 1 0 0,0 0-1 0 0,0 0 1 0 0,1 0-1 0 0,-3-1 1179 0 0,-6 2 253 0 0,4 7-1551 0 0,0 0 0 0 0,1 1 0 0 0,0-1 0 0 0,0 1 0 0 0,1 0 0 0 0,0 0 0 0 0,-3 11 0 0 0,5-15-105 0 0,0-1 0 0 0,1 1 0 0 0,-1 0 0 0 0,1 0 0 0 0,0 0 0 0 0,1 6 0 0 0,-2 12 0 0 0,1-16-78 0 0,0 1-1 0 0,0 0 1 0 0,0-1-1 0 0,1 1 1 0 0,0-1-1 0 0,0 1 0 0 0,0-1 1 0 0,1 1-1 0 0,0-1 1 0 0,0 0-1 0 0,1 0 1 0 0,0 0-1 0 0,0 0 0 0 0,0 0 1 0 0,8 10-1 0 0,-7-12-137 0 0,-1 1-1 0 0,1-1 0 0 0,0 0 0 0 0,0 0 1 0 0,1-1-1 0 0,-1 1 0 0 0,1-1 1 0 0,0 0-1 0 0,0 0 0 0 0,0-1 1 0 0,0 1-1 0 0,0-1 0 0 0,1 0 0 0 0,-1-1 1 0 0,1 1-1 0 0,-1-1 0 0 0,1 0 1 0 0,9 0-1 0 0,-12-1 137 0 0,0 0 0 0 0,0-1 1 0 0,-1 1-1 0 0,1-1 0 0 0,0 1 0 0 0,-1-1 1 0 0,1 0-1 0 0,-1 0 0 0 0,1 0 0 0 0,-1-1 1 0 0,3-1-1 0 0,24-20 250 0 0,-10 6 193 0 0,-16 15-195 0 0,1-1 1 0 0,-1 1 0 0 0,0-1-1 0 0,1 0 1 0 0,-2 0-1 0 0,1-1 1 0 0,0 1-1 0 0,-1-1 1 0 0,1 1 0 0 0,-1-1-1 0 0,0 0 1 0 0,0 0-1 0 0,2-7 1 0 0,-1 2 310 0 0,-2 6-255 0 0,0 0 0 0 0,1 0-1 0 0,-2-1 1 0 0,1 1 0 0 0,0-1 0 0 0,-1 1-1 0 0,0-5 1 0 0,1 7-158 0 0,0-10 512 0 0,-1 11-548 0 0,0-1 1 0 0,0 1-1 0 0,0 0 1 0 0,0-1-1 0 0,0 1 0 0 0,0 0 1 0 0,0 0-1 0 0,0-1 1 0 0,0 1-1 0 0,0 0 1 0 0,0-1-1 0 0,0 1 1 0 0,0 0-1 0 0,0 0 1 0 0,1-1-1 0 0,-1 1 1 0 0,0 0-1 0 0,0 0 1 0 0,0-1-1 0 0,0 1 1 0 0,1 0-1 0 0,-1 0 1 0 0,0 0-1 0 0,0-1 1 0 0,1 1-1 0 0,-1 0 1 0 0,0 0-1 0 0,5 8 34 0 0,-1-4-89 0 0,1 0 0 0 0,-1 0-1 0 0,1-1 1 0 0,0 0-1 0 0,0 0 1 0 0,0 0-1 0 0,1 0 1 0 0,10 3 0 0 0,0 1-27 0 0,-13-6 48 0 0,0 0-1 0 0,0 0 1 0 0,1 0-1 0 0,-1-1 1 0 0,0 1-1 0 0,0-1 0 0 0,1 0 1 0 0,-1 0-1 0 0,0 0 1 0 0,1 0-1 0 0,-1-1 1 0 0,0 1-1 0 0,0-1 0 0 0,0 0 1 0 0,1 0-1 0 0,-1 0 1 0 0,5-3-1 0 0,-4 2 18 0 0,0 0-1 0 0,0 0 1 0 0,0-1-1 0 0,0 0 1 0 0,-1 1-1 0 0,1-1 1 0 0,-1-1-1 0 0,0 1 0 0 0,0 0 1 0 0,0-1-1 0 0,0 0 1 0 0,3-6-1 0 0,0 1 100 0 0,-5 7-56 0 0,0 1 0 0 0,1-1 0 0 0,-1 1 0 0 0,-1-1 0 0 0,1 1 0 0 0,0-1 0 0 0,0 0 0 0 0,0 1 0 0 0,-1-1 0 0 0,1 0 0 0 0,0-3 0 0 0,-3-4 187 0 0,2 7-176 0 0,-1 1-1 0 0,1-1 1 0 0,0 0 0 0 0,0 0 0 0 0,0 0 0 0 0,0 0 0 0 0,0-3 0 0 0,1-5 225 0 0,-1 0 1 0 0,0-1-1 0 0,0 1 0 0 0,-1 0 1 0 0,-3-12-1 0 0,3 17-238 0 0,0 0 31 0 0,0 0 0 0 0,-1 0 0 0 0,0 0 1 0 0,0 0-1 0 0,-5-8 0 0 0,-5-13 74 0 0,5 10-70 0 0,6 13-145 0 0,-1 0 1 0 0,1-1-1 0 0,-1 1 1 0 0,1 0 0 0 0,0-1-1 0 0,1 1 1 0 0,-2-5 0 0 0,2 7-385 0 0,9 13-7981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8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15288 0 0,'0'0'1162'0'0,"1"-1"-790"0"0,-1-1-263 0 0,1-1-72 0 0,6-7-38 0 0,12-13 971 0 0,-9 11 409 0 0,20-20 0 0 0,-5 19-579 0 0,-11 5-291 0 0,-1 2-294 0 0,-13 6-212 0 0,1 0 0 0 0,-1 0 0 0 0,0 0 0 0 0,1 0 0 0 0,-1-1 0 0 0,1 1 0 0 0,-1 0 0 0 0,0 1 0 0 0,1-1 0 0 0,-1 0 0 0 0,1 0 0 0 0,-1 0 0 0 0,0 0 0 0 0,1 0 0 0 0,-1 0 0 0 0,0 0 0 0 0,1 1 0 0 0,-1-1 0 0 0,0 0 0 0 0,1 1 0 0 0,3 0 48 0 0,1 4-41 0 0,-4-3-36 0 0,0 0 0 0 0,0 1 0 0 0,0-1 0 0 0,-1 1 0 0 0,1-1 0 0 0,-1 1 0 0 0,0-1 0 0 0,0 1 0 0 0,0-1 0 0 0,0 1 0 0 0,0-1 0 0 0,0 1 0 0 0,-1-1 0 0 0,0 4 0 0 0,-2 5-208 0 0,-1-1 0 0 0,-5 12 0 0 0,0-3-8 0 0,-17 31-1116 0 0,22-43 1035 0 0,0 0 0 0 0,-8 12-1 0 0,2-4-654 0 0,9-14 658 0 0,3-2 78 0 0,2-1 336 0 0,0 0 1 0 0,1 0-1 0 0,-1-1 0 0 0,0 0 1 0 0,0 0-1 0 0,-1 0 0 0 0,7-6 1 0 0,-6 5 11 0 0,0 0 1 0 0,1 0 0 0 0,-1 0-1 0 0,1 1 1 0 0,9-5-1 0 0,10-5 273 0 0,-20 10-274 0 0,1 1 0 0 0,-1 0 1 0 0,0-1-1 0 0,1 1 0 0 0,0 1 0 0 0,-1-1 0 0 0,1 1 1 0 0,0 0-1 0 0,0 0 0 0 0,6 0 0 0 0,-8 0-47 0 0,2 2 107 0 0,8 10 210 0 0,-10-6-354 0 0,-1-1 1 0 0,1 1 0 0 0,-1-1 0 0 0,1 1-1 0 0,-1 0 1 0 0,-1 0 0 0 0,1 0 0 0 0,-1 0-1 0 0,2 10 1 0 0,-3-12-9 0 0,1-1-11 0 0,-1 0 0 0 0,0 0-1 0 0,0 0 1 0 0,0 0 0 0 0,0 0-1 0 0,-1-1 1 0 0,1 1 0 0 0,-1 3-1 0 0,-2 10-4 0 0,3-8 3 0 0,-1 1 0 0 0,0 0 0 0 0,-1-1 0 0 0,-2 8 0 0 0,-2 11 0 0 0,5-20-23 0 0,-1 1 0 0 0,-1-1-1 0 0,1 0 1 0 0,-1 0 0 0 0,0 0-1 0 0,-4 6 1 0 0,-10 21-110 0 0,11-13 19 0 0,4-15 12 0 0,1 0 0 0 0,0 0 0 0 0,-1-1 0 0 0,0 1 0 0 0,0-1 0 0 0,0 0 0 0 0,-1 1 0 0 0,-2 3 0 0 0,0-1-330 0 0,4-6-606 0 0,-1-1-273 0 0,-6 0-51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29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45 122 10592 0 0,'-7'-16'452'0'0,"5"12"-336"0"0,0 0 1 0 0,0 0 0 0 0,0-1-1 0 0,1 1 1 0 0,-2-7 0 0 0,3 8 92 0 0,-1 0 1 0 0,0 1 0 0 0,0-1 0 0 0,0 0-1 0 0,0 1 1 0 0,-3-5 0 0 0,3 4 81 0 0,-1 0 0 0 0,1 0 0 0 0,-1 0 0 0 0,1-1 0 0 0,-1-2 0 0 0,-1-5 169 0 0,-2 0 4280 0 0,18 7-4312 0 0,-13 3-395 0 0,4 1 18 0 0,0-1 0 0 0,1 1 0 0 0,-1 0 0 0 0,0 0-1 0 0,1 0 1 0 0,-1 1 0 0 0,0-1 0 0 0,0 1 0 0 0,5 1-1 0 0,5 3 308 0 0,18 8 0 0 0,-5-1-162 0 0,-19-8-187 0 0,0 0 0 0 0,-1 0 0 0 0,1 0 0 0 0,-1 1 0 0 0,8 7 0 0 0,4 3 36 0 0,-14-11-35 0 0,0 0 0 0 0,0 1 0 0 0,0 0 0 0 0,0 0 1 0 0,0 0-1 0 0,-1 1 0 0 0,5 8 0 0 0,1 4 33 0 0,9 22 1 0 0,8 16-7 0 0,-19-39-37 0 0,0 1 0 0 0,-1 0 0 0 0,5 24 0 0 0,-6-20 0 0 0,-2 1 0 0 0,0 0 0 0 0,-2 0 0 0 0,0 0 0 0 0,-3 33 0 0 0,0-45-20 0 0,-1-1 0 0 0,-1 1 0 0 0,0 0 0 0 0,0-1 0 0 0,-1 1-1 0 0,-8 15 1 0 0,5-11-17 0 0,-9 27-1 0 0,13-32 19 0 0,-1 0 0 0 0,0-1-1 0 0,0 0 1 0 0,-1 0 0 0 0,0 0-1 0 0,-1 0 1 0 0,0-1 0 0 0,0 0-1 0 0,-1 0 1 0 0,-11 10 0 0 0,-4 1-62 0 0,0-1 1 0 0,-37 21 0 0 0,-29 23 61 0 0,79-57-165 0 0,8-5 144 0 0,0 0 0 0 0,0 0-1 0 0,0 1 1 0 0,1-1 0 0 0,-1 0-1 0 0,0 1 1 0 0,0-1 0 0 0,1 1 0 0 0,-1-1-1 0 0,0 1 1 0 0,1-1 0 0 0,-1 1-1 0 0,0-1 1 0 0,1 1 0 0 0,-1 0 0 0 0,1-1-1 0 0,-2 2 1 0 0,-2-9-2304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0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4608 0 0,'0'0'12333'0'0,"3"0"-12003"0"0,95 24 1134 0 0,-95-23-1429 0 0,10 1 86 0 0,-1 0 1 0 0,1 0-1 0 0,0-1 0 0 0,20-1 1 0 0,20-1 175 0 0,-34 1-158 0 0,24-3-1 0 0,91-13-231 0 0,-31 12-262 0 0,-98 4 331 0 0,58-5-664 0 0,-60 5 537 0 0,0 0 0 0 0,0 0 0 0 0,1-1-1 0 0,-1 0 1 0 0,0 1 0 0 0,0-1-1 0 0,1 0 1 0 0,-1-1 0 0 0,0 1 0 0 0,0 0-1 0 0,0-1 1 0 0,3-2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0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35 6912 0 0,'0'0'528'0'0,"-1"-1"-342"0"0,-4-1 34 0 0,2 0 456 0 0,0 1-1 0 0,1-1 0 0 0,0 0 1 0 0,-1 1-1 0 0,1-1 0 0 0,0-1 1 0 0,0 1-1 0 0,0 0 0 0 0,0 0 1 0 0,1-1-1 0 0,-3-4 3409 0 0,2 7-3350 0 0,2-1-685 0 0,0 1 0 0 0,0 0 1 0 0,0 0-1 0 0,0 0 0 0 0,0 0 1 0 0,0 0-1 0 0,0 0 0 0 0,0 0 1 0 0,0 0-1 0 0,0 0 1 0 0,0-1-1 0 0,0 1 0 0 0,0 0 1 0 0,-1 0-1 0 0,1 0 0 0 0,0 0 1 0 0,0 0-1 0 0,0 0 0 0 0,0 0 1 0 0,0 0-1 0 0,0 0 1 0 0,0 0-1 0 0,0 0 0 0 0,-1 0 1 0 0,1 0-1 0 0,0 0 0 0 0,0 0 1 0 0,0 0-1 0 0,0 0 0 0 0,0 0 1 0 0,0 0-1 0 0,0 0 1 0 0,-1 0-1 0 0,1 0 0 0 0,0 0 1 0 0,0 0-1 0 0,0 0 0 0 0,0 0 1 0 0,0 0-1 0 0,0 0 0 0 0,0 0 1 0 0,0 0-1 0 0,-1 0 1 0 0,1 1-1 0 0,0-1 0 0 0,0 0 1 0 0,0 0-1 0 0,0 0 0 0 0,-2 8 44 0 0,0 0 0 0 0,1 0 0 0 0,0 1-1 0 0,1-1 1 0 0,-1 0 0 0 0,3 17 0 0 0,-1 2-40 0 0,7 73 52 0 0,-2-46-73 0 0,-2-21-32 0 0,-2-21 0 0 0,1 23 0 0 0,0 75-185 0 0,2-29-883 0 0,-5-76 909 0 0,0-2-83 0 0,0 1-1 0 0,0-1 0 0 0,0 0 1 0 0,0 0-1 0 0,1 0 0 0 0,-1 1 1 0 0,1-1-1 0 0,1 5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3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91 12528 0 0,'0'0'602'0'0,"1"-1"-259"0"0,0-1-289 0 0,1-1-1 0 0,-1 1 1 0 0,0-1 0 0 0,0 1 0 0 0,0-1-1 0 0,-1 0 1 0 0,1 1 0 0 0,0-1 0 0 0,-1 0-1 0 0,0 0 1 0 0,0 0 0 0 0,0 1 0 0 0,0-5-1 0 0,0 4 110 0 0,0 2 381 0 0,0-11 605 0 0,0 12-1028 0 0,0-1 0 0 0,0 1 0 0 0,0-1 1 0 0,0 1-1 0 0,0-1 0 0 0,0 1 0 0 0,0-1 1 0 0,0 1-1 0 0,0-1 0 0 0,0 1 0 0 0,0-1 0 0 0,0 1 1 0 0,0 0-1 0 0,-1-1 0 0 0,1 1 0 0 0,0-1 0 0 0,0 1 1 0 0,-1-1-1 0 0,1 1 0 0 0,0 0 0 0 0,0-1 0 0 0,-1 0 1 0 0,0 1-58 0 0,1 0 0 0 0,0 0 1 0 0,-1 0-1 0 0,1 1 0 0 0,0-1 0 0 0,-1 0 1 0 0,1 0-1 0 0,0 0 0 0 0,-1 0 1 0 0,1 0-1 0 0,0 0 0 0 0,-1 0 1 0 0,1 1-1 0 0,0-1 0 0 0,-1 0 0 0 0,1 0 1 0 0,0 0-1 0 0,0 1 0 0 0,-1-1 1 0 0,1 0-1 0 0,-1 1 0 0 0,-1 1 22 0 0,1 1 0 0 0,-1-1 0 0 0,0 0 0 0 0,1 1 0 0 0,-3 4 0 0 0,-1 7-46 0 0,2 0 0 0 0,-1 0 0 0 0,2 0 0 0 0,0 0 0 0 0,0 26 0 0 0,1-7-37 0 0,0-22-7 0 0,1 1 1 0 0,0 0-1 0 0,0 0 0 0 0,2 0 1 0 0,-1 0-1 0 0,1 0 0 0 0,7 20 1 0 0,-6-26-57 0 0,0 3-70 0 0,1-1-1 0 0,-1 1 1 0 0,2-1-1 0 0,6 9 1 0 0,-10-15 90 0 0,1 0 0 0 0,-1 0 0 0 0,1 0 0 0 0,0 0 0 0 0,0 0 0 0 0,0-1 0 0 0,0 1 0 0 0,0-1 0 0 0,0 0 0 0 0,0 1 0 0 0,1-1 0 0 0,-1 0 0 0 0,0 0 0 0 0,1 0 0 0 0,-1-1 0 0 0,1 1 0 0 0,-1-1 0 0 0,1 1 0 0 0,-1-1 0 0 0,4 0 0 0 0,1 0-21 0 0,-1 0 1 0 0,1 0 0 0 0,-1-1 0 0 0,0 0 0 0 0,1 0-1 0 0,-1-1 1 0 0,0 0 0 0 0,0 0 0 0 0,0 0-1 0 0,0-1 1 0 0,0 1 0 0 0,0-2 0 0 0,-1 1-1 0 0,1-1 1 0 0,-1 1 0 0 0,0-1 0 0 0,0-1-1 0 0,0 1 1 0 0,-1-1 0 0 0,0 0 0 0 0,0 0 0 0 0,0 0-1 0 0,0 0 1 0 0,-1-1 0 0 0,0 0 0 0 0,0 1-1 0 0,4-13 1 0 0,-3 5 469 0 0,-2 10-300 0 0,-1 0 1 0 0,1-1-1 0 0,-1 1 0 0 0,0 0 0 0 0,-1-1 0 0 0,1 1 1 0 0,-1 0-1 0 0,1-1 0 0 0,-1 1 0 0 0,0-1 0 0 0,0 1 0 0 0,0 0 1 0 0,-1-1-1 0 0,1 1 0 0 0,-1 0 0 0 0,-1-6 0 0 0,-4-2 335 0 0,-6-12 460 0 0,11 22-902 0 0,1 0-1 0 0,0 1 1 0 0,0-1-1 0 0,-1 1 0 0 0,1-1 1 0 0,-1 1-1 0 0,1-1 1 0 0,-1 1-1 0 0,1-1 0 0 0,-1 1 1 0 0,1-1-1 0 0,-1 1 1 0 0,1 0-1 0 0,-1-1 0 0 0,1 1 1 0 0,-1 0-1 0 0,1 0 1 0 0,-1-1-1 0 0,0 1 0 0 0,1 0 1 0 0,-1 0-1 0 0,0 0 1 0 0,1 0-1 0 0,-1 0 0 0 0,0 0 1 0 0,1 0-1 0 0,-1 0 1 0 0,0 0-1 0 0,1 0 0 0 0,-1 0 1 0 0,-1 0-1 0 0,1 1-2 0 0,-9 2 1 0 0,9-2 0 0 0,1 0 0 0 0,-1-1 0 0 0,0 1 0 0 0,1 0 0 0 0,-1 0 0 0 0,1 0 0 0 0,0-1 0 0 0,-1 1 0 0 0,1 0 0 0 0,0 0 0 0 0,-1 0 0 0 0,1 0 0 0 0,0 0 0 0 0,0 0 0 0 0,0 0 0 0 0,0 1 0 0 0,0 21 0 0 0,1-15 0 0 0,-1 0 0 0 0,1-1 0 0 0,0 1 0 0 0,0-1 0 0 0,0 0 0 0 0,1 1 0 0 0,1-1 0 0 0,-1 0 0 0 0,1 0 0 0 0,0 0 0 0 0,1 0 0 0 0,-1-1 0 0 0,1 1 0 0 0,1-1 0 0 0,-1 0 0 0 0,1 0 0 0 0,0-1 0 0 0,0 1 0 0 0,1-1 0 0 0,0 0 0 0 0,-1-1 0 0 0,2 1 0 0 0,10 5 0 0 0,-12-7-41 0 0,1 0 1 0 0,-1-1-1 0 0,1 0 0 0 0,0 1 0 0 0,0-2 0 0 0,0 1 0 0 0,1-1 0 0 0,-1 0 0 0 0,0 0 0 0 0,0-1 0 0 0,1 1 0 0 0,9-2 0 0 0,-13 0 37 0 0,0 1 0 0 0,-1-1 0 0 0,1 0-1 0 0,-1 0 1 0 0,1 0 0 0 0,-1 0 0 0 0,4-2 0 0 0,6-3 9 0 0,-4 2-3 0 0,-1 1-1 0 0,0-2 0 0 0,0 1 0 0 0,0-1 0 0 0,-1 0 0 0 0,1-1 1 0 0,-1 1-1 0 0,7-10 0 0 0,-8 9 106 0 0,-1 0-1 0 0,0-1 1 0 0,-1 0 0 0 0,1 1-1 0 0,-1-1 1 0 0,0-1 0 0 0,-1 1-1 0 0,0 0 1 0 0,0-1 0 0 0,1-7-1 0 0,-2 6-23 0 0,-1 0 0 0 0,0 0-1 0 0,0-1 1 0 0,0 1 0 0 0,-1 0-1 0 0,-1 0 1 0 0,1 0 0 0 0,-2 0-1 0 0,1 0 1 0 0,-1 0 0 0 0,-7-14-1 0 0,7 16-44 0 0,1 4-57 0 0,0-1 0 0 0,0 0 0 0 0,0 1-1 0 0,0-1 1 0 0,-1 1 0 0 0,1 0 0 0 0,-1 0-1 0 0,0 0 1 0 0,0 0 0 0 0,0 0 0 0 0,0 0 0 0 0,-4-2-1 0 0,-7-1-318 0 0,12 4 190 0 0,-1 1 1 0 0,0 0-1 0 0,1 0 0 0 0,-1-1 1 0 0,1 1-1 0 0,-5-5 0 0 0,6 5-8 0 0,-1 0 0 0 0,1 0 0 0 0,0 0 0 0 0,-1 0-1 0 0,1 0 1 0 0,-1 0 0 0 0,1 1 0 0 0,0-1 0 0 0,-1 0-1 0 0,0 1 1 0 0,1-1 0 0 0,-3 0 0 0 0,-15-5-2055 0 0,-7-7 179 0 0,3 4-14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4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27 9072 0 0,'0'0'816'0'0,"-2"0"-672"0"0,-31 5 472 0 0,23-5 6527 0 0,19 1-5756 0 0,19 1-1470 0 0,-7-3 546 0 0,39-7 0 0 0,3 0-407 0 0,-18 3-386 0 0,-25 2 299 0 0,25 0 0 0 0,6-1 343 0 0,-39 3-228 0 0,0 0 1 0 0,1 0-1 0 0,-1 1 0 0 0,0 1 1 0 0,15 1-1 0 0,-8 2-125 0 0,-9-3-51 0 0,-1 1 0 0 0,0 0-1 0 0,0 0 1 0 0,0 1 0 0 0,14 6 0 0 0,-1 0-2056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5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104 139 12528 0 0,'0'0'945'0'0,"0"-2"-641"0"0,0 1-226 0 0,0-1 1 0 0,0 1-1 0 0,0-1 1 0 0,0 1-1 0 0,0-1 1 0 0,-1 1-1 0 0,1-1 1 0 0,0 1-1 0 0,-1-1 1 0 0,0 1-1 0 0,0-2 1 0 0,1 2 18 0 0,-1 1-1 0 0,1-1 1 0 0,-1 1 0 0 0,1-1-1 0 0,0 1 1 0 0,-1-1-1 0 0,1 1 1 0 0,-1 0 0 0 0,1-1-1 0 0,-1 1 1 0 0,1 0 0 0 0,-1 0-1 0 0,0-1 1 0 0,1 1 0 0 0,-1 0-1 0 0,1 0 1 0 0,-1 0 0 0 0,1 0-1 0 0,-2-1 1 0 0,-1 2 179 0 0,1-1-1 0 0,-1 0 1 0 0,1 1 0 0 0,-1-1 0 0 0,1 1 0 0 0,-1 0-1 0 0,1 0 1 0 0,-5 2 0 0 0,4-2-409 0 0,1 1 188 0 0,0 0 0 0 0,0-1 0 0 0,0 1 0 0 0,0 0 0 0 0,1 0 0 0 0,-1 0 1 0 0,0 0-1 0 0,1 0 0 0 0,-1 1 0 0 0,-1 3 0 0 0,-11 26 377 0 0,8-14-432 0 0,0 1 0 0 0,-5 37 0 0 0,11-50-24 0 0,0-1-1 0 0,0 1 1 0 0,0 0 0 0 0,2 6-1 0 0,0 12-118 0 0,-1-17 25 0 0,0 0 0 0 0,1 1 0 0 0,0-1 0 0 0,0 0 0 0 0,0 0 0 0 0,1 0 0 0 0,0 0-1 0 0,7 11 1 0 0,-9-16 64 0 0,0 0 0 0 0,1 0 0 0 0,-1-1 0 0 0,1 1 0 0 0,-1 0 0 0 0,1-1 0 0 0,0 1 0 0 0,-1-1 0 0 0,1 0 0 0 0,2 2 0 0 0,8 6-288 0 0,-10-8 309 0 0,0 1-1 0 0,0-1 1 0 0,0 0-1 0 0,0 1 1 0 0,0-1-1 0 0,1 0 1 0 0,-1 0-1 0 0,0-1 1 0 0,1 1-1 0 0,-1 0 1 0 0,0-1-1 0 0,1 0 1 0 0,-1 1-1 0 0,1-1 1 0 0,-1 0-1 0 0,1 0 1 0 0,-1 0-1 0 0,1-1 1 0 0,-1 1-1 0 0,3-1 0 0 0,7-3 34 0 0,-8 3-4 0 0,-3 0 7 0 0,0 0 0 0 0,1 1 0 0 0,-1-1 0 0 0,0 0 0 0 0,0 0 0 0 0,0 0 0 0 0,0-1 0 0 0,1 1 0 0 0,-2 0 0 0 0,1 0 0 0 0,1-2 0 0 0,8-9 234 0 0,4-3 86 0 0,-12 13-281 0 0,0 0-1 0 0,-1 0 1 0 0,1 0-1 0 0,0-1 0 0 0,-1 1 1 0 0,0 0-1 0 0,1-1 1 0 0,1-3-1 0 0,8-15 184 0 0,-8 18-158 0 0,-2 2-35 0 0,0 0-1 0 0,0 0 1 0 0,0 0-1 0 0,-1 0 0 0 0,1 0 1 0 0,0 0-1 0 0,-1 0 1 0 0,1 0-1 0 0,0-1 0 0 0,-1 1 1 0 0,0 0-1 0 0,1 0 1 0 0,-1 0-1 0 0,1-3 0 0 0,-1 4-18 0 0,0 0-1 0 0,0 0 0 0 0,0 0 0 0 0,0 0 0 0 0,0-1 0 0 0,0 1 0 0 0,0 0 0 0 0,0 0 0 0 0,0 0 0 0 0,0-1 0 0 0,0 1 0 0 0,0 0 1 0 0,0 0-1 0 0,1 0 0 0 0,-1 0 0 0 0,0 0 0 0 0,0-1 0 0 0,0 1 0 0 0,0 0 0 0 0,0 0 0 0 0,1 0 0 0 0,-1 0 0 0 0,0 0 0 0 0,0 0 1 0 0,0 0-1 0 0,0-1 0 0 0,1 1 0 0 0,-1 0 0 0 0,0 0 0 0 0,0 0 0 0 0,2 0 1099 0 0,-3 1-1105 0 0,1 2-1 0 0,4 11-20 0 0,0-5-120 0 0,-1 0 0 0 0,2-1 0 0 0,-1 0 0 0 0,9 12 0 0 0,-12-18 99 0 0,0-1 0 0 0,0 1-1 0 0,1 0 1 0 0,-1 0 0 0 0,1-1-1 0 0,0 1 1 0 0,-1-1 0 0 0,1 1 0 0 0,0-1-1 0 0,0 0 1 0 0,0 0 0 0 0,0 0-1 0 0,0 0 1 0 0,0 0 0 0 0,0 0 0 0 0,0 0-1 0 0,0-1 1 0 0,1 1 0 0 0,-1-1 0 0 0,0 1-1 0 0,0-1 1 0 0,1 0 0 0 0,2 0-1 0 0,-1-1 30 0 0,0 0-1 0 0,0-1 1 0 0,0 1-1 0 0,0-1 1 0 0,-1 0-1 0 0,1 0 1 0 0,0-1-1 0 0,4-3 1 0 0,-2 1 96 0 0,0 0 1 0 0,0 0-1 0 0,8-11 1 0 0,-7 6 248 0 0,-1-1 0 0 0,0 0 0 0 0,-1-1-1 0 0,0 1 1 0 0,-1-1 0 0 0,0 0 0 0 0,2-14 0 0 0,-4 20-180 0 0,0-5 49 0 0,-1 0-1 0 0,1 0 0 0 0,-2 0 1 0 0,0 0-1 0 0,-1-12 0 0 0,0 7 131 0 0,2-25 0 0 0,3-76 171 0 0,-4 112-532 0 0,0 3-66 0 0,4 1-2343 0 0,-4 1 2337 0 0,0-1-1 0 0,0 1 1 0 0,1 0 0 0 0,-1 0-1 0 0,0 0 1 0 0,0 0 0 0 0,0 0-1 0 0,0 0 1 0 0,1-1 0 0 0,-1 1-1 0 0,0 0 1 0 0,0 0 0 0 0,0 0-1 0 0,1 0 1 0 0,-1 0 0 0 0,0 0-1 0 0,0 0 1 0 0,1 0 0 0 0,-1 0-1 0 0,0 0 1 0 0,0 0 0 0 0,0 0-1 0 0,1 0 1 0 0,-1 0 0 0 0,0 0-1 0 0,0 0 1 0 0,1 0 0 0 0,-1 0-1 0 0,0 1 1 0 0,9 1-1871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5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41 5064 0 0,'0'0'389'0'0,"1"0"39"0"0,4-1 1070 0 0,0 0 0 0 0,0 0 0 0 0,1-1 0 0 0,4-1 0 0 0,2-1-23 0 0,5-5 657 0 0,-15 8-1931 0 0,0 0-1 0 0,0-1 1 0 0,0 1-1 0 0,0 0 0 0 0,1 0 1 0 0,-1 0-1 0 0,0 1 1 0 0,1-1-1 0 0,-1 0 1 0 0,0 1-1 0 0,3-1 0 0 0,-2 1-77 0 0,-1 0-1 0 0,1-1 1 0 0,-1 1-1 0 0,0-1 1 0 0,1 0-1 0 0,-1 0 1 0 0,0 0 0 0 0,3-1-1 0 0,-4 1 143 0 0,1 2-3 0 0,0 0-205 0 0,0 0 0 0 0,0 0 1 0 0,0 0-1 0 0,-1 1 0 0 0,1-1 0 0 0,0 1 1 0 0,-1-1-1 0 0,1 1 0 0 0,-1 0 0 0 0,1-1 1 0 0,-1 1-1 0 0,0 0 0 0 0,1 0 1 0 0,-1 0-1 0 0,0 0 0 0 0,-1 0 0 0 0,1 0 1 0 0,0 0-1 0 0,0 1 0 0 0,-1-1 0 0 0,0 0 1 0 0,1 3-1 0 0,-1-1-55 0 0,0-1-1 0 0,0 0 1 0 0,-1 0-1 0 0,1 1 1 0 0,-1-1-1 0 0,1 0 1 0 0,-1 0 0 0 0,0 0-1 0 0,-2 4 1 0 0,-2 9-5 0 0,2-7-54 0 0,-1 0-1 0 0,1-1 1 0 0,-1 1-1 0 0,-7 9 0 0 0,-5 11-198 0 0,0 4-757 0 0,-24 33 0 0 0,7-13-55 0 0,25-40 874 0 0,7-11-2 0 0,2 0-628 0 0,3 4 779 0 0,-1-2 103 0 0,0-1 1 0 0,0 1-1 0 0,0-1 1 0 0,0 1 0 0 0,4 2-1 0 0,-6-5-38 0 0,0 0-1 0 0,0 0 1 0 0,0-1-1 0 0,1 1 1 0 0,-1-1 0 0 0,0 1-1 0 0,0-1 1 0 0,0 1-1 0 0,1-1 1 0 0,-1 0-1 0 0,0 1 1 0 0,0-1 0 0 0,1 0-1 0 0,-1 0 1 0 0,0 0-1 0 0,0 0 1 0 0,1 0-1 0 0,-1 0 1 0 0,0 0 0 0 0,0-1-1 0 0,1 1 1 0 0,-1 0-1 0 0,0-1 1 0 0,0 1 0 0 0,2-1-1 0 0,35-17 156 0 0,16-7-35 0 0,26-23-16 0 0,-66 43-654 0 0,-13 5 323 0 0,1-1 0 0 0,0 1 0 0 0,0-1 1 0 0,-1 0-1 0 0,1 0 0 0 0,-1 1 0 0 0,1-1 0 0 0,-1 0 0 0 0,1 0 1 0 0,-1 0-1 0 0,1-1 0 0 0,1-1 0 0 0,-2 2-927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06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84 1840 0 0,'11'-24'140'0'0,"-10"20"50"0"0,1 1 0 0 0,-1-1 0 0 0,1 1 0 0 0,0 0 0 0 0,0-1 1 0 0,0 1-1 0 0,0 0 0 0 0,0 0 0 0 0,1 0 0 0 0,-1 0 0 0 0,7-4 2537 0 0,-4-1 2460 0 0,3-1-1020 0 0,-9 11-3738 0 0,-25 76 1299 0 0,16-52-1455 0 0,-1 3-65 0 0,0 0 0 0 0,-10 53 0 0 0,12-32-173 0 0,-13 123 59 0 0,22-156-94 0 0,0 1 0 0 0,7 32 0 0 0,-2-8 0 0 0,-1-21 0 0 0,0-1 0 0 0,1 0 0 0 0,14 35 0 0 0,-7-20 0 0 0,-9-26-9 0 0,0-1-1 0 0,0 0 1 0 0,0 0 0 0 0,1 0-1 0 0,1-1 1 0 0,-1 1-1 0 0,1-1 1 0 0,1 0-1 0 0,8 9 1 0 0,17 19-104 0 0,-24-26 85 0 0,1-1 1 0 0,-1 1 0 0 0,1-2 0 0 0,12 10-1 0 0,14 10 28 0 0,-23-18 0 0 0,0 0 0 0 0,16 9 0 0 0,-23-15 0 0 0,1-1 0 0 0,-1 0 0 0 0,1 0 0 0 0,0 0 0 0 0,0-1 0 0 0,0 0 0 0 0,0 0 0 0 0,0 0 0 0 0,0 0 0 0 0,6-1 0 0 0,35-5 0 0 0,-28 6-478 0 0,-13 0-173 0 0,0-1 1 0 0,0 0-1 0 0,-1 0 0 0 0,1 0 0 0 0,0 0 0 0 0,-1-1 0 0 0,10-2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3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 7456 0 0,'0'0'7429'0'0,"0"0"-7282"0"0,-1 0 0 0 0,1-1 0 0 0,-1 1 0 0 0,1 0 0 0 0,-1 0 0 0 0,1 0 0 0 0,-1 0-1 0 0,1 0 1 0 0,-1 0 0 0 0,1 0 0 0 0,-1 0 0 0 0,0 0 0 0 0,1 0 0 0 0,-1 0 0 0 0,1 0 0 0 0,-1 0 0 0 0,1 1 0 0 0,-1-1 0 0 0,1 0 0 0 0,-1 0 0 0 0,1 1 0 0 0,-1-1 0 0 0,-2 6-95 0 0,1 1 0 0 0,0-1 1 0 0,0 0-1 0 0,0 0 0 0 0,1 1 1 0 0,0-1-1 0 0,0 9 0 0 0,-7 96 88 0 0,8-110-140 0 0,-1 8-86 0 0,1-1-1 0 0,1 1 1 0 0,-1-1-1 0 0,1 0 1 0 0,1 1 0 0 0,2 9-1 0 0,2 4-2387 0 0,-1-11-3254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2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60 10448 0 0,'0'0'480'0'0,"1"-1"-11"0"0,11-33 466 0 0,-12 33-688 0 0,0 0 0 0 0,0 0-1 0 0,1 0 1 0 0,-1 0 0 0 0,0 0 0 0 0,0-1 0 0 0,0 1 0 0 0,0 0 0 0 0,0 0 0 0 0,-1 0 0 0 0,1 0 0 0 0,0-1 0 0 0,0 1 0 0 0,-1 0 0 0 0,1 0 0 0 0,-1 0 0 0 0,1 0 0 0 0,-2-3 1742 0 0,-3 5-1017 0 0,3-1-948 0 0,0 1 0 0 0,-1 0 0 0 0,1 0 0 0 0,0 0 0 0 0,0 0 0 0 0,0 0 0 0 0,0 1 0 0 0,0-1 0 0 0,0 1 0 0 0,0-1 0 0 0,1 1 0 0 0,-4 3 0 0 0,2-1 48 0 0,0 1 0 0 0,0-1 1 0 0,0 1-1 0 0,1 0 0 0 0,-3 6 0 0 0,0 3 65 0 0,1 0 0 0 0,1 0 0 0 0,-3 20 0 0 0,2 0-227 0 0,2 0 0 0 0,1 0 0 0 0,3 36 0 0 0,0-61-36 0 0,0-1-1 0 0,0 1 0 0 0,0-1 1 0 0,1 1-1 0 0,1-1 0 0 0,-1 0 1 0 0,1 0-1 0 0,1 0 0 0 0,-1-1 1 0 0,1 0-1 0 0,7 9 0 0 0,-9-14 107 0 0,-1 1-1 0 0,1-1 0 0 0,0 0 0 0 0,-1 0 0 0 0,1 0 0 0 0,0 0 0 0 0,0-1 0 0 0,0 1 0 0 0,1-1 0 0 0,-1 1 0 0 0,0-1 1 0 0,0 0-1 0 0,1 0 0 0 0,-1-1 0 0 0,1 1 0 0 0,-1-1 0 0 0,1 0 0 0 0,-1 0 0 0 0,0 0 0 0 0,1 0 0 0 0,-1 0 0 0 0,1-1 1 0 0,-1 0-1 0 0,1 1 0 0 0,-1-1 0 0 0,0 0 0 0 0,0-1 0 0 0,1 1 0 0 0,-1-1 0 0 0,0 1 0 0 0,0-1 0 0 0,0 0 0 0 0,-1 0 1 0 0,1 0-1 0 0,0-1 0 0 0,-1 1 0 0 0,1-1 0 0 0,-1 1 0 0 0,0-1 0 0 0,0 0 0 0 0,0 0 0 0 0,0 0 0 0 0,2-5 0 0 0,1-4 372 0 0,0 0-1 0 0,0-1 0 0 0,-2 0 0 0 0,1 1 0 0 0,-2-1 0 0 0,0 0 0 0 0,0 0 0 0 0,-1-25 0 0 0,-1 26-177 0 0,-2 16 100 0 0,1 19 90 0 0,2-17-365 0 0,8 60-245 0 0,-8-59 195 0 0,1 1 1 0 0,0-1 0 0 0,1 0 0 0 0,0 0 0 0 0,0-1 0 0 0,8 13-1 0 0,-7-12-46 0 0,0-1 0 0 0,1 0-1 0 0,-1-1 1 0 0,1 1 0 0 0,0-1 0 0 0,1 0-1 0 0,-1-1 1 0 0,1 1 0 0 0,0-1 0 0 0,0 0-1 0 0,1 0 1 0 0,-1-1 0 0 0,9 3-1 0 0,-13-5 87 0 0,1-1-1 0 0,0 1 0 0 0,-1-1 1 0 0,1 0-1 0 0,0 0 0 0 0,-1 0 1 0 0,1 0-1 0 0,3-1 0 0 0,-1 0-6 0 0,2 1 12 0 0,-1-2 0 0 0,13-3-1 0 0,-17 5 22 0 0,1-1-1 0 0,-1 0 0 0 0,0 0 0 0 0,1 0 1 0 0,-1 0-1 0 0,0-1 0 0 0,0 1 0 0 0,0-1 1 0 0,0 1-1 0 0,3-4 0 0 0,2-3 83 0 0,-6 7-45 0 0,1-1 1 0 0,0 0-1 0 0,-1 1 0 0 0,1-1 0 0 0,-1 0 0 0 0,0 0 0 0 0,0 0 1 0 0,0 0-1 0 0,1-3 0 0 0,5-11 379 0 0,-5 11-274 0 0,0 0 1 0 0,-1 1 0 0 0,1-1-1 0 0,-1 0 1 0 0,0 0-1 0 0,0 0 1 0 0,0-8 0 0 0,3-69 1503 0 0,-3 74-1588 0 0,-1 0 1 0 0,-2-15 0 0 0,-1-6 65 0 0,2 14-71 0 0,0 0-1 0 0,-1-1 1 0 0,-1 1 0 0 0,-8-22 0 0 0,10 31-83 0 0,-1 0 0 0 0,0 0 0 0 0,-1 1 0 0 0,1-1 0 0 0,-1 1 0 0 0,0-1 0 0 0,-1 1 0 0 0,-4-6 0 0 0,6 10-168 0 0,-12 7-2494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2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 11376 0 0,'0'0'1133'0'0,"-1"1"-1076"0"0,1-1 0 0 0,0 0-1 0 0,-1 0 1 0 0,1 0 0 0 0,-1 0 0 0 0,1 0-1 0 0,-1 0 1 0 0,1 0 0 0 0,-1 0 0 0 0,1 0 0 0 0,-1 0-1 0 0,1 0 1 0 0,-1 0 0 0 0,1 0 0 0 0,0 0-1 0 0,-2-1 1 0 0,-5-1 5155 0 0,7 3-5084 0 0,-1-1 0 0 0,1 0 0 0 0,-1 0 0 0 0,0 1 0 0 0,1-1 0 0 0,-1 1-1 0 0,1-1 1 0 0,-1 0 0 0 0,0 1 0 0 0,1-1 0 0 0,-1 1 0 0 0,1-1-1 0 0,0 1 1 0 0,-1 0 0 0 0,0 1-115 0 0,0-1-1 0 0,0 0 1 0 0,0 1-1 0 0,0-1 0 0 0,1 1 1 0 0,-1-1-1 0 0,1 1 1 0 0,-1-1-1 0 0,1 3 1 0 0,-5 15 961 0 0,5-17-696 0 0,0 1-182 0 0,3 51-83 0 0,-1-24-16 0 0,-3-15 3 0 0,-3 31 0 0 0,3-12 0 0 0,1-28 0 0 0,0-1 0 0 0,0 1 0 0 0,-1 0 0 0 0,0 0 0 0 0,0-1 0 0 0,0 1 0 0 0,-3 7 0 0 0,2-5-156 0 0,-1-1-1 0 0,1 1 1 0 0,0 0-1 0 0,1 0 0 0 0,-1-1 1 0 0,1 10-1 0 0,1-16 77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5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26 163 13040 0 0,'0'0'633'0'0,"0"-2"-278"0"0,0-24 209 0 0,-2 15 1659 0 0,2 11-2185 0 0,0 0 1 0 0,0 0 0 0 0,0 0 0 0 0,0 0 0 0 0,0 0-1 0 0,0 0 1 0 0,0-1 0 0 0,0 1 0 0 0,0 0 0 0 0,0 0-1 0 0,0 0 1 0 0,0 0 0 0 0,0 0 0 0 0,0 0 0 0 0,0 0-1 0 0,0 0 1 0 0,0 0 0 0 0,0 0 0 0 0,-1 0 0 0 0,1 0-1 0 0,0 0 1 0 0,0 0 0 0 0,0 0 0 0 0,0 0 0 0 0,0 0 0 0 0,0 0-1 0 0,0 0 1 0 0,0 0 0 0 0,0 0 0 0 0,0 0 0 0 0,0 0-1 0 0,0 0 1 0 0,0 0 0 0 0,-1 0 0 0 0,1 0 0 0 0,0 0-1 0 0,0 0 1 0 0,0 0 0 0 0,0 0 0 0 0,0 0 0 0 0,0 0-1 0 0,0 0 1 0 0,0 0 0 0 0,0 0 0 0 0,0 0 0 0 0,0 0-1 0 0,0 0 1 0 0,0 1 0 0 0,0-1 0 0 0,0 0 0 0 0,0 0-1 0 0,0 0 1 0 0,0 0 0 0 0,0 0 0 0 0,-1 0 0 0 0,1 0-1 0 0,0 0 1 0 0,0 0 0 0 0,-7 18 992 0 0,5-13-1010 0 0,1 0 1 0 0,1 1-1 0 0,-1 7 0 0 0,-1 3-10 0 0,-3 66-11 0 0,4-70-126 0 0,0 1 1 0 0,1 0-1 0 0,2 18 0 0 0,-2-26 67 0 0,1 1 1 0 0,0-1 0 0 0,1 1-1 0 0,-1-1 1 0 0,1 1 0 0 0,0-1-1 0 0,0 0 1 0 0,0 0 0 0 0,1 0-1 0 0,3 5 1 0 0,4 3-235 0 0,-9-11 200 0 0,1 1-1 0 0,-1-1 0 0 0,1 1 1 0 0,0-1-1 0 0,0 0 1 0 0,0 0-1 0 0,0 0 1 0 0,0 0-1 0 0,1 0 0 0 0,-1 0 1 0 0,1 0-1 0 0,-1-1 1 0 0,1 1-1 0 0,-1-1 1 0 0,1 0-1 0 0,0 0 0 0 0,3 1 1 0 0,11 2-279 0 0,-15-4 226 0 0,3-3 229 0 0,-1 0-1 0 0,0 0 0 0 0,0 0 0 0 0,0-1 0 0 0,0 0 0 0 0,-1 1 0 0 0,1-1 0 0 0,-1 0 0 0 0,0-1 1 0 0,0 1-1 0 0,-1 0 0 0 0,3-6 0 0 0,-4 6 92 0 0,1-1 0 0 0,-1 1 0 0 0,0 0-1 0 0,-1-1 1 0 0,1 1 0 0 0,-1-1 0 0 0,0 1 0 0 0,0-1 0 0 0,0 1 0 0 0,-1-1 0 0 0,1 1 0 0 0,-3-7-1 0 0,3 1 200 0 0,0 9-257 0 0,0 0 0 0 0,0 0 0 0 0,0 0 0 0 0,0 0 0 0 0,0 0 0 0 0,0 0 0 0 0,0 0 0 0 0,0 0 0 0 0,0 0 0 0 0,0 0-1 0 0,0 0 1 0 0,-1 0 0 0 0,0-1 0 0 0,1 2-114 0 0,0-1-1 0 0,0 1 0 0 0,0 0 0 0 0,0 0 0 0 0,0 0 1 0 0,0 0-1 0 0,0-1 0 0 0,0 1 0 0 0,0 0 1 0 0,-1 0-1 0 0,1 0 0 0 0,0 0 0 0 0,0-1 0 0 0,0 1 1 0 0,0 0-1 0 0,0 0 0 0 0,0 0 0 0 0,-1 0 1 0 0,1 0-1 0 0,0 0 0 0 0,0 0 0 0 0,0 0 0 0 0,0-1 1 0 0,-1 1-1 0 0,1 0 0 0 0,0 0 0 0 0,0 0 1 0 0,0 0-1 0 0,0 0 0 0 0,-1 0 0 0 0,1 0 1 0 0,0 0-1 0 0,0 0 0 0 0,0 0 0 0 0,-1 0 0 0 0,1 0 1 0 0,0 0-1 0 0,0 0 0 0 0,0 0 0 0 0,0 0 1 0 0,-1 1-1 0 0,1-1 0 0 0,0 0 0 0 0,0 0 0 0 0,0 0 1 0 0,0 0-1 0 0,-1 0 0 0 0,1 0 0 0 0,0 0 1 0 0,0 1-1 0 0,0-1 0 0 0,0 0 0 0 0,0 0 0 0 0,0 0 1 0 0,-1 0-1 0 0,-2 6-46 0 0,2 1 44 0 0,0-1-1 0 0,0 1 0 0 0,0 0 0 0 0,1-1 1 0 0,0 1-1 0 0,0 0 0 0 0,0-1 1 0 0,2 8-1 0 0,-1-5 60 0 0,0-4-126 0 0,1 0 0 0 0,-1-1 0 0 0,1 1-1 0 0,0-1 1 0 0,0 1 0 0 0,0-1 0 0 0,0 1 0 0 0,1-1 0 0 0,0 0 0 0 0,0 0-1 0 0,0-1 1 0 0,0 1 0 0 0,1 0 0 0 0,-1-1 0 0 0,1 0 0 0 0,0 0 0 0 0,5 3-1 0 0,8 6-151 0 0,-15-10 188 0 0,-1 0 1 0 0,1-1-1 0 0,0 0 1 0 0,0 1-1 0 0,0-1 1 0 0,0 0-1 0 0,0 0 1 0 0,0 0-1 0 0,0 0 1 0 0,0-1-1 0 0,0 1 1 0 0,0-1-1 0 0,1 1 1 0 0,-1-1-1 0 0,0 1 1 0 0,4-1-1 0 0,-4 0 10 0 0,1 0 0 0 0,0 0 0 0 0,0 0 0 0 0,-1 0 0 0 0,1-1-1 0 0,0 1 1 0 0,0-1 0 0 0,-1 1 0 0 0,1-1 0 0 0,-1 0 0 0 0,1 0 0 0 0,3-2-1 0 0,21-11 58 0 0,-23 12-12 0 0,1 1 0 0 0,-1-1 0 0 0,0-1 0 0 0,0 1-1 0 0,-1 0 1 0 0,5-4 0 0 0,-1 0 170 0 0,1-1 0 0 0,-1 0 1 0 0,-1 0-1 0 0,1-1 0 0 0,-1 0 0 0 0,-1 0 1 0 0,1 0-1 0 0,-1-1 0 0 0,-1 1 0 0 0,6-15 0 0 0,-3 2 230 0 0,-3 5-31 0 0,1 1 1 0 0,3-29-1 0 0,-3-64 528 0 0,-6 91-773 0 0,0-1 1 0 0,-1 0-1 0 0,-1 1 0 0 0,-5-19 0 0 0,7 33-186 0 0,0-1 0 0 0,-1 0-1 0 0,1 1 1 0 0,-1-1 0 0 0,0 1-1 0 0,0 0 1 0 0,0-1 0 0 0,-1 1-1 0 0,1 0 1 0 0,-1 0 0 0 0,-3-3-1 0 0,3 8-2756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7368 0 0,'0'-2'229'0'0,"1"-1"-1"0"0,-1 1 1 0 0,1 0 0 0 0,-1 0 0 0 0,1-1 0 0 0,0 1 0 0 0,0 0-1 0 0,2-2 1 0 0,3-10 3224 0 0,-5 12-3168 0 0,-1 1 1 0 0,1-1-1 0 0,0 1 1 0 0,0 0-1 0 0,0-1 1 0 0,0 1 0 0 0,0 0-1 0 0,1 0 1 0 0,1-2-1 0 0,2-2 1578 0 0,-4 3-1593 0 0,0 0 0 0 0,1 1 0 0 0,-1-1-1 0 0,0 1 1 0 0,0-1 0 0 0,1 1 0 0 0,2-3 0 0 0,15-12 1394 0 0,-16 17-1557 0 0,0 0 0 0 0,0 1 0 0 0,0 0 0 0 0,0 0 0 0 0,3 2 0 0 0,-1 3-43 0 0,-4-5-67 0 0,0 0-1 0 0,0-1 0 0 0,0 1 0 0 0,0 0 1 0 0,0-1-1 0 0,0 1 0 0 0,-1 0 0 0 0,1 0 1 0 0,-1 0-1 0 0,1 0 0 0 0,-1 0 0 0 0,0 0 1 0 0,0 0-1 0 0,0 0 0 0 0,0 0 1 0 0,0-1-1 0 0,0 1 0 0 0,0 0 0 0 0,-1 0 1 0 0,1 0-1 0 0,-1 0 0 0 0,1 0 0 0 0,-2 3 1 0 0,-2 7-106 0 0,1 7-59 0 0,3-16 119 0 0,0 0 0 0 0,-1 1 0 0 0,1-1 0 0 0,-1 0 0 0 0,0 1 1 0 0,0-1-1 0 0,0 0 0 0 0,0 0 0 0 0,0 0 0 0 0,-4 6 0 0 0,0-2-179 0 0,0 1 0 0 0,1 0 0 0 0,-5 12 0 0 0,-6 12-588 0 0,13-28 684 0 0,0 0 0 0 0,1 0-1 0 0,-1-1 1 0 0,1 1-1 0 0,-1 7 1 0 0,-3 8-432 0 0,5-17 492 0 0,-1-1-1 0 0,1 1 1 0 0,0-1 0 0 0,-1 1 0 0 0,1-1 0 0 0,0 1 0 0 0,0-1 0 0 0,0 1-1 0 0,0-1 1 0 0,0 1 0 0 0,1 1 0 0 0,-1-1-288 0 0,2-1 344 0 0,0 0-1 0 0,0 0 0 0 0,-1 0 0 0 0,1 0 1 0 0,0 0-1 0 0,4 1 0 0 0,-4-2 14 0 0,2 2 16 0 0,-1-1 0 0 0,1-1 0 0 0,0 1 0 0 0,0-1-1 0 0,0 1 1 0 0,0-1 0 0 0,0 0 0 0 0,0 0 0 0 0,0-1-1 0 0,0 1 1 0 0,0-1 0 0 0,0 0 0 0 0,0 0 0 0 0,5-2-1 0 0,0-1 27 0 0,0-1-1 0 0,0 0 1 0 0,0 0-1 0 0,11-9 0 0 0,0 1-30 0 0,-16 11-14 0 0,0 0-1 0 0,-1 0 1 0 0,1-1 0 0 0,-1 1-1 0 0,0-1 1 0 0,6-5-1 0 0,-5 3-164 0 0,1 1-1 0 0,10-9 1 0 0,-11 10-22 0 0,0 0-1 0 0,-1 0 1 0 0,1 0 0 0 0,5-7 0 0 0,5-6-2032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6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74 1840 0 0,'0'0'2952'0'0,"-1"1"-2577"0"0,0-1-287 0 0,0 1 0 0 0,-1-1 0 0 0,1 1 0 0 0,0-1 0 0 0,0 0 0 0 0,0 0 0 0 0,0 1 0 0 0,0-1 0 0 0,-1 0 0 0 0,1 0 0 0 0,0 0 0 0 0,0 0 0 0 0,0 0 0 0 0,0 0 0 0 0,-1-1 0 0 0,1 1 1 0 0,0 0-1 0 0,0-1 0 0 0,0 1 0 0 0,-2-1 0 0 0,1 0 128 0 0,-1 1-1 0 0,0-1 1 0 0,1 1 0 0 0,-1 0 0 0 0,1 0 0 0 0,-1 0 0 0 0,1 0 0 0 0,-4 1-1 0 0,3-1 19 0 0,0 0 0 0 0,0 0 0 0 0,0 0-1 0 0,1 0 1 0 0,-6-1 0 0 0,-33-4 3359 0 0,30 8 2092 0 0,38-3-5241 0 0,20 0 150 0 0,74-8 0 0 0,-68 2-402 0 0,21-4 208 0 0,-60 8-328 0 0,21-1 0 0 0,3 0-89 0 0,-10-1-58 0 0,42 0-1 0 0,-38 2 88 0 0,1-1 0 0 0,-1-2 0 0 0,32-9 0 0 0,-40 11-549 0 0,-20 3 156 0 0,-1 0 0 0 0,1 0 0 0 0,-1 0-1 0 0,0-1 1 0 0,0 0 0 0 0,5-1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37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52 3224 0 0,'1'-2'240'0'0,"5"-10"-277"0"0,-5 10 701 0 0,0 1-1 0 0,-1-1 1 0 0,1 0 0 0 0,-1 0-1 0 0,1 0 1 0 0,-1 0 0 0 0,1 0-1 0 0,-1 0 1 0 0,0 0 0 0 0,0 0-1 0 0,0 0 1 0 0,0 0 0 0 0,-1 0 0 0 0,0-5 1403 0 0,0 7-1955 0 0,1-1 0 0 0,-1 1 1 0 0,0-1-1 0 0,1 1 0 0 0,-1 0 0 0 0,0 0 0 0 0,1-1 0 0 0,-1 1 0 0 0,0 0 1 0 0,0 0-1 0 0,1 0 0 0 0,-1 0 0 0 0,0 0 0 0 0,1 0 0 0 0,-1 0 0 0 0,0 0 0 0 0,0 0 1 0 0,1 0-1 0 0,-2 0 0 0 0,-1 1 54 0 0,-1 1 0 0 0,1-1 0 0 0,0 1 0 0 0,-1 0 0 0 0,1 0 1 0 0,0 0-1 0 0,0 0 0 0 0,1 1 0 0 0,-6 4 0 0 0,-5 8-10 0 0,0 0 0 0 0,1 1 0 0 0,1 1 0 0 0,0 0 0 0 0,-13 29 0 0 0,-8 25-123 0 0,-2 4-13 0 0,19-43-20 0 0,2 1 0 0 0,1 0 0 0 0,1 1 0 0 0,2 0 0 0 0,-7 55 0 0 0,14-74 0 0 0,0 1 0 0 0,1-1 0 0 0,1 1 0 0 0,0 0 0 0 0,1-1 0 0 0,1 1 0 0 0,1-1 0 0 0,0 1 0 0 0,1-1 0 0 0,0 0 0 0 0,1 0 0 0 0,1-1 0 0 0,1 1 0 0 0,8 13 0 0 0,-7-17-9 0 0,0 0 0 0 0,1 0 0 0 0,0-1 0 0 0,1 0 0 0 0,0-1 0 0 0,0 0 0 0 0,1-1 0 0 0,1 0 0 0 0,15 9 0 0 0,-4-6-5 0 0,0 0 1 0 0,1-2 0 0 0,45 12-1 0 0,-58-19 14 0 0,-6 0 0 0 0,1 0 0 0 0,-1-1 0 0 0,0 0 0 0 0,1-1 0 0 0,-1 1 0 0 0,0-1 0 0 0,1 0 0 0 0,-1 0 0 0 0,7-2 0 0 0,-3 2 3 0 0,9 1-16 0 0,-17-1-58 0 0,7-6-1404 0 0,-8 6 1332 0 0,1 0-1 0 0,0 0 1 0 0,-1-1-1 0 0,1 1 1 0 0,-1 0-1 0 0,1-1 0 0 0,0 1 1 0 0,-1 0-1 0 0,1-1 1 0 0,-1 1-1 0 0,1-1 0 0 0,-1 1 1 0 0,0-1-1 0 0,1 1 1 0 0,0-2-1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1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36 111 5528 0 0,'0'0'422'0'0,"-1"-1"-68"0"0,1 0 25 0 0,-1-1 1 0 0,1 1-1 0 0,0-1 0 0 0,-1 1 1 0 0,1 0-1 0 0,0-1 1 0 0,0 1-1 0 0,0-1 0 0 0,0 1 1 0 0,0-1-1 0 0,0 1 1 0 0,0-1-1 0 0,1 1 0 0 0,-1-2 1 0 0,2-12 2591 0 0,-4 9-898 0 0,-2 9 282 0 0,-3 12-1247 0 0,-5 24-623 0 0,10-30-458 0 0,0 0-1 0 0,0 1 0 0 0,1-1 1 0 0,0 10-1 0 0,-1 10 6 0 0,2-17-124 0 0,0 0-1 0 0,1 0 0 0 0,1 0 1 0 0,6 21-1 0 0,-7-25 52 0 0,0-4-57 0 0,0-1 0 0 0,1 1 0 0 0,-1-1 0 0 0,0 0 0 0 0,1 0 0 0 0,0 1 0 0 0,0-1 0 0 0,0 0 0 0 0,0-1 0 0 0,0 1 0 0 0,5 4 0 0 0,-4-5 4 0 0,1 0-1 0 0,0 0 0 0 0,0-1 0 0 0,-1 0 0 0 0,1 1 0 0 0,0-1 1 0 0,0 0-1 0 0,1-1 0 0 0,-1 1 0 0 0,0-1 0 0 0,0 0 0 0 0,0 0 0 0 0,0 0 1 0 0,7-2-1 0 0,-4 0-16 0 0,1-1-1 0 0,-1 0 1 0 0,0 0 0 0 0,0-1 0 0 0,0 0-1 0 0,0 0 1 0 0,-1 0 0 0 0,9-8-1 0 0,5-4 138 0 0,-16 14 22 0 0,0-1 0 0 0,0 0 0 0 0,0 0 0 0 0,-1 0 0 0 0,1 0 0 0 0,2-5 0 0 0,-4 6 62 0 0,0-1 1 0 0,-1 1-1 0 0,1 0 0 0 0,-1-1 1 0 0,0 0-1 0 0,0 1 1 0 0,0-1-1 0 0,0 0 0 0 0,0 0 1 0 0,-1 1-1 0 0,1-1 1 0 0,-1 0-1 0 0,0 0 0 0 0,0 0 1 0 0,0 0-1 0 0,0-4 1 0 0,0 0 501 0 0,-1 0-206 0 0,-1 14 152 0 0,1 15-239 0 0,2-17-289 0 0,0 0-1 0 0,0 0 1 0 0,-1 0 0 0 0,1 6 0 0 0,-1-10-41 0 0,0 1 0 0 0,0-1-1 0 0,1 1 1 0 0,-1-1 0 0 0,0 1 0 0 0,1-1-1 0 0,0 0 1 0 0,-1 1 0 0 0,1-1 0 0 0,0 0-1 0 0,-1 0 1 0 0,1 1 0 0 0,0-1 0 0 0,0 0 0 0 0,0 0-1 0 0,0 0 1 0 0,0 0 0 0 0,0 0 0 0 0,0 0-1 0 0,1 0 1 0 0,-1 0 0 0 0,0-1 0 0 0,1 1-1 0 0,1 0 1 0 0,2 3 1 0 0,19 8 10 0 0,-13-11 0 0 0,-3-1 0 0 0,-4 0-7 0 0,-1 1 0 0 0,1-1-1 0 0,0 1 1 0 0,0-1 0 0 0,-1-1 0 0 0,1 1-1 0 0,0 0 1 0 0,0-1 0 0 0,-1 0-1 0 0,1 0 1 0 0,-1 0 0 0 0,1 0-1 0 0,0 0 1 0 0,-1-1 0 0 0,0 0 0 0 0,1 1-1 0 0,-1-1 1 0 0,5-4 0 0 0,2-2 4 0 0,-7 6 94 0 0,0 0-1 0 0,-1-1 0 0 0,1 1 1 0 0,-1 0-1 0 0,0-1 0 0 0,1 1 1 0 0,-1-1-1 0 0,3-5 0 0 0,-1 0 168 0 0,-2 5-175 0 0,-1 0 0 0 0,1 0 0 0 0,-1-1 1 0 0,0 1-1 0 0,0 0 0 0 0,1-5 0 0 0,-1 2 0 0 0,1-3 114 0 0,0-1 0 0 0,-1 1 0 0 0,0-1 1 0 0,0 1-1 0 0,-1-1 0 0 0,0 1 0 0 0,-1 0 0 0 0,-2-14 1 0 0,-4-6-157 0 0,6 20-32 0 0,-1 1 0 0 0,0 0 1 0 0,-4-9-1 0 0,3 13-18 0 0,2-1-28 0 0,0-15-26 0 0,1 7-469 0 0,0 7-3411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2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11024 0 0,'0'0'1001'0'0,"8"-1"-666"0"0,-6 0-79 0 0,0 0 1 0 0,0-1-1 0 0,-1 1 0 0 0,1 0 1 0 0,0-1-1 0 0,-1 1 1 0 0,3-3-1 0 0,7-6 1270 0 0,0 2-256 0 0,-1 0 1 0 0,17-18-1 0 0,-20 18-755 0 0,-2 6-257 0 0,-1-1-1 0 0,1 0 0 0 0,0 1 0 0 0,0 0 0 0 0,7-2 0 0 0,-6 2-73 0 0,-4 1-39 0 0,-1 1-66 0 0,1 0-56 0 0,13-2 83 0 0,2 6-31 0 0,-8 2-32 0 0,-8-4-43 0 0,0-1 1 0 0,0 0 0 0 0,0 1 0 0 0,0-1 0 0 0,0 1 0 0 0,-1-1 0 0 0,1 1-1 0 0,0-1 1 0 0,-1 1 0 0 0,1 0 0 0 0,-1-1 0 0 0,0 1 0 0 0,1-1 0 0 0,-1 1-1 0 0,0 0 1 0 0,0 0 0 0 0,0-1 0 0 0,0 4 0 0 0,-2 0-6 0 0,1 1 0 0 0,-1 0-1 0 0,1-1 1 0 0,-4 6 0 0 0,-3 11-251 0 0,4-11 12 0 0,0 1-1 0 0,0-1 0 0 0,-1 0 1 0 0,-1-1-1 0 0,-7 12 0 0 0,12-19 206 0 0,0 0-1 0 0,0 0 0 0 0,1 0 1 0 0,-1 0-1 0 0,1 0 0 0 0,0 0 1 0 0,0 1-1 0 0,0-1 0 0 0,0 3 1 0 0,0 0-19 0 0,0-4-8 0 0,1-4-51 0 0,10-7 170 0 0,1 0-1 0 0,21-13 1 0 0,3-3 250 0 0,-33 23-285 0 0,-1 1 0 0 0,0-1 0 0 0,1 1-1 0 0,-1 0 1 0 0,1 0 0 0 0,-1 0-1 0 0,1 0 1 0 0,4-1 0 0 0,5-1 25 0 0,-10 2 106 0 0,-1 4-7 0 0,0-3-135 0 0,-1 1 1 0 0,1-1-1 0 0,0 0 0 0 0,0 1 1 0 0,0-1-1 0 0,-1 1 1 0 0,1-1-1 0 0,0 1 0 0 0,-1 0 1 0 0,1-1-1 0 0,0 1 1 0 0,-1 0-1 0 0,1-1 1 0 0,-1 1-1 0 0,1 1 0 0 0,2 2 26 0 0,0 0-1 0 0,-1 0 1 0 0,0 0-1 0 0,0 1 1 0 0,0-1-1 0 0,0 1 1 0 0,-1-1-1 0 0,0 1 1 0 0,0 0 0 0 0,0-1-1 0 0,-1 1 1 0 0,1 0-1 0 0,-1 5 1 0 0,0-2 10 0 0,-1-1 0 0 0,1 1 0 0 0,-2-1 1 0 0,1 1-1 0 0,-1-1 0 0 0,0 0 0 0 0,-6 14 1 0 0,4-13-154 0 0,-1 1 1 0 0,-7 8 0 0 0,2-2-89 0 0,-1-1 33 0 0,7-10 81 0 0,1 0 0 0 0,0 0-1 0 0,0 1 1 0 0,-4 7 0 0 0,-10 18-1246 0 0,16-28 684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2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80 8752 0 0,'-1'-1'71'0'0,"1"0"1"0"0,-1-1-1 0 0,1 1 1 0 0,-1 0-1 0 0,1 0 1 0 0,-1-1-1 0 0,1 1 1 0 0,0 0-1 0 0,-1-1 1 0 0,1 1-1 0 0,0-1 1 0 0,0 0-1 0 0,0 1-56 0 0,0-1-1 0 0,0 1 0 0 0,0 0 0 0 0,0 0 1 0 0,-1 0-1 0 0,1 0 0 0 0,0-1 1 0 0,-1 1-1 0 0,1 0 0 0 0,0 0 1 0 0,-2-2-1 0 0,2 3 112 0 0,-1-1 0 0 0,1 0-1 0 0,0 0 1 0 0,-1 0 0 0 0,1 0 0 0 0,0 1 0 0 0,0-1-1 0 0,0 0 1 0 0,0 0 0 0 0,0 0 0 0 0,0 0-1 0 0,0 0 1 0 0,0 0 0 0 0,0 1 0 0 0,1-2 0 0 0,-1-6 4056 0 0,0 7-4078 0 0,0 0 0 0 0,0 0 1 0 0,0-1-1 0 0,0 1 0 0 0,0 0 1 0 0,1 0-1 0 0,-1 0 1 0 0,0 0-1 0 0,0 0 0 0 0,1 0 1 0 0,-1 0-1 0 0,1 0 1 0 0,-1 0-1 0 0,1 0 0 0 0,-1 0 1 0 0,1 0-1 0 0,0 0 1 0 0,0 0-1 0 0,0-1 0 0 0,1 1 196 0 0,0 1-32 0 0,23 5 354 0 0,-19-5-429 0 0,-1 1-1 0 0,0 0 1 0 0,11 3-1 0 0,-5 0-64 0 0,0 1 0 0 0,-1 1 0 0 0,1 0 0 0 0,-1 0 0 0 0,11 9 0 0 0,-1 2 160 0 0,23 25 0 0 0,-31-28-200 0 0,-1 0 0 0 0,0 0 0 0 0,-1 1-1 0 0,12 25 1 0 0,-11-16 64 0 0,0-1-1 0 0,9 39 1 0 0,-13-38-133 0 0,-2 0 0 0 0,-1 0 1 0 0,1 25-1 0 0,-4-34-9 0 0,-1 1 0 0 0,-1 0 1 0 0,-1-1-1 0 0,0 1 0 0 0,-7 27 0 0 0,7-37-10 0 0,-1 6 0 0 0,-1-1 0 0 0,1 0 0 0 0,-2 0 0 0 0,0-1 0 0 0,-9 16 0 0 0,4-12-16 0 0,0 0-1 0 0,-1-1 1 0 0,0 0 0 0 0,-1-1-1 0 0,-27 21 1 0 0,18-16-54 0 0,11-10 10 0 0,0 1-1 0 0,-17 9 1 0 0,-74 41-480 0 0,87-52 410 0 0,-40 24-932 0 0,53-29 969 0 0,-1-1-1 0 0,1 1 1 0 0,0 0 0 0 0,-1 0-1 0 0,1 0 1 0 0,0 0 0 0 0,0 0-1 0 0,-2 3 1 0 0,2-3-899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2304 0 0,'0'0'11968'0'0,"1"1"-11448"0"0,0 1-367 0 0,0-1 0 0 0,1 0 0 0 0,-1 1 1 0 0,1-1-1 0 0,0 0 0 0 0,-1 0 0 0 0,1 0 0 0 0,0 0 1 0 0,-1 0-1 0 0,1 0 0 0 0,0 0 0 0 0,0-1 1 0 0,0 1-1 0 0,4 0 0 0 0,33 5 554 0 0,-28-5-521 0 0,8 2 33 0 0,-14-2-153 0 0,0 0 1 0 0,0 0-1 0 0,0-1 0 0 0,0 1 0 0 0,6-1 0 0 0,77-9 658 0 0,93-21 0 0 0,-140 26-496 0 0,-30 4-207 0 0,0-1 0 0 0,13-3 0 0 0,150-42-512 0 0,-167 44 44 0 0,-1 0 0 0 0,1 0 0 0 0,8-4 0 0 0,-13 5-215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4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15 9760 0 0,'0'0'446'0'0,"-1"0"-10"0"0,0-1-411 0 0,0 0 0 0 0,0 0-1 0 0,0 0 1 0 0,0 0-1 0 0,0 0 1 0 0,-1 0 0 0 0,1 1-1 0 0,0-1 1 0 0,0 0 0 0 0,-1 1-1 0 0,1-1 1 0 0,0 1-1 0 0,-1 0 1 0 0,1-1 0 0 0,0 1-1 0 0,-1 0 1 0 0,1 0 0 0 0,-3 0-1 0 0,3 0 71 0 0,0 0 0 0 0,1 0 0 0 0,-1 0 0 0 0,0 0 0 0 0,0 0 0 0 0,1 0 1 0 0,-1 0-1 0 0,0-1 0 0 0,0 1 0 0 0,1 0 0 0 0,-1 0 0 0 0,0-1 0 0 0,1 1 0 0 0,-1 0 0 0 0,0-1 0 0 0,1 1 0 0 0,-9 0 7094 0 0,18 8-6879 0 0,-9-8-304 0 0,0 0 0 0 0,0 0 0 0 0,1 0 0 0 0,-1 0 0 0 0,0 0 0 0 0,0 0 0 0 0,0 0 0 0 0,0 0 0 0 0,0 0 0 0 0,0 0 0 0 0,0 0 0 0 0,0 0 0 0 0,0 0 0 0 0,1 1 0 0 0,-1-1 0 0 0,0 0 0 0 0,0 0 0 0 0,0 0 0 0 0,0 0 0 0 0,0 0 0 0 0,0 0 0 0 0,0 0 0 0 0,0 0 0 0 0,0 1 0 0 0,0-1 1 0 0,0 0-1 0 0,0 0 0 0 0,0 0 0 0 0,0 0 0 0 0,0 0 0 0 0,0 0 0 0 0,0 1 0 0 0,0-1 0 0 0,0 0 0 0 0,0 0 0 0 0,0 0 0 0 0,0 0 0 0 0,0 0 0 0 0,0 0 0 0 0,0 0 0 0 0,0 1 0 0 0,-1 0 18 0 0,1 0 0 0 0,0 0 0 0 0,-1 0-1 0 0,1 0 1 0 0,0 0 0 0 0,0 0 0 0 0,0 0 0 0 0,0 0-1 0 0,0 0 1 0 0,0 1 0 0 0,1-1 0 0 0,-1 0 0 0 0,0 0 0 0 0,1 0-1 0 0,-1 0 1 0 0,0 0 0 0 0,1 0 0 0 0,-1 0 0 0 0,1 0 0 0 0,-1 0-1 0 0,1 0 1 0 0,0-1 0 0 0,-1 1 0 0 0,1 0 0 0 0,0 0 0 0 0,0 0-1 0 0,0-1 1 0 0,-1 1 0 0 0,1 0 0 0 0,2 0 0 0 0,-1 1 28 0 0,-1 0 0 0 0,1 0 0 0 0,-1 0 0 0 0,1 0 0 0 0,-1 0 0 0 0,0 0 0 0 0,0 0 0 0 0,0 1 0 0 0,0-1 1 0 0,0 0-1 0 0,-1 1 0 0 0,1-1 0 0 0,0 3 0 0 0,3 10 63 0 0,-1-6-114 0 0,0 0 1 0 0,-1 1 0 0 0,0-1 0 0 0,-1 1 0 0 0,1 14-1 0 0,-2-19-1 0 0,1-1-1 0 0,-1 1 1 0 0,1-1-1 0 0,0 0 1 0 0,2 6-1 0 0,-2-6 4 0 0,1 0 0 0 0,-1 1-1 0 0,0-1 1 0 0,-1 0 0 0 0,1 6 0 0 0,-2 4 39 0 0,1-10-24 0 0,-1 0 0 0 0,1 0-1 0 0,0 0 1 0 0,1 7-1 0 0,4 9 32 0 0,-3-12-29 0 0,0 0 0 0 0,-1 0 0 0 0,1 14-1 0 0,6 45-19 0 0,-8-63 0 0 0,0-1 0 0 0,0 1 0 0 0,1-1 0 0 0,-1 1 0 0 0,1-1 0 0 0,0 1 0 0 0,0-1 0 0 0,0 1 0 0 0,0-1 0 0 0,0 0 0 0 0,1 0 0 0 0,2 5 0 0 0,-4-7 0 0 0,1 0 0 0 0,-1 0 0 0 0,0 0 0 0 0,1-1 0 0 0,-1 1 0 0 0,0 0 0 0 0,0 0 0 0 0,0 0 0 0 0,0 0 0 0 0,0 0 0 0 0,0 0 0 0 0,0 0 0 0 0,0 0 0 0 0,0 0 0 0 0,-1 2 0 0 0,1-2 0 0 0,0-1 0 0 0,0 1 0 0 0,0 0 0 0 0,0 0 0 0 0,0 0 0 0 0,0 0 0 0 0,0 0 0 0 0,0 0 0 0 0,0 0 0 0 0,0-1 0 0 0,0 1 0 0 0,0 0 0 0 0,1 0 0 0 0,-1 1 0 0 0,2 1-22 0 0,-1-1-51 0 0,0-1 0 0 0,0 1-1 0 0,-1 0 1 0 0,1 0 0 0 0,0 0-1 0 0,-1 0 1 0 0,1 2 0 0 0,-1-3 49 0 0,0 0 0 0 0,0-1 1 0 0,0 1-1 0 0,0 0 0 0 0,0 0 1 0 0,-1-1-1 0 0,1 1 0 0 0,0 0 0 0 0,0 0 1 0 0,-1-1-1 0 0,1 1 0 0 0,0 0 1 0 0,-1-1-1 0 0,1 1 0 0 0,-1-1 0 0 0,1 1 1 0 0,-1 0-1 0 0,1-1 0 0 0,-1 1 1 0 0,1-1-1 0 0,-1 1 0 0 0,0-1 0 0 0,1 0 1 0 0,-2 1-1 0 0,-9 6-1198 0 0,4-5-3853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16 155 4608 0 0,'-1'0'20'0'0,"0"0"0"0"0,0 0 1 0 0,0-1-1 0 0,0 1 0 0 0,1-1 0 0 0,-1 1 0 0 0,0-1 1 0 0,0 1-1 0 0,0-1 0 0 0,1 1 0 0 0,-1-1 0 0 0,0 0 1 0 0,1 0-1 0 0,-1 1 0 0 0,1-1 0 0 0,-1 0 1 0 0,0 0-1 0 0,1 1 0 0 0,0-1 0 0 0,-1 0 0 0 0,0-1 1 0 0,1 1-7 0 0,0 0 0 0 0,0 0 1 0 0,0 0-1 0 0,1 0 0 0 0,-1 0 0 0 0,0-1 1 0 0,0 1-1 0 0,0 0 0 0 0,1 0 1 0 0,-1 0-1 0 0,1 0 0 0 0,-1 0 1 0 0,0 0-1 0 0,1 0 0 0 0,0 1 1 0 0,-1-1-1 0 0,1 0 0 0 0,0 0 1 0 0,-1 0-1 0 0,2 0 0 0 0,4-5 539 0 0,-6 6-404 0 0,1-1 1 0 0,0 0-1 0 0,-1 1 0 0 0,1-1 0 0 0,-1 1 0 0 0,1-1 0 0 0,-1 0 0 0 0,1 0 0 0 0,-1 1 0 0 0,1-1 0 0 0,-1 0 0 0 0,1 0 0 0 0,-1 1 0 0 0,0-1 0 0 0,0 0 0 0 0,1 0 1 0 0,-1 0-1 0 0,0 0 0 0 0,0 0 0 0 0,0 1 0 0 0,0-1 0 0 0,0 0 0 0 0,0 0 0 0 0,0 0 0 0 0,0 0 0 0 0,0 0 0 0 0,0 1 0 0 0,-1-1 0 0 0,1-1 0 0 0,-1-1 129 0 0,0 1 0 0 0,1-1 0 0 0,-1 1 0 0 0,1-1 0 0 0,0 1 0 0 0,-1-1 0 0 0,1 0 0 0 0,0 1 0 0 0,1-1 0 0 0,-1 1 0 0 0,0-1 0 0 0,1 0 0 0 0,0 1 0 0 0,-1-1 0 0 0,1 1 0 0 0,0-1 0 0 0,2-3 0 0 0,4-10 1073 0 0,-6 14-1197 0 0,-1 0-1 0 0,1 0 1 0 0,0 1-1 0 0,-1-1 0 0 0,1 0 1 0 0,0 0-1 0 0,0 1 1 0 0,0-1-1 0 0,0 1 0 0 0,0-1 1 0 0,1 1-1 0 0,1-3 1659 0 0,-3 4-1797 0 0,-1 1 0 0 0,1-1 1 0 0,-1 0-1 0 0,1 1 0 0 0,-1-1 0 0 0,1 0 0 0 0,-1 1 0 0 0,1-1 1 0 0,-1 0-1 0 0,1 1 0 0 0,0-1 0 0 0,-1 1 0 0 0,1-1 1 0 0,0 1-1 0 0,-1-1 0 0 0,1 1 0 0 0,0-1 0 0 0,0 1 0 0 0,-1-1 1 0 0,1 1-1 0 0,0-1 0 0 0,0 1 0 0 0,-3 12 95 0 0,3-4-44 0 0,0-7-57 0 0,0 0 1 0 0,0 0-1 0 0,0 0 1 0 0,0 0-1 0 0,0 0 1 0 0,0 0-1 0 0,0-1 1 0 0,-1 1-1 0 0,1 0 1 0 0,-2 3-1 0 0,-1 1 7 0 0,0 1 0 0 0,1-1 0 0 0,0 0 0 0 0,0 1 0 0 0,0 0 0 0 0,1-1 0 0 0,0 1 0 0 0,0 12 0 0 0,-7 69 56 0 0,8-5-88 0 0,0-79-5 0 0,0 0-1 0 0,1 1 1 0 0,-1-1-1 0 0,1 0 1 0 0,0 0-1 0 0,0 1 1 0 0,1-1-1 0 0,2 6 1 0 0,-2-3-56 0 0,1-1 0 0 0,2 13 0 0 0,-4-10 17 0 0,-1-6 18 0 0,1 1 1 0 0,-1-1 0 0 0,1 0 0 0 0,0 0 0 0 0,0 0 0 0 0,0 0 0 0 0,0 1 0 0 0,0-1 0 0 0,1-1 0 0 0,-1 1 0 0 0,1 0 0 0 0,0 0-1 0 0,2 3 1 0 0,26 24-812 0 0,-28-29 811 0 0,-1 0 1 0 0,1 0-1 0 0,0 0 0 0 0,0-1 0 0 0,-1 1 1 0 0,1-1-1 0 0,0 0 0 0 0,0 1 1 0 0,-1-1-1 0 0,1 0 0 0 0,0 0 0 0 0,0 0 1 0 0,0 0-1 0 0,0 0 0 0 0,-1-1 0 0 0,4 0 1 0 0,-4 1 15 0 0,7-2-21 0 0,1-1 0 0 0,-1 0-1 0 0,0 0 1 0 0,0-1-1 0 0,-1 1 1 0 0,1-2 0 0 0,-1 1-1 0 0,1-1 1 0 0,-1-1 0 0 0,7-7-1 0 0,-10 9 75 0 0,0 0-1 0 0,0 0 1 0 0,-1-1-1 0 0,1 0 1 0 0,-1 1-1 0 0,4-11 1 0 0,5-5 226 0 0,-9 15-144 0 0,0 0 0 0 0,0 1 0 0 0,-1-1 0 0 0,1 0 0 0 0,-1 0 0 0 0,0 0 0 0 0,-1-1 0 0 0,1 1 0 0 0,0-10 0 0 0,1-1 163 0 0,-2 14-230 0 0,-1 0 1 0 0,1 1-1 0 0,-1-1 0 0 0,0 0 0 0 0,1 0 0 0 0,-1 0 0 0 0,0 0 0 0 0,0 0 0 0 0,0 0 0 0 0,-1 0 0 0 0,1 0 0 0 0,0 1 0 0 0,-1-1 0 0 0,1 0 0 0 0,-1 0 1 0 0,1 0-1 0 0,-3-2 0 0 0,-1-4 111 0 0,3 7-8 0 0,-1 1 11 0 0,-7 0 50 0 0,7 0 248 0 0,-1 1-250 0 0,3-1-201 0 0,-1 0-1 0 0,0 0 1 0 0,1 0-1 0 0,-1 1 1 0 0,0-1 0 0 0,1 0-1 0 0,-1 1 1 0 0,0-1-1 0 0,1 0 1 0 0,-1 1-1 0 0,1-1 1 0 0,-1 1-1 0 0,1-1 1 0 0,-1 1-1 0 0,1-1 1 0 0,-1 1-1 0 0,1 0 1 0 0,-1-1 0 0 0,1 1-1 0 0,0-1 1 0 0,-1 1-1 0 0,1 0 1 0 0,0 0-1 0 0,0-1 1 0 0,-1 1-1 0 0,1 0 1 0 0,0-1-1 0 0,0 1 1 0 0,0 0-1 0 0,0 0 1 0 0,0-1 0 0 0,0 1-1 0 0,0 0 1 0 0,0-1-1 0 0,0 1 1 0 0,0 0-1 0 0,1 0 1 0 0,-1-1-1 0 0,0 1 1 0 0,1 0-1 0 0,-1 1 2 0 0,0 0 0 0 0,0 0 0 0 0,0 1 0 0 0,0-1 0 0 0,0 0 0 0 0,0 0 0 0 0,0 0 0 0 0,-1 0 0 0 0,0 1 0 0 0,1 0-1 0 0,-1-1-1 0 0,1 0 1 0 0,-1 1-1 0 0,1-1 1 0 0,0 0-1 0 0,0 1 1 0 0,0 2-1 0 0,2 2-33 0 0,0 1-1 0 0,0-1 0 0 0,5 12 1 0 0,-3-11-34 0 0,-1 0 0 0 0,3 14 0 0 0,-5-17 4 0 0,0 0 0 0 0,1 0 0 0 0,0 0 0 0 0,0 0 0 0 0,0-1 0 0 0,0 1 0 0 0,0-1 0 0 0,1 1 0 0 0,3 3 0 0 0,-4-5 31 0 0,0-1-1 0 0,0 0 1 0 0,0-1-1 0 0,0 1 1 0 0,0 0-1 0 0,0 0 1 0 0,0-1-1 0 0,1 0 1 0 0,-1 1-1 0 0,1-1 1 0 0,-1 0-1 0 0,1 0 1 0 0,-1 0-1 0 0,1 0 1 0 0,0-1-1 0 0,-1 1 1 0 0,1-1-1 0 0,5 1 1 0 0,9 0-71 0 0,-13-1 75 0 0,0 0 0 0 0,1 1-1 0 0,-1-2 1 0 0,0 1-1 0 0,7-1 1 0 0,-8 0 24 0 0,0 1 5 0 0,-1-1 0 0 0,1 1 1 0 0,-1-1-1 0 0,1 1 1 0 0,-1-1-1 0 0,0 0 0 0 0,0 0 1 0 0,1 0-1 0 0,-1-1 1 0 0,0 1-1 0 0,0 0 0 0 0,0-1 1 0 0,0 0-1 0 0,0 1 1 0 0,2-4-1 0 0,17-11 82 0 0,-19 14-61 0 0,0 1-1 0 0,0-1 1 0 0,1 1-1 0 0,-1-1 1 0 0,0 0 0 0 0,0 1-1 0 0,0-1 1 0 0,-1 0-1 0 0,1-1 1 0 0,0 1-1 0 0,-1 0 1 0 0,1 0 0 0 0,-1-1-1 0 0,0 1 1 0 0,0-1-1 0 0,0 1 1 0 0,1-4-1 0 0,-1 1 69 0 0,1 1-1 0 0,-1 0 0 0 0,1 0 0 0 0,-1 0 0 0 0,1 0 0 0 0,3-5 1 0 0,-2 5 57 0 0,-1 0 0 0 0,0-1 1 0 0,0 1-1 0 0,0 0 1 0 0,0-1-1 0 0,-1 1 0 0 0,1-6 1 0 0,-2 6-7 0 0,0-1 0 0 0,0 1 0 0 0,0-1 0 0 0,-1 1 0 0 0,-1-7 0 0 0,-1-15 333 0 0,3 21-412 0 0,0 1-1 0 0,0-1 1 0 0,0 1-1 0 0,0-1 1 0 0,-1 0-1 0 0,0 1 1 0 0,0-1-1 0 0,0 1 1 0 0,0 0-1 0 0,-1-1 1 0 0,0 1-1 0 0,-3-6 1 0 0,1 2-23 0 0,1 4 2 0 0,0-1 0 0 0,0 0 0 0 0,0 0 0 0 0,1 0 0 0 0,0 0 0 0 0,0 0 0 0 0,0-1 0 0 0,1 1 0 0 0,0-1 0 0 0,-2-10 0 0 0,4 10 45 0 0,0 0-1 0 0,-1 0 1 0 0,3-7-1 0 0,-1 9-42 0 0,-1-1 0 0 0,0 1 0 0 0,-1 0 1 0 0,1-1-1 0 0,-1 1 0 0 0,0-1 0 0 0,0 1 0 0 0,0-6 0 0 0,-1 9-57 0 0,1 0-1 0 0,0 0 1 0 0,-1 0-1 0 0,1 0 1 0 0,0 0-1 0 0,0 0 1 0 0,0 0-1 0 0,0 0 1 0 0,0 0-1 0 0,0 0 1 0 0,1 0-1 0 0,-1 0 1 0 0,0 0-1 0 0,0 0 1 0 0,1 0-1 0 0,-1 0 1 0 0,1 0-1 0 0,-1 0 1 0 0,1 0-1 0 0,-1 0 1 0 0,1 0-1 0 0,-1 0 1 0 0,1 1-1 0 0,0-1 1 0 0,-1 0-1 0 0,2 0 1 0 0,-5 0-898 0 0,-1 17-4715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7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11488 0 0,'0'0'6083'0'0,"0"3"-5215"0"0,1-2-795 0 0,2 10 915 0 0,0 0 1 0 0,3 22 0 0 0,-3-3-90 0 0,-2-26-820 0 0,0 1-1 0 0,0-1 1 0 0,-1 1 0 0 0,1-1-1 0 0,-1 1 1 0 0,-1 7-1 0 0,-1-1-20 0 0,1 1 1 0 0,2 18-1 0 0,-1-23-58 0 0,1 0 0 0 0,-1 1 0 0 0,-1-1 1 0 0,1 0-1 0 0,-1 1 0 0 0,-1-1 0 0 0,-3 14 0 0 0,4-19 25 0 0,0 0-1 0 0,1 0 1 0 0,-1 0 0 0 0,1 0-1 0 0,0 0 1 0 0,-1 0-1 0 0,1 3 1 0 0,-1 5 26 0 0,0-7-48 0 0,0 0 0 0 0,1-1-1 0 0,-1 1 1 0 0,0 0 0 0 0,1 0-1 0 0,0 0 1 0 0,0 0 0 0 0,0 5-1 0 0,0-7-9 0 0,0 0 0 0 0,0 0 0 0 0,0 0 0 0 0,0-1-1 0 0,0 1 1 0 0,0 0 0 0 0,0 0 0 0 0,0 0 0 0 0,0 0-1 0 0,-1-1 1 0 0,1 1 0 0 0,-1 1 0 0 0,0 1-336 0 0,0 0-1 0 0,0 0 1 0 0,0 0-1 0 0,0 0 1 0 0,0 0 0 0 0,1 0-1 0 0,0 1 1 0 0,-1 5-1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8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14 178 11232 0 0,'-1'-1'130'0'0,"-6"-11"535"0"0,6-14 7215 0 0,-1 35-6824 0 0,-1 17-1269 0 0,4-3 236 0 0,1 0-1 0 0,0-1 1 0 0,2 1-1 0 0,1-1 1 0 0,0 0-1 0 0,2 0 1 0 0,0-1-1 0 0,14 26 1 0 0,-12-30-437 0 0,21 28 1 0 0,-27-42 228 0 0,0 1-1 0 0,0 0 0 0 0,1-1 1 0 0,-1 0-1 0 0,1 0 1 0 0,-1 0-1 0 0,1 0 1 0 0,7 3-1 0 0,-9-4 96 0 0,0-2 0 0 0,0 1 0 0 0,0 0 0 0 0,0 0 1 0 0,0-1-1 0 0,0 1 0 0 0,1-1 0 0 0,-1 1 0 0 0,0-1 0 0 0,0 0 0 0 0,1 0 0 0 0,-1 0 0 0 0,0 0 0 0 0,0 0 0 0 0,1-1 0 0 0,-1 1 0 0 0,0-1 0 0 0,0 1 0 0 0,0-1 0 0 0,3-1 0 0 0,1-1-74 0 0,3-1 117 0 0,0-1 0 0 0,0 0 0 0 0,-1 0 0 0 0,1 0 0 0 0,-1-1-1 0 0,0-1 1 0 0,7-7 0 0 0,-10 9 103 0 0,2-3 189 0 0,0-1-1 0 0,5-9 1 0 0,-10 15-117 0 0,0 0 0 0 0,-1 0 0 0 0,1 0 0 0 0,-1 0 0 0 0,0 0 0 0 0,0-1 0 0 0,0 1 0 0 0,0-1 0 0 0,-1 1-1 0 0,1-6 1 0 0,-1-41 1951 0 0,0 49-1838 0 0,-1 0-66 0 0,1 0-168 0 0,0 1-1 0 0,0 0 1 0 0,0 0-1 0 0,0-1 1 0 0,0 1-1 0 0,0 0 1 0 0,0 0-1 0 0,-1-1 1 0 0,1 1-1 0 0,0 0 1 0 0,0 0-1 0 0,0 0 1 0 0,0-1-1 0 0,-1 1 1 0 0,1 0-1 0 0,0 0 1 0 0,0 0-1 0 0,-1 0 1 0 0,1-1-1 0 0,0 1 1 0 0,0 0-1 0 0,0 0 1 0 0,-1 0-1 0 0,1 0 1 0 0,0 0-1 0 0,0 0 1 0 0,-1 0-1 0 0,1 0 1 0 0,0 0-1 0 0,-1 0 1 0 0,1 0-1 0 0,0 0 1 0 0,0 0-1 0 0,-1 0 1 0 0,1 0-1 0 0,0 0 1 0 0,0 0-1 0 0,-1 0 1 0 0,0 1 31 0 0,0 0-1 0 0,1-1 1 0 0,-1 1-1 0 0,0 0 1 0 0,1 0 0 0 0,-1 0-1 0 0,1 0 1 0 0,-1-1 0 0 0,1 1-1 0 0,0 0 1 0 0,-1 1 0 0 0,-1 3 66 0 0,1-1 0 0 0,0 0-1 0 0,0 1 1 0 0,0-1 0 0 0,0 6 0 0 0,2 2-169 0 0,0-1 0 0 0,1 1 0 0 0,0 0 0 0 0,0-1 0 0 0,2 0 0 0 0,-1 1 0 0 0,1-1 0 0 0,8 14-1 0 0,8 12-274 0 0,25 33-1 0 0,-42-65 334 0 0,-1-2-28 0 0,0 0 1 0 0,1 0 0 0 0,-1 0 0 0 0,1-1 0 0 0,3 4-1 0 0,-5-5 30 0 0,0 0 1 0 0,0 0-1 0 0,0-1 0 0 0,1 1 0 0 0,-1 0 0 0 0,0 0 0 0 0,0-1 0 0 0,1 1 0 0 0,-1-1 1 0 0,0 1-1 0 0,1-1 0 0 0,2 1 0 0 0,5-4-25 0 0,-6 1 27 0 0,1 0 34 0 0,0 0 0 0 0,0 0 0 0 0,0-1 0 0 0,-1 0 0 0 0,1 1 0 0 0,-1-1-1 0 0,1-1 1 0 0,-1 1 0 0 0,0 0 0 0 0,0-1 0 0 0,4-6 0 0 0,2-5 214 0 0,12-25 0 0 0,-21 39-242 0 0,7-17 342 0 0,-1-1-1 0 0,-1 0 0 0 0,0-1 0 0 0,-2 1 0 0 0,2-27 1 0 0,4-208 1525 0 0,-10 228-1804 0 0,1 18-40 0 0,-1 0 0 0 0,2-16 0 0 0,0 21-169 0 0,-1 0 0 0 0,0 1 0 0 0,0-1 0 0 0,0 0 0 0 0,-1 1 0 0 0,0-6 0 0 0,-2-9-1105 0 0,7 25-2783 0 0,-3 7-3096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9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4144 0 0,'2'-2'5574'0'0,"10"-10"-1266"0"0,11-11 164 0 0,-16 16-3982 0 0,1 0 0 0 0,0 1 1 0 0,0 0-1 0 0,0 0 0 0 0,1 1 1 0 0,9-5-1 0 0,20-9 579 0 0,-37 18-1056 0 0,-1 1-1 0 0,1 0 1 0 0,-1 0-1 0 0,1-1 1 0 0,-1 1-1 0 0,1 0 0 0 0,0 0 1 0 0,-1 0-1 0 0,1 0 1 0 0,-1 0-1 0 0,1 0 1 0 0,0 0-1 0 0,-1 0 0 0 0,1 0 1 0 0,0 0-1 0 0,0 0 1 0 0,2 1 21 0 0,7 0 46 0 0,-8 0-77 0 0,-1 0 0 0 0,0-1 0 0 0,1 1 0 0 0,-1 0 0 0 0,0 0 0 0 0,0 0 0 0 0,0 0 0 0 0,0 0 1 0 0,1 1-1 0 0,-2-1 0 0 0,1 0 0 0 0,0 0 0 0 0,0 1 0 0 0,0-1 0 0 0,0 0 0 0 0,-1 1 0 0 0,1-1 1 0 0,-1 1-1 0 0,1-1 0 0 0,-1 1 0 0 0,0-1 0 0 0,1 1 0 0 0,-1 0 0 0 0,0-1 0 0 0,0 1 0 0 0,0 1 1 0 0,-1 5 9 0 0,0 0 0 0 0,0-1 0 0 0,0 1 0 0 0,-4 8 0 0 0,2-4-8 0 0,-19 74-97 0 0,17-69-64 0 0,-1-1 0 0 0,0 0 0 0 0,-1-1 0 0 0,-13 22-1 0 0,-8 16-306 0 0,29-52 460 0 0,-1-1-1 0 0,0 0 1 0 0,0 1-1 0 0,1-1 1 0 0,-1 0-1 0 0,0 1 1 0 0,1-1-1 0 0,-1 0 1 0 0,0 0 0 0 0,1 1-1 0 0,-1-1 1 0 0,1 0-1 0 0,-1 0 1 0 0,0 0-1 0 0,1 0 1 0 0,-1 1-1 0 0,1-1 1 0 0,-1 0-1 0 0,0 0 1 0 0,1 0-1 0 0,-1 0 1 0 0,1 0-1 0 0,6 1-45 0 0,-1-1 0 0 0,1 1 0 0 0,0-1 0 0 0,-1-1 0 0 0,1 1 0 0 0,0-1 0 0 0,-1 0 0 0 0,1-1 0 0 0,5-1 0 0 0,-2 0 33 0 0,-1 0 0 0 0,14-1 0 0 0,-8 2 10 0 0,5-2 2 0 0,-13 4 10 0 0,-1-1-1 0 0,1-1 0 0 0,-1 1 0 0 0,1-1 0 0 0,8-4 0 0 0,-10 3 56 0 0,0 1-38 0 0,16-1 622 0 0,-12 2-712 0 0,7-1-249 0 0,-4-1-2994 0 0,-4 0 2031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2:59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63 5064 0 0,'0'0'389'0'0,"0"-2"-250"0"0,0-40 3470 0 0,0 23 5596 0 0,0 20-9124 0 0,-1 0 0 0 0,1 0 0 0 0,-1 0-1 0 0,0-1 1 0 0,1 1 0 0 0,-1 0 0 0 0,0 0 0 0 0,1-1 0 0 0,-1 1-1 0 0,0-1 1 0 0,-1 2 0 0 0,-5 4 242 0 0,2 2-171 0 0,1 0-1 0 0,0 1 1 0 0,0 0 0 0 0,1-1-1 0 0,-4 15 1 0 0,-7 50 107 0 0,9-44-200 0 0,-4 17-41 0 0,3 0 0 0 0,1 0 0 0 0,2 69 0 0 0,5-85-18 0 0,1-1 0 0 0,1 1 0 0 0,2-1 0 0 0,0 0 0 0 0,3 0 0 0 0,11 28 0 0 0,-9-31 0 0 0,15 31 0 0 0,-23-51 0 0 0,1-1 0 0 0,0 1 0 0 0,0-1 0 0 0,1 0 0 0 0,-1 0 0 0 0,1 0 0 0 0,5 4 0 0 0,16 12-17 0 0,24 16-75 0 0,-44-32 82 0 0,1-1 1 0 0,1-1-1 0 0,-1 1 0 0 0,0-1 0 0 0,16 3 0 0 0,-12-3-136 0 0,-1-1-1 0 0,1 0 1 0 0,0-1 0 0 0,-1-1-1 0 0,1 1 1 0 0,0-2-1 0 0,0 1 1 0 0,-1-2-1 0 0,1 1 1 0 0,0-2-1 0 0,-1 1 1 0 0,13-6-1 0 0,-13 4-4506 0 0,-1 4-1485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39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1 204 8840 0 0,'0'0'197'0'0,"0"-2"24"0"0,8-16 125 0 0,-3 1-198 0 0,3-6 487 0 0,-7 17-302 0 0,1 1 0 0 0,0-1 0 0 0,0 1 1 0 0,5-9-1 0 0,-4 9 19 0 0,-1 0-1 0 0,0 0 1 0 0,0 0-1 0 0,3-10 1 0 0,0-1 581 0 0,-5 15-886 0 0,3-6 553 0 0,-1 0 0 0 0,0 0 0 0 0,0 0 0 0 0,0-1 0 0 0,0-11 3611 0 0,-2 21-4002 0 0,-4 27 265 0 0,2-21-366 0 0,1-1-1 0 0,-2 14 0 0 0,3 0-80 0 0,4 89 42 0 0,1-49-69 0 0,-1-16 0 0 0,-4-28 0 0 0,6 31 0 0 0,-2-40 0 0 0,-3-7 0 0 0,0 1 0 0 0,-1-1 0 0 0,1 1 0 0 0,0 0 0 0 0,-1-1 0 0 0,1 1 0 0 0,-1 0 0 0 0,0-1 0 0 0,1 1 0 0 0,-1 0 0 0 0,0-1 0 0 0,0 1 0 0 0,0 0 0 0 0,0 0 0 0 0,-1 2 0 0 0,1 7 0 0 0,0-1-13 0 0,0-8-51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39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4 5984 0 0,'-7'-3'10377'0'0,"7"3"-10274"0"0,-1 0 1 0 0,0 0-1 0 0,0 0 1 0 0,0 0-1 0 0,1 0 1 0 0,-1 1 0 0 0,0-1-1 0 0,0 0 1 0 0,1 1-1 0 0,-1-1 1 0 0,0 0-1 0 0,1 1 1 0 0,-1-1-1 0 0,0 1 1 0 0,1-1-1 0 0,-1 1 1 0 0,1-1-1 0 0,-1 1 1 0 0,1 0-1 0 0,-1 0 1 0 0,-1 1 59 0 0,1 0 0 0 0,0 0 0 0 0,0 1 0 0 0,0-1 0 0 0,0 0 0 0 0,1 0 1 0 0,-2 4-1 0 0,2-3-95 0 0,-1 1 1 0 0,1-1 0 0 0,-1 1-1 0 0,1-1 1 0 0,0 1 0 0 0,0-1-1 0 0,1 1 1 0 0,-1-1-1 0 0,1 1 1 0 0,0-1 0 0 0,1 5-1 0 0,2 2 84 0 0,1-1 0 0 0,0 1 0 0 0,0-1-1 0 0,1 0 1 0 0,0 0 0 0 0,1-1-1 0 0,0 0 1 0 0,0 0 0 0 0,13 10 0 0 0,57 34-2 0 0,-55-38-116 0 0,0 0 0 0 0,-1 1 0 0 0,23 23 0 0 0,-43-37-33 0 0,8 7 3 0 0,-1 0-1 0 0,0 1 1 0 0,10 15-1 0 0,-16-20-3 0 0,0 0 0 0 0,0 0 0 0 0,-1 0-1 0 0,1 0 1 0 0,-1 0 0 0 0,0 0 0 0 0,0 0 0 0 0,0 1-1 0 0,-1-1 1 0 0,1 0 0 0 0,-1 1 0 0 0,0-1 0 0 0,-1 6-1 0 0,1-5 1 0 0,-1 1 0 0 0,-1-1 0 0 0,1 0 0 0 0,-1 1 0 0 0,0-1 0 0 0,0 0 0 0 0,0 0 0 0 0,-1 0 0 0 0,-4 6 0 0 0,0-1 0 0 0,-1-1 0 0 0,0 0 0 0 0,-12 11 0 0 0,14-14 0 0 0,0 1 0 0 0,1 0 0 0 0,-1 0 0 0 0,1 1 0 0 0,-7 15 0 0 0,-12 15 0 0 0,16-28 2 0 0,-1 0-1 0 0,0 0 1 0 0,0-1-1 0 0,-1 0 1 0 0,0-1-1 0 0,-1 0 1 0 0,-11 7-1 0 0,-34 23 95 0 0,10-4-36 0 0,42-31-74 0 0,0 0-1 0 0,0 0 1 0 0,1 0-1 0 0,-1 1 1 0 0,-2 4-1 0 0,-10 8-138 0 0,8-7-169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1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0 2760 0 0,'-9'0'3736'0'0,"-41"6"2879"0"0,26-3-5517 0 0,-45 8 809 0 0,9-2-868 0 0,18-4-271 0 0,23-2-182 0 0,-26 0 0 0 0,15-2-225 0 0,16 0-132 0 0,-1-1-1 0 0,-14-2 1 0 0,19 1-63 0 0,14 3 95 0 0,16 5 73 0 0,-17-5-334 0 0,-1 1 0 0 0,1-1 0 0 0,-1 1 0 0 0,0 0 0 0 0,0-1 0 0 0,0 1 0 0 0,0 0 0 0 0,0 1 0 0 0,-1-1 0 0 0,1 0 0 0 0,1 6 0 0 0,2 6 0 0 0,4 22 0 0 0,-7-26-11 0 0,-1 0-1 0 0,-1 13 0 0 0,1 8-26 0 0,0-5-116 0 0,-1-1 1 0 0,-2 0-1 0 0,-7 39 1 0 0,2-13-230 0 0,-7 19-347 0 0,0 0-87 0 0,9-33 250 0 0,-1 7-456 0 0,1 47 1 0 0,4-81 907 0 0,1 6-123 0 0,0 0 0 0 0,2 1 0 0 0,5 30 1 0 0,-6-41 163 0 0,1 0 0 0 0,0-1 0 0 0,0 1 0 0 0,1-1 0 0 0,0 0 0 0 0,0 1 0 0 0,7 10 0 0 0,-4-9-4 0 0,-4-4 2 0 0,1-1 0 0 0,-1 1 0 0 0,0-1 0 0 0,1 0 1 0 0,0 0-1 0 0,0 0 0 0 0,0 0 0 0 0,0-1 0 0 0,0 1 0 0 0,5 2 1 0 0,1-2-56 0 0,3 2 179 0 0,21 6 0 0 0,-28-9 2 0 0,0-2 0 0 0,0 1 0 0 0,0-1 0 0 0,-1 0 0 0 0,1 0 0 0 0,0 0 0 0 0,0 0 1 0 0,5-2-1 0 0,17-4 69 0 0,44-18 0 0 0,-31 7-3932 0 0,-18 8-460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1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10 153 12352 0 0,'0'0'564'0'0,"0"-4"186"0"0,-5-31 184 0 0,5 34-661 0 0,0 0 1 0 0,0 0 0 0 0,0 0 0 0 0,0 0 0 0 0,0 0 0 0 0,-1 0 0 0 0,1 0 0 0 0,0 0 0 0 0,0 0 0 0 0,-1 0-1 0 0,1 0 1 0 0,-3-2 3006 0 0,8 31-2217 0 0,-6 20-912 0 0,0-18-285 0 0,4 45-1 0 0,-1-61-145 0 0,8 22-1 0 0,1 10-931 0 0,-11-44 1140 0 0,1-1 0 0 0,-1 1 0 0 0,1-1 0 0 0,-1 1 0 0 0,1-1 0 0 0,0 1 0 0 0,-1-1 0 0 0,1 0 0 0 0,0 1-1 0 0,0-1 1 0 0,0 0 0 0 0,0 0 0 0 0,0 1 0 0 0,0-1 0 0 0,1 0 0 0 0,-1 0 0 0 0,0 0 0 0 0,0 0 0 0 0,1-1 0 0 0,-1 1 0 0 0,1 0 0 0 0,2 0 0 0 0,-2 0-15 0 0,0 0 1 0 0,0 0-1 0 0,1-1 0 0 0,-1 0 1 0 0,0 1-1 0 0,0-1 1 0 0,0 0-1 0 0,1 0 0 0 0,-1 0 1 0 0,0 0-1 0 0,0-1 1 0 0,1 1-1 0 0,-1-1 1 0 0,0 1-1 0 0,0-1 0 0 0,3-1 1 0 0,4-2 50 0 0,0-1 0 0 0,0-1 0 0 0,11-9 0 0 0,-16 12 159 0 0,0-1-1 0 0,0 0 0 0 0,-1 0 1 0 0,1 0-1 0 0,-1 0 1 0 0,0 0-1 0 0,0-1 1 0 0,3-8-1 0 0,-3 6 106 0 0,2-4 290 0 0,0-1-1 0 0,4-18 0 0 0,10-44 1670 0 0,-13 59-1756 0 0,-5 14-402 0 0,-1 0 1 0 0,1 0-1 0 0,0-1 1 0 0,-1 1-1 0 0,1 0 0 0 0,-1-1 1 0 0,1 1-1 0 0,-1 0 1 0 0,1-1-1 0 0,-1 1 1 0 0,0-3-1 0 0,0-4 396 0 0,2 10-351 0 0,11 9-165 0 0,1-1 0 0 0,1 1 0 0 0,0-2 0 0 0,0 0 0 0 0,28 11 0 0 0,-41-19 81 0 0,1 0-1 0 0,0 0 0 0 0,0-1 1 0 0,0 1-1 0 0,1-1 0 0 0,-1 0 1 0 0,4 0-1 0 0,17 0-88 0 0,-19-1 82 0 0,0-1 0 0 0,0 0 25 0 0,1 0 0 0 0,-1 0 0 0 0,0 0 0 0 0,-1 0 0 0 0,1-1 1 0 0,0 1-1 0 0,-1-1 0 0 0,1 0 0 0 0,-1-1 0 0 0,0 1 0 0 0,0-1 1 0 0,0 0-1 0 0,-1 0 0 0 0,1 0 0 0 0,-1 0 0 0 0,5-8 0 0 0,-3 2 49 0 0,-2 6 114 0 0,-1-1 0 0 0,1 1 0 0 0,-1 0 0 0 0,0-1 0 0 0,-1 0 0 0 0,2-6 0 0 0,-1 3-122 0 0,-2 1 1 0 0,1 0-1 0 0,-1 0 1 0 0,0-1-1 0 0,0 1 1 0 0,-3-13-1 0 0,2 3-75 0 0,1 15 20 0 0,0 1 0 0 0,0-1-1 0 0,0 0 1 0 0,0 1 0 0 0,0-1 0 0 0,0 0-1 0 0,-1 0 1 0 0,1 1 0 0 0,-1-1-1 0 0,1 1 1 0 0,-1-1 0 0 0,1 0-1 0 0,-1 1 1 0 0,0-1 0 0 0,0 1-1 0 0,0-1 1 0 0,0 1 0 0 0,0 0 0 0 0,-2-3-1 0 0,2 4-185 0 0,-3-3-2371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2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 14368 0 0,'1'-2'661'0'0,"33"-29"238"0"0,-26 23-276 0 0,-1 0 0 0 0,1 1 0 0 0,1 0 1 0 0,-1 1-1 0 0,1-1 0 0 0,1 2 1 0 0,-1-1-1 0 0,1 1 0 0 0,19-7 1 0 0,-12 11-176 0 0,1-2-170 0 0,-15 2-194 0 0,0 1-1 0 0,0 0 0 0 0,0-1 1 0 0,1 1-1 0 0,-1 0 1 0 0,0 0-1 0 0,0 1 0 0 0,0-1 1 0 0,0 1-1 0 0,0 0 1 0 0,0-1-1 0 0,5 3 0 0 0,-3 2-1 0 0,-3-3-81 0 0,0 1 1 0 0,-1 0-1 0 0,1-1 1 0 0,-1 1-1 0 0,0 0 1 0 0,0 0-1 0 0,0 0 1 0 0,0 0 0 0 0,-1 0-1 0 0,1 0 1 0 0,-1 0-1 0 0,1 0 1 0 0,-1 0-1 0 0,0 0 1 0 0,-1 0 0 0 0,1 4-1 0 0,-3 3-175 0 0,1 0 0 0 0,-1 0 0 0 0,-7 15 0 0 0,-3 9-402 0 0,7-15 375 0 0,3-13 72 0 0,1 1 0 0 0,0-1 0 0 0,1 1 0 0 0,-1 0-1 0 0,0 11 1 0 0,2-16 80 0 0,0 0-1 0 0,0 0 0 0 0,0 0 0 0 0,-1 0 0 0 0,1 0 0 0 0,-1-1 1 0 0,-1 4-1 0 0,2-3 8 0 0,1-1 0 0 0,-1 0 1 0 0,0 1-1 0 0,1-1 1 0 0,-1 0-1 0 0,1 0 0 0 0,-1 1 1 0 0,1-1-1 0 0,0 0 1 0 0,-1 0-1 0 0,1 0 0 0 0,0 0 1 0 0,0 0-1 0 0,1 1 1 0 0,-1-1 30 0 0,0 0 0 0 0,0 0 1 0 0,0 0-1 0 0,0-1 0 0 0,0 1 1 0 0,1 0-1 0 0,-1-1 0 0 0,0 1 1 0 0,0-1-1 0 0,1 0 0 0 0,-1 1 1 0 0,0-1-1 0 0,1 0 0 0 0,-1 0 1 0 0,0 1-1 0 0,1-1 0 0 0,-1 0 1 0 0,0-1-1 0 0,1 1 0 0 0,-1 0 1 0 0,0 0-1 0 0,3-1 0 0 0,1-1 2 0 0,-1 1-1 0 0,1-1 1 0 0,-1 0-1 0 0,0 0 1 0 0,5-4-1 0 0,-7 5 17 0 0,0 0 0 0 0,0-1 0 0 0,0 1 1 0 0,0-1-1 0 0,0 0 0 0 0,3-3 0 0 0,-5 5-5 0 0,1-1 0 0 0,0 0 0 0 0,-1 1 1 0 0,1-1-1 0 0,0 1 0 0 0,-1-1 0 0 0,1 1 0 0 0,0-1 0 0 0,-1 1 0 0 0,1-1 0 0 0,0 1 0 0 0,1-1 0 0 0,5-1 42 0 0,0 0-1 0 0,0 1 0 0 0,0 0 0 0 0,0 0 0 0 0,0 0 1 0 0,14 1-1 0 0,-14 1 22 0 0,-6-2-62 0 0,0 1 0 0 0,-1 0-1 0 0,1 0 1 0 0,-1 0-1 0 0,1 0 1 0 0,0 0-1 0 0,-1 0 1 0 0,1 0 0 0 0,-1 0-1 0 0,1 0 1 0 0,0 0-1 0 0,-1 0 1 0 0,1 1-1 0 0,-1-1 1 0 0,1 0 0 0 0,-1 0-1 0 0,1 0 1 0 0,0 1-1 0 0,-1-1 1 0 0,1 0-1 0 0,-1 1 1 0 0,1-1 0 0 0,-1 1-1 0 0,0-1 1 0 0,1 0-1 0 0,-1 1 1 0 0,1-1-1 0 0,-1 1 1 0 0,1 0 0 0 0,0 1-1 0 0,-1-1 0 0 0,1 0-1 0 0,0 0 0 0 0,0 0 0 0 0,-1 0 0 0 0,1 0 1 0 0,-1 0-1 0 0,1 1 0 0 0,-1-1 0 0 0,0 0 0 0 0,1 0 0 0 0,-1 1 1 0 0,0-1-1 0 0,0 0 0 0 0,0 0 0 0 0,0 1 0 0 0,0-1 1 0 0,0 0-1 0 0,0 1 0 0 0,0-1 0 0 0,0 0 0 0 0,-1 0 1 0 0,0 3-1 0 0,-1 2 19 0 0,-1 0 1 0 0,0 0-1 0 0,-5 7 1 0 0,2-2 29 0 0,0-1 48 0 0,0-1-1 0 0,-13 14 0 0 0,11-12-11 0 0,-11 15 0 0 0,15-21-119 0 0,1 0-1 0 0,-1-1 0 0 0,-6 6 0 0 0,-4 5-111 0 0,9-9 76 0 0,0 0-1 0 0,-1 0 1 0 0,0-1-1 0 0,0 0 1 0 0,-10 7-1 0 0,-35 17-1339 0 0,44-26 891 0 0,-7 6-1034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83 920 0 0,'6'1'6154'0'0,"-5"0"-5853"0"0,0-1-1 0 0,0 1 0 0 0,0 0 0 0 0,0-1 0 0 0,0 1 1 0 0,0-1-1 0 0,0 1 0 0 0,1-1 0 0 0,-1 0 0 0 0,0 0 0 0 0,0 1 1 0 0,1-1-1 0 0,-1 0 0 0 0,0 0 0 0 0,0 0 0 0 0,1 0 1 0 0,-1 0-1 0 0,2-1 0 0 0,25-4 1574 0 0,29-3 536 0 0,-50 6-2218 0 0,162-36 2456 0 0,-168 37-2646 0 0,26-3 166 0 0,55-3-1 0 0,-54 5-626 0 0,0-1 0 0 0,-1-1 0 0 0,37-10 0 0 0,-62 14-1259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63 5984 0 0,'0'-13'273'0'0,"0"11"-5"0"0,-1 0-172 0 0,-1-5-55 0 0,0 4 222 0 0,1 0 0 0 0,1 1 1 0 0,-1-1-1 0 0,0 0 0 0 0,0-4 0 0 0,3-1 3663 0 0,-2 8-3729 0 0,0 0 1 0 0,0-1-1 0 0,1 1 1 0 0,-1 0-1 0 0,0-1 1 0 0,0 1-1 0 0,0 0 1 0 0,0-1-1 0 0,0 1 1 0 0,0 0-1 0 0,-3-7 5550 0 0,10 29-5035 0 0,-6-18-629 0 0,0 0-1 0 0,1 0 1 0 0,-2 0 0 0 0,1 0-1 0 0,0 1 1 0 0,0 7 0 0 0,-1 7-26 0 0,1 0 0 0 0,2 0 0 0 0,0 0 0 0 0,0-1 0 0 0,10 27 0 0 0,-10-34-45 0 0,-1-1 1 0 0,2 19-1 0 0,3 13 67 0 0,10 13-607 0 0,-16-53 403 0 0,0 1 0 0 0,0-1 0 0 0,0 0 0 0 0,0 0 0 0 0,0 0 0 0 0,0 0 0 0 0,0 0 0 0 0,1 0-1 0 0,1 2 1 0 0,8 13-2282 0 0,-7-9 870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3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70 149 9672 0 0,'-1'-6'1004'0'0,"-1"0"-1519"0"0,-9-26 8505 0 0,6 33-6790 0 0,2 1-1092 0 0,1-1 0 0 0,0 0-1 0 0,1 1 1 0 0,-1 0 0 0 0,0-1-1 0 0,0 1 1 0 0,1 0 0 0 0,-1 0-1 0 0,1 0 1 0 0,0 0-1 0 0,-1 0 1 0 0,1 0 0 0 0,-2 5-1 0 0,0 2-56 0 0,1 0 0 0 0,-3 13 0 0 0,0-1 229 0 0,2-7 74 0 0,-4 22-1 0 0,7-32-351 0 0,0 1-1 0 0,-1-1 0 0 0,1 0 1 0 0,1 1-1 0 0,-1-1 1 0 0,1 0-1 0 0,0 1 1 0 0,0-1-1 0 0,2 6 1 0 0,3 5-325 0 0,1 1-726 0 0,10 20-1 0 0,-16-36 1007 0 0,-1 1-1 0 0,1-1 1 0 0,-1 0-1 0 0,1 1 0 0 0,-1-1 1 0 0,1 0-1 0 0,-1 1 1 0 0,1-1-1 0 0,-1 0 0 0 0,1 1 1 0 0,-1-1-1 0 0,1 0 1 0 0,-1 0-1 0 0,1 0 0 0 0,0 0 1 0 0,-1 0-1 0 0,2 1 1 0 0,1-1-119 0 0,-2 1 92 0 0,0 0 1 0 0,0 0 0 0 0,0-1 0 0 0,1 1-1 0 0,-1-1 1 0 0,0 1 0 0 0,0-1 0 0 0,1 1-1 0 0,-1-1 1 0 0,1 0 0 0 0,-1 1-1 0 0,0-1 1 0 0,1 0 0 0 0,-1 0 0 0 0,0 0-1 0 0,1 0 1 0 0,-1 0 0 0 0,1-1 0 0 0,-1 1-1 0 0,0 0 1 0 0,1-1 0 0 0,1 0-1 0 0,2-1 116 0 0,0 0 0 0 0,-1 0 0 0 0,0-1 0 0 0,1 0 0 0 0,-1 0 0 0 0,0 0 0 0 0,0 0 0 0 0,-1 0 0 0 0,1-1 0 0 0,-1 0 0 0 0,1 0 0 0 0,-1 0 0 0 0,3-5 0 0 0,3-7 530 0 0,0 0-1 0 0,8-24 1 0 0,-13 29-159 0 0,-3 9-376 0 0,-1 1-1 0 0,1 0 0 0 0,-1-1 1 0 0,0 1-1 0 0,0-1 0 0 0,0 1 1 0 0,1 0-1 0 0,-2-1 0 0 0,1 1 1 0 0,0-1-1 0 0,0 1 0 0 0,0 0 1 0 0,-1-1-1 0 0,1 1 0 0 0,0-1 1 0 0,-1 1-1 0 0,1 0 0 0 0,-2-2 1 0 0,1 1-1 0 0,1 1 1105 0 0,1 3-931 0 0,2 2-204 0 0,-1 0 0 0 0,0 1 0 0 0,0-1 0 0 0,0 1 1 0 0,0 5-1 0 0,-1-6-71 0 0,1 1 1 0 0,-1-1-1 0 0,0 0 0 0 0,1 0 1 0 0,0 0-1 0 0,0 0 1 0 0,0 0-1 0 0,1-1 0 0 0,-1 1 1 0 0,5 5-1 0 0,3 0-60 0 0,-8-7 108 0 0,-1 0 1 0 0,1 0 0 0 0,0-1 0 0 0,0 1 0 0 0,0 0-1 0 0,0-1 1 0 0,0 0 0 0 0,1 1 0 0 0,-1-1 0 0 0,5 2-1 0 0,-1-1 8 0 0,0 0-35 0 0,1 0-1 0 0,-1-1 0 0 0,12 2 1 0 0,-16-3 32 0 0,1 0 0 0 0,-1 0 0 0 0,0 0 0 0 0,1 0 0 0 0,-1-1 1 0 0,0 1-1 0 0,1-1 0 0 0,-1 0 0 0 0,0 1 0 0 0,0-1 0 0 0,0 0 1 0 0,0 0-1 0 0,0-1 0 0 0,3 0 0 0 0,7-8 25 0 0,34-24 858 0 0,-41 29-698 0 0,0 0 0 0 0,0 0 1 0 0,-1 0-1 0 0,1 0 1 0 0,-1-1-1 0 0,4-7 0 0 0,-8 12-127 0 0,1-1 0 0 0,0 1 0 0 0,-1-1 0 0 0,0 0 0 0 0,1 1-1 0 0,-1-1 1 0 0,0 0 0 0 0,0 1 0 0 0,0-1 0 0 0,0-3 0 0 0,0 4-8 0 0,0-1 0 0 0,0 0 0 0 0,0 0 0 0 0,0 0 1 0 0,1 0-1 0 0,-1 0 0 0 0,0 1 0 0 0,2-3 0 0 0,2-8 223 0 0,0 0 0 0 0,4-19 0 0 0,-5 17-181 0 0,1-2 10 0 0,-2 11-67 0 0,-1 0-1 0 0,1 1 0 0 0,-1-1 0 0 0,1-10 0 0 0,-2 12-43 0 0,0-1 0 0 0,0 0 1 0 0,1 1-1 0 0,0-1 0 0 0,0 1 0 0 0,2-7 0 0 0,-1 7-5 0 0,-1 0 0 0 0,0 0 0 0 0,0-1 0 0 0,-1 1 0 0 0,1 0 0 0 0,0-6 0 0 0,5-5-381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4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7856 0 0,'0'0'2616'0'0,"1"-2"-2000"0"0,1-5 108 0 0,-1 4-177 0 0,0 0 1 0 0,0 1 0 0 0,0-1 0 0 0,0 0-1 0 0,4-6 4254 0 0,-3 9-4734 0 0,9 0-54 0 0,11-5-1 0 0,-17 4 24 0 0,1 0 0 0 0,-1 0 0 0 0,0-1-1 0 0,0 1 1 0 0,1-1 0 0 0,7-5 0 0 0,-9 6 89 0 0,-1-1 0 0 0,0 1 0 0 0,1 0 0 0 0,0 0 1 0 0,-1 1-1 0 0,1-1 0 0 0,4 0 0 0 0,11-1 294 0 0,-16 1-337 0 0,5 1 15 0 0,-5 1-23 0 0,7 3-7 0 0,4 15-54 0 0,-10-9-13 0 0,-3-5 3 0 0,0 0 1 0 0,-1 0-1 0 0,1 0 0 0 0,-1 0 0 0 0,0 0 0 0 0,-1 0 0 0 0,1 0 0 0 0,-1 0 1 0 0,0 0-1 0 0,0 0 0 0 0,-1-1 0 0 0,1 1 0 0 0,-4 6 0 0 0,2-4 3 0 0,-1 0-1 0 0,0 0 1 0 0,-1-1-1 0 0,1 1 1 0 0,-1-1-1 0 0,0 0 1 0 0,-10 8-1 0 0,14-13-5 0 0,1-1 0 0 0,-1 1 0 0 0,0-1 0 0 0,1 1 0 0 0,-1-1 0 0 0,1 1 0 0 0,-1-1 0 0 0,0 1 0 0 0,1-1 0 0 0,-1 1 0 0 0,1 0 0 0 0,0-1 0 0 0,-1 1 0 0 0,1 0 0 0 0,-1 0 0 0 0,1-1 0 0 0,0 1 0 0 0,0 0 0 0 0,-1 1 0 0 0,1 0 0 0 0,0-1 0 0 0,-1 1 0 0 0,1-1 0 0 0,-1 1 0 0 0,1-1 0 0 0,-1 1 0 0 0,0-1 0 0 0,0 1 0 0 0,-1 2 0 0 0,2-3 0 0 0,4-3 0 0 0,11-9 0 0 0,-12 8 0 0 0,1 1 0 0 0,0 0 0 0 0,0-1 0 0 0,0 1 0 0 0,6-2 0 0 0,12-6 0 0 0,-18 7 0 0 0,-3 2 0 0 0,0 1 0 0 0,0-1 0 0 0,-1 0 0 0 0,1 1 0 0 0,0-1 1 0 0,0 1-1 0 0,0-1 0 0 0,0 1 0 0 0,-1-1 0 0 0,1 1 0 0 0,0 0 0 0 0,0 0 0 0 0,0-1 0 0 0,0 1 1 0 0,0 0-1 0 0,0 0 0 0 0,0 0 0 0 0,0 0 0 0 0,0 0 0 0 0,2 0 0 0 0,10 1 20 0 0,-3-1 81 0 0,-8 0 59 0 0,0 1-353 0 0,0 0 189 0 0,-1 1 1 0 0,1 0 0 0 0,0-1 0 0 0,-1 1 0 0 0,1 0-1 0 0,-1 0 1 0 0,0 0 0 0 0,0 0 0 0 0,1 0 0 0 0,-1 0-1 0 0,0 0 1 0 0,-1 0 0 0 0,1 0 0 0 0,0 1 0 0 0,-1-1-1 0 0,1 0 1 0 0,-1 0 0 0 0,0 1 0 0 0,1-1 0 0 0,-1 0-1 0 0,0 1 1 0 0,-1 2 0 0 0,0 2 0 0 0,-1 1-1 0 0,0-2 1 0 0,-1 1-1 0 0,1 0 1 0 0,-1 0 0 0 0,-5 7-1 0 0,-1 1 4 0 0,-1-1 0 0 0,0 0 0 0 0,-2 0 0 0 0,-17 16 0 0 0,13-13 0 0 0,0-2-532 0 0,0-2-1 0 0,-33 23 0 0 0,10-9-294 0 0,26-16-44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5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 5064 0 0,'0'0'2853'0'0,"2"0"-1576"0"0,6-1-579 0 0,0 0-1 0 0,0-1 0 0 0,0 1 1 0 0,0-2-1 0 0,-1 1 0 0 0,10-5 1 0 0,-4 2 380 0 0,20-6 1 0 0,199-48 2958 0 0,-174 48-3792 0 0,59-5-1 0 0,-92 12-244 0 0,-20 2 0 0 0,0 0 0 0 0,17 2 0 0 0,-17-1 0 0 0,21 0 0 0 0,-12 3 0 0 0,10 3-793 0 0,-23-5 763 0 0,-1 0-1 0 0,1 0 1 0 0,0 0 0 0 0,-1 0-1 0 0,1 0 1 0 0,-1 0-1 0 0,1 0 1 0 0,-1 0 0 0 0,1 0-1 0 0,-1 1 1 0 0,1-1 0 0 0,-1 0-1 0 0,1 0 1 0 0,-1 1 0 0 0,1-1-1 0 0,-1 0 1 0 0,1 1-1 0 0,-1-1 1 0 0,1 0 0 0 0,-1 1-1 0 0,6 4-1218 0 0,1 0-383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5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9072 0 0,'0'0'8222'0'0,"2"0"-7789"0"0,25-2 143 0 0,-1-1-1 0 0,1-1 0 0 0,-1-2 0 0 0,28-9 0 0 0,-47 13-557 0 0,15-3 22 0 0,-15 4-21 0 0,-1 0 0 0 0,0-1 1 0 0,6-2-1 0 0,0 1-22 0 0,-1-1-1 0 0,0 1 1 0 0,1 1 0 0 0,-1 0-1 0 0,21 0 1 0 0,-29 2-76 0 0,8 0-305 0 0,-2 4-136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6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95 7920 0 0,'0'0'2572'0'0,"2"0"-1623"0"0,13-3 912 0 0,-13 3-963 0 0,-1-1-2 0 0,18-6 704 0 0,-1 0 0 0 0,37-7 1 0 0,-49 13-1495 0 0,1-1 0 0 0,-1 0 0 0 0,6-3 0 0 0,15-3 75 0 0,-17 6-76 0 0,7-1-64 0 0,1-1-1 0 0,19-7 1 0 0,15-3-2000 0 0,-34 4 916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14712 0 0,'0'0'714'0'0,"-2"0"-307"0"0,2 0-403 0 0,-3 0 193 0 0,0 0 0 0 0,1 0 0 0 0,-1 0-1 0 0,0 0 1 0 0,0 0 0 0 0,1 1 0 0 0,-1-1 0 0 0,0 1 0 0 0,1 0 0 0 0,-1 0 0 0 0,-5 2-1 0 0,6-1 56 0 0,0 0 0 0 0,0 0 0 0 0,0 1 0 0 0,0-1 0 0 0,1 1 0 0 0,-1-1 0 0 0,1 1 0 0 0,-1 0 0 0 0,1-1 0 0 0,0 1 0 0 0,0 0 0 0 0,0 0 0 0 0,0 0 0 0 0,0 5 0 0 0,0 4-169 0 0,0-1 1 0 0,2 18 0 0 0,-1-8 40 0 0,1-7-97 0 0,0 0 0 0 0,6 24 1 0 0,0 7 7 0 0,-1 87-57 0 0,-10-105 73 0 0,0-5-1718 0 0,4-9-4224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3:47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32 9416 0 0,'-3'-3'852'0'0,"-8"-5"-677"0"0,10 8-152 0 0,1 0 1 0 0,-1 0-1 0 0,1 0 0 0 0,0 0 0 0 0,-1-1 1 0 0,1 1-1 0 0,-1 0 0 0 0,1-1 0 0 0,0 1 1 0 0,-1 0-1 0 0,1-1 0 0 0,0 1 0 0 0,0 0 1 0 0,-1-1-1 0 0,1 1 0 0 0,0 0 0 0 0,0-1 0 0 0,-1-6 5779 0 0,2 7-5546 0 0,73 4 1112 0 0,-38-4-1049 0 0,-8 1-80 0 0,51-6-1 0 0,9-2-34 0 0,-81 6-180 0 0,0 1 0 0 0,0-1 0 0 0,0 2 0 0 0,0-1 0 0 0,-1 1 0 0 0,1 0-1 0 0,0 0 1 0 0,10 4 0 0 0,-16-5 828 0 0,4 6 249 0 0,-3-3-1099 0 0,0 0 0 0 0,-1 0 0 0 0,1 0-1 0 0,-1 0 1 0 0,0 0 0 0 0,0 0 0 0 0,0 0 0 0 0,0 1-1 0 0,-1-1 1 0 0,1 4 0 0 0,0 39-5 0 0,-1-28 2 0 0,-1-7 395 0 0,-3 21 0 0 0,2-23-145 0 0,1 0 0 0 0,0-1-1 0 0,0 1 1 0 0,1 15 0 0 0,4 64-233 0 0,-2 39-1538 0 0,-3-68 1052 0 0,1-25 451 0 0,1-18-5 0 0,0-1 0 0 0,-2 0 0 0 0,0 1-1 0 0,-4 23 1 0 0,3-30 5 0 0,0-1 0 0 0,0 18 0 0 0,2-19 8 0 0,-1 1 1 0 0,0-1 0 0 0,0 0 0 0 0,-4 12 0 0 0,4-14 26 0 0,-1-1 0 0 0,0 1-1 0 0,0-1 1 0 0,-1 0 0 0 0,1 1-1 0 0,-1-1 1 0 0,0 0 0 0 0,0-1-1 0 0,0 1 1 0 0,-1 0 0 0 0,-4 4-1 0 0,3-5-3 0 0,1 0 0 0 0,0 1 0 0 0,1 0 0 0 0,-1 0 0 0 0,0 0 0 0 0,1 0 0 0 0,0 0-1 0 0,0 1 1 0 0,1 0 0 0 0,-1-1 0 0 0,-3 10 0 0 0,5-10 27 0 0,0-1-1 0 0,0 0 1 0 0,0 0 0 0 0,0 0 0 0 0,-1 0-1 0 0,0 0 1 0 0,1 0 0 0 0,-1 0 0 0 0,0 0-1 0 0,0-1 1 0 0,-5 5 0 0 0,-1 0 75 0 0,-1 1 0 0 0,-11 6 0 0 0,0-1 86 0 0,-20 9 252 0 0,31-15-424 0 0,6-4-28 0 0,0 0-1 0 0,0-1 1 0 0,-1 0 0 0 0,-6 4-1 0 0,-11 9-28 0 0,20-15-128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1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92 122 5840 0 0,'-7'0'266'0'0,"5"0"858"0"0,3-10 2158 0 0,0 8-2777 0 0,-1-1 0 0 0,1 1 0 0 0,-1-1 0 0 0,1 1 0 0 0,-1-1 1 0 0,0 0-1 0 0,0-4 0 0 0,0 4-525 0 0,5-10 1447 0 0,-5-3-525 0 0,0 15-469 0 0,0 1-395 0 0,0 0 0 0 0,0-1 0 0 0,1 1-1 0 0,-1 0 1 0 0,0 0 0 0 0,0-1-1 0 0,1 1 1 0 0,-1 0 0 0 0,0 0-1 0 0,0-1 1 0 0,0 1 0 0 0,0 0 0 0 0,1-1-1 0 0,-1 1 1 0 0,0 0 0 0 0,0-1-1 0 0,0 1 1 0 0,0 0 0 0 0,0-1-1 0 0,0 1 1 0 0,0-1 0 0 0,-1-3 113 0 0,1 3-124 0 0,0 1-1 0 0,0-1 1 0 0,0 0-1 0 0,0 1 0 0 0,0-1 1 0 0,0 1-1 0 0,0-1 1 0 0,0 1-1 0 0,0-1 0 0 0,0 1 1 0 0,0-1-1 0 0,0 1 0 0 0,1-1 1 0 0,-1 0-1 0 0,0 1 1 0 0,0-1-1 0 0,1 0 0 0 0,0 0 484 0 0,-1-1-244 0 0,-1 0 1 0 0,1 0 0 0 0,0 1 0 0 0,0-1-1 0 0,-1 0 1 0 0,1 0 0 0 0,-1 1-1 0 0,0-1 1 0 0,-1-2 0 0 0,2 3-243 0 0,0 0 0 0 0,-1 1 0 0 0,1-1 0 0 0,-1 1 0 0 0,1-1 0 0 0,-1 0 0 0 0,1 1 1 0 0,-1-1-1 0 0,1 1 0 0 0,-1-1 0 0 0,1 1 0 0 0,-1-1 0 0 0,1 1 0 0 0,-1 0 0 0 0,0-1 0 0 0,1 1 0 0 0,-1 0 1 0 0,0-1-1 0 0,0 1 0 0 0,1 0 0 0 0,-2 0 0 0 0,1 0-13 0 0,0 0 0 0 0,0 0-1 0 0,0 0 1 0 0,0 0 0 0 0,0 1 0 0 0,0-1 0 0 0,0 0-1 0 0,0 1 1 0 0,0-1 0 0 0,1 1 0 0 0,-1-1 0 0 0,0 1-1 0 0,0-1 1 0 0,0 1 0 0 0,1-1 0 0 0,-1 1 0 0 0,0 0-1 0 0,1-1 1 0 0,-1 1 0 0 0,0 0 0 0 0,1 0 0 0 0,-1 0-1 0 0,1-1 1 0 0,-1 2 0 0 0,-10 12 103 0 0,3 3-100 0 0,7-15-2 0 0,1-1 1 0 0,-1 1 0 0 0,0 0 0 0 0,0-1-1 0 0,0 1 1 0 0,0 0 0 0 0,0-1 0 0 0,0 1 0 0 0,-2 1-1 0 0,1 0-3 0 0,0 0-1 0 0,0 0 1 0 0,1-1-1 0 0,-1 1 1 0 0,1 1-1 0 0,-1-1 1 0 0,1 0-1 0 0,0 0 0 0 0,0 0 1 0 0,1 1-1 0 0,-1-1 1 0 0,0 5-1 0 0,-3 10 10 0 0,2-6 39 0 0,0 0-1 0 0,0 1 0 0 0,2-1 0 0 0,-1 1 1 0 0,3 15-1 0 0,-1 5-10 0 0,-2-11-84 0 0,1-1-36 0 0,0 0-1 0 0,1 0 1 0 0,7 33-1 0 0,-6-40 75 0 0,0-1 0 0 0,0 20 0 0 0,1 10 0 0 0,2 25 180 0 0,-2-12-17 0 0,2 8-400 0 0,1 2 131 0 0,-1-22 530 0 0,-1-1-1 0 0,-4 78 1 0 0,-1-51-151 0 0,1-56-216 0 0,0-1 19 0 0,0-1 0 0 0,1 1 0 0 0,4 22 1 0 0,0-9 127 0 0,-1-1 1 0 0,2 34 0 0 0,-4 53 52 0 0,-2-91-332 0 0,-5 86 713 0 0,13 27-145 0 0,-8-128-536 0 0,5 79 632 0 0,0 4-1068 0 0,4 30 393 0 0,-1-14 489 0 0,-4-27-180 0 0,-3-8-595 0 0,-1-40 258 0 0,-8 80 400 0 0,8 96-91 0 0,1-170-380 0 0,-1-17 92 0 0,-1 23 0 0 0,-4 14 454 0 0,3-28-347 0 0,3 47-1 0 0,0-28-17 0 0,-5 40-7 0 0,1-9-299 0 0,2-8 519 0 0,0-1-127 0 0,1-47-69 0 0,0 0-1 0 0,-4 24 1 0 0,2-26-28 0 0,1 0 0 0 0,2 24-1 0 0,0-5-30 0 0,-1-36 38 0 0,0 6-23 0 0,1-1 0 0 0,-1 1 0 0 0,4 17 0 0 0,-2-11 22 0 0,0 1-1 0 0,-1-1 1 0 0,-1 0 0 0 0,0 1-1 0 0,-4 23 1 0 0,4-30-22 0 0,0 0 0 0 0,1 12-1 0 0,1 6 14 0 0,-2 73 410 0 0,5-42-392 0 0,-5 26 0 0 0,5-39-215 0 0,-3 11 249 0 0,-2-51-15 0 0,-1 7 38 0 0,1 1-1 0 0,1 17 1 0 0,1-13-120 0 0,-1 0 0 0 0,-1 0 0 0 0,0-1 0 0 0,-6 34 1 0 0,5-48 87 0 0,1-2-15 0 0,-1 0 0 0 0,1 1-1 0 0,0-1 1 0 0,0 1 0 0 0,-1-1-1 0 0,1 0 1 0 0,0 1 0 0 0,0-1-1 0 0,0 1 1 0 0,0-1 0 0 0,0 1-1 0 0,-1-1 1 0 0,1 0 0 0 0,0 1-1 0 0,0-1 1 0 0,0 1 0 0 0,0-1-1 0 0,0 1 1 0 0,1 0-6 0 0,-1 0 1 0 0,0-1 0 0 0,1 1-1 0 0,-1 0 1 0 0,0 0 0 0 0,0-1-1 0 0,0 1 1 0 0,0 0-1 0 0,0 0 1 0 0,0 0 0 0 0,0-1-1 0 0,0 1 1 0 0,0 0 0 0 0,0 0-1 0 0,0 0 1 0 0,0-1-1 0 0,-1 2 1 0 0,0 10 9 0 0,0-3-14 0 0,-1-7 0 0 0,1-1 0 0 0,-3 16-64 0 0,3-15-273 0 0,1-3-646 0 0,-2-3 460 0 0,1 1 0 0 0,0-1 0 0 0,1 1 0 0 0,-1-1 0 0 0,1 0 0 0 0,-1 1 0 0 0,1-1 0 0 0,0 0 0 0 0,1-5 0 0 0,-1-4-4085 0 0,0-7-2473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3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9760 0 0,'0'0'7895'0'0,"1"2"-7637"0"0,11 11 19 0 0,-1 0 0 0 0,1 0 1 0 0,1-1-1 0 0,1-1 0 0 0,-1 0 1 0 0,2-1-1 0 0,28 16 0 0 0,-26-16-108 0 0,-11-6-90 0 0,0 0 0 0 0,1 0 0 0 0,7 2 1 0 0,-5-1 25 0 0,0 0 1 0 0,13 9-1 0 0,3 1 9 0 0,43 32 38 0 0,10 2-71 0 0,-35-21-272 0 0,-32-20 170 0 0,1 1 1 0 0,13 13-1 0 0,-14-11 15 0 0,1-1-1 0 0,15 10 0 0 0,10 6 5 0 0,-25-16 6 0 0,0-1 1 0 0,20 10-1 0 0,-22-13 10 0 0,-1 0-1 0 0,1 0 1 0 0,10 10 0 0 0,3 3 208 0 0,-20-17-179 0 0,-1-1-1 0 0,1 1 1 0 0,0-1-1 0 0,-1 0 1 0 0,5 1-1 0 0,-4-1-27 0 0,-1 0-1 0 0,1-1 1 0 0,-1 1 0 0 0,1 0-1 0 0,-1 1 1 0 0,3 1 0 0 0,57 44 171 0 0,-54-41-105 0 0,0 0 1 0 0,0 0-1 0 0,-1 0 0 0 0,0 1 0 0 0,0 0 0 0 0,7 11 0 0 0,-9-12-16 0 0,0-1 0 0 0,9 9 0 0 0,6 7 82 0 0,0 1 13 0 0,3-2-16 0 0,-13-13-8 0 0,-1 0 0 0 0,15 17 0 0 0,-22-22-101 0 0,0 0 0 0 0,0 0 0 0 0,0 0 1 0 0,0 0-1 0 0,1-1 0 0 0,-1 1 1 0 0,0-1-1 0 0,1 0 0 0 0,0 0 0 0 0,-1 0 1 0 0,1 0-1 0 0,3 1 0 0 0,-5-2 109 0 0,16 8-321 0 0,-16-8 452 0 0,-6 8-4665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5928 0 0,'0'0'8545'0'0,"-1"2"-8202"0"0,-1 2-153 0 0,1 0 0 0 0,-1 0 0 0 0,1 0 0 0 0,0 0 0 0 0,0 0 0 0 0,1 0 0 0 0,-1 5 0 0 0,-1 24 735 0 0,1-24-732 0 0,1 0 0 0 0,-1 0 0 0 0,2-1 0 0 0,-1 1 0 0 0,4 15 0 0 0,2 1 229 0 0,-3-8-177 0 0,2 1 0 0 0,7 16-1 0 0,-10-25-184 0 0,0 0-1 0 0,0 0 0 0 0,0-1 0 0 0,-1 1 1 0 0,-1 0-1 0 0,0 17 0 0 0,0-17 10 0 0,0 12 65 0 0,0 5-409 0 0,4 43 0 0 0,-2-49 557 0 0,-2-17-245 0 0,0 0-1 0 0,0 0 0 0 0,0 0 0 0 0,0-1 0 0 0,1 1 0 0 0,0 0 1 0 0,-1 0-1 0 0,1 0 0 0 0,0-1 0 0 0,2 4 0 0 0,-2-3-27 0 0,0-1 0 0 0,0 1-1 0 0,0-1 1 0 0,-1 1 0 0 0,1-1-1 0 0,-1 1 1 0 0,1 3 0 0 0,2 9 29 0 0,-1-9 0 0 0,-1 0 1 0 0,0 0-1 0 0,0 0 0 0 0,0 10 0 0 0,3 18 179 0 0,1-19-111 0 0,-3-9-34 0 0,-1 0 0 0 0,1 0-1 0 0,-1 0 1 0 0,1 9-1 0 0,0 4 33 0 0,-1-17-98 0 0,-1 1 1 0 0,1 0 0 0 0,-1 0 0 0 0,0 0-1 0 0,0 0 1 0 0,0 0 0 0 0,0 2 0 0 0,-8 56 3 0 0,7-57 33 0 0,1 1 0 0 0,-1-1-1 0 0,1 1 1 0 0,0 0-1 0 0,1-1 1 0 0,-1 1 0 0 0,2 4-1 0 0,1 17 217 0 0,2 25 837 0 0,3 16-1637 0 0,-3-16 597 0 0,-5-39 183 0 0,1-9-194 0 0,-1 0 0 0 0,0 0 0 0 0,0 0 0 0 0,0 0-1 0 0,-1 0 1 0 0,1 0 0 0 0,-1-1 0 0 0,1 1-1 0 0,-1 0 1 0 0,-1 3 0 0 0,1-5-62 0 0,1 0 0 0 0,0 0 0 0 0,0 0 0 0 0,0 0-1 0 0,-1 0 1 0 0,1 0 0 0 0,0 0 0 0 0,0 0 0 0 0,0 0 0 0 0,0 0 0 0 0,1 0 0 0 0,-1 0 0 0 0,0 0 0 0 0,0 0 0 0 0,1 0-1 0 0,-1 0 1 0 0,0 0 0 0 0,1 1 0 0 0,1 3-41 0 0,-1 5 53 0 0,0-1-1 0 0,-1 0 1 0 0,0 14-1 0 0,-1-2 64 0 0,0-4-19 0 0,0-14-20 0 0,1 0-1 0 0,0 0 1 0 0,0 0 0 0 0,0 0-1 0 0,0 0 1 0 0,1 5 0 0 0,-1-7-11 0 0,0 0 0 0 0,1 0 0 0 0,-1 0 0 0 0,0-1 0 0 0,0 1 0 0 0,0 0 0 0 0,0 0 0 0 0,-1 0 0 0 0,1 0 0 0 0,0 0 0 0 0,0 0 0 0 0,0 0 0 0 0,-1 0 0 0 0,0 1 0 0 0,1-2-2 0 0,0 1 0 0 0,-1 0 0 0 0,1 0 1 0 0,0 0-1 0 0,0 0 0 0 0,-1 0 1 0 0,1 0-1 0 0,0-1 0 0 0,0 1 1 0 0,0 0-1 0 0,0 0 0 0 0,0 0 1 0 0,0 0-1 0 0,1 1 0 0 0,2 16 7 0 0,-1-1 1 0 0,-1 1-1 0 0,-1 0 0 0 0,-1 18 0 0 0,0 4-3 0 0,4 11 65 0 0,-1-31-12 0 0,-4-1-146 0 0,2-15 78 0 0,0-1 15 0 0,0-1 1 0 0,0 1 0 0 0,0-1-1 0 0,0 1 1 0 0,1-1 0 0 0,-1 1-1 0 0,1-1 1 0 0,-1 1 0 0 0,1-1-1 0 0,1 3 1 0 0,-1-2 6 0 0,0 0 0 0 0,-1 1 1 0 0,1-1-1 0 0,-1 0 0 0 0,0 1 0 0 0,0-1 1 0 0,0 0-1 0 0,-1 0 0 0 0,1 1 0 0 0,-1-1 1 0 0,0 0-1 0 0,-2 6 0 0 0,2-3-60 0 0,0 0 0 0 0,-1 0 0 0 0,1 7 0 0 0,1-10 98 0 0,0-1 0 0 0,0 1 1 0 0,0 0-1 0 0,-1-1 0 0 0,1 1 0 0 0,-1-1 1 0 0,1 1-1 0 0,-3 4 0 0 0,1-1-122 0 0,0 1-1 0 0,0-1 0 0 0,1 1 1 0 0,-1-1-1 0 0,2 1 0 0 0,-1 0 1 0 0,1-1-1 0 0,0 9 1 0 0,0-4 265 0 0,0 0 1 0 0,-2 11 0 0 0,1-14-243 0 0,0 0 0 0 0,1 0 0 0 0,1 14-1 0 0,0-16 23 0 0,-1-1 0 0 0,1 1 0 0 0,-1 0 0 0 0,-1-1 0 0 0,1 1 0 0 0,-1 0 0 0 0,0-1-1 0 0,-2 9 1 0 0,2-12-156 0 0,1 0 291 0 0,0 7 127 0 0,0-5-165 0 0,1 0-1 0 0,-1 1 1 0 0,-1-1 0 0 0,1 0-1 0 0,-1 0 1 0 0,1 1 0 0 0,-3 4-1 0 0,2-4-67 0 0,-1 0 0 0 0,1 0 0 0 0,0 0 0 0 0,1 0 0 0 0,-1 0 0 0 0,1 0 0 0 0,1 8 0 0 0,-1-7-3 0 0,0 0 1 0 0,0-1 0 0 0,-1 1 0 0 0,1 0 0 0 0,-3 5-1 0 0,3-8-3 0 0,0 0 0 0 0,-1-1 0 0 0,1 1 0 0 0,0 0 0 0 0,0-1 0 0 0,0 1-1 0 0,1-1 1 0 0,-1 1 0 0 0,1 0 0 0 0,-1-1 0 0 0,3 5 0 0 0,-3-6 2 0 0,1 0 1 0 0,-1 0-1 0 0,0 0 1 0 0,0-1-1 0 0,1 1 1 0 0,-1 0-1 0 0,0 0 1 0 0,0 0-1 0 0,0 0 1 0 0,0 0-1 0 0,0-1 1 0 0,0 1-1 0 0,0 0 1 0 0,0 0-1 0 0,0 0 1 0 0,0 0-1 0 0,-1 1 1 0 0,1 1 18 0 0,1 10 170 0 0,-2 6 160 0 0,-4 29-680 0 0,5-37 328 0 0,1-11 0 0 0,-1 1 0 0 0,0 0 0 0 0,1 0 0 0 0,-1-1 0 0 0,0 1-1 0 0,0 0 1 0 0,1 0 0 0 0,-1 0 0 0 0,0 0 0 0 0,0-1 0 0 0,0 1 0 0 0,0 0 0 0 0,0 0 0 0 0,-1 0-1 0 0,1 0 1 0 0,0-1 0 0 0,0 1 0 0 0,0 0 0 0 0,-1 1 0 0 0,1-2 0 0 0,0 0 1 0 0,-1 1 0 0 0,1-1-1 0 0,0 0 1 0 0,0 1-1 0 0,0-1 1 0 0,0 0 0 0 0,0 1-1 0 0,0-1 1 0 0,0 0-1 0 0,0 1 1 0 0,0-1 0 0 0,0 0-1 0 0,0 1 1 0 0,0-1-1 0 0,0 0 1 0 0,0 1 0 0 0,0-1-1 0 0,0 0 1 0 0,0 1-1 0 0,0-1 1 0 0,2 4 17 0 0,-2-3-16 0 0,1 0 0 0 0,-1 0 1 0 0,0 0-1 0 0,1 0 0 0 0,-1-1 1 0 0,0 1-1 0 0,0 0 1 0 0,0 0-1 0 0,0 0 0 0 0,0 0 1 0 0,0 0-1 0 0,0 0 0 0 0,0 0 1 0 0,0 1-1 0 0,-3 8-2 0 0,3-8 0 0 0,1-1 0 0 0,-1-1 0 0 0,1 1 0 0 0,-1 0 0 0 0,0-1 0 0 0,1 1 0 0 0,-1-1 0 0 0,0 1 0 0 0,1 0 0 0 0,-1 0 0 0 0,0-1 0 0 0,0 1 0 0 0,0 0 0 0 0,0-1 0 0 0,0 1 0 0 0,0 0 0 0 0,0-1 0 0 0,0 1 0 0 0,0 0 0 0 0,0 0 0 0 0,0-1 0 0 0,0 2 0 0 0,0 27 0 0 0,8 29 0 0 0,-8-57 15 0 0,0 1-1 0 0,-1-1 0 0 0,1 0 1 0 0,1 0-1 0 0,-1 1 0 0 0,0-1 1 0 0,0 0-1 0 0,0 0 1 0 0,1 1-1 0 0,-1-1 0 0 0,0 0 1 0 0,2 2-1 0 0,0 6 159 0 0,-2 3-72 0 0,1-8-127 0 0,-1 0 1 0 0,0 0-1 0 0,0 0 0 0 0,0 1 0 0 0,-1-1 1 0 0,1 0-1 0 0,-1 0 0 0 0,-2 8 1 0 0,3-12 21 0 0,-1 1 1 0 0,1-1 0 0 0,0 1 0 0 0,0 0 0 0 0,0-1 0 0 0,0 1 0 0 0,1-1 0 0 0,-1 1 0 0 0,0 0 0 0 0,0-1 0 0 0,0 1 0 0 0,0-1 0 0 0,1 1 0 0 0,-1-1 0 0 0,0 1 0 0 0,0 0-1 0 0,1 0 1 0 0,0 0-5 0 0,-1 0 4 0 0,1 0 1 0 0,-1 0 0 0 0,0 0 0 0 0,0 0 0 0 0,1 0 0 0 0,-1 0 0 0 0,0 0 0 0 0,0-1 0 0 0,0 1-1 0 0,0 0 1 0 0,0 0 0 0 0,0 0 0 0 0,0 0 0 0 0,0 0 0 0 0,-1 0 0 0 0,1 0 0 0 0,0 0 0 0 0,-1 0 0 0 0,1 2 18 0 0,5 6 39 0 0,-5-8-50 0 0,1 0-1 0 0,-1 0 1 0 0,0-1 0 0 0,0 1-1 0 0,1 0 1 0 0,-1-1 0 0 0,0 1-1 0 0,0 0 1 0 0,0 0-1 0 0,0-1 1 0 0,0 1 0 0 0,0 0-1 0 0,0 0 1 0 0,0 0 0 0 0,0 0-1 0 0,-1 4 3 0 0,5 11-8 0 0,0 3 15 0 0,-2-6 26 0 0,-1-10-28 0 0,0 1 0 0 0,-1-1 1 0 0,1 1-1 0 0,-1-1 0 0 0,0 7 1 0 0,1-4 27 0 0,0-4-33 0 0,-1 0 0 0 0,1-1-1 0 0,-1 1 1 0 0,0 0 0 0 0,0 0-1 0 0,0 0 1 0 0,1 0 0 0 0,-2 2-1 0 0,1 6-5 0 0,0-3 0 0 0,0 0 0 0 0,0 1 0 0 0,1-1 0 0 0,2 13 0 0 0,2 11 0 0 0,-4-30 2 0 0,-1 0 0 0 0,1 0 0 0 0,-1 0-1 0 0,0 0 1 0 0,0 0 0 0 0,1 1 0 0 0,-1-1 0 0 0,0 0-1 0 0,0 0 1 0 0,0 0 0 0 0,0 0 0 0 0,0 0 0 0 0,0 0-1 0 0,-1 0 1 0 0,1 1 0 0 0,0 5 29 0 0,2-2-17 0 0,3 13-16 0 0,-5-12 0 0 0,5 13 15 0 0,-1 4 40 0 0,0-5-53 0 0,6 12 0 0 0,-9-23-60 0 0,-1-6-242 0 0,17-10-5321 0 0,-13 2 4024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6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1108 1 4144 0 0,'0'0'10288'0'0,"-9"4"-9603"0"0,2 3-397 0 0,0-1 0 0 0,0 1 1 0 0,-1-1-1 0 0,0-1 0 0 0,-12 7 0 0 0,16-9-249 0 0,0-1-1 0 0,1 1 0 0 0,-1 0 1 0 0,1 0-1 0 0,0 0 0 0 0,0 0 1 0 0,0 0-1 0 0,0 1 1 0 0,0-1-1 0 0,1 1 0 0 0,-1 0 1 0 0,1 0-1 0 0,-3 6 0 0 0,4-7-39 0 0,0-1-4 0 0,-9 9 35 0 0,7-5 27 0 0,3-5-40 0 0,-1 0 0 0 0,1 0 0 0 0,0 0 1 0 0,-1 0-1 0 0,1 0 0 0 0,-1-1 0 0 0,0 1 0 0 0,1 0 1 0 0,-1 0-1 0 0,0 0 0 0 0,1-1 0 0 0,-3 2 0 0 0,-2 1 59 0 0,4-3-66 0 0,-1 1 0 0 0,1-1 0 0 0,0 1 0 0 0,0 0 0 0 0,0-1 0 0 0,0 1 0 0 0,0 0 0 0 0,0 0 0 0 0,0 0-1 0 0,0 0 1 0 0,0 0 0 0 0,0 0 0 0 0,-1 1 0 0 0,-13 14-342 0 0,0-2 396 0 0,12-10 4 0 0,-1 0 1 0 0,0-1-1 0 0,-1 1 0 0 0,1-1 1 0 0,0 0-1 0 0,-9 4 0 0 0,9-5-21 0 0,0 0 0 0 0,0 1 0 0 0,0 0 0 0 0,0-1 0 0 0,0 1 0 0 0,1 0 0 0 0,0 1 0 0 0,-6 5 0 0 0,8-6-47 0 0,-1 0 0 0 0,-1 0 0 0 0,1-1 0 0 0,0 1 0 0 0,-1-1 0 0 0,1 1 0 0 0,-5 2 0 0 0,5-3 0 0 0,0 0 0 0 0,0 0 0 0 0,1 0 0 0 0,-1 0 0 0 0,1 0 0 0 0,0 0 0 0 0,-1 0 0 0 0,-1 5 0 0 0,3-5 0 0 0,-1-1 0 0 0,1 1 0 0 0,-1-1 0 0 0,0 1 0 0 0,0-1 0 0 0,0 0 0 0 0,0 1 0 0 0,0-1 0 0 0,0 0 0 0 0,0 1 0 0 0,0-1 0 0 0,0 0 0 0 0,-1 0 0 0 0,-1 1 0 0 0,2-1 3 0 0,0 0 0 0 0,0-1 0 0 0,0 1-1 0 0,0 0 1 0 0,0 0 0 0 0,0 0 0 0 0,0 0-1 0 0,0 0 1 0 0,1 0 0 0 0,-1 0-1 0 0,0 0 1 0 0,0 3 0 0 0,0-3 0 0 0,0 0 0 0 0,1 1-1 0 0,-1-1 1 0 0,0 0 0 0 0,0 0 0 0 0,0 0 0 0 0,0 0 0 0 0,0 0 0 0 0,-1 1-1 0 0,-39 27 116 0 0,26-16-73 0 0,14-11-41 0 0,0-1 0 0 0,-1 1 0 0 0,1-1 0 0 0,-1 0 1 0 0,1 1-1 0 0,-1-1 0 0 0,1 0 0 0 0,-4 2 0 0 0,2-2-4 0 0,0 1 0 0 0,1 0 0 0 0,0-1-1 0 0,0 1 1 0 0,-1 0 0 0 0,1 0-1 0 0,-3 5 1 0 0,-9 7 13 0 0,3-5 34 0 0,-40 30 157 0 0,41-30-163 0 0,8-7-19 0 0,0 0-1 0 0,0 0 1 0 0,0 1 0 0 0,-1-1 0 0 0,1-1-1 0 0,-6 4 1 0 0,-2 3 32 0 0,-3 1-27 0 0,12-9-27 0 0,0 0 0 0 0,0 0 0 0 0,0 0 0 0 0,0 1 0 0 0,0-1 0 0 0,0 0 0 0 0,0 1 0 0 0,0-1 0 0 0,1 1 0 0 0,-1-1 0 0 0,0 1 0 0 0,0-1 0 0 0,0 1 0 0 0,1 0 0 0 0,-1-1 0 0 0,0 2 0 0 0,-2 1 0 0 0,-19 9 11 0 0,17-7 14 0 0,5-4-23 0 0,-1 0 0 0 0,0 0-1 0 0,0 0 1 0 0,0 0-1 0 0,0-1 1 0 0,1 1 0 0 0,-1 0-1 0 0,0-1 1 0 0,0 1 0 0 0,0 0-1 0 0,-1-1 1 0 0,1 1 0 0 0,0-1-1 0 0,0 0 1 0 0,0 1 0 0 0,-2-1-1 0 0,-14 9-1 0 0,7-1 0 0 0,9-5 0 0 0,1-3 0 0 0,0 1 0 0 0,0-1 0 0 0,1 1 0 0 0,-1 0 0 0 0,0-1 0 0 0,0 1 0 0 0,0-1 0 0 0,-1 1 0 0 0,1-1 0 0 0,0 1 0 0 0,0 0 0 0 0,0-1 0 0 0,0 1 0 0 0,0-1 0 0 0,-1 1 0 0 0,1-1 0 0 0,0 1 0 0 0,0-1 0 0 0,-1 2 0 0 0,0-1 0 0 0,0 0 0 0 0,0 1 0 0 0,1-1 0 0 0,-1 0 0 0 0,0 0 0 0 0,0 1 0 0 0,0-1 0 0 0,0 0 0 0 0,0 0 0 0 0,-1 0 0 0 0,0 1 0 0 0,-4 3 0 0 0,-14 15 0 0 0,16-15 0 0 0,-1 0 0 0 0,0 0 0 0 0,-10 8 0 0 0,13-10 0 0 0,-14 5 0 0 0,-2 3 0 0 0,-8 6 0 0 0,20-12 0 0 0,2-1 0 0 0,-1 0 0 0 0,1-1 0 0 0,-9 6 0 0 0,5-5 0 0 0,2 2 0 0 0,0-2 16 0 0,-10 9 216 0 0,6-7-200 0 0,9-3-40 0 0,1-3 5 0 0,0 1 0 0 0,0-1 0 0 0,0 0 0 0 0,0 0-1 0 0,0 0 1 0 0,0 0 0 0 0,0 0 0 0 0,0 1 0 0 0,0-1 0 0 0,0 0-1 0 0,0 0 1 0 0,0 0 0 0 0,-1 0 0 0 0,1 0 0 0 0,0 0 0 0 0,0 1-1 0 0,0-1 1 0 0,0 0 0 0 0,0 0 0 0 0,0 0 0 0 0,0 0 0 0 0,0 0-1 0 0,-1 0 1 0 0,1 0 0 0 0,0 0 0 0 0,0 1 0 0 0,0-1 0 0 0,0 0 0 0 0,0 0-1 0 0,0 0 1 0 0,-1 0 0 0 0,1 0 0 0 0,0 0 0 0 0,0 0 0 0 0,0 0-1 0 0,0 0 1 0 0,0 0 0 0 0,-1 0 0 0 0,1 0 0 0 0,-3 1 27 0 0,0 1 0 0 0,1 0 0 0 0,-1 0 0 0 0,0 0 1 0 0,1 0-1 0 0,-1 0 0 0 0,-3 5 0 0 0,2-1 0 0 0,3-5-34 0 0,0 0 1 0 0,0 0-1 0 0,0 0 0 0 0,0-1 0 0 0,0 1 1 0 0,0 0-1 0 0,0 0 0 0 0,0-1 0 0 0,-1 1 1 0 0,0 0-1 0 0,-7 3-138 0 0,7-2 155 0 0,2-1 10 0 0,-1 0-1 0 0,0 0 1 0 0,0 0 0 0 0,0-1 0 0 0,0 1 0 0 0,0 0 0 0 0,0 0 0 0 0,0-1-1 0 0,0 1 1 0 0,0-1 0 0 0,0 1 0 0 0,0-1 0 0 0,0 0 0 0 0,-1 1 0 0 0,0-1-1 0 0,-1 1-42 0 0,0 1-1 0 0,1-1 0 0 0,-1 1 1 0 0,0-1-1 0 0,1 1 0 0 0,-1 0 1 0 0,-3 3-1 0 0,-8 6 480 0 0,14-10-430 0 0,-1-1-1 0 0,0 1 0 0 0,0 0 0 0 0,1 0 0 0 0,-1-1 0 0 0,0 1 0 0 0,1 0 0 0 0,-1 0 1 0 0,0 0-1 0 0,1-1 0 0 0,-1 3 0 0 0,-5 5 16 0 0,-15 4 133 0 0,20-11-102 0 0,-12 7 69 0 0,-6 5 50 0 0,15-10-120 0 0,4-3-59 0 0,-1 1 0 0 0,1-1-1 0 0,-1 0 1 0 0,1 0 0 0 0,0 1 0 0 0,-1-1 0 0 0,1 0 0 0 0,-1 0 0 0 0,1 0 0 0 0,-1 1 0 0 0,1-1 0 0 0,-1 0 0 0 0,1 0 0 0 0,-1 0 0 0 0,1 0 0 0 0,-1 0-1 0 0,1 0 1 0 0,-1 0 0 0 0,0 0-4 0 0,1 0 0 0 0,-1 0 0 0 0,1 0-1 0 0,-1 0 1 0 0,1 0 0 0 0,0 0 0 0 0,-1 0 0 0 0,1 0-1 0 0,-1 0 1 0 0,1 0 0 0 0,-1 1 0 0 0,1-1 0 0 0,0 0-1 0 0,-1 0 1 0 0,1 0 0 0 0,-1 1 0 0 0,0-1 0 0 0,-3 5 29 0 0,4-4-26 0 0,-1 0-1 0 0,0 0 0 0 0,0 0 1 0 0,1 0-1 0 0,-1 0 0 0 0,0 0 0 0 0,0 0 1 0 0,0 0-1 0 0,0-1 0 0 0,0 1 1 0 0,0 0-1 0 0,0-1 0 0 0,-1 1 0 0 0,1-1 1 0 0,0 1-1 0 0,-2 0 0 0 0,2-2-7 0 0,-2 1 0 0 0,-6 4 0 0 0,4 2 0 0 0,4 0-13 0 0,1-5-72 0 0,5-14-7888 0 0,0 2 2237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7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8032 0 0,'0'1'42'0'0,"-1"-1"0"0"0,0 1 0 0 0,1-1 1 0 0,-1 0-1 0 0,1 1 0 0 0,-1-1 0 0 0,1 1 1 0 0,-1-1-1 0 0,1 1 0 0 0,-1 0 0 0 0,1-1 1 0 0,0 1-1 0 0,-1 0 0 0 0,1 0-25 0 0,0-1-1 0 0,-1 1 1 0 0,1-1-1 0 0,0 0 1 0 0,0 1 0 0 0,-1-1-1 0 0,1 0 1 0 0,0 1-1 0 0,0-1 1 0 0,-1 0-1 0 0,1 1 1 0 0,0-1 0 0 0,-1 0-1 0 0,1 1 1 0 0,-1-1-1 0 0,1 0 1 0 0,0 0 0 0 0,-1 0-1 0 0,1 1 1 0 0,-3-1 2309 0 0,2 2-1503 0 0,0-1-524 0 0,1 0 1 0 0,0 0-1 0 0,-1 1 1 0 0,1-1-1 0 0,0 0 1 0 0,-1 0-1 0 0,1 1 1 0 0,0-1-1 0 0,0 0 1 0 0,0 1-1 0 0,0-1 1 0 0,0 0-1 0 0,0 1 1 0 0,1-1-1 0 0,-1 0 1 0 0,0 0-1 0 0,1 1 1 0 0,0 1-1 0 0,14 27 90 0 0,-3-8 54 0 0,-3-1-282 0 0,32 93 667 0 0,-38-97-702 0 0,-1-1 0 0 0,0 1 0 0 0,-1 32 0 0 0,4 7 50 0 0,-6-48-159 0 0,1-5-11 0 0,-1 0 0 0 0,1 0 0 0 0,0 1 0 0 0,0-1 0 0 0,0 0-1 0 0,1 0 1 0 0,1 5 0 0 0,-1-4 69 0 0,1-1-59 0 0,2 12-3244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8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2760 0 0,'0'0'12824'0'0,"3"0"-12608"0"0,3 2-87 0 0,0-1 0 0 0,0 0 0 0 0,0-1 0 0 0,0 0 0 0 0,0 1 0 0 0,9-3 0 0 0,10 0 101 0 0,-14 1-157 0 0,0 0-1 0 0,0-1 1 0 0,13-4-1 0 0,-7 1 118 0 0,1 1-1 0 0,35-4 0 0 0,9-4-37 0 0,-35 9-154 0 0,53-9 22 0 0,-65 9 81 0 0,25 0-1 0 0,-5 0-15 0 0,-31 2-85 0 0,19-1 0 0 0,-4 1 64 0 0,11-5-2 0 0,-8 3-51 0 0,-14 3 9 0 0,0-1-1 0 0,-1 0 1 0 0,10-3-1 0 0,-1 0 32 0 0,-1 1 0 0 0,1 1 0 0 0,-1 0 0 0 0,31 1 0 0 0,-42 1-33 0 0,0 0 0 0 0,1-1 1 0 0,-1 1-1 0 0,1-1 0 0 0,-1 0 1 0 0,0 0-1 0 0,6-3 0 0 0,-3 2 64 0 0,0 1 0 0 0,0-1 0 0 0,0 1 0 0 0,7 0 0 0 0,20-3 538 0 0,-17 3-578 0 0,0 1-31 0 0,-15 0-4 0 0,-1 0-1 0 0,1 0 1 0 0,-1 0-1 0 0,1 0 1 0 0,-1 0-1 0 0,1 0 1 0 0,-1-1-1 0 0,4 0 1 0 0,-1-1-9 0 0,0 1 1 0 0,1 0 0 0 0,0 0 0 0 0,9 0 0 0 0,-9-1 1 0 0,23 1 0 0 0,5 0 119 0 0,37-6 0 0 0,-53 7-109 0 0,-12 1 8 0 0,0 0 0 0 0,0 0 0 0 0,0-1-1 0 0,0 0 1 0 0,0 0 0 0 0,0 0 0 0 0,0-1 0 0 0,7-1-1 0 0,57-9 255 0 0,-57 11-274 0 0,-10 0 3 0 0,1 0 1 0 0,-1 0-1 0 0,0 1 1 0 0,0-1-1 0 0,1-1 1 0 0,-1 1-1 0 0,0 0 1 0 0,4-2-1 0 0,12-1 42 0 0,0 1-1 0 0,27 0 1 0 0,-33 1 39 0 0,0 0 0 0 0,17-5-1 0 0,-27 6-81 0 0,0-1 0 0 0,0 1 0 0 0,0-1 0 0 0,0 1 0 0 0,0 0 0 0 0,0 0 0 0 0,0 0 0 0 0,0 0 0 0 0,0 0 0 0 0,3 1 0 0 0,2-1 0 0 0,28 0 0 0 0,-23 2 0 0 0,-8-1 0 0 0,0 0 0 0 0,0 0 0 0 0,0-1 0 0 0,0 1 0 0 0,0-1 0 0 0,4-1 0 0 0,-3 2 0 0 0,0 0 0 0 0,13-3 0 0 0,4-2 244 0 0,-1 1-1 0 0,1 2 0 0 0,32 1 1 0 0,1 0-82 0 0,-24 0-98 0 0,-21 0-65 0 0,-4 1 4 0 0,1-2 0 0 0,0 1 0 0 0,0-1 0 0 0,12-2 0 0 0,-13 2 39 0 0,-1 0 1 0 0,1 1-1 0 0,12-1 0 0 0,8 0 225 0 0,3-2-253 0 0,-28 3-14 0 0,13-1 60 0 0,15 2-2 0 0,-24-1-49 0 0,-3 1-8 0 0,0-1 0 0 0,0 0 0 0 0,0 0-1 0 0,0 0 1 0 0,0 0 0 0 0,0 0 0 0 0,-1 0 0 0 0,1-1-1 0 0,0 1 1 0 0,0 0 0 0 0,0-1 0 0 0,0 0-1 0 0,-1 1 1 0 0,4-3 0 0 0,-5 3 4 0 0,1 0 0 0 0,-1 0 1 0 0,1-1-1 0 0,-1 1 0 0 0,1 0 0 0 0,0 0 0 0 0,-1 0 0 0 0,1-1 1 0 0,0 1-1 0 0,-1 0 0 0 0,1 0 0 0 0,0 0 0 0 0,-1 0 0 0 0,1 0 1 0 0,0 0-1 0 0,-1 1 0 0 0,1-1 0 0 0,-1 0 0 0 0,1 0 1 0 0,0 0-1 0 0,-1 1 0 0 0,1-1 0 0 0,1 1 7 0 0,1 0-1 0 0,-1-1 1 0 0,0 1-1 0 0,0 0 1 0 0,0-1-1 0 0,0 0 1 0 0,0 1 0 0 0,1-1-1 0 0,2 0 1 0 0,25 0-2 0 0,96 3 320 0 0,-114-3-305 0 0,1 0 1 0 0,0 1-1 0 0,-1 0 1 0 0,14 4 0 0 0,-21-4 22 0 0,-1 0 1 0 0,1 0-1 0 0,-1-1 1 0 0,1 0-1 0 0,-1 0 1 0 0,9-1-1 0 0,5 0-221 0 0,235 1 175 0 0,-123 3 620 0 0,-23 3-622 0 0,-80-4 0 0 0,-15-2 0 0 0,-1 1 0 0 0,19 3 0 0 0,-25-2-4 0 0,-1-1 0 0 0,0-1-1 0 0,1 1 1 0 0,-1-1-1 0 0,1 1 1 0 0,7-2 0 0 0,13 1-71 0 0,-24 0-111 0 0,13-2-363 0 0,-14 2 242 0 0,0 0 0 0 0,1-1 1 0 0,-1 1-1 0 0,1 0 0 0 0,-1 0 0 0 0,4-6-4296 0 0,-4-5-2736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9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233 151 11024 0 0,'1'-1'56'0'0,"0"-1"0"0"0,0 0 0 0 0,0 1 0 0 0,0-1 1 0 0,-1 0-1 0 0,1 0 0 0 0,-1 0 0 0 0,1 0 0 0 0,-1 0 1 0 0,1 0-1 0 0,-1 0 0 0 0,0 0 0 0 0,0 1 0 0 0,0-1 0 0 0,0 0 1 0 0,0 0-1 0 0,-1 0 0 0 0,1 0 0 0 0,0 0 0 0 0,-2-4 1 0 0,1 4-58 0 0,1 1 0 0 0,-1-1 1 0 0,1 0-1 0 0,-1 0 1 0 0,1 0-1 0 0,0 0 0 0 0,0 0 1 0 0,0 0-1 0 0,1-3 1 0 0,-1 3 71 0 0,0 0 1 0 0,0 0-1 0 0,0 0 1 0 0,0 0-1 0 0,0 0 1 0 0,0 1-1 0 0,0-1 1 0 0,-1 0-1 0 0,1 0 1 0 0,-1 0-1 0 0,0-2 1 0 0,-6-13 1777 0 0,6 13-1428 0 0,0 1 0 0 0,-1 0 0 0 0,1 0-1 0 0,-1-1 1 0 0,-2-3 0 0 0,3 5-178 0 0,-1 1-1 0 0,1-1 1 0 0,-1 0-1 0 0,0 1 1 0 0,1-1-1 0 0,-1 1 1 0 0,0 0 0 0 0,0-1-1 0 0,0 1 1 0 0,0 0-1 0 0,0 0 1 0 0,-3-1-1 0 0,3 2-165 0 0,1 0-1 0 0,0-1 0 0 0,0 1 0 0 0,-1 0 0 0 0,1 0 0 0 0,0 0 0 0 0,0 0 0 0 0,-1 0 1 0 0,1 1-1 0 0,0-1 0 0 0,0 0 0 0 0,-1 0 0 0 0,1 1 0 0 0,0-1 0 0 0,0 1 1 0 0,0-1-1 0 0,-1 1 0 0 0,1-1 0 0 0,0 1 0 0 0,0 0 0 0 0,0 0 0 0 0,0-1 0 0 0,0 1 1 0 0,0 0-1 0 0,1 0 0 0 0,-1 0 0 0 0,0 0 0 0 0,-1 2 0 0 0,-15 14 106 0 0,13-14-144 0 0,0 1 0 0 0,1-1 0 0 0,-7 8 0 0 0,-46 81 869 0 0,45-73-844 0 0,9-13-63 0 0,-1 0 0 0 0,1 0 0 0 0,1-1 0 0 0,-1 1 0 0 0,1 0 0 0 0,-1 9 0 0 0,1-6 0 0 0,-1 0 0 0 0,0-1 0 0 0,-4 11 0 0 0,3-9 0 0 0,-1-2 0 0 0,1 0 0 0 0,0 0 0 0 0,1 0 0 0 0,0 0 0 0 0,-1 13 0 0 0,-2 90 0 0 0,4-94 0 0 0,1 0 0 0 0,1 0 0 0 0,1-1 0 0 0,0 1 0 0 0,1 0 0 0 0,7 22 0 0 0,-6-26 4 0 0,1 20-1 0 0,-4-21-14 0 0,1-1 0 0 0,5 18 0 0 0,1-8-82 0 0,-5-14 1 0 0,0 1 0 0 0,4 16-1 0 0,-6-15 10 0 0,2 9-108 0 0,1 0 0 0 0,6 20 0 0 0,-3-15 22 0 0,0-1 0 0 0,-2 1 0 0 0,3 33 0 0 0,-7-40 22 0 0,-1 1 0 0 0,-2 20 0 0 0,-1 12-221 0 0,-1-23 340 0 0,0-9 33 0 0,4-14-114 0 0,-1 0-1 0 0,0 0 0 0 0,-1 0 0 0 0,1 0 0 0 0,0 0 1 0 0,-1 0-1 0 0,0 0 0 0 0,1 0 0 0 0,-5 4 1 0 0,-8 15-754 0 0,14-22 822 0 0,-1 0-1 0 0,1 1 0 0 0,0-1 0 0 0,-1 0 1 0 0,1 1-1 0 0,-1-1 0 0 0,1 0 0 0 0,0 1 0 0 0,-1-1 1 0 0,1 0-1 0 0,-1 0 0 0 0,1 0 0 0 0,-1 1 1 0 0,1-1-1 0 0,-1 0 0 0 0,1 0 0 0 0,-1 0 0 0 0,1 0 1 0 0,-1 0-1 0 0,0 0 0 0 0,-1 0-105 0 0,-13 5-1184 0 0,6 1-2876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19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29 112 4144 0 0,'-26'-15'408'0'0,"26"15"-410"0"0,0 0 0 0 0,0-1 0 0 0,-1 1 0 0 0,1 0 0 0 0,0 0-1 0 0,0 0 1 0 0,0 0 0 0 0,0 0 0 0 0,0-1 0 0 0,0 1 0 0 0,0 0 0 0 0,-1 0 0 0 0,1 0 0 0 0,0 0 0 0 0,0-1 0 0 0,0 1 0 0 0,0 0 0 0 0,0 0 0 0 0,0 0-1 0 0,0-1 1 0 0,0 1 0 0 0,0 0 0 0 0,0 0 0 0 0,0 0 0 0 0,0-1 0 0 0,0 1 0 0 0,0 0 0 0 0,0 0 0 0 0,0 0 0 0 0,0-1 0 0 0,0 1 0 0 0,0 0 0 0 0,0 0-1 0 0,1 0 1 0 0,-1 0 0 0 0,0-1 0 0 0,0 1 0 0 0,0 0 0 0 0,0 0 0 0 0,0 0 0 0 0,0 0 0 0 0,1 0 0 0 0,-1-1 0 0 0,0 1 0 0 0,8-4 276 0 0,-7 3-71 0 0,2-1 553 0 0,0 0-1 0 0,1 0 1 0 0,-1 0 0 0 0,4-4 0 0 0,5-4 5454 0 0,-8 7-5650 0 0,1 0 0 0 0,0 1 0 0 0,9-4 0 0 0,4-2 385 0 0,-18 7-882 0 0,1 1-1 0 0,0-1 1 0 0,0 1 0 0 0,0-1-1 0 0,0 1 1 0 0,0 0 0 0 0,0-1-1 0 0,0 1 1 0 0,0 0 0 0 0,1 0-1 0 0,-1-1 1 0 0,0 1 0 0 0,1 0-1 0 0,5 0 110 0 0,35-7 764 0 0,79-2 0 0 0,-89 9-3036 0 0,1-2 0 0 0,50-8-1 0 0,-58 5-4237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1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8208 0 0,'0'0'7378'0'0,"1"2"-6895"0"0,3 5-24 0 0,-2-5-359 0 0,-1 0 0 0 0,1 0 0 0 0,-1 0 0 0 0,0 0 0 0 0,0 1 0 0 0,0-1 0 0 0,0 0 0 0 0,0 1 0 0 0,0-1 0 0 0,-1 0 0 0 0,1 3-1 0 0,-1-2 15 0 0,1 0 0 0 0,-1-1-1 0 0,1 1 1 0 0,0-1 0 0 0,-1 1-1 0 0,1-1 1 0 0,2 4-1 0 0,2 8 105 0 0,0 26 359 0 0,-4-32-459 0 0,0 1 0 0 0,-1-1 0 0 0,0 0-1 0 0,-3 15 1 0 0,2-14-65 0 0,0 1 0 0 0,1-1 0 0 0,0 14-1 0 0,3 45 184 0 0,-3-51-163 0 0,0 1 0 0 0,1-1 0 0 0,7 34 0 0 0,-2-25 15 0 0,3 45 0 0 0,-5-34-77 0 0,2-7 17 0 0,-4-22-22 0 0,0 0 0 0 0,-1 1 1 0 0,1 12-1 0 0,1 24 36 0 0,-2-33-21 0 0,0 0 1 0 0,0 1 0 0 0,-3 24-1 0 0,0-18-6 0 0,0 21 0 0 0,2-23 2 0 0,-4 29 0 0 0,2-22-7 0 0,2-21-11 0 0,0 1 0 0 0,0 0 0 0 0,0 0 0 0 0,-1 0 0 0 0,-1 6 0 0 0,1-6-10 0 0,1 0-1 0 0,-1 0 1 0 0,0 0-1 0 0,1 0 0 0 0,0 0 1 0 0,0 0-1 0 0,0 0 1 0 0,1 1-1 0 0,1 4 0 0 0,-2-6 9 0 0,0-1-1 0 0,0 0 1 0 0,0 0-1 0 0,0 1 1 0 0,0-1-1 0 0,0 0 1 0 0,-2 5-1 0 0,0 11-17 0 0,2 2 86 0 0,1-9 21 0 0,-1 0-1 0 0,-2 19 0 0 0,1-12-85 0 0,1-15 0 0 0,0 0 0 0 0,0 0 0 0 0,0 0 0 0 0,-1-1 0 0 0,1 1 0 0 0,-2 6 0 0 0,0-6 0 0 0,1 0 0 0 0,0 1 0 0 0,1-1 0 0 0,-1 1 0 0 0,0-1 0 0 0,1 1 0 0 0,0-1 0 0 0,0 1 0 0 0,0 4 0 0 0,0-1 8 0 0,0 0-1 0 0,0-1 1 0 0,-1 1-1 0 0,-1 9 1 0 0,-3 20 18 0 0,5 31-26 0 0,-1-56 19 0 0,0-10-16 0 0,1 1 0 0 0,-1 0 1 0 0,1 0-1 0 0,0 0 0 0 0,0 0 0 0 0,0 0 1 0 0,0 0-1 0 0,0 0 0 0 0,0-1 0 0 0,0 1 1 0 0,1 0-1 0 0,-1 0 0 0 0,2 3 0 0 0,-1-2-3 0 0,-1 0 0 0 0,-5 15 0 0 0,5-14 0 0 0,-1 0 0 0 0,1 0 0 0 0,0-1 0 0 0,0 1 0 0 0,0 0 0 0 0,1 5 0 0 0,3-2 22 0 0,1 13 372 0 0,-5-18-385 0 0,1 0 0 0 0,-1 1 0 0 0,0-1 0 0 0,0 0-1 0 0,1 1 1 0 0,-2-1 0 0 0,1 1 0 0 0,0 1 0 0 0,-1 1 265 0 0,1-2-191 0 0,3 9 200 0 0,-1-10-192 0 0,0 3-75 0 0,-2-5-15 0 0,1 0 1 0 0,-1 1-1 0 0,0-1 1 0 0,1 0-1 0 0,-1 0 1 0 0,0 1-1 0 0,0-1 1 0 0,0 0-1 0 0,1 1 0 0 0,-1-1 1 0 0,0 0-1 0 0,0 1 1 0 0,0-1-1 0 0,0 0 1 0 0,0 1-1 0 0,0-1 1 0 0,0 0-1 0 0,0 1 1 0 0,0-1-1 0 0,0 0 1 0 0,0 1-1 0 0,0-1 1 0 0,0 0-1 0 0,0 1 1 0 0,0-1-1 0 0,0 0 1 0 0,0 1-1 0 0,0-1 1 0 0,0 1-1 0 0,0-1 1 0 0,-1 1-1 0 0,-3 13 5 0 0,0 13-366 0 0,3-25 208 0 0,1 2-552 0 0,0 1-73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4608 0 0,'-4'1'10212'0'0,"1"5"-9608"0"0,2-5-475 0 0,1-1 0 0 0,-1 1 0 0 0,1 0 0 0 0,-1 0 0 0 0,1-1 0 0 0,-1 1 0 0 0,1 0 0 0 0,0 0 0 0 0,0 0 0 0 0,-1 0 0 0 0,1 0 0 0 0,0 0 0 0 0,0-1 0 0 0,0 3 0 0 0,1 19 1243 0 0,0-6-577 0 0,4 33 197 0 0,-5-42-917 0 0,1 0 0 0 0,-1 0 0 0 0,-1 0 0 0 0,-1 11-1 0 0,0 15 9 0 0,-2 82 912 0 0,4-110-1017 0 0,-4 126-8 0 0,-1-9 103 0 0,5-50-73 0 0,-1-48 40 0 0,-3 15 80 0 0,0-17-70 0 0,0 25-1 0 0,2-27-114 0 0,-5 34-1 0 0,1-14 238 0 0,2-5-66 0 0,2-19-26 0 0,-2 22 1 0 0,4-23 48 0 0,-2-1-1 0 0,-3 18 0 0 0,0-10 208 0 0,-1 24 1 0 0,4-25-22 0 0,-7 29 1 0 0,6-37-133 0 0,-1 22-1 0 0,1-3 29 0 0,-1-7-121 0 0,-4 26 52 0 0,6-31-113 0 0,2-16-22 0 0,0-1 0 0 0,0 1 0 0 0,-1-1 0 0 0,-1 7 0 0 0,1-7 1 0 0,1 1 0 0 0,-1-1 0 0 0,1 1 0 0 0,0-1 0 0 0,0 1-1 0 0,1 5 1 0 0,-1 4 20 0 0,5 26 25 0 0,-5-19-42 0 0,5 41 174 0 0,-5-56-142 0 0,0-2-33 0 0,0 0-1 0 0,0 0 1 0 0,0 1 0 0 0,0-1 0 0 0,1 0-1 0 0,-1 0 1 0 0,1 0 0 0 0,0 0 0 0 0,0 0 0 0 0,0 0-1 0 0,2 3 1 0 0,-3-3 38 0 0,3 26 4 0 0,-1-11-28 0 0,-1-5-18 0 0,1-11 9 0 0,-2-1-14 0 0,0-1 0 0 0,1 0 1 0 0,-1 1-1 0 0,1-1 0 0 0,-1 0 0 0 0,0 1 1 0 0,1-1-1 0 0,-1 1 0 0 0,0-1 1 0 0,1 1-1 0 0,-1-1 0 0 0,0 1 1 0 0,0-1-1 0 0,0 1 0 0 0,1-1 1 0 0,-1 1-1 0 0,0-1 0 0 0,0 1 1 0 0,0-1-1 0 0,0 1 0 0 0,0-1 1 0 0,0 1-1 0 0,0-1 0 0 0,0 2 1 0 0,0 3 10 0 0,0-4-12 0 0,-1 0 0 0 0,1 1 0 0 0,0-1 0 0 0,0 0 0 0 0,0 0-1 0 0,0 1 1 0 0,0-1 0 0 0,0 0 0 0 0,1 0 0 0 0,-1 0 0 0 0,0 1 0 0 0,0-1-1 0 0,1 1 1 0 0,4 27 139 0 0,-5-27-86 0 0,0-1 1 0 0,0 18 10 0 0,0-4-4 0 0,0-14-154 0 0,-2 0-847 0 0,-1 1 1402 0 0,0-1-2561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3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3224 0 0,'0'0'11712'0'0,"0"10"-9785"0"0,0-3-1514 0 0,-1 0-1 0 0,0 0 1 0 0,-3 10-1 0 0,2-9-521 0 0,0-1 1 0 0,1 1-1 0 0,-1 11 0 0 0,-3 12-1940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6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105 106 3680 0 0,'0'0'284'0'0,"1"-1"-187"0"0,1-5 1075 0 0,0-1 0 0 0,0 1-1 0 0,0-1 1 0 0,0 1 0 0 0,-1-1-1 0 0,0 1 1 0 0,-1-1 0 0 0,0 1-1 0 0,0-10 1 0 0,0 13-690 0 0,-1-1-1 0 0,0 1 1 0 0,1-1-1 0 0,-1 1 1 0 0,-1-1-1 0 0,0-3 1 0 0,1 6 79 0 0,-1 1-8 0 0,-5-1-87 0 0,6 1-392 0 0,0 0 0 0 0,0-1 1 0 0,0 1-1 0 0,0 0 1 0 0,0 0-1 0 0,0 0 1 0 0,0 0-1 0 0,0 0 0 0 0,0 0 1 0 0,0 1-1 0 0,0-1 1 0 0,0 0-1 0 0,0 0 0 0 0,0 1 1 0 0,-2 0-1 0 0,-2 3-11 0 0,-1 0 0 0 0,1 0 0 0 0,1 0 0 0 0,-1 1 0 0 0,1 0 0 0 0,-1 0 0 0 0,2 0 0 0 0,-1 1 0 0 0,0-1 0 0 0,1 1 0 0 0,0 0-1 0 0,0 0 1 0 0,1 0 0 0 0,-4 11 0 0 0,1 6-99 0 0,0 1 1 0 0,-2 40-1 0 0,5-33 85 0 0,1-24-93 0 0,0 0 0 0 0,1 1 0 0 0,1-1 1 0 0,-1 0-1 0 0,1 0 0 0 0,0 1 0 0 0,1-1 1 0 0,0 0-1 0 0,0 0 0 0 0,4 9 0 0 0,-4-11-88 0 0,1 0-1 0 0,0-1 1 0 0,0 1-1 0 0,0-1 1 0 0,0 0-1 0 0,1 0 1 0 0,-1 0-1 0 0,1 0 1 0 0,0 0-1 0 0,1-1 1 0 0,-1 0-1 0 0,0 0 0 0 0,1 0 1 0 0,8 4-1 0 0,18 4-397 0 0,-29-11 503 0 0,1 0-1 0 0,-1 1 0 0 0,0-1 0 0 0,1 0 0 0 0,-1 0 0 0 0,0 0 1 0 0,1 0-1 0 0,-1-1 0 0 0,0 1 0 0 0,1-1 0 0 0,2-1 0 0 0,12-2 28 0 0,-15 3 0 0 0,1 1 0 0 0,-1-1 0 0 0,0 1 0 0 0,1-1 0 0 0,-1 0 0 0 0,0 0 0 0 0,0 0 0 0 0,0 0 0 0 0,0 0 0 0 0,4-3 0 0 0,5-7 104 0 0,-1 0 0 0 0,0 0 0 0 0,-1-1 0 0 0,0 0 0 0 0,10-18 0 0 0,-14 21 68 0 0,-3 7-90 0 0,-1 0 0 0 0,0-1 1 0 0,1 1-1 0 0,-1 0 0 0 0,0-1 0 0 0,0 0 0 0 0,-1 1 0 0 0,1-1 1 0 0,0 1-1 0 0,-1-1 0 0 0,1 0 0 0 0,-1-3 0 0 0,0 4 542 0 0,-4 14-520 0 0,1-2-167 0 0,0 0 1 0 0,1 0-1 0 0,0 1 0 0 0,1-1 0 0 0,0 1 0 0 0,0 14 0 0 0,1-9-60 0 0,-1-13 82 0 0,1 1 0 0 0,0-1 0 0 0,0 0-1 0 0,0 0 1 0 0,1 1 0 0 0,-1-1-1 0 0,1 0 1 0 0,0 0 0 0 0,1 4-1 0 0,-1-4 1 0 0,0-1-1 0 0,0 1 0 0 0,0 0 1 0 0,0-1-1 0 0,1 1 0 0 0,-1 0 1 0 0,1-1-1 0 0,0 0 1 0 0,0 1-1 0 0,0-1 0 0 0,0 0 1 0 0,0 0-1 0 0,0 0 0 0 0,0 0 1 0 0,1 0-1 0 0,-1-1 0 0 0,1 1 1 0 0,-1-1-1 0 0,1 1 0 0 0,0-1 1 0 0,0 0-1 0 0,-1 0 1 0 0,1 0-1 0 0,0-1 0 0 0,0 1 1 0 0,0-1-1 0 0,0 1 0 0 0,0-1 1 0 0,0 0-1 0 0,0 0 0 0 0,0 0 1 0 0,0-1-1 0 0,3 0 0 0 0,-2 1 44 0 0,-1 0 0 0 0,0-1 0 0 0,0 0 0 0 0,0 1 0 0 0,0-1-1 0 0,0 0 1 0 0,0 0 0 0 0,0-1 0 0 0,0 1 0 0 0,0-1 0 0 0,0 1 0 0 0,4-4-1 0 0,18-12 315 0 0,-22 15-244 0 0,1 0-1 0 0,-1 0 1 0 0,1-1-1 0 0,-1 1 1 0 0,0-1 0 0 0,0 1-1 0 0,0-1 1 0 0,4-5-1 0 0,-2 2 127 0 0,-1 0-1 0 0,0 0 0 0 0,-1-1 1 0 0,1 1-1 0 0,-1-1 0 0 0,0 0 1 0 0,-1 0-1 0 0,0 0 0 0 0,0 0 1 0 0,0 0-1 0 0,0-13 0 0 0,1-1 270 0 0,-3 16-342 0 0,1 1-1 0 0,0-1 0 0 0,-1 1 1 0 0,0-1-1 0 0,-1-6 1 0 0,1 11-124 0 0,-1-13 144 0 0,-1 0 1 0 0,-1 0-1 0 0,0 1 0 0 0,-9-24 1 0 0,1 4-84 0 0,9 26-50 0 0,1 0-1 0 0,-1 0 0 0 0,-1 0 1 0 0,1 0-1 0 0,-4-6 0 0 0,-4-1-4347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6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0 5064 0 0,'-14'13'14707'0'0,"14"-6"-14078"0"0,-1 0 0 0 0,0 0 0 0 0,-1 0 0 0 0,-3 10 0 0 0,-3 12 392 0 0,1-4-572 0 0,6-19-347 0 0,-1-1 0 0 0,1 1 0 0 0,0 0 0 0 0,-1 11 1 0 0,-6 46 454 0 0,3-3-885 0 0,5-56 359 0 0,0 0 0 0 0,-1-1 1 0 0,1 1-1 0 0,-1-1 0 0 0,0 1 1 0 0,1-1-1 0 0,-1 1 0 0 0,-1-1 0 0 0,1 1 1 0 0,-2 3-1 0 0,-4-1-197 0 0,6-5 143 0 0,1-1 0 0 0,-1 0 1 0 0,1 1-1 0 0,-1-1 0 0 0,1 0 0 0 0,0 1 0 0 0,-1-1 0 0 0,1 0 0 0 0,-1 1 0 0 0,1-1 1 0 0,0 1-1 0 0,-1-1 0 0 0,1 0 0 0 0,0 1 0 0 0,0-1 0 0 0,-1 1 0 0 0,1-1 0 0 0,0 1 1 0 0,0-1-1 0 0,0 1 0 0 0,0 0 0 0 0,0-1 0 0 0,-1 1 0 0 0,1-1 0 0 0,0 1 0 0 0,0-1 1 0 0,0 1-1 0 0,1-1 0 0 0,-1 1 0 0 0,0-1 0 0 0,0 1 0 0 0,0-1 0 0 0,0 1 0 0 0,0-1 1 0 0,1 1-1 0 0,-1-1 0 0 0,0 1 0 0 0,0-1 0 0 0,1 1 0 0 0,-1-1 0 0 0,0 1 0 0 0,1-1 1 0 0,-1 1-1 0 0,0-1 0 0 0,1 0 0 0 0,-1 1 0 0 0,1-1 0 0 0,0 1 0 0 0,16 22-3318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7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0 184 11432 0 0,'1'-1'521'0'0,"7"-14"-122"0"0,-6 12-353 0 0,0 0 0 0 0,-1 0-1 0 0,1 0 1 0 0,-1-1-1 0 0,1 1 1 0 0,0-5 0 0 0,1-7 336 0 0,1-2 1596 0 0,-1 0 1 0 0,1-28 0 0 0,-4 44-810 0 0,0-4-633 0 0,0 5-512 0 0,0 0 1 0 0,0 0-1 0 0,0 0 1 0 0,0 0-1 0 0,0 0 1 0 0,0 0-1 0 0,0 0 0 0 0,0 0 1 0 0,0 0-1 0 0,0 0 1 0 0,0 0-1 0 0,0 0 1 0 0,0 0-1 0 0,0 0 0 0 0,-1 0 1 0 0,1 0-1 0 0,0 0 1 0 0,0 0-1 0 0,0 0 0 0 0,0 0 1 0 0,0 0-1 0 0,0 0 1 0 0,0 0-1 0 0,0 0 1 0 0,0 0-1 0 0,0 0 0 0 0,0 0 1 0 0,0 0-1 0 0,0 0 1 0 0,0 0-1 0 0,0 0 1 0 0,0 0-1 0 0,0 0 0 0 0,0 0 1 0 0,0-1-1 0 0,0 1 1 0 0,0 0-1 0 0,0 0 1 0 0,0 0-1 0 0,-1 0 0 0 0,1 0 1 0 0,0 0-1 0 0,0 0 1 0 0,0 0-1 0 0,0 0 1 0 0,0 0-1 0 0,0 0 0 0 0,0 0 1 0 0,0 0-1 0 0,0 0 1 0 0,0 0-1 0 0,0 0 1 0 0,0 0-1 0 0,1-1 0 0 0,-1 1 1 0 0,0 0-1 0 0,-3 5 26 0 0,0 0 0 0 0,1 0-1 0 0,0 0 1 0 0,0 0-1 0 0,1 1 1 0 0,-1-1 0 0 0,1 0-1 0 0,-1 12 1 0 0,0 47 58 0 0,2-64-108 0 0,0 23-54 0 0,1 1 0 0 0,1-1-1 0 0,8 39 1 0 0,-7-52-172 0 0,0 0 0 0 0,0 0 1 0 0,1-1-1 0 0,0 1 0 0 0,1-1 0 0 0,0 1 0 0 0,0-1 0 0 0,1-1 0 0 0,1 1 1 0 0,10 10-1 0 0,-15-17 111 0 0,0 0 0 0 0,0 0 1 0 0,0-1-1 0 0,1 1 0 0 0,-1-1 1 0 0,0 1-1 0 0,1-1 0 0 0,-1 0 1 0 0,1 0-1 0 0,0 0 0 0 0,-1-1 1 0 0,1 1-1 0 0,0 0 0 0 0,0-1 1 0 0,-1 0-1 0 0,1 0 0 0 0,0 0 1 0 0,0 0-1 0 0,-1 0 0 0 0,1 0 1 0 0,0-1-1 0 0,0 1 0 0 0,-1-1 1 0 0,1 0-1 0 0,3-1 0 0 0,-3 1 104 0 0,-1-1 1 0 0,1 1-1 0 0,-1-1 0 0 0,0 1 0 0 0,0-1 0 0 0,1 0 0 0 0,-1 0 0 0 0,0 0 0 0 0,-1 0 0 0 0,1 0 0 0 0,0 0 0 0 0,0 0 0 0 0,1-4 0 0 0,8-10 372 0 0,6-11 674 0 0,-16 25-942 0 0,0-1 0 0 0,-1 1-1 0 0,1 0 1 0 0,0 0 0 0 0,-1-1 0 0 0,1 1-1 0 0,-1 0 1 0 0,0-1 0 0 0,0 1 0 0 0,1 0-1 0 0,-2-5 1 0 0,2-13 685 0 0,0 16-575 0 0,0 0 0 0 0,-1-1 0 0 0,1 1 0 0 0,-1-1 0 0 0,0 1-1 0 0,0-1 1 0 0,-1 1 0 0 0,-1-8 0 0 0,-3-1 566 0 0,4 22-386 0 0,2-4-373 0 0,-1 0 0 0 0,1 0 0 0 0,0 0 0 0 0,1 6 0 0 0,0-7-31 0 0,1 1-1 0 0,-1-1 1 0 0,1 0 0 0 0,0 0 0 0 0,0 0 0 0 0,0 0 0 0 0,0 0 0 0 0,1-1 0 0 0,0 1 0 0 0,0-1 0 0 0,0 0 0 0 0,0 0 0 0 0,0-1 0 0 0,0 1 0 0 0,1-1 0 0 0,-1 0-1 0 0,1 0 1 0 0,0 0 0 0 0,-1-1 0 0 0,1 1 0 0 0,0-1 0 0 0,0 0 0 0 0,0-1 0 0 0,9 1 0 0 0,-14-1 21 0 0,11 0-42 0 0,23-3 1 0 0,-30 3 34 0 0,0-1 1 0 0,0 0 0 0 0,-1 0-1 0 0,1-1 1 0 0,-1 1 0 0 0,1-1-1 0 0,-1 0 1 0 0,1 0 0 0 0,4-3-1 0 0,8-5 46 0 0,-14 9-25 0 0,1 0 0 0 0,-1 0 0 0 0,0-1-1 0 0,1 1 1 0 0,-1-1 0 0 0,0 0 0 0 0,0 1 0 0 0,0-1 0 0 0,2-3 0 0 0,27-29 460 0 0,-24 24-276 0 0,-5 6-121 0 0,1 1 1 0 0,-1-1 0 0 0,0 1-1 0 0,0-1 1 0 0,0 0 0 0 0,0 0 0 0 0,-1 0-1 0 0,0 0 1 0 0,1 0 0 0 0,-1-5-1 0 0,3-16 241 0 0,-2 14-104 0 0,0-21 1 0 0,-2 9-116 0 0,-4-28-1 0 0,4 47-95 0 0,-1 0 0 0 0,1 0 0 0 0,0 0-1 0 0,1 0 1 0 0,1-8 0 0 0,0-8-33 0 0,-1 11 22 0 0,8 14-7443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28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11432 0 0,'0'0'6086'0'0,"0"-2"-5162"0"0,8-9 592 0 0,0-1 0 0 0,19-18 0 0 0,-25 29-1424 0 0,-1-1 1 0 0,1 1-1 0 0,0 0 0 0 0,0 0 0 0 0,0 1 1 0 0,0-1-1 0 0,0 0 0 0 0,0 1 1 0 0,0-1-1 0 0,1 1 0 0 0,-1-1 0 0 0,0 1 1 0 0,3 0-1 0 0,-3 0 101 0 0,11 0 107 0 0,-9-1-232 0 0,1 1-11 0 0,9 6-38 0 0,-12-5-37 0 0,0 1 0 0 0,1-1-1 0 0,-1 1 1 0 0,0 0 0 0 0,0-1 0 0 0,-1 1-1 0 0,1 0 1 0 0,0 0 0 0 0,0 1-1 0 0,-1-1 1 0 0,0 0 0 0 0,1 0 0 0 0,-1 1-1 0 0,0-1 1 0 0,0 1 0 0 0,0-1-1 0 0,0 1 1 0 0,-1-1 0 0 0,1 1 0 0 0,-1-1-1 0 0,1 1 1 0 0,-1 0 0 0 0,0-1 0 0 0,0 5-1 0 0,-1 3-80 0 0,0 0 0 0 0,0 0 0 0 0,-1 1 0 0 0,-1-2-1 0 0,-3 13 1 0 0,-17 42-945 0 0,-3-1-429 0 0,23-55 1134 0 0,-1 1 0 0 0,-6 9 0 0 0,6-13 206 0 0,1 1 0 0 0,0-1 1 0 0,1 1-1 0 0,0-1 0 0 0,-1 1 1 0 0,2 0-1 0 0,-3 7 0 0 0,3-1-98 0 0,-3 52 342 0 0,23-56-415 0 0,-16-8 344 0 0,0 0-1 0 0,0 0 0 0 0,0-1 0 0 0,1 1 0 0 0,-1-1 0 0 0,0 1 1 0 0,0-1-1 0 0,0 0 0 0 0,0 0 0 0 0,0 0 0 0 0,0-1 1 0 0,3-1-1 0 0,7-3 99 0 0,-8 4-67 0 0,0-1 0 0 0,0 0 0 0 0,0 0 0 0 0,6-4 0 0 0,-7 4-4 0 0,0 0 0 0 0,0 0 0 0 0,1 0 0 0 0,5-2 0 0 0,58-19 979 0 0,-45 14-813 0 0,-12 6-89 0 0,0-1 0 0 0,0 2 0 0 0,13-3-1 0 0,-17 4-213 0 0,1-1 0 0 0,-1 1 0 0 0,10-6 0 0 0,-15 7 23 0 0,0 0 0 0 0,0 1-1 0 0,-1-1 1 0 0,1 1 0 0 0,0 0 0 0 0,0-1-1 0 0,0 1 1 0 0,0 0 0 0 0,3 0-1 0 0,0 0-84 0 0,7 0-208 0 0,-9 0-11 0 0,-1-1-225 0 0,8-1-942 0 0,1 1-412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36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 3224 0 0,'0'0'1204'0'0,"1"0"-204"0"0,39-7 2294 0 0,-19 2-1568 0 0,61 2 1488 0 0,-70 4-2868 0 0,-9-1-261 0 0,0 0 1 0 0,1 0 0 0 0,-1 0 0 0 0,0 0 0 0 0,0 0-1 0 0,1-1 1 0 0,-1 1 0 0 0,0-1 0 0 0,0 0 0 0 0,4-1 0 0 0,-6 1 178 0 0,21 0 271 0 0,37 1 1 0 0,-19 1 670 0 0,171-1-452 0 0,-131 8-884 0 0,10-8 175 0 0,-66 3-58 0 0,-19-2 13 0 0,-1 0 1 0 0,1-1-1 0 0,0 0 0 0 0,-1 1 1 0 0,1-2-1 0 0,4 1 0 0 0,0-2 7 0 0,-1 1 1 0 0,1 0-1 0 0,-1 1 0 0 0,0 0 0 0 0,1 1 0 0 0,13 2 0 0 0,-20-3-17 0 0,1 0 0 0 0,0 0 0 0 0,0 0 0 0 0,-1 0 0 0 0,1 0 1 0 0,0-1-1 0 0,2 0 0 0 0,17-2 79 0 0,281 3 123 0 0,-245-3-192 0 0,-9-2 0 0 0,10 10 0 0 0,29-5 0 0 0,-43 3 0 0 0,-28-1 0 0 0,-13-2 0 0 0,0 0 0 0 0,0 1 0 0 0,0-1 0 0 0,0 0 0 0 0,7-2 0 0 0,-9 2 0 0 0,0-1 0 0 0,0 1 0 0 0,1-1 0 0 0,-1 1 0 0 0,0 0 0 0 0,0 0 0 0 0,3 1 0 0 0,21-1 0 0 0,39-3 0 0 0,-52 1 11 0 0,-10 1-3 0 0,0 1 0 0 0,1-1-1 0 0,-1 1 1 0 0,1-1-1 0 0,-1 1 1 0 0,6 0-1 0 0,15 1 39 0 0,-13 0-30 0 0,0-1 1 0 0,0 0-1 0 0,-1-1 1 0 0,16-3-1 0 0,-10 4-16 0 0,-12 0 0 0 0,-1 0 0 0 0,1 0 0 0 0,0 0 0 0 0,-1-1 0 0 0,1 1 0 0 0,0-1 0 0 0,3-1 0 0 0,6 0-2 0 0,5 3 15 0 0,26-1 40 0 0,-27-2-53 0 0,-16 2 0 0 0,0-1 0 0 0,1 1 0 0 0,-1 0 0 0 0,1-1 0 0 0,-1 1 0 0 0,0 0 0 0 0,1 0 0 0 0,-1 0 0 0 0,1 0 0 0 0,-1 0 0 0 0,3 1 0 0 0,15-1 36 0 0,-11 1-6 0 0,0-1-1 0 0,1 0 1 0 0,-1-1 0 0 0,12-2-1 0 0,-7 1-19 0 0,-11 4 10 0 0,2-1 4 0 0,13-3-14 0 0,-13 0-34 0 0,0 0-17 0 0,14 1 18 0 0,11 1 23 0 0,48-7 0 0 0,-52 3 0 0 0,1 1 115 0 0,1-2 350 0 0,-19 4-458 0 0,-1 0 0 0 0,1 1-1 0 0,0-1 1 0 0,13 3-1 0 0,3-1-11 0 0,30-5-147 0 0,-6-1 80 0 0,37 5-56 0 0,-69 3 128 0 0,9 2 0 0 0,11-4 0 0 0,-32-2 9 0 0,-3 1-6 0 0,0-1 0 0 0,1 1 0 0 0,-1 0 1 0 0,0 0-1 0 0,0 0 0 0 0,0 0 0 0 0,1 0 0 0 0,-1 0 1 0 0,0 0-1 0 0,0 1 0 0 0,0-1 0 0 0,1 0 1 0 0,0 1-1 0 0,5 1-8 0 0,1 0 1 0 0,-1-1 0 0 0,0 0-1 0 0,12 0 1 0 0,-5-1-12 0 0,27 4 0 0 0,-28-4 16 0 0,1 0 0 0 0,-1 0-10 0 0,6 1 5 0 0,-18-1 10 0 0,18-4 5 0 0,0 2 98 0 0,26 1 0 0 0,-4-4 111 0 0,-38 5-198 0 0,-2 0-19 0 0,0 0 0 0 0,0 1 0 0 0,0-1 0 0 0,0 0 0 0 0,0 0 0 0 0,0-1 0 0 0,0 1 0 0 0,0 0 0 0 0,0 0 0 0 0,-1 0 0 0 0,1-1 0 0 0,0 1 0 0 0,0 0 0 0 0,0-1 0 0 0,0 1 0 0 0,1-1 0 0 0,1 0-61 0 0,-2 2 58 0 0,0-1 0 0 0,0 0 0 0 0,0 0 0 0 0,1 0 0 0 0,-1 0 0 0 0,0 0-1 0 0,0 0 1 0 0,0 0 0 0 0,0 0 0 0 0,0-1 0 0 0,0 1 0 0 0,0 0 0 0 0,0-1 0 0 0,0 1 0 0 0,1-1 0 0 0,2-1 3 0 0,25-1-2 0 0,-17 3 0 0 0,-9 0 0 0 0,-1 0 0 0 0,1 0 0 0 0,-1 0 0 0 0,1 0 0 0 0,-1 0 0 0 0,1 0 0 0 0,-1-1 0 0 0,1 1 0 0 0,-1-1 0 0 0,3-1 0 0 0,8-2 0 0 0,-5 3 0 0 0,1 1 0 0 0,0 0 1392 0 0,-6 0-1590 0 0,1-1-1 0 0,-1 1 0 0 0,0-1 0 0 0,0 0 0 0 0,1 0 0 0 0,-1 0 1 0 0,5-2-1 0 0,-5 2 167 0 0,-1 0 1 0 0,0 1 0 0 0,0-1-1 0 0,1 1 1 0 0,-1-1 0 0 0,0 1-1 0 0,3 0 1 0 0,-4 0 2 0 0,-1 0 1 0 0,1 0-1 0 0,-1 0 0 0 0,0 0 1 0 0,1 0-1 0 0,-1-1 0 0 0,1 1 0 0 0,-1 0 1 0 0,1 0-1 0 0,-1 0 0 0 0,1-1 1 0 0,-1 1-1 0 0,0 0 0 0 0,1-1 1 0 0,-1 1-1 0 0,1 0 0 0 0,-1-1 0 0 0,0 1 1 0 0,1-1-1 0 0,1-1-102 0 0,20-10-5253 0 0,-13 8-181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37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20 6912 0 0,'-3'0'26'0'0,"2"0"-4"0"0,1 0-1 0 0,-1 0 1 0 0,1 0-1 0 0,-1 0 0 0 0,1 1 1 0 0,-1-1-1 0 0,1 0 0 0 0,-1-1 1 0 0,1 1-1 0 0,-1 0 1 0 0,1 0-1 0 0,-1 0 0 0 0,1 0 1 0 0,-1 0-1 0 0,1 0 0 0 0,0-1 1 0 0,-1 1-1 0 0,1 0 1 0 0,-1 0-1 0 0,1 0 0 0 0,0-1 1 0 0,-1 1-1 0 0,1 0 0 0 0,-1-1 1 0 0,1 1-1 0 0,0 0 1 0 0,-1-1-1 0 0,1 1 0 0 0,0-1 1 0 0,0 1-1 0 0,-1 0 0 0 0,1-1 1 0 0,0 0-17 0 0,0 1-1 0 0,0-1 1 0 0,0 1 0 0 0,0 0 0 0 0,-1-1 0 0 0,1 1 0 0 0,0-1-1 0 0,0 1 1 0 0,0 0 0 0 0,0-1 0 0 0,-1 1 0 0 0,1 0-1 0 0,0-1 1 0 0,0 1 0 0 0,-1 0 0 0 0,1-1 0 0 0,0 1 0 0 0,-1 0-1 0 0,1 0 1 0 0,0-1 0 0 0,-1 1 0 0 0,1 0 0 0 0,0 0-1 0 0,-1 0 1 0 0,1 0 0 0 0,-1-1 0 0 0,1 1 0 0 0,-1 0 0 0 0,0 0 153 0 0,0-1 169 0 0,0 1 0 0 0,0-1-1 0 0,0 1 1 0 0,0-1-1 0 0,0 1 1 0 0,0-1-1 0 0,0 1 1 0 0,0 0-1 0 0,0-1 1 0 0,0 1 0 0 0,0 0-1 0 0,-1 0 1 0 0,1 0-1 0 0,0 0 1 0 0,0 0-1 0 0,0 0 1 0 0,-1 1-1 0 0,-13-2 3095 0 0,14 10-2204 0 0,-26 37 124 0 0,-5 8-814 0 0,18-22-340 0 0,-19 58 1 0 0,31-79-186 0 0,-1 1 0 0 0,2 0-1 0 0,-1-1 1 0 0,1 1 0 0 0,1 0 0 0 0,1 14 0 0 0,0-17-2 0 0,0-1-1 0 0,1 1 1 0 0,0 0 0 0 0,0-1 0 0 0,1 0-1 0 0,0 1 1 0 0,1-1 0 0 0,8 14-1 0 0,-10-19-6 0 0,0 0 0 0 0,1 0 0 0 0,-1 0 0 0 0,6 4 0 0 0,5 6-32 0 0,-12-12 33 0 0,-1 0 0 0 0,1 0 0 0 0,0 0 0 0 0,-1 0 1 0 0,1 0-1 0 0,0 0 0 0 0,0 0 0 0 0,0 0 0 0 0,0 0 1 0 0,0-1-1 0 0,0 1 0 0 0,0 0 0 0 0,0-1 0 0 0,0 1 1 0 0,0-1-1 0 0,0 1 0 0 0,0-1 0 0 0,0 1 0 0 0,1-1 1 0 0,-1 0-1 0 0,0 0 0 0 0,2 1 0 0 0,1-1-7 0 0,5 1 5 0 0,-1-1 0 0 0,1 0-1 0 0,-1 0 1 0 0,1 0 0 0 0,0-1 0 0 0,-1-1-1 0 0,1 1 1 0 0,-1-1 0 0 0,12-5 0 0 0,6-4-25 0 0,37-20 1 0 0,-62 30 32 0 0,14-6 58 0 0,0-2 0 0 0,-1 0 0 0 0,-1 0 0 0 0,0-1 0 0 0,0-1 0 0 0,-1 0 0 0 0,0-1 0 0 0,20-26 0 0 0,-30 34 55 0 0,0-1 1 0 0,0 1 0 0 0,0 0-1 0 0,-1-1 1 0 0,1 1 0 0 0,-1-1-1 0 0,0 0 1 0 0,-1 1 0 0 0,1-10-1 0 0,-1 4 197 0 0,0 1-1 0 0,-1-1 1 0 0,-3-18-1 0 0,2 21-227 0 0,1 1 0 0 0,-1 0-1 0 0,0 0 1 0 0,0 0 0 0 0,-1 0-1 0 0,0 0 1 0 0,0 0 0 0 0,0 0-1 0 0,-1 1 1 0 0,0 0 0 0 0,0 0-1 0 0,0 0 1 0 0,0 0 0 0 0,-1 0-1 0 0,-8-5 1 0 0,-1-1 1 0 0,-24-12 0 0 0,32 20-73 0 0,1 1 0 0 0,0-1 0 0 0,-1 1 1 0 0,1 0-1 0 0,-1 1 0 0 0,0-1 0 0 0,0 1 0 0 0,-10-1 0 0 0,11 2-1 0 0,-1 0-28 0 0,0 0-1 0 0,1 0 1 0 0,-1 0-1 0 0,1 1 0 0 0,-1 0 1 0 0,1 0-1 0 0,-1 0 1 0 0,1 1-1 0 0,-11 4 1 0 0,1 1-590 0 0,9-5 486 0 0,-1 1 0 0 0,1 0 0 0 0,-6 4 0 0 0,10-6-278 0 0,1 0 0 0 0,0 0-1 0 0,-1 0 1 0 0,1 0 0 0 0,0 0 0 0 0,0 1 0 0 0,0-1-1 0 0,0 0 1 0 0,0 1 0 0 0,0-1 0 0 0,0 0-1 0 0,0 1 1 0 0,1-1 0 0 0,-1 1 0 0 0,0-1 0 0 0,1 1-1 0 0,0 0 1 0 0,-1 1 0 0 0,0 16-6452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38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56 7712 0 0,'0'0'704'0'0,"1"-2"-464"0"0,0 0 60 0 0,0 0 1 0 0,0 0 0 0 0,0 0 0 0 0,0 0-1 0 0,0 0 1 0 0,0 0 0 0 0,-1 0-1 0 0,1 0 1 0 0,-1-1 0 0 0,1 1 0 0 0,-1 0-1 0 0,0-3 1 0 0,1-10 2482 0 0,-2 14-1652 0 0,1 1-1082 0 0,0-1-1 0 0,0 1 1 0 0,0 0-1 0 0,0 0 1 0 0,0 0-1 0 0,0-1 1 0 0,0 1-1 0 0,0 0 1 0 0,0 0-1 0 0,0-1 1 0 0,0 1-1 0 0,0 0 1 0 0,0 0-1 0 0,0-1 1 0 0,0 1-1 0 0,0 0 1 0 0,0 0-1 0 0,0 0 1 0 0,0-1-1 0 0,0 1 1 0 0,-1 0-1 0 0,1 0 1 0 0,0 0-1 0 0,0 0 1 0 0,0-1-1 0 0,0 1 1 0 0,0 0-1 0 0,-1 0 1 0 0,1 0-1 0 0,0 0 1 0 0,0 0-1 0 0,0-1 1 0 0,-1 1-1 0 0,1 0 1 0 0,0 0-1 0 0,0 0 1 0 0,0 0-1 0 0,-1 0 1 0 0,1 0-1 0 0,0 0 1 0 0,0 0-1 0 0,-1 0 1 0 0,1 0-1 0 0,-10 2 762 0 0,5 3-684 0 0,3-3-89 0 0,1-1-1 0 0,-1 0 1 0 0,1 1 0 0 0,-1-1-1 0 0,1 1 1 0 0,0 0-1 0 0,0-1 1 0 0,-1 1-1 0 0,1 0 1 0 0,0 2-1 0 0,-7 8-67 0 0,1-2-18 0 0,-37 87 33 0 0,42-93 16 0 0,1 1 0 0 0,0-1 0 0 0,0 0 0 0 0,0 8 0 0 0,-2 9 0 0 0,2-18-26 0 0,1 0 0 0 0,-1 0 0 0 0,1 0 0 0 0,0 0-1 0 0,-1 0 1 0 0,1 0 0 0 0,1 0 0 0 0,-1 0 0 0 0,0-1 0 0 0,1 1-1 0 0,0 0 1 0 0,-1 0 0 0 0,1 0 0 0 0,0 0 0 0 0,1-1 0 0 0,-1 1-1 0 0,0 0 1 0 0,1-1 0 0 0,0 1 0 0 0,-1-1 0 0 0,5 4-1 0 0,-4-4-16 0 0,0 0-1 0 0,0-1 0 0 0,0 0 0 0 0,0 1 0 0 0,1-1 1 0 0,-1 0-1 0 0,1 0 0 0 0,-1 0 0 0 0,0 0 0 0 0,1-1 1 0 0,0 1-1 0 0,-1-1 0 0 0,1 1 0 0 0,-1-1 0 0 0,1 0 1 0 0,0 0-1 0 0,-1 0 0 0 0,1-1 0 0 0,-1 1 1 0 0,5-2-1 0 0,-1 1 8 0 0,-1-1 1 0 0,0 0-1 0 0,0 0 0 0 0,0-1 1 0 0,0 1-1 0 0,0-1 1 0 0,-1 0-1 0 0,8-7 0 0 0,-8 6 134 0 0,0 0-1 0 0,0 0 0 0 0,-1-1 0 0 0,0 0 1 0 0,0 1-1 0 0,0-1 0 0 0,0 0 0 0 0,-1-1 1 0 0,1 1-1 0 0,-1 0 0 0 0,-1-1 0 0 0,1 1 1 0 0,1-11-1 0 0,-3 13-5 0 0,0 0 1 0 0,0 0-1 0 0,0-1 0 0 0,0 1 1 0 0,0 0-1 0 0,-1 0 1 0 0,1 0-1 0 0,-1 0 0 0 0,0 0 1 0 0,0 0-1 0 0,0 0 1 0 0,0 0-1 0 0,0 0 0 0 0,-1 1 1 0 0,0-1-1 0 0,-3-4 1 0 0,-2-2 110 0 0,0 1 0 0 0,-1 0 1 0 0,-11-9-1 0 0,11 10-175 0 0,5 5-30 0 0,1 1 1 0 0,-1-1 0 0 0,1 1 0 0 0,-1 0-1 0 0,0 0 1 0 0,1 0 0 0 0,-1 0-1 0 0,0 0 1 0 0,0 0 0 0 0,0 1-1 0 0,0-1 1 0 0,0 1 0 0 0,0 0 0 0 0,0 0-1 0 0,-5 1 1 0 0,0-1-50 0 0,7 0 52 0 0,0 0 1 0 0,0 0-1 0 0,1 0 1 0 0,-1 0-1 0 0,0 1 1 0 0,0-1-1 0 0,1 0 1 0 0,-1 1 0 0 0,0-1-1 0 0,0 0 1 0 0,1 1-1 0 0,-1-1 1 0 0,0 1-1 0 0,-7 3-4144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3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1840 0 0,'-1'0'4170'0'0,"-23"15"1276"0"0,23-14-4630 0 0,0 1-652 0 0,1 0 1 0 0,-1-1-1 0 0,0 1 0 0 0,1 0 1 0 0,-1 0-1 0 0,0-1 1 0 0,0 1-1 0 0,0-1 1 0 0,0 1-1 0 0,-1-1 1 0 0,-2 3-1 0 0,-5 9 383 0 0,6-8-364 0 0,1 1 0 0 0,0 0 0 0 0,0-1 0 0 0,0 1 1 0 0,1 0-1 0 0,-1 8 0 0 0,-2 5 22 0 0,3-16-193 0 0,0 1 0 0 0,0-1-1 0 0,0 1 1 0 0,1 0 0 0 0,0-1 0 0 0,0 1-1 0 0,0 0 1 0 0,0 0 0 0 0,0-1 0 0 0,1 1-1 0 0,-1 0 1 0 0,1-1 0 0 0,0 1 0 0 0,3 5 0 0 0,-2-5-12 0 0,-1-3-1 0 0,0 0-1 0 0,0 0 1 0 0,0 0 0 0 0,-1 0 0 0 0,1 0-1 0 0,0 1 1 0 0,0-1 0 0 0,-1 0 0 0 0,1 1-1 0 0,-1-1 1 0 0,1 2 0 0 0,0 0-9 0 0,0-1 0 0 0,0 0 0 0 0,1 0 1 0 0,-1 0-1 0 0,1 1 0 0 0,-1-1 0 0 0,1 0 0 0 0,0-1 0 0 0,0 1 1 0 0,0 0-1 0 0,-1-1 0 0 0,2 1 0 0 0,-1-1 0 0 0,0 1 0 0 0,0-1 1 0 0,0 0-1 0 0,1 0 0 0 0,-1 0 0 0 0,1 0 0 0 0,-1 0 0 0 0,0-1 1 0 0,1 1-1 0 0,0-1 0 0 0,-1 1 0 0 0,1-1 0 0 0,4 0 1 0 0,30-1 19 0 0,-36 0 2 0 0,0 1 0 0 0,0-1 1 0 0,0 0-1 0 0,0 0 0 0 0,-1 0 0 0 0,1 1 0 0 0,0-1 0 0 0,-1 0 1 0 0,1 0-1 0 0,-1 0 0 0 0,1 0 0 0 0,0-2 0 0 0,1-1 27 0 0,28-30 1113 0 0,-27 30-983 0 0,0 0 0 0 0,-1 0 0 0 0,0 1 0 0 0,1-1 0 0 0,-1-1 0 0 0,0 1 0 0 0,-1 0 0 0 0,1 0 0 0 0,1-10 0 0 0,-3 12-58 0 0,1-1-1 0 0,-1 0 1 0 0,0 1-1 0 0,1-1 1 0 0,-1 0 0 0 0,-1 0-1 0 0,1 1 1 0 0,0-1-1 0 0,-1 0 1 0 0,1 1-1 0 0,-1-1 1 0 0,0 0 0 0 0,0 1-1 0 0,0-1 1 0 0,0 1-1 0 0,0-1 1 0 0,-3-3-1 0 0,1 3-31 0 0,0-1 76 0 0,0 0 0 0 0,0 0 1 0 0,0 0-1 0 0,-4-8 0 0 0,6 10-142 0 0,0 0-1 0 0,0-1 1 0 0,-1 1 0 0 0,0 0 0 0 0,1 0-1 0 0,-1 0 1 0 0,0 0 0 0 0,0 0-1 0 0,0 0 1 0 0,0 1 0 0 0,0-1-1 0 0,0 1 1 0 0,0-1 0 0 0,-1 1 0 0 0,1 0-1 0 0,-1 0 1 0 0,-3-1 0 0 0,0 0-39 0 0,-1 0 0 0 0,0 1 0 0 0,1 0 0 0 0,-1 0 0 0 0,-10 0 0 0 0,-15 6-447 0 0,13-3-616 0 0,7 4-4379 0 0,3 1-1037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42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92 2760 0 0,'0'0'4162'0'0,"-1"1"-3726"0"0,-1-1-102 0 0,-12 3 1078 0 0,13-3-1168 0 0,1 0-1 0 0,-1 0 1 0 0,1 1 0 0 0,-1-1-1 0 0,0 0 1 0 0,1 0-1 0 0,-1 0 1 0 0,1 1 0 0 0,-1-1-1 0 0,1 0 1 0 0,0 1-1 0 0,-1-1 1 0 0,1 0 0 0 0,-1 1-1 0 0,1-1 1 0 0,-1 0 0 0 0,1 1-1 0 0,0-1 1 0 0,-1 1-1 0 0,1-1 1 0 0,-1 2 0 0 0,2-2-219 0 0,-1 0 0 0 0,1 1 0 0 0,-1-1 1 0 0,1 1-1 0 0,0-1 0 0 0,-1 0 0 0 0,1 1 1 0 0,-1-1-1 0 0,1 0 0 0 0,0 0 0 0 0,-1 1 1 0 0,1-1-1 0 0,0 0 0 0 0,0 0 0 0 0,8 4 403 0 0,3-5-26 0 0,11-3-7 0 0,-17 3-287 0 0,1-1 0 0 0,-1 1 0 0 0,1 1 0 0 0,-1-1 0 0 0,1 1 0 0 0,7 1 0 0 0,-5 0-4 0 0,0-1-1 0 0,-1 0 0 0 0,15-2 0 0 0,10 0 156 0 0,-15 1-159 0 0,-14 0-92 0 0,0 1 0 0 0,0 0 0 0 0,0 0 0 0 0,-1 0 0 0 0,1 0 0 0 0,5 1 0 0 0,5 1 42 0 0,4 0-29 0 0,-14-1-9 0 0,0 0 1 0 0,0-1-1 0 0,0 0 0 0 0,0 1 1 0 0,0-1-1 0 0,0 0 0 0 0,6-2 1 0 0,3 2 16 0 0,72 8-29 0 0,-18-8-11 0 0,5 0 373 0 0,-51 0-350 0 0,-9-1-12 0 0,1 2 1 0 0,-1-1 0 0 0,15 4-1 0 0,-22-4 11 0 0,0 1 1 0 0,-1-1-1 0 0,1 0 0 0 0,0-1 0 0 0,8-1 0 0 0,13 0 40 0 0,90-2-41 0 0,-66 8-10 0 0,26-8 256 0 0,-64 5-256 0 0,-5 0 0 0 0,0 0 0 0 0,0 0 0 0 0,1-1 0 0 0,-1 0 0 0 0,8-1 0 0 0,18-2 0 0 0,-14 3 0 0 0,2 2 0 0 0,-14-2 0 0 0,0 1 0 0 0,0-1 0 0 0,13-2 0 0 0,7 1 0 0 0,22-3 54 0 0,-43 4-46 0 0,3 0 9 0 0,0 0-1 0 0,0-1 1 0 0,16-3-1 0 0,-22 3-16 0 0,-2 0 0 0 0,0 0 0 0 0,-1 1 0 0 0,1-1 0 0 0,0 1 0 0 0,0 0 0 0 0,-1-1 0 0 0,1 1 0 0 0,0 0 0 0 0,0-1 0 0 0,0 1 0 0 0,0 0 0 0 0,0 0 0 0 0,-1 0 0 0 0,1 0 0 0 0,0-1 0 0 0,1 2 0 0 0,1-2 0 0 0,0 1 0 0 0,-1 0 0 0 0,1 0-1 0 0,-1 1 1 0 0,1-1 0 0 0,0 0 0 0 0,-1 1-1 0 0,1 0 1 0 0,3 1 0 0 0,-3-1 2 0 0,1 0 0 0 0,-1 0 0 0 0,0 0 1 0 0,1 0-1 0 0,4-1 0 0 0,3-1 51 0 0,-10 1-43 0 0,1 0 0 0 0,-1 0-1 0 0,1 0 1 0 0,-1 0 0 0 0,1 0-1 0 0,-1 0 1 0 0,1 1-1 0 0,-1-1 1 0 0,3 1 0 0 0,-1 0 11 0 0,2 0-4 0 0,0 0-1 0 0,0 0 1 0 0,0-1 0 0 0,0 0 0 0 0,0 0-1 0 0,0-1 1 0 0,0 1 0 0 0,0-1 0 0 0,0 0-1 0 0,6-2 1 0 0,-5 1 1 0 0,0 1-18 0 0,0-1 0 0 0,0 1 0 0 0,0-1 0 0 0,1 2 0 0 0,9-1 0 0 0,-5 1 0 0 0,-7 0 0 0 0,14-3 0 0 0,12-1 0 0 0,-27 3 0 0 0,-1 0 0 0 0,1 1 0 0 0,-1-1 0 0 0,1 1 0 0 0,-1 0 0 0 0,1 0 0 0 0,-1 0 0 0 0,1 0 0 0 0,3 1 0 0 0,2 0 0 0 0,6 0-20 0 0,-7-1 10 0 0,0 0-1 0 0,0 0 1 0 0,0-1 0 0 0,9-2-1 0 0,7 0 11 0 0,-7 0 0 0 0,26 0 0 0 0,-19 3 0 0 0,-11 1 0 0 0,1 1 0 0 0,0-2 0 0 0,1-2 0 0 0,0 1 0 0 0,0 1 0 0 0,27 0 46 0 0,-23 1 41 0 0,0-1 0 0 0,32-5 0 0 0,-37 3-66 0 0,24-1 0 0 0,-14 1-10 0 0,19-3-11 0 0,-24 3 0 0 0,1 0 0 0 0,-1 0 0 0 0,1 2 0 0 0,20 2 0 0 0,-23-1 0 0 0,30-3 0 0 0,-33 1 0 0 0,-1 1 0 0 0,1 0 0 0 0,13 2 0 0 0,-23-2 0 0 0,1 0 0 0 0,-1 0 0 0 0,0 0 0 0 0,1 0 0 0 0,-1 0 0 0 0,0-1 0 0 0,6-1 0 0 0,-2 1 0 0 0,0-1 0 0 0,0 1 0 0 0,12 0 0 0 0,2-3 530 0 0,-1 0-1 0 0,16-3-1292 0 0,-25 6 1047 0 0,-8 0-203 0 0,1 0 1 0 0,-1 0-1 0 0,0 1 0 0 0,1-1 1 0 0,-1 1-1 0 0,7 0 1 0 0,-5 0-181 0 0,0 0 0 0 0,0-1 0 0 0,0 0 0 0 0,8-3 1 0 0,-8 3 67 0 0,0 0 0 0 0,-1 0 0 0 0,1 0 0 0 0,8 0 1 0 0,67-2 728 0 0,-68 2-684 0 0,-10 1 55 0 0,0 1-21 0 0,1-1 0 0 0,-1 0-1 0 0,0-1 1 0 0,0 1 0 0 0,0 0-1 0 0,0 0 1 0 0,0-1 0 0 0,0 0 0 0 0,4-1-1 0 0,-4 2-14 0 0,-1-1-1 0 0,1 1 0 0 0,-1-1 1 0 0,1 1-1 0 0,0 0 0 0 0,-1-1 1 0 0,1 1-1 0 0,3 0 0 0 0,1 0-33 0 0,-3-1-15 0 0,0 1 1 0 0,0 0-1 0 0,-1 0 1 0 0,1 0-1 0 0,0 0 1 0 0,0 1-1 0 0,-1-1 1 0 0,1 1-1 0 0,0 0 0 0 0,-1-1 1 0 0,1 1-1 0 0,0 0 1 0 0,2 2-1 0 0,7 0 27 0 0,-4-3 15 0 0,-6-1-4 0 0,0 1 0 0 0,1-1-1 0 0,-1 1 1 0 0,1-1 0 0 0,-1 1-1 0 0,1 0 1 0 0,-1 0 0 0 0,5 0-1 0 0,2 2 2 0 0,-7-2-32 0 0,0 0 1 0 0,0-1-1 0 0,1 1 0 0 0,-1 0 0 0 0,0-1 1 0 0,0 0-1 0 0,1 1 0 0 0,3-3 0 0 0,-5 2-359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4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50 159 9152 0 0,'-14'-50'1972'0'0,"12"44"1157"0"0,2 4-2886 0 0,0 1-1 0 0,0 0 0 0 0,-1 0 0 0 0,1-1 1 0 0,-1 1-1 0 0,1 0 0 0 0,-1 0 1 0 0,1 0-1 0 0,-1 0 0 0 0,0 0 0 0 0,0 0 1 0 0,1 0-1 0 0,-1 0 0 0 0,-1-1 0 0 0,1 2-165 0 0,1 0-1 0 0,0 0 0 0 0,-1 0 0 0 0,1 0 0 0 0,0 0 0 0 0,-1 0 0 0 0,1 0 0 0 0,0 0 0 0 0,-1 0 0 0 0,1 0 0 0 0,0 0 0 0 0,-1 1 0 0 0,1-1 0 0 0,0 0 0 0 0,-1 0 0 0 0,1 0 0 0 0,0 1 0 0 0,0-1 0 0 0,-1 0 1 0 0,1 0-1 0 0,0 1 0 0 0,0-1 0 0 0,0 0 0 0 0,-1 0 0 0 0,1 1 0 0 0,0-1 0 0 0,0 0 0 0 0,0 1 0 0 0,-1-1 0 0 0,-4 10 409 0 0,1 15-299 0 0,1 0-1 0 0,0 0 0 0 0,3 47 1 0 0,0-41-217 0 0,0-21-3 0 0,1-1 0 0 0,0 0 0 0 0,0 1 0 0 0,1-1 0 0 0,0 0-1 0 0,1 0 1 0 0,0 0 0 0 0,5 9 0 0 0,-6-12-83 0 0,1-1-1 0 0,0 0 0 0 0,0 0 0 0 0,1 0 1 0 0,-1 0-1 0 0,1-1 0 0 0,0 1 0 0 0,1-1 1 0 0,-1 0-1 0 0,1 0 0 0 0,-1-1 1 0 0,1 1-1 0 0,10 4 0 0 0,-13-7 18 0 0,1 0 1 0 0,-1-1-1 0 0,0 1 0 0 0,0-1 0 0 0,1 0 1 0 0,-1 1-1 0 0,0-1 0 0 0,0 0 0 0 0,1 0 1 0 0,-1-1-1 0 0,0 1 0 0 0,0 0 0 0 0,1-1 1 0 0,2-1-1 0 0,4-1-7 0 0,0-1 1 0 0,10-5 0 0 0,-11 5 310 0 0,-4 1-165 0 0,0 1 0 0 0,0-1 0 0 0,0 0 0 0 0,0-1-1 0 0,-1 1 1 0 0,1 0 0 0 0,-1-1 0 0 0,5-7 0 0 0,1-3 450 0 0,10-20 0 0 0,-18 31-372 0 0,0 0-1 0 0,1-1 1 0 0,-1 1-1 0 0,0 0 1 0 0,0-1-1 0 0,-1 1 1 0 0,1 0-1 0 0,-1-1 1 0 0,0 1-1 0 0,0-1 1 0 0,0 1-1 0 0,0-1 1 0 0,0 1-1 0 0,-1-1 1 0 0,-1-4-1 0 0,-4-28 2196 0 0,2 30-2157 0 0,4 6-153 0 0,-1 1 0 0 0,1-1 0 0 0,-1 0 0 0 0,1 0 0 0 0,-1 1 0 0 0,0-1 1 0 0,1 0-1 0 0,-1 0 0 0 0,1 1 0 0 0,0-1 0 0 0,-1 1 0 0 0,1-1 0 0 0,-1 0 0 0 0,1 1 0 0 0,-1 0 0 0 0,0 1 8 0 0,0-1 0 0 0,0 1 0 0 0,0-1 0 0 0,0 1-1 0 0,0-1 1 0 0,1 1 0 0 0,-1 0 0 0 0,0-1 0 0 0,1 1 0 0 0,0 0-1 0 0,-1 0 1 0 0,1 0 0 0 0,0 2 0 0 0,2 27-29 0 0,-1-22 16 0 0,-1-2-44 0 0,1 0-1 0 0,0 0 1 0 0,1 1-1 0 0,0-1 1 0 0,0 0-1 0 0,0 0 1 0 0,1-1 0 0 0,0 1-1 0 0,4 7 1 0 0,-4-9-52 0 0,1 1-1 0 0,-1-1 1 0 0,1 0 0 0 0,0 0 0 0 0,0 0 0 0 0,1-1 0 0 0,-1 1 0 0 0,1-1 0 0 0,0 0 0 0 0,1-1-1 0 0,6 5 1 0 0,-9-7 75 0 0,0 0-1 0 0,0 0 1 0 0,0 0-1 0 0,0 0 1 0 0,0-1-1 0 0,0 1 1 0 0,0-1-1 0 0,0 0 1 0 0,0 0-1 0 0,0 0 1 0 0,5-1-1 0 0,-3 0-7 0 0,1 0 0 0 0,-1 0-1 0 0,1-1 1 0 0,-1 1 0 0 0,8-5-1 0 0,-9 5 68 0 0,0-1 0 0 0,0 0 1 0 0,-1-1-1 0 0,1 1 0 0 0,0-1 0 0 0,-1 1 0 0 0,1-1 0 0 0,-1 0 0 0 0,0 0 0 0 0,0-1 0 0 0,0 1 0 0 0,2-5 0 0 0,11-16 865 0 0,-5 9-556 0 0,10-19 1 0 0,-19 29-319 0 0,1 0 1 0 0,-1 0-1 0 0,-1 0 1 0 0,1 0-1 0 0,-1 0 0 0 0,1 0 1 0 0,-2 0-1 0 0,2-10 1 0 0,1-20 474 0 0,-2 27-405 0 0,0 0-1 0 0,-1 0 1 0 0,0 0 0 0 0,-1-12 0 0 0,-16-90 399 0 0,17 107-511 0 0,0-1 1 0 0,0 1 0 0 0,0-1 0 0 0,1 1 0 0 0,-1 0 0 0 0,1-1 0 0 0,0 1 0 0 0,2-7-1 0 0,1-5-537 0 0,-4 14 524 0 0,0 1-1 0 0,1-1 0 0 0,-1 1 0 0 0,0-1 1 0 0,0 1-1 0 0,1-1 0 0 0,-1 1 0 0 0,0-1 1 0 0,1 1-1 0 0,-1-1 0 0 0,0 1 0 0 0,1 0 1 0 0,-1-1-1 0 0,0 1 0 0 0,1 0 0 0 0,-1-1 1 0 0,1 1-1 0 0,-1 0 0 0 0,1 0 0 0 0,-1-1 1 0 0,1 1-1 0 0,-1 0 0 0 0,1 0 0 0 0,2-2-1551 0 0,-12-4-4402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44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9 124 4608 0 0,'-5'-1'9643'0'0,"4"0"-9382"0"0,1-1-32 0 0,-1 1 1 0 0,1-1-1 0 0,-1 0 0 0 0,1 0 1 0 0,0 0-1 0 0,0 0 1 0 0,-1 0-1 0 0,1 1 1 0 0,0-1-1 0 0,1 0 1 0 0,-1 0-1 0 0,0 0 1 0 0,1 0-1 0 0,-1 0 1 0 0,1 0-1 0 0,-1 1 1 0 0,1-1-1 0 0,0 0 1 0 0,0 1-1 0 0,0-1 1 0 0,0 0-1 0 0,0 1 1 0 0,2-3-1 0 0,2-2 363 0 0,1 0-1 0 0,0 0 1 0 0,1 1-1 0 0,7-6 1 0 0,-5 4-222 0 0,-5 5-348 0 0,-1 0-1 0 0,0 1 0 0 0,1-1 0 0 0,-1 1 1 0 0,1 0-1 0 0,0 0 0 0 0,4-1 0 0 0,16-5-19 0 0,-18 5-2 0 0,-3 0 0 0 0,1 1 0 0 0,-1 0 0 0 0,1 0 0 0 0,-1 0 0 0 0,1 0 0 0 0,6 0 0 0 0,-6 1-1 0 0,16-6 13 0 0,-16 6 31 0 0,7 7-33 0 0,1 2 1 0 0,-10-7-16 0 0,-1 0-1 0 0,1 0 1 0 0,-1 0-1 0 0,1 1 1 0 0,-1-1 0 0 0,0 0-1 0 0,0 1 1 0 0,0-1-1 0 0,0 1 1 0 0,0-1 0 0 0,-1 1-1 0 0,1 0 1 0 0,-1-1-1 0 0,0 1 1 0 0,0-1-1 0 0,0 1 1 0 0,0 0 0 0 0,0-1-1 0 0,-1 6 1 0 0,0-3-39 0 0,0-1 0 0 0,-1 1 0 0 0,0 0 0 0 0,0-1 1 0 0,0 1-1 0 0,0-1 0 0 0,-1 1 0 0 0,1-1 0 0 0,-7 7 0 0 0,4-6 180 0 0,4-5-112 0 0,0 1-1 0 0,0 0 0 0 0,1 0 0 0 0,-1 0 0 0 0,0 0 0 0 0,1 0 1 0 0,-1 0-1 0 0,0 0 0 0 0,1 0 0 0 0,-1 0 0 0 0,1 0 0 0 0,-1 3 1 0 0,-2-1-62 0 0,2-2-298 0 0,27-3-1069 0 0,-21 2 1414 0 0,1 0 0 0 0,-1 0 1 0 0,0 0-1 0 0,0-1 0 0 0,1 0 1 0 0,-1 0-1 0 0,0-1 1 0 0,7-2-1 0 0,-11 3-174 0 0,-1 1 193 0 0,1 0 0 0 0,-1-1 0 0 0,0 1 1 0 0,1 0-1 0 0,-1 0 0 0 0,0-1 0 0 0,1 1 1 0 0,-1 0-1 0 0,1 0 0 0 0,-1 0 1 0 0,0 0-1 0 0,1-1 0 0 0,-1 1 0 0 0,1 0 1 0 0,-1 0-1 0 0,1 0 0 0 0,-1 0 0 0 0,0 0 1 0 0,1 0-1 0 0,-1 0 0 0 0,1 0 0 0 0,-1 0 1 0 0,1 0-1 0 0,-1 1 0 0 0,0-1 0 0 0,1 0 1 0 0,9 2 302 0 0,-1-2 55 0 0,-9 0-375 0 0,1 0 1 0 0,-1 0-1 0 0,0 0 1 0 0,1 0-1 0 0,-1 0 1 0 0,1 0-1 0 0,-1 0 1 0 0,0 0-1 0 0,1 0 1 0 0,-1 0-1 0 0,1 0 1 0 0,-1 0-1 0 0,0 0 1 0 0,1 0-1 0 0,-1 1 0 0 0,0-1 1 0 0,1 0-1 0 0,0 1 1 0 0,11 14-365 0 0,-11-13 357 0 0,0 0 0 0 0,0-1 0 0 0,-1 1 0 0 0,1 0 0 0 0,-1 0 1 0 0,1 0-1 0 0,-1 0 0 0 0,1-1 0 0 0,-1 1 0 0 0,0 0 0 0 0,0 0 0 0 0,0 3 0 0 0,-5 26 130 0 0,3-22-105 0 0,0-4-15 0 0,1 0 0 0 0,-1 1 0 0 0,0-2 0 0 0,0 1 0 0 0,-1 0 0 0 0,1 0 0 0 0,-1-1 0 0 0,-5 8 1 0 0,-4 2 24 0 0,-16 15 0 0 0,7-8-20 0 0,-23 22 45 0 0,39-38-61 0 0,0-1 1 0 0,0 0-1 0 0,-1 0 0 0 0,0 0 1 0 0,1-1-1 0 0,-1 0 0 0 0,-1 0 0 0 0,-7 3 1 0 0,-6 2-211 0 0,16-6-134 0 0,1-1 1 0 0,-1 0 0 0 0,1 0 0 0 0,-1 0 0 0 0,1 0 0 0 0,-1-1-1 0 0,0 1 1 0 0,1-1 0 0 0,-1 0 0 0 0,0 0 0 0 0,0 0-1 0 0,1-1 1 0 0,-8-1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47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15 4144 0 0,'0'0'4777'0'0,"-1"-9"230"0"0,1 8-4943 0 0,0 1 0 0 0,0 0 1 0 0,0-1-1 0 0,-1 1 0 0 0,1 0 1 0 0,0 0-1 0 0,0-1 0 0 0,0 1 0 0 0,-1 0 1 0 0,1-1-1 0 0,0 1 0 0 0,0 0 1 0 0,-1 0-1 0 0,1 0 0 0 0,0-1 1 0 0,-1 1-1 0 0,1 0 0 0 0,0 0 1 0 0,-1 0-1 0 0,1 0 0 0 0,0-1 1 0 0,-1 1-1 0 0,1 0 0 0 0,0 0 1 0 0,-1 0-1 0 0,1 0 0 0 0,0 0 1 0 0,-1 0-1 0 0,1 0 0 0 0,0 0 1 0 0,-1 0-1 0 0,1 0 0 0 0,-1 0 0 0 0,1 0 1 0 0,0 1-1 0 0,-1-1 0 0 0,1 0 1 0 0,0 0-1 0 0,-1 0 0 0 0,1 0 1 0 0,0 1-1 0 0,0-1 0 0 0,-1 0 1 0 0,1 0-1 0 0,0 0 0 0 0,-1 1 1 0 0,1-1-1 0 0,0 0 0 0 0,0 0 1 0 0,0 1-1 0 0,-1-1 0 0 0,1 0 1 0 0,0 1-1 0 0,-1 0-34 0 0,0 1 0 0 0,0-1 0 0 0,0 0 0 0 0,0 1 0 0 0,0-1 0 0 0,0 0 0 0 0,0 1 0 0 0,1-1 0 0 0,-1 1 0 0 0,1-1 0 0 0,-1 1 0 0 0,0 2 0 0 0,1-4-18 0 0,0 1 0 0 0,0 0 0 0 0,0-1 0 0 0,0 1 0 0 0,0 0 0 0 0,0-1 0 0 0,0 1 0 0 0,0 0 0 0 0,-1-1 0 0 0,1 1 0 0 0,0-1 0 0 0,0 1 0 0 0,-1 0 0 0 0,1-1 0 0 0,-1 1-1 0 0,0 1-12 0 0,1-1 0 0 0,-1 0 0 0 0,0 0 0 0 0,1 1 0 0 0,-1-1 0 0 0,1 0 0 0 0,0 1 0 0 0,-1-1 0 0 0,1 0 0 0 0,0 1 0 0 0,0-1 0 0 0,0 1 0 0 0,0-1 0 0 0,0 3 0 0 0,-1 0-2 0 0,1-2-2 0 0,0-1 0 0 0,0 0 1 0 0,0 1-1 0 0,0-1 0 0 0,0 0 0 0 0,0 1 1 0 0,0-1-1 0 0,0 0 0 0 0,1 1 0 0 0,-1-1 1 0 0,0 0-1 0 0,1 0 0 0 0,-1 1 1 0 0,2 1-1 0 0,-1-1 0 0 0,0-1 0 0 0,0 1-1 0 0,0-1 1 0 0,0 0 0 0 0,0 1 0 0 0,0-1 0 0 0,1 0 0 0 0,-1 0 0 0 0,0 0-1 0 0,1 0 1 0 0,-1 0 0 0 0,1 0 0 0 0,-1 0 0 0 0,1 0 0 0 0,0 0 0 0 0,-1-1 0 0 0,1 1-1 0 0,0-1 1 0 0,2 1 0 0 0,-2-1 74 0 0,7-1 53 0 0,1-2-112 0 0,7-6-10 0 0,-12 3 0 0 0,-2 1 0 0 0,-1 3 48 0 0,0 0-1 0 0,-1 0 1 0 0,1 0-1 0 0,-1 0 1 0 0,1 0-1 0 0,-1-1 1 0 0,0 1-1 0 0,1 0 1 0 0,-1-1-1 0 0,-1 1 1 0 0,1-1-1 0 0,0 0 1 0 0,0 1-1 0 0,0-5 0 0 0,-1 6 428 0 0,-5-3 66 0 0,4 2-481 0 0,-1 0-1 0 0,1 0 1 0 0,-1 1-1 0 0,1-1 0 0 0,-1 1 1 0 0,0-1-1 0 0,0 1 0 0 0,1 0 1 0 0,-1-1-1 0 0,0 1 0 0 0,0 0 1 0 0,0 0-1 0 0,0 1 1 0 0,0-1-1 0 0,-1 0 0 0 0,1 1 1 0 0,0-1-1 0 0,-4 0 0 0 0,-2-2 75 0 0,8 3-125 0 0,-1-1 0 0 0,1 1 0 0 0,0 0 1 0 0,-1 0-1 0 0,1-1 0 0 0,0 1 0 0 0,-1 0 0 0 0,1 0 0 0 0,0 0 0 0 0,-1 0 1 0 0,1-1-1 0 0,-1 1 0 0 0,1 0 0 0 0,0 0 0 0 0,-1 0 0 0 0,1 0 1 0 0,-1 0-1 0 0,1 0 0 0 0,-1 0 0 0 0,0 1-1 0 0,-1-1 1 0 0,1 1-1 0 0,0 0 0 0 0,-1-1 1 0 0,1 1-1 0 0,0 0 0 0 0,0 0 0 0 0,-1 0 1 0 0,1 0-1 0 0,-2 2 0 0 0,-2 7-8 0 0,5-9 0 0 0,0 1-1 0 0,0-1 0 0 0,-1 1 1 0 0,1 0-1 0 0,0-1 0 0 0,0 1 1 0 0,0-1-1 0 0,1 1 0 0 0,-1 0 1 0 0,0-1-1 0 0,0 1 0 0 0,1-1 1 0 0,-1 1-1 0 0,1-1 0 0 0,1 3 1 0 0,-1-3-56 0 0,-1 0 48 0 0,0 0 1 0 0,0 0 0 0 0,0-1 0 0 0,0 1-1 0 0,0 0 1 0 0,1-1 0 0 0,-1 1 0 0 0,0 0-1 0 0,1-1 1 0 0,-1 1 0 0 0,0 0 0 0 0,1-1-1 0 0,-1 1 1 0 0,1-1 0 0 0,-1 1 0 0 0,1 0-1 0 0,0 0 1 0 0,4 2-16 0 0,-3-2 14 0 0,0 0-1 0 0,1 0 0 0 0,-1 0 0 0 0,0 0 0 0 0,0-1 0 0 0,4 2 1 0 0,-5-2 5 0 0,0 0 2 0 0,-1 0 0 0 0,1 1-1 0 0,0-1 1 0 0,-1 0 0 0 0,1 0-1 0 0,0 0 1 0 0,-1 0 0 0 0,1 1-1 0 0,0-1 1 0 0,-1 0 0 0 0,1 0-1 0 0,0 0 1 0 0,-1-1 0 0 0,1 1-1 0 0,0 0 1 0 0,-1 0 0 0 0,1 0-1 0 0,0 0 1 0 0,-1-1 0 0 0,1 1-1 0 0,1-1 1 0 0,1 0-7 0 0,0 1 6 0 0,-3 0 4 0 0,1 0 0 0 0,0 0 1 0 0,-1 0-1 0 0,1 0 0 0 0,0 0 1 0 0,-1 0-1 0 0,1 0 0 0 0,0 0 1 0 0,-1 0-1 0 0,1 0 0 0 0,0 0 1 0 0,-1-1-1 0 0,1 1 0 0 0,-1 0 1 0 0,1 0-1 0 0,0-1 0 0 0,-1 1 0 0 0,1 0 1 0 0,-1-1-1 0 0,1 0 0 0 0,0 1 117 0 0,-1-2 12 0 0,2-6-9 0 0,-2 7-91 0 0,0 0 1 0 0,1 0-1 0 0,-1 0 0 0 0,0 1 1 0 0,0-1-1 0 0,0 0 0 0 0,1 0 1 0 0,-1 0-1 0 0,0 0 0 0 0,0 0 0 0 0,0 0 1 0 0,0 0-1 0 0,-1 0 0 0 0,1 1 1 0 0,0-1-1 0 0,0 0 0 0 0,0 0 0 0 0,-1 0 1 0 0,1 0-1 0 0,0 0 0 0 0,-1 1 1 0 0,1-1-1 0 0,-1 0 0 0 0,1 0 1 0 0,-1 1-1 0 0,1-1 0 0 0,-1 0 0 0 0,0 1 1 0 0,1-1-1 0 0,-2-1 0 0 0,-3 0 143 0 0,3 1-145 0 0,1 0-1 0 0,-1 0 1 0 0,0 0 0 0 0,0 1-1 0 0,1-1 1 0 0,-1 0-1 0 0,0 1 1 0 0,0-1-1 0 0,0 1 1 0 0,0 0-1 0 0,1 0 1 0 0,-1-1-1 0 0,0 1 1 0 0,0 1 0 0 0,0-1-1 0 0,0 0 1 0 0,0 0-1 0 0,0 1 1 0 0,-2 0-1 0 0,-3 2 0 0 0,5-1 16 0 0,-2 2-33 0 0,2-2-11 0 0,1-1-1 0 0,0 1 1 0 0,-1 0-1 0 0,1 0 1 0 0,0 0-1 0 0,1 0 1 0 0,-1 1-1 0 0,0-1 1 0 0,1 0-1 0 0,-1 3 0 0 0,1-4 0 0 0,0 1-1 0 0,0-1 1 0 0,0 0-1 0 0,0 0 1 0 0,1 0-1 0 0,-1 0 1 0 0,1 1-1 0 0,-1-1 1 0 0,1 0-1 0 0,-1 0 1 0 0,1 0-1 0 0,0 1 1 0 0,0 0-2 0 0,2 2-5 0 0,-3-3 3 0 0,1 0-1 0 0,-1 0 1 0 0,0 0-1 0 0,1 0 1 0 0,-1 0 0 0 0,1-1-1 0 0,0 1 1 0 0,-1 0 0 0 0,1 0-1 0 0,0 0 1 0 0,-1-1-1 0 0,1 1 1 0 0,0 0 0 0 0,0-1-1 0 0,0 1 1 0 0,-1 0 0 0 0,1-1-1 0 0,0 1 1 0 0,0-1-1 0 0,0 0 1 0 0,1 1 0 0 0,15 6-224 0 0,-14-6 212 0 0,0 0 0 0 0,0 0-1 0 0,0 0 1 0 0,0 0 0 0 0,0 0-1 0 0,1-1 1 0 0,5 1 0 0 0,0-4 4 0 0,21-13 17 0 0,-26 14 10 0 0,-2 1 65 0 0,5-16 174 0 0,-6 16-211 0 0,-1-1 1 0 0,0 0-1 0 0,0 1 1 0 0,1-1 0 0 0,-1 0-1 0 0,0 1 1 0 0,0-1 0 0 0,-1 0-1 0 0,1 1 1 0 0,0-1-1 0 0,-1 0 1 0 0,1 1 0 0 0,-1-1-1 0 0,1 1 1 0 0,-1-1-1 0 0,0 1 1 0 0,1-1 0 0 0,-1 1-1 0 0,0-1 1 0 0,0 1-1 0 0,0 0 1 0 0,0-1 0 0 0,-2 0-1 0 0,3 2-25 0 0,0-1 0 0 0,-1 1 1 0 0,1 0-1 0 0,0 0 0 0 0,0-1 0 0 0,0 1 0 0 0,-1 0 0 0 0,1-1 0 0 0,0 1 0 0 0,0 0 0 0 0,0-1 0 0 0,0 1 0 0 0,0 0 0 0 0,0-1 0 0 0,-1 1 1 0 0,1 0-1 0 0,0-1 0 0 0,0 1 0 0 0,0 0 0 0 0,0-1 0 0 0,0 1-14 0 0,0-1 0 0 0,0 1-1 0 0,0 0 1 0 0,0 0 0 0 0,0-1 0 0 0,0 1 0 0 0,0 0 0 0 0,0 0 0 0 0,0-1-1 0 0,0 1 1 0 0,0 0 0 0 0,0 0 0 0 0,0-1 0 0 0,-1 1 0 0 0,1 0-1 0 0,0 0 1 0 0,0-1 0 0 0,0 1 0 0 0,0 0 0 0 0,-1 0 0 0 0,1 0 0 0 0,0 0-1 0 0,0-1 1 0 0,0 1 0 0 0,-1 0 0 0 0,1 0 0 0 0,-1 0 0 0 0,-2-2 44 0 0,-1 0 0 0 0,0 0 1 0 0,0 0-1 0 0,-8-2 1 0 0,2 6-92 0 0,8-1 27 0 0,-5 2 3 0 0,1 6 15 0 0,-11 15-53 0 0,16-23 78 0 0,1 12-199 0 0,0-11 120 0 0,-1-1 1 0 0,-1 7 42 0 0,2-1 11 0 0,1 1 0 0 0,4 15 0 0 0,0-3 0 0 0,-5-18 0 0 0,0 0 0 0 0,0 0-1 0 0,1 0 1 0 0,0 0 0 0 0,-1 1 0 0 0,1-1-1 0 0,0-1 1 0 0,1 4 0 0 0,1 4 13 0 0,15 65-13 0 0,-16-62-12 0 0,-1-9 21 0 0,-1 0 0 0 0,1 1 0 0 0,0-1 0 0 0,0 0 0 0 0,2 5 1 0 0,0-1-8 0 0,-1-1 0 0 0,1 1 0 0 0,-1 0 0 0 0,1 9 0 0 0,-2-12-2 0 0,0 0 0 0 0,0 0 0 0 0,0 0 0 0 0,0 0 0 0 0,4 5 0 0 0,5 19 0 0 0,0 5 0 0 0,-7-23 0 0 0,1 0 0 0 0,2 16 0 0 0,-5-18-13 0 0,2 16-232 0 0,0 26-1 0 0,0-37 242 0 0,-3-12 6 0 0,1 0-1 0 0,-1 0 1 0 0,0 0 0 0 0,1 0-1 0 0,-1 1 1 0 0,0-1 0 0 0,0 0-1 0 0,0 0 1 0 0,0 0 0 0 0,0 0-1 0 0,0 0 1 0 0,-1 2 0 0 0,1 0 42 0 0,-1 0 0 0 0,1 0 0 0 0,0 0 1 0 0,0 0-1 0 0,0 0 0 0 0,1 6 1 0 0,0 6 161 0 0,-6 3-572 0 0,5-18 270 0 0,0 3 117 0 0,0 0-1 0 0,0-1 1 0 0,0 1 0 0 0,0 0-1 0 0,1-1 1 0 0,-1 1-1 0 0,1 0 1 0 0,1 2 0 0 0,22-4-31 0 0,-19-1 53 0 0,1 0 0 0 0,0 0-1 0 0,0-1 1 0 0,-1 0 0 0 0,11-2-1 0 0,-8 0 2 0 0,1 0-1 0 0,-1 1 0 0 0,1 0 0 0 0,0 0 1 0 0,11 0-1 0 0,20-4-36 0 0,-12 3 26 0 0,3-1-13 0 0,31-9-20 0 0,-50 12 0 0 0,-8 0 0 0 0,1 1 0 0 0,-1 0 0 0 0,1-1 0 0 0,-1 0 0 0 0,7-2 0 0 0,1 0 3 0 0,-1 1 0 0 0,1 1-1 0 0,13-1 1 0 0,-24 2 0 0 0,0 0 1 0 0,0 0-1 0 0,0 0 0 0 0,1-1 1 0 0,-1 1-1 0 0,0 0 0 0 0,0 0 1 0 0,0-1-1 0 0,0 1 0 0 0,0-1 1 0 0,2 0-1 0 0,7-3 10 0 0,-5 2-13 0 0,-3 1 0 0 0,0 1 0 0 0,1-1 0 0 0,-1 1 0 0 0,1 0 0 0 0,-1 0 0 0 0,0 0 0 0 0,1 0 0 0 0,3 0 0 0 0,70-5 0 0 0,-62 5 0 0 0,25-5 0 0 0,-24 2 0 0 0,26 0 0 0 0,52 0 0 0 0,-78 3 0 0 0,0-1 0 0 0,17-3 0 0 0,-6 3 0 0 0,-22 1 0 0 0,0 0 0 0 0,0 0 0 0 0,0 0 0 0 0,1-1 0 0 0,6-1 0 0 0,-1-1 0 0 0,-1 0 0 0 0,-1 0 0 0 0,0 1 0 0 0,1 0 0 0 0,-1 1 0 0 0,11-1 0 0 0,-10 1 0 0 0,14-2 0 0 0,-17 3 0 0 0,23 3 0 0 0,-20-3 0 0 0,-6 0 0 0 0,0 0 0 0 0,-1-1 0 0 0,1 1 0 0 0,-1 0 0 0 0,1 1 0 0 0,0-1 0 0 0,4 1 0 0 0,7 1 0 0 0,-7 0 0 0 0,1-1 0 0 0,-1 0 0 0 0,1 0 0 0 0,-1-1 0 0 0,1 0 0 0 0,-1 0 0 0 0,1-1 0 0 0,-1 0 0 0 0,0 0 0 0 0,11-3 0 0 0,3-4-26 0 0,-17 7-72 0 0,1 0 0 0 0,0 0 1 0 0,0 0-1 0 0,-1 1 1 0 0,1-1-1 0 0,8 2 1 0 0,0-1 552 0 0,3-1-319 0 0,-13 0-57 0 0,0-1-56 0 0,2 0 1 0 0,0 1 0 0 0,0 0 0 0 0,0 1 0 0 0,0-1 0 0 0,0 1 0 0 0,10 1 0 0 0,-10 0 15 0 0,-1-1 0 0 0,1 0-1 0 0,0 0 1 0 0,-1 0 0 0 0,1-1-1 0 0,8-2 1 0 0,-11 3 185 0 0,11-2 187 0 0,11-4-1051 0 0,-3 5 626 0 0,-18 1 74 0 0,0 0 0 0 0,0 0-1 0 0,-1 0 1 0 0,1-1 0 0 0,0 1-1 0 0,0-1 1 0 0,3-1 0 0 0,7 0-137 0 0,-2 0-290 0 0,-2-1 435 0 0,-5 2-4 0 0,0-1 0 0 0,1 1-1 0 0,-1 1 1 0 0,1-1 0 0 0,-1 1 0 0 0,1-1 0 0 0,-1 1-1 0 0,6 1 1 0 0,-6-2-64 0 0,0 1 0 0 0,9 6 0 0 0,-10-4 2 0 0,0-1-2 0 0,18-1-12 0 0,6-3-226 0 0,-26 3 368 0 0,1 0-18 0 0,8 0-90 0 0,-2 0-86 0 0,-7 0-272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54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2 3224 0 0,'-4'-2'18731'0'0,"1"6"-18423"0"0,0 0 0 0 0,0 0 0 0 0,0 0 0 0 0,-3 5 0 0 0,-11 25-289 0 0,13-27-20 0 0,0 1 1 0 0,0 0 0 0 0,1-1-1 0 0,0 1 1 0 0,0 1 0 0 0,1-1 0 0 0,-2 10-1 0 0,3-6-14 0 0,0 0 0 0 0,1 0-1 0 0,1 0 1 0 0,0 0 0 0 0,2 13-1 0 0,-2-20 6 0 0,0 0 0 0 0,1 0 0 0 0,0 0 0 0 0,0 0 0 0 0,0 0 0 0 0,0-1 0 0 0,1 1 0 0 0,0-1 0 0 0,-1 1 0 0 0,2-1 0 0 0,-1 0 0 0 0,0 0 0 0 0,7 5 0 0 0,-9-8-86 0 0,8 3-80 0 0,-4-2 153 0 0,0-1 0 0 0,0 1 0 0 0,0-1-1 0 0,0 0 1 0 0,0-1 0 0 0,9 1 0 0 0,0-3 7 0 0,-11-2 17 0 0,-2 2 0 0 0,2 1-3 0 0,7-9 18 0 0,-6 6 82 0 0,-1 0 1 0 0,1 0-1 0 0,-1 0 1 0 0,-1 0-1 0 0,1 0 1 0 0,0-1-1 0 0,-1 0 1 0 0,0 1 0 0 0,0-1-1 0 0,1-5 1 0 0,-3 7-40 0 0,0 1 1 0 0,0 0 0 0 0,0 0-1 0 0,0-1 1 0 0,0 1 0 0 0,0 0 0 0 0,-1 0-1 0 0,1-1 1 0 0,-1 1 0 0 0,0 0-1 0 0,0 0 1 0 0,-2-4 0 0 0,-15-25 538 0 0,12 23-542 0 0,0 0-1 0 0,-1 0 1 0 0,1 0-1 0 0,-2 1 1 0 0,1 0 0 0 0,-1 1-1 0 0,0 0 1 0 0,-10-6-1 0 0,11 9-101 0 0,0 0-1 0 0,0 1 1 0 0,0-1 0 0 0,-1 1-1 0 0,1 1 1 0 0,-1 0 0 0 0,0 0-1 0 0,-12 0 1 0 0,4 5-159 0 0,1 0-3583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54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5984 0 0,'1'-1'464'0'0,"9"-18"1408"0"0,-3 8 2450 0 0,5-6 1446 0 0,3-2-2419 0 0,-10 13 1539 0 0,0 76-4265 0 0,-6-31-534 0 0,0-20-33 0 0,1 0 0 0 0,0 0 0 0 0,5 27 0 0 0,1 1-30 0 0,-6-36-16 0 0,1 0-1 0 0,1 0 1 0 0,4 16-1 0 0,-5-23-9 0 0,0 1 0 0 0,0 0 0 0 0,-1-1 0 0 0,1 7 0 0 0,-1-7 0 0 0,0 0 0 0 0,0 0 0 0 0,1 0 0 0 0,-1 0 0 0 0,3 6 0 0 0,6 25-348 0 0,-5-13 23 0 0,-4-22 255 0 0,0 0 1 0 0,0 1-1 0 0,0-1 0 0 0,0 0 1 0 0,0 1-1 0 0,0-1 1 0 0,0 0-1 0 0,0 1 1 0 0,0-1-1 0 0,0 0 0 0 0,0 1 1 0 0,1-1-1 0 0,-1 0 1 0 0,0 1-1 0 0,0-1 0 0 0,0 0 1 0 0,0 1-1 0 0,0-1 1 0 0,1 0-1 0 0,-1 0 1 0 0,0 1-1 0 0,0-1 0 0 0,0 0 1 0 0,1 1-1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55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2304 0 0,'0'0'14533'0'0,"0"11"-13161"0"0,0 9-782 0 0,0-17-296 0 0,0-2 20 0 0,-5 80 1446 0 0,3-46-1590 0 0,1-25-146 0 0,0 0-1 0 0,0 0 1 0 0,2 13-1 0 0,2 3 15 0 0,-1-9 179 0 0,6 31-1 0 0,-4-22 565 0 0,-3-21-644 0 0,-1 0 0 0 0,1 1-1 0 0,0-1 1 0 0,0 0 0 0 0,3 6-1 0 0,2 2-120 0 0,-5-9-16 0 0,1 1 0 0 0,-1-1 0 0 0,1 0 0 0 0,0 0 0 0 0,0 0 0 0 0,1-1 0 0 0,-1 1 0 0 0,1-1 0 0 0,0 1 0 0 0,3 3 0 0 0,1-6-64 0 0,-5-1-273 0 0,2 0-2177 0 0,-3 0 2174 0 0,0 0 0 0 0,0 0 0 0 0,0 0 1 0 0,0-1-1 0 0,1 1 0 0 0,-1 0 0 0 0,0-1 0 0 0,0 1 0 0 0,0-1 1 0 0,0 1-1 0 0,0-1 0 0 0,0 0 0 0 0,1 0 0 0 0,7-13-1692 0 0,-7 11-14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55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72 6912 0 0,'0'-1'528'0'0,"0"-6"1041"0"0,-6 2 1568 0 0,5 5-2898 0 0,0-1 1 0 0,0 1-1 0 0,1 0 0 0 0,-1-1 0 0 0,0 1 0 0 0,0 0 0 0 0,0 0 1 0 0,0 0-1 0 0,0 0 0 0 0,0 0 0 0 0,0 0 0 0 0,0 0 0 0 0,0 0 0 0 0,0 0 1 0 0,0 0-1 0 0,0 1 0 0 0,0-1 0 0 0,0 0 0 0 0,0 1 0 0 0,0-1 1 0 0,0 0-1 0 0,0 1 0 0 0,0 0 0 0 0,-1 0 0 0 0,-20 19 1516 0 0,18-16-1505 0 0,2-2-54 0 0,-1 1 0 0 0,1 0 0 0 0,-1 1 0 0 0,1-1 0 0 0,0 0 0 0 0,1 1 0 0 0,-1-1 0 0 0,0 1 0 0 0,1-1 0 0 0,0 1 1 0 0,0 0-1 0 0,0 0 0 0 0,0-1 0 0 0,1 1 0 0 0,-1 7 0 0 0,-1 4 40 0 0,2-12-234 0 0,0-1 0 0 0,0 1 0 0 0,0 0-1 0 0,0-1 1 0 0,1 1 0 0 0,-1 0-1 0 0,1-1 1 0 0,0 1 0 0 0,-1 0 0 0 0,3 3-1 0 0,3 12-4 0 0,-1 0 3 0 0,0-14 0 0 0,-2-2 0 0 0,2 2 0 0 0,8 6 0 0 0,15 0 0 0 0,-21-8-70 0 0,1 0 1 0 0,-1-1-1 0 0,0 1 0 0 0,1-1 0 0 0,-1-1 0 0 0,1 0 1 0 0,-1 0-1 0 0,1 0 0 0 0,-1-1 0 0 0,13-3 0 0 0,-4 1-138 0 0,-7 1 203 0 0,0-1 0 0 0,0 0-1 0 0,0 0 1 0 0,10-6 0 0 0,-8 3 102 0 0,0 0 0 0 0,-1-1 0 0 0,-1 0 0 0 0,1-1 0 0 0,-1 0 0 0 0,0-1 0 0 0,-1 1 0 0 0,0-2 0 0 0,8-11 0 0 0,-14 19-42 0 0,-1 0 0 0 0,0 0-1 0 0,-1-1 1 0 0,1 1 0 0 0,0 0 0 0 0,-1 0-1 0 0,1 0 1 0 0,-1-1 0 0 0,1 1 0 0 0,-1 0-1 0 0,0-1 1 0 0,0 1 0 0 0,0 0 0 0 0,-1-1-1 0 0,1 1 1 0 0,0 0 0 0 0,-1 0 0 0 0,-1-4-1 0 0,1 2 50 0 0,0 1 0 0 0,-1-1 0 0 0,0 0 0 0 0,0 1 0 0 0,0-1 0 0 0,0 1 0 0 0,0-1 0 0 0,-1 1 0 0 0,-5-5 0 0 0,0 1-78 0 0,0 0 0 0 0,-1 1 0 0 0,0 0 0 0 0,-1 0 0 0 0,1 1 0 0 0,-1 0 0 0 0,0 1 0 0 0,0 0 0 0 0,-1 0 0 0 0,1 1 0 0 0,-1 1 0 0 0,1 0 0 0 0,-1 0 0 0 0,0 1 0 0 0,0 0 0 0 0,0 1 0 0 0,0 0 0 0 0,1 1 0 0 0,-1 0 0 0 0,-16 4 0 0 0,21-3-81 0 0,1-2-72 0 0,0 1 0 0 0,0 1-1 0 0,0-1 1 0 0,0 1 0 0 0,0 0 0 0 0,0 0 0 0 0,0 0 0 0 0,1 0 0 0 0,-1 1-1 0 0,1 0 1 0 0,-1 0 0 0 0,1 0 0 0 0,-4 5 0 0 0,-44 51-5970 0 0,29-27 3836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4:59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32 2272 0 0,'0'0'5585'0'0,"-7"2"558"0"0,8 1-6095 0 0,-1-1 24 0 0,1-1-1 0 0,-1 1 0 0 0,1-1 0 0 0,0 1 0 0 0,0 0 0 0 0,0-1 0 0 0,0 0 0 0 0,0 1 0 0 0,0-1 1 0 0,0 1-1 0 0,0-1 0 0 0,0 0 0 0 0,1 0 0 0 0,-1 0 0 0 0,2 2 0 0 0,19 6 440 0 0,-16-5-424 0 0,1-1 0 0 0,-1 0 0 0 0,1 0-1 0 0,0-1 1 0 0,0 0 0 0 0,0 0 0 0 0,13 1 0 0 0,17 1 62 0 0,2 0-43 0 0,13 0-39 0 0,-36 0-17 0 0,4-1 47 0 0,75 1 329 0 0,-43 1-354 0 0,-34-5 4 0 0,28-4 0 0 0,-8 0 306 0 0,77 3 0 0 0,-59 1-271 0 0,46 0 161 0 0,-88 0-214 0 0,8 0 20 0 0,-13 1-34 0 0,0-1 0 0 0,0 0 0 0 0,0 0-1 0 0,0-1 1 0 0,14-2 0 0 0,22-2 138 0 0,-15 5 52 0 0,56-7 0 0 0,-47 4-130 0 0,-28 3-44 0 0,0-1 0 0 0,21-4 0 0 0,-24 3-24 0 0,0 1-1 0 0,0 0 0 0 0,11 1 1 0 0,-11-1-18 0 0,0 1 1 0 0,14-3 0 0 0,-15 2-4 0 0,0 1 1 0 0,0-1 0 0 0,1 1 0 0 0,9 2 0 0 0,8-1 41 0 0,109 2 161 0 0,-129-3-215 0 0,0 0 6 0 0,1 1-1 0 0,-1-1 1 0 0,0 1 0 0 0,0-1 0 0 0,0 2 0 0 0,9 2-1 0 0,-7-3 3 0 0,0 0-1 0 0,1-1 0 0 0,-1 1 1 0 0,14-3-1 0 0,-5 2 2 0 0,23-1 13 0 0,-17 0 14 0 0,-1 1-1 0 0,36 4 0 0 0,-48-3-6 0 0,-5-1-21 0 0,0 0 1 0 0,0 0 0 0 0,0 1 0 0 0,0 0-1 0 0,0-1 1 0 0,6 3 0 0 0,-1-1 30 0 0,1-1 0 0 0,-1 0 0 0 0,16-1 0 0 0,-12 0 34 0 0,22 2 0 0 0,-23-1-4 0 0,47-5 72 0 0,-10 1-51 0 0,-33 2-16 0 0,-12 0-62 0 0,-1-1 0 0 0,54-6 67 0 0,-55 7-73 0 0,1 0-1 0 0,0 1 0 0 0,0-1 1 0 0,-1 1-1 0 0,1 0 0 0 0,0 0 1 0 0,0 0-1 0 0,4 1 0 0 0,4-1 41 0 0,-8-1-40 0 0,12-1 77 0 0,-10 3-65 0 0,-1-1 0 0 0,0-1 0 0 0,1 1 0 0 0,-1-1 0 0 0,1 0 0 0 0,-1 0 0 0 0,0 0 0 0 0,7-3 0 0 0,-2 3-8 0 0,-6 0-7 0 0,0 1 0 0 0,0 0-1 0 0,1-1 1 0 0,-1 0 0 0 0,0 0 0 0 0,5-2 0 0 0,10-2-1 0 0,21-4 0 0 0,-6 8 97 0 0,-31 1-217 0 0,0 0-592 0 0,8 0 250 0 0,-1-1 0 0 0,1-1-1 0 0,0 1 1 0 0,15-6 0 0 0,40-17-2247 0 0,-53 19 2244 0 0,11-6-513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5:00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 2304 0 0,'0'0'101'0'0,"1"-2"1"0"0,10-24 356 0 0,4-10 4089 0 0,-5 5-1709 0 0,-9 27-2641 0 0,0 0-1 0 0,0 0 0 0 0,1 1 1 0 0,0-1-1 0 0,1-3 0 0 0,-1 4 66 0 0,-1 1 1 0 0,1-1-1 0 0,-1 0 0 0 0,0 1 0 0 0,0-1 0 0 0,0 0 0 0 0,0 0 0 0 0,0-6 4839 0 0,-1 10-5083 0 0,1 0 0 0 0,0 0 1 0 0,-1 0-1 0 0,1 0 0 0 0,-1 0 0 0 0,1 0 0 0 0,-1 0 0 0 0,0 0 1 0 0,1 0-1 0 0,-1 0 0 0 0,0 0 0 0 0,0 0 0 0 0,0 1 0 0 0,0 0 0 0 0,1 0 23 0 0,4 23 439 0 0,2 34 0 0 0,3 13-301 0 0,-8-54-19 0 0,0 0 0 0 0,-1 31 0 0 0,1 13 24 0 0,0-36-108 0 0,-2 31-1 0 0,-1-34 88 0 0,5 46 0 0 0,-1-54-99 0 0,-2-9-26 0 0,0 0 0 0 0,0 0 0 0 0,0 1 0 0 0,-1-1 0 0 0,0 0 0 0 0,0 0 0 0 0,-2 7 0 0 0,1-1 29 0 0,1-9-56 0 0,0 2-11 0 0,5 8 74 0 0,12 14 94 0 0,-16-25-168 0 0,0 0 0 0 0,3 13 0 0 0,-4-15 0 0 0,7 22-1091 0 0,-7-21 1018 0 0,0-1 1 0 0,0 0-1 0 0,0 1 1 0 0,1-1-1 0 0,-1 1 1 0 0,0-1-1 0 0,1 0 1 0 0,-1 1-1 0 0,0-1 1 0 0,1 0-1 0 0,-1 0 1 0 0,0 1-1 0 0,1-1 1 0 0,-1 0-1 0 0,0 0 1 0 0,1 1-1 0 0,-1-1 1 0 0,1 0-1 0 0,-1 0 1 0 0,1 0-1 0 0,-1 0 1 0 0,0 0-1 0 0,1 0 1 0 0,-1 0-1 0 0,1 0 1 0 0,0 0-1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5:01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1376 0 0,'1'-2'2656'0'0,"6"-5"1306"0"0,-7 6-3486 0 0,0 0-340 0 0,0 0 0 0 0,0 1 0 0 0,0-1 0 0 0,0 0 0 0 0,0 0 0 0 0,0 0 0 0 0,0 0-1 0 0,1 1 1 0 0,-1-1 0 0 0,0 0 0 0 0,1 0 0 0 0,-1 1 0 0 0,0-1 0 0 0,1 0 0 0 0,-1 0 0 0 0,7-4 5355 0 0,-7 10-5454 0 0,0 19 639 0 0,1 0-1 0 0,5 30 0 0 0,-2-13-583 0 0,-2 64 0 0 0,-2-64-68 0 0,2-32-24 0 0,-1-7 0 0 0,-1 0 0 0 0,1 0 0 0 0,-1 1 0 0 0,1-1 0 0 0,-1 0 0 0 0,0 0 0 0 0,0 0 0 0 0,0 3 0 0 0,0 17-16 0 0,0-20-14 0 0,0-1 0 0 0,0 0-1 0 0,0 0 1 0 0,0 0-1 0 0,1 0 1 0 0,-1 1-1 0 0,0-1 1 0 0,1 0-1 0 0,-1 0 1 0 0,1 0 0 0 0,0 1-1 0 0,-1-1-463 0 0,1 0 0 0 0,0 0 0 0 0,0 0 0 0 0,0 0 0 0 0,-1-1 0 0 0,1 1 0 0 0,0 0 0 0 0,0 0 0 0 0,0-1 0 0 0,0 1 0 0 0,0-1 0 0 0,0 1 0 0 0,2 0 0 0 0,5 2-4304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02T19:25:01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5064 0 0,'0'0'10736'0'0,"0"2"-10348"0"0,-6 17 710 0 0,5-15-968 0 0,0-1-1 0 0,-1 1 1 0 0,1-1-1 0 0,0 1 1 0 0,0 3-1 0 0,1-5-98 0 0,0 1 0 0 0,-1-1-1 0 0,1 0 1 0 0,0 0 0 0 0,-1 0-1 0 0,0 0 1 0 0,-1 3 0 0 0,1-3-8 0 0,0 0 0 0 0,1-1 1 0 0,-1 1-1 0 0,1 0 0 0 0,-1 0 1 0 0,1 0-1 0 0,-1 3 0 0 0,1 14 307 0 0,-1-13-297 0 0,0 0 0 0 0,1-1 0 0 0,0 1 0 0 0,1 0 0 0 0,-1-1 0 0 0,1 1 0 0 0,0 0 0 0 0,3 9 0 0 0,2-2-14 0 0,-2 0-1 0 0,5 17 1 0 0,4 10-22 0 0,3 3-99 0 0,-14-22-27 0 0,-2-18 106 0 0,0-1 1 0 0,0 1-1 0 0,1 0 0 0 0,-1-1 0 0 0,0 1 1 0 0,1-1-1 0 0,1 5 0 0 0,19 22-606 0 0,-14-17-431 0 0,14 19 1 0 0,-8-18-459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03T16:07:47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18582 14585 1638 0,'0'0'36'0,"0"0"7"0,3-6 1 0,-3 1 3 0,0 0-38 0,0 0-9 15,3-1 0-15,-3 6 0 0,0-5 82 16,0 5 14-16,0 0 4 0,0 0 0 16,-3-3-36-16,3 3-8 0,0 0 0 0,0 0-1 0,-6-2-14 0,0 2-2 15,1 2-1-15,-4 1 0 0,0 0-12 0,0 2-2 16,0 6-1-16,-3-4 0 15,3 4-4-15,-3 2-1 0,0 3 0 0,-3 0 0 0,3 3-10 0,-3 2-8 16,4 5 12-16,-1 3-12 0,0 6 0 0,3 4 0 0,0-2 0 0,0 3 0 16,0-3 0-16,0 0 0 15,3 3 0-15,-3 2 0 0,3 1-19 0,3 4-1 0,-3-2 0 0,3 3 0 16,0-9 20-16,0 1 0 0,0-3 0 0,0 0 0 16,0-2 0-16,3-4 0 15,-2 6 0-15,-1-2 0 0,3 2 0 0,-3-3 0 16,3 1 0-16,-3-1 0 0,3-5 0 0,-3 0 0 0,-3-5 0 0,3 3 0 15,-3-1 0-15,0-5 0 0,0 3 0 0,0-3 0 16,0 0 0-16,-3-2-10 16,3-1 10-16,-3 1-8 0,3-1-24 0,-3-2-5 0,0-2-1 15,3-1 0-15,-3 0-141 16,0-2-28-16,4-3-5 0</inkml:trace>
  <inkml:trace contextRef="#ctx0" brushRef="#br0" timeOffset="223.23">18008 15529 1728 0,'0'0'38'0,"0"0"8"0,0 0 2 0,0 0 0 0,0 0-39 0,0 0-9 0,0 0 0 0,0 0 0 0,0 0 99 0,0 0 17 16,0-2 4-16,0 2 1 15,3-6-37-15,3 4-7 0,0-1-1 0,3 0-1 0,3 1-24 0,0 2-5 16,2-3-1-16,1 1 0 15,3-1-21-15,-3 0-5 0,3 1-1 0,3-4 0 0,-3 1-18 0,2 0 0 16,4-1 0-16,3 1 0 16,0-5-57-16,3 2-6 0,2-6-1 0,4 4-682 15,0-3-137-15</inkml:trace>
  <inkml:trace contextRef="#ctx0" brushRef="#br0" timeOffset="745.56">18984 14786 1958 0,'0'0'43'0,"0"-5"9"0,0-3 1 0,0 0 3 0,0 0-45 0,0 0-11 16,3 3 0-16,-3-3 0 0,0 2 53 0,0-2 9 15,0 6 2-15,0 2 0 16,0 0 0-16,0 0 0 0,0 0 0 0,0 0 0 0,0 0 0 0,0 0 0 15,-3 5 0-15,-3 6 0 0,0-1-52 0,0 9-12 16,-3 2 0-16,1 5 0 0,-1 3 0 0,-3 3-12 16,0 3 3-16,-3 4 0 0,-3 1 9 0,3 2 12 15,0 6-2-15,0 5-1 16,1 0-58 0,-1-3-12-16,0-2-3 0,3 2 0 0,0-2 52 0,6 2 12 0,0 3 0 0,0 2 0 0,6-2 0 0,-3-5 0 0,6-3 0 15,-3-3 0-15,3-2 35 0,0-6 9 0,3 3 3 16,-3-2 0-16,3-1-24 0,0-2-5 15,3 0-1-15,0-3 0 0,-3-3-17 0,3-5-11 0,-3 1 2 16,2-9 0 0,4 0-37-16,-3-5-7 0,3 0-2 15,-3-6 0-15,3-4-109 0,0-3-23 0,12-17-4 0,-6-4-1 0</inkml:trace>
  <inkml:trace contextRef="#ctx0" brushRef="#br0" timeOffset="1527.379">19383 15138 1728 0,'0'0'38'16,"0"0"8"-16,-3-6 2 0,0 1 0 0,0 0-39 0,0 0-9 0,3-3 0 0,-3 2 0 0,0-2 104 0,3 3 18 0,-3 0 4 0,3 0 1 15,0 5-50-15,0 0-9 0,-3-3-3 0,3 3 0 16,0 0-7-16,0 0-2 0,0 0 0 0,-6-3 0 16,6 3-32-16,-6 6-8 0,0 1 0 0,-2 7-1 15,2-1-15-15,0 8 0 0,-3 3 0 0,3 2-10 31,-3 1-16-31,3 2-3 0,0-3-1 0,-3 4 0 16,3-7-9-16,0 1-1 0,0-3-1 0,3 0 0 0,0 1-15 16,3-6-4-16,0-1 0 0,0-1 0 15,3-1-13-15,0-3-3 0,0 1-1 16,3-3 0-16,3-3 9 16,-3-2 1-16,3 0 1 0,0-3 0 0,3 0 40 0,0-3 8 0,-1-2 2 0,-2-3 0 15,0 0 37-15,3-3 8 0,-3 1 2 0,-3-4 0 0,3 4 77 0,-3-3 16 16,-3-1 4-16,3 1 0 0,-3 0-26 0,0 0-5 0,0 2-1 0,0 0 0 0,-3 3-51 0,0 1-10 0,3 1-3 15,-3 6 0-15,0 0-32 0,0 0 0 16,0 0 0-16,0 0 0 0,0 0 0 0,0 8 0 0,0 0 0 0,0 3 0 16,3-3 0-16,0 0-12 15,3-3 0-15,0 3 0 16,3 0-32-16,0-6-7 0,-1 4-1 0,7-4 0 16,-3-2-9-16,3 0-3 0,3 0 0 0,0-2 0 0,0-4 55 15,-3 1 9-15,-1 0 0 0,4-3 8 16,-3 0 13-16,0 0 3 0,0-3 1 0,-3-2 0 0,0 3 31 15,0-6 7-15,-3 3 1 0,-3-6 0 0,0 0-8 0,0 1-2 0,-4-1 0 16,1-2 0 0,-3 0-12-16,0 0-2 0,0 2-1 0,0-2 0 15,0 3-17-15,-3-1-3 0,1 3-1 0,-1-2 0 0,-3 2-18 0,3 0 8 0,0 3-8 16,-3 2 0-16,3 1-9 0,0 2-9 16,0 0-2-16,-3 0 0 0,6 3-94 15,-3-1-19-15,3 6-4 0,0 0-997 0</inkml:trace>
  <inkml:trace contextRef="#ctx0" brushRef="#br0" timeOffset="2175.75">19946 15275 1497 0,'0'0'32'0,"0"0"8"0,0 0 0 0,0 0 4 0,0 0-36 0,-3 3-8 15,3-3 0-15,-6 5 0 0,6-5 104 0,0 0 20 16,0 0 3-16,-3 6 1 0,3-6-52 0,-3 2-9 16,3-2-3-16,0 8 0 15,-3-3 0-15,3-5 0 0,0 6 0 0,-3 2 0 0,3-3 0 0,-3 0 0 16,3 1 0-16,-3 1 0 0,0 1-51 0,0 0-13 0,0 0 0 0,-3 0 0 31,3 3-32-31,-3-1-10 0,0 4-2 0,0-1 0 16,0 0-134-16,-3 0-27 0,3 3-6 0</inkml:trace>
  <inkml:trace contextRef="#ctx0" brushRef="#br0" timeOffset="5786.76">20223 15400 2188 0,'0'0'48'0,"0"0"11"0,0 0 1 0,0 0 1 0,0 0-49 0,0 0-12 0,0 0 0 0,0 0 0 15,0 0 54-15,0 0 8 0,5 0 2 0,-2 0 0 16,3 0 0-16,0 0 0 0,-3 2 0 0,3 1 0 15,0 0-52-15,-3-1-12 0,0 4 0 0,0 2 0 16,3-3 28-16,-6 5 2 0,0-2 1 0,0 6 0 16,-3-4-31-16,0 3-12 0,-3 3 1 0,0 3 0 15,0-3-21-15,-3 0-5 0,3 2-1 0,-3 1 0 16,1-4-30 0,-1 1-7-16,0 0-1 0,3 0 0 15,-3-5-84-15,0 2-16 0,0-5-4 0</inkml:trace>
  <inkml:trace contextRef="#ctx0" brushRef="#br0" timeOffset="6358.02">20615 14984 2188 0,'0'0'48'0,"0"0"11"0,0 0 1 0,0 0 1 0,0 0-49 0,0 0-12 0,0 0 0 16,0 0 0-16,0 0 80 0,0 0 12 0,-3 6 4 0,-3-1 0 0,1 0-52 0,2 3-9 16,-3 0-3-16,0 5 0 0,0-2-4 0,0 5 0 0,0 2-1 0,-3 1 0 15,3 2-19-15,-3 3-8 0,0 2 0 0,3 1 8 16,-3-1-8-16,3-2 0 0,0 0 0 0,3-3 0 16,0-3-16-1,3-2-1-15,0-2-1 0,3-4 0 16,3 1-29-16,0-6-5 0,0 0-2 0,3-2 0 15,3-3-25-15,-3 0-5 0,3-3 0 0,-3 1-1 16,3-4 17-16,0-2 3 0,-4 0 1 0,4-2 0 0,-3-1 85 16,3-2 18-16,0 0 3 0,-3 0 1 0,0-3-18 0,0 3-3 0,0-1-1 0,0 1 0 15,-3 2 86-15,-3 4 17 16,0-1 3-16,0 2 1 0,-3 6-103 0,0 0-25 0,0 0 0 0,0 0 0 16,0 8 0-16,-3 0 0 0,0 3 0 0,0 2 0 15,3 0 0-15,-3 0 0 0,3 3 0 0,-3 0 0 16,3-3 0-16,3 1 0 0,0-4 0 15,3 3 0-15,0-5-53 16,0 0-7-16,3 0 0 0,-1-2-1 16,4-4 45-16,-3 4 16 0,3-6-9 0,0 2 9 0,0-4 0 0,3 2 0 0,-3-6 0 15,-3 4 0-15,3-4 33 0,-3-2 6 16,2-2 1-16,-2-1 0 0,-3 1 19 0,3-4 4 16,-3-1 1-16,-3-4 0 0,3 0-17 0,-3 1-3 15,3-3-1-15,-3 0 0 0,3-3-16 16,-3 3-3-16,0-1-1 0,0 1 0 15,0 3-23-15,0-1 0 0,-3 1 0 16,3-1 8-16,0 3-8 0,-3 3-15 0,3 0 4 0,0 0 1 0,-3 2-101 16,3-2-20-16,0 5-4 0,0 0-1058 0</inkml:trace>
  <inkml:trace contextRef="#ctx0" brushRef="#br0" timeOffset="6917.02">21068 15355 2188 0,'0'0'48'0,"0"0"11"0,0 0 1 15,0 0 1-15,0-8-49 0,0 2-12 0,3 1 0 0,3 0 0 16,-3 0 98-16,3-1 17 0,3 4 3 0,-3-4 1 0,0 4-37 0,0-1-7 15,2 0-2-15,-2 1 0 16,3-1-58-16,-3 3-15 0,0 0 0 0,0 0 0 0,0 3-11 0,0 2-5 16,-3 0 0-16,0 3-1 15,0-2-9-15,-6 2-2 0,3 2 0 0,-3 1 0 16,0-1-19-16,-3 4-4 0,0-1-1 0,0 0 0 16,-3 3 1-1,-3-3 0-15,3 3 0 0,-2 3 0 0,2-4 6 16,0 1 1-16,0 3 0 0,0-3 0 0,3 0 35 15,0-1 9-15,3 1 0 0,-3-2 0 0,6-1 0 0,-3 0 0 0,6-2 0 16,-3-1 0-16,3-2 0 0,0-3 0 0,3 3 0 0,0-5 0 0,3 2 0 0,0-2 0 0,0-3 0 0,3 0 0 16,-1-3 24-16,4 1 6 0,3-4 2 0,0 1 0 15,0-3-18-15,0-3-3 0,0 1-1 0,2-1 0 16,-2-2-10-16,3 3 0 0,0-4 0 0,0 1 0 16,-3-3-24-16,0 3-8 15,-1 0 0-15,-2-1-642 0,0-1-128 0</inkml:trace>
  <inkml:trace contextRef="#ctx0" brushRef="#br0" timeOffset="7421.2">21681 15397 2293 0,'0'0'50'0,"0"0"10"0,0 0 3 0,3-3 2 0,3 3-52 0,-6 0-13 0,6 3 0 0,0-3 0 15,-6 0 82-15,3 3 14 0,0 2 2 0,0 0 1 16,-3 1-38-16,0 2-7 0,0-1-2 0,-3 7 0 15,-3-4-23-15,3 1-5 0,-6 2 0 0,0 3-1 16,0 2-11-16,-3 1-3 0,-3 2 0 0,0 3 0 16,-2 0-23-16,2 2-5 0,-3-2-1 0,-3 0 0 15,3-3-10-15,0-2-2 0,0-4-1 0,1 4 0 16,2-6-152-16,0 3-31 0,3-3-5 0</inkml:trace>
  <inkml:trace contextRef="#ctx0" brushRef="#br0" timeOffset="8133.88">22104 15114 2188 0,'0'0'48'0,"0"0"11"0,0 0 1 0,0 0 1 0,3-3-49 0,-3 3-12 0,3-5 0 0,0 2 0 16,0 1 105-16,0-1 19 0,-3 3 3 0,0 0 1 15,0 0-103-15,0 0-25 0,0 0 0 0,0 8 0 16,0 0 36-16,-3 5 3 0,0 0 0 0,0 3 0 16,0 3-11-16,0 2-3 0,-3 0 0 0,0 3 0 15,3-3-71-15,-3 0-14 0,3-2-4 0,0-1 0 16,3-2 52-16,0-3 12 0,0-2 0 0,3 0 0 15,0-1-54-15,0-2-8 16,3-3-2-16,3 1 0 0,-3-1 52 0,3-2 12 0,-3-3 0 0,3 0 0 16,2-3-54-16,-2 0-8 0,3-2-2 0,0 0 0 0,-3-3 52 15,0 3 12-15,0-3 0 0,0-3 0 16,0 0 41-16,-3 3 11 0,0-2 3 0,0-1 0 0,0 1 14 0,-3-1 3 16,0 1 1-16,0 2 0 0,0 0-7 0,-3 2-2 15,0 1 0-15,0 5 0 0,0 0-51 0,0 0-13 0,0 0 0 0,0 0 0 16,0 0 0-16,-3 8 0 0,0 0 0 15,3 3 0-15,-3 2 0 16,3-3 11-16,0 4-11 0,3-4 10 16,0 3-63-16,0-5-13 0,2 3-2 0,4 0-1 0,-3-6 55 0,6 3 14 0,0-3 0 15,0 0 0-15,0-2 0 0,3-3 0 16,-3 0 0-16,3-3 0 0,0 1 0 0,-1-4 0 0,-2-2 0 0,0 1 0 16,0-1 0-16,-3-3 0 15,3-2 0-15,-3-3 0 0,-3 0 60 16,3-2 16-16,-3-4 2 0,-3 1 1 0,3-3-45 0,0 3-9 0,-3-3-1 15,3 1-1-15,-3 1-11 0,0 4-1 0,0-1-1 16,-1 1 0-16,-2 2-10 0,3 3 0 0,-3-3-10 0,0 3 10 31,0-1-48-31,0 1-4 0,0 3-1 16,0-1-815-16,3 3-162 0</inkml:trace>
  <inkml:trace contextRef="#ctx0" brushRef="#br0" timeOffset="8780.92">22687 15357 1958 0,'0'0'43'0,"0"0"9"0,0 0 1 0,0 0 3 0,6 0-45 0,0 0-11 0,0 0 0 0,3 0 0 15,0 0 104-15,3 0 20 0,0 0 3 0,0-2 1 16,-1 2-73-16,1 0-15 0,3-3-2 0,0 3-1 16,0-3-8-16,-3 3-1 0,3 0-1 0,-6 3 0 15,0-3-17-15,0 3-10 0,-3-3 12 0,-3 2-12 0,-3-2 8 0,0 0-8 16,0 8 0-16,-3 0 0 15,0-2-13-15,-3 1-7 0,-3 1 0 0,0 0-1 16,-3 0-16-16,0 3-3 0,3-3-1 0,-3 0 0 16,3 0 8-16,0-3 1 0,3 3 1 0,0 0 0 15,0-3-9-15,3 0-1 0,3-5-1 16,0 0 0-16,0 0 34 0,3 6 8 0,0-4 0 0,6 1 0 16,0-3 27-16,0 0 7 0,3 0 2 0,0-3 0 0,3 3-12 0,0-2-3 15,3-1 0-15,-3 0 0 0,2 3 1 0,1-2 0 16,-3-1 0-16,0 3 0 0,-3-2 6 0,0 2 0 15,0 2 1-15,-6 1 0 0,3-1-6 0,-6 1-2 0,3 2 0 0,-3 1 0 16,-1 2-10-16,-2 2-3 16,0 1 0-16,-2 2 0 0,-1 3-8 15,0 0-11-15,-3 0 3 0,0 2 0 0,-3 1-16 16,0-1-2-16,0 1-1 0,-3-1 0 0,-3 1-14 16,3-1-3-16,-3-2-1 0,3 0 0 15,0-3-107-15,1-2-22 0,-1-1-4 0</inkml:trace>
  <inkml:trace contextRef="#ctx0" brushRef="#br0" timeOffset="9189.06">23146 15000 2188 0,'-3'-13'48'0,"3"8"11"0,-3-3 1 0,0 0 1 0,0 0-49 0,0 0-12 0,-3 3 0 0,3-3 0 16,0 5 105-16,-3-2 19 0,6 5 3 0,0 0 1 0,0 0-52 0,0 0-9 15,0 0-3-15,0 0 0 0,0 0 0 0,0 5 0 16,0 3 0-16,3 0 0 0,0 2-51 16,3 4-13-16,3-1 0 0,0 0 0 0,0 3 0 0,-1 3 0 15,4-1 0-15,0 6 0 16,0 0 0-16,0 5 0 0,0 3 0 0,0 2 0 0,0 0 11 0,-3-2-1 0,-3-3 0 0,3 3 0 16,-6-3-10-16,-3-2 0 0,0 2 0 15,-3 0 0-15,-3 0-11 16,-3 3 3-16,0 2 0 0,-6 0 0 0,0 1 8 0,-3-1 0 15,0-2 0-15,0 0 0 0,-2-6 0 16,-1 3 0-16,0-2 0 0,0-1 0 16,0 1 0-16,-3-1 0 0,1 1 0 0,-1-1 0 15,0 0 0-15,-3 4 0 0,3-4 0 0,-2 1 8 16,5-4-8-16,0 1 0 0,0-3 0 16,3-2-8-16,0-3 8 0,6-6 0 15,1 1 0-15,-1-1 0 0,3-2-104 16,0-2-20-16,0-4-3 0,3 1-717 0,0-3-144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5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70.png"/><Relationship Id="rId9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4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customXml" Target="../ink/ink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501.png"/><Relationship Id="rId3" Type="http://schemas.openxmlformats.org/officeDocument/2006/relationships/image" Target="../media/image450.png"/><Relationship Id="rId7" Type="http://schemas.openxmlformats.org/officeDocument/2006/relationships/image" Target="../media/image471.png"/><Relationship Id="rId12" Type="http://schemas.openxmlformats.org/officeDocument/2006/relationships/customXml" Target="../ink/ink28.xml"/><Relationship Id="rId17" Type="http://schemas.openxmlformats.org/officeDocument/2006/relationships/image" Target="../media/image52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91.png"/><Relationship Id="rId5" Type="http://schemas.openxmlformats.org/officeDocument/2006/relationships/image" Target="../media/image461.png"/><Relationship Id="rId15" Type="http://schemas.openxmlformats.org/officeDocument/2006/relationships/image" Target="../media/image51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481.png"/><Relationship Id="rId14" Type="http://schemas.openxmlformats.org/officeDocument/2006/relationships/customXml" Target="../ink/ink2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58.png"/><Relationship Id="rId3" Type="http://schemas.openxmlformats.org/officeDocument/2006/relationships/image" Target="../media/image530.png"/><Relationship Id="rId7" Type="http://schemas.openxmlformats.org/officeDocument/2006/relationships/image" Target="../media/image55.png"/><Relationship Id="rId12" Type="http://schemas.openxmlformats.org/officeDocument/2006/relationships/customXml" Target="../ink/ink36.xml"/><Relationship Id="rId17" Type="http://schemas.openxmlformats.org/officeDocument/2006/relationships/image" Target="../media/image60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5" Type="http://schemas.openxmlformats.org/officeDocument/2006/relationships/image" Target="../media/image59.png"/><Relationship Id="rId10" Type="http://schemas.openxmlformats.org/officeDocument/2006/relationships/customXml" Target="../ink/ink35.xml"/><Relationship Id="rId4" Type="http://schemas.openxmlformats.org/officeDocument/2006/relationships/customXml" Target="../ink/ink32.xml"/><Relationship Id="rId9" Type="http://schemas.openxmlformats.org/officeDocument/2006/relationships/image" Target="../media/image56.png"/><Relationship Id="rId14" Type="http://schemas.openxmlformats.org/officeDocument/2006/relationships/customXml" Target="../ink/ink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customXml" Target="../ink/ink4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customXml" Target="../ink/ink4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customXml" Target="../ink/ink4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customXml" Target="../ink/ink47.xml"/><Relationship Id="rId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0.png"/><Relationship Id="rId5" Type="http://schemas.openxmlformats.org/officeDocument/2006/relationships/customXml" Target="../ink/ink51.xml"/><Relationship Id="rId4" Type="http://schemas.openxmlformats.org/officeDocument/2006/relationships/image" Target="../media/image77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0.png"/><Relationship Id="rId5" Type="http://schemas.openxmlformats.org/officeDocument/2006/relationships/customXml" Target="../ink/ink53.xml"/><Relationship Id="rId4" Type="http://schemas.openxmlformats.org/officeDocument/2006/relationships/image" Target="../media/image770.png"/></Relationships>
</file>

<file path=ppt/slides/_rels/slide9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9.xml"/><Relationship Id="rId18" Type="http://schemas.openxmlformats.org/officeDocument/2006/relationships/image" Target="../media/image840.png"/><Relationship Id="rId26" Type="http://schemas.openxmlformats.org/officeDocument/2006/relationships/image" Target="../media/image880.png"/><Relationship Id="rId39" Type="http://schemas.openxmlformats.org/officeDocument/2006/relationships/customXml" Target="../ink/ink72.xml"/><Relationship Id="rId21" Type="http://schemas.openxmlformats.org/officeDocument/2006/relationships/customXml" Target="../ink/ink63.xml"/><Relationship Id="rId34" Type="http://schemas.openxmlformats.org/officeDocument/2006/relationships/image" Target="../media/image920.png"/><Relationship Id="rId42" Type="http://schemas.openxmlformats.org/officeDocument/2006/relationships/image" Target="../media/image96.png"/><Relationship Id="rId47" Type="http://schemas.openxmlformats.org/officeDocument/2006/relationships/customXml" Target="../ink/ink76.xml"/><Relationship Id="rId50" Type="http://schemas.openxmlformats.org/officeDocument/2006/relationships/image" Target="../media/image100.png"/><Relationship Id="rId55" Type="http://schemas.openxmlformats.org/officeDocument/2006/relationships/customXml" Target="../ink/ink80.xml"/><Relationship Id="rId7" Type="http://schemas.openxmlformats.org/officeDocument/2006/relationships/customXml" Target="../ink/ink56.xml"/><Relationship Id="rId2" Type="http://schemas.openxmlformats.org/officeDocument/2006/relationships/image" Target="../media/image65.jpeg"/><Relationship Id="rId16" Type="http://schemas.openxmlformats.org/officeDocument/2006/relationships/image" Target="../media/image830.png"/><Relationship Id="rId29" Type="http://schemas.openxmlformats.org/officeDocument/2006/relationships/customXml" Target="../ink/ink67.xml"/><Relationship Id="rId11" Type="http://schemas.openxmlformats.org/officeDocument/2006/relationships/customXml" Target="../ink/ink58.xml"/><Relationship Id="rId24" Type="http://schemas.openxmlformats.org/officeDocument/2006/relationships/image" Target="../media/image870.png"/><Relationship Id="rId32" Type="http://schemas.openxmlformats.org/officeDocument/2006/relationships/image" Target="../media/image910.png"/><Relationship Id="rId37" Type="http://schemas.openxmlformats.org/officeDocument/2006/relationships/customXml" Target="../ink/ink71.xml"/><Relationship Id="rId40" Type="http://schemas.openxmlformats.org/officeDocument/2006/relationships/image" Target="../media/image95.png"/><Relationship Id="rId45" Type="http://schemas.openxmlformats.org/officeDocument/2006/relationships/customXml" Target="../ink/ink75.xml"/><Relationship Id="rId53" Type="http://schemas.openxmlformats.org/officeDocument/2006/relationships/customXml" Target="../ink/ink79.xml"/><Relationship Id="rId58" Type="http://schemas.openxmlformats.org/officeDocument/2006/relationships/image" Target="../media/image104.png"/><Relationship Id="rId5" Type="http://schemas.openxmlformats.org/officeDocument/2006/relationships/customXml" Target="../ink/ink55.xml"/><Relationship Id="rId19" Type="http://schemas.openxmlformats.org/officeDocument/2006/relationships/customXml" Target="../ink/ink62.xml"/><Relationship Id="rId4" Type="http://schemas.openxmlformats.org/officeDocument/2006/relationships/image" Target="../media/image770.png"/><Relationship Id="rId9" Type="http://schemas.openxmlformats.org/officeDocument/2006/relationships/customXml" Target="../ink/ink57.xml"/><Relationship Id="rId14" Type="http://schemas.openxmlformats.org/officeDocument/2006/relationships/image" Target="../media/image820.png"/><Relationship Id="rId22" Type="http://schemas.openxmlformats.org/officeDocument/2006/relationships/image" Target="../media/image860.png"/><Relationship Id="rId27" Type="http://schemas.openxmlformats.org/officeDocument/2006/relationships/customXml" Target="../ink/ink66.xml"/><Relationship Id="rId30" Type="http://schemas.openxmlformats.org/officeDocument/2006/relationships/image" Target="../media/image900.png"/><Relationship Id="rId35" Type="http://schemas.openxmlformats.org/officeDocument/2006/relationships/customXml" Target="../ink/ink70.xml"/><Relationship Id="rId43" Type="http://schemas.openxmlformats.org/officeDocument/2006/relationships/customXml" Target="../ink/ink74.xml"/><Relationship Id="rId48" Type="http://schemas.openxmlformats.org/officeDocument/2006/relationships/image" Target="../media/image99.png"/><Relationship Id="rId56" Type="http://schemas.openxmlformats.org/officeDocument/2006/relationships/image" Target="../media/image103.png"/><Relationship Id="rId8" Type="http://schemas.openxmlformats.org/officeDocument/2006/relationships/image" Target="../media/image790.png"/><Relationship Id="rId51" Type="http://schemas.openxmlformats.org/officeDocument/2006/relationships/customXml" Target="../ink/ink78.xml"/><Relationship Id="rId3" Type="http://schemas.openxmlformats.org/officeDocument/2006/relationships/customXml" Target="../ink/ink54.xml"/><Relationship Id="rId12" Type="http://schemas.openxmlformats.org/officeDocument/2006/relationships/image" Target="../media/image810.png"/><Relationship Id="rId17" Type="http://schemas.openxmlformats.org/officeDocument/2006/relationships/customXml" Target="../ink/ink61.xml"/><Relationship Id="rId25" Type="http://schemas.openxmlformats.org/officeDocument/2006/relationships/customXml" Target="../ink/ink65.xml"/><Relationship Id="rId33" Type="http://schemas.openxmlformats.org/officeDocument/2006/relationships/customXml" Target="../ink/ink69.xml"/><Relationship Id="rId38" Type="http://schemas.openxmlformats.org/officeDocument/2006/relationships/image" Target="../media/image94.png"/><Relationship Id="rId46" Type="http://schemas.openxmlformats.org/officeDocument/2006/relationships/image" Target="../media/image98.png"/><Relationship Id="rId20" Type="http://schemas.openxmlformats.org/officeDocument/2006/relationships/image" Target="../media/image850.png"/><Relationship Id="rId41" Type="http://schemas.openxmlformats.org/officeDocument/2006/relationships/customXml" Target="../ink/ink73.xml"/><Relationship Id="rId54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0.png"/><Relationship Id="rId15" Type="http://schemas.openxmlformats.org/officeDocument/2006/relationships/customXml" Target="../ink/ink60.xml"/><Relationship Id="rId23" Type="http://schemas.openxmlformats.org/officeDocument/2006/relationships/customXml" Target="../ink/ink64.xml"/><Relationship Id="rId28" Type="http://schemas.openxmlformats.org/officeDocument/2006/relationships/image" Target="../media/image89.png"/><Relationship Id="rId36" Type="http://schemas.openxmlformats.org/officeDocument/2006/relationships/image" Target="../media/image93.png"/><Relationship Id="rId49" Type="http://schemas.openxmlformats.org/officeDocument/2006/relationships/customXml" Target="../ink/ink77.xml"/><Relationship Id="rId57" Type="http://schemas.openxmlformats.org/officeDocument/2006/relationships/customXml" Target="../ink/ink81.xml"/><Relationship Id="rId10" Type="http://schemas.openxmlformats.org/officeDocument/2006/relationships/image" Target="../media/image800.png"/><Relationship Id="rId31" Type="http://schemas.openxmlformats.org/officeDocument/2006/relationships/customXml" Target="../ink/ink68.xml"/><Relationship Id="rId44" Type="http://schemas.openxmlformats.org/officeDocument/2006/relationships/image" Target="../media/image97.png"/><Relationship Id="rId52" Type="http://schemas.openxmlformats.org/officeDocument/2006/relationships/image" Target="../media/image10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.xml"/><Relationship Id="rId21" Type="http://schemas.openxmlformats.org/officeDocument/2006/relationships/image" Target="../media/image110.png"/><Relationship Id="rId42" Type="http://schemas.openxmlformats.org/officeDocument/2006/relationships/customXml" Target="../ink/ink101.xml"/><Relationship Id="rId47" Type="http://schemas.openxmlformats.org/officeDocument/2006/relationships/image" Target="../media/image240.png"/><Relationship Id="rId63" Type="http://schemas.openxmlformats.org/officeDocument/2006/relationships/image" Target="../media/image320.png"/><Relationship Id="rId68" Type="http://schemas.openxmlformats.org/officeDocument/2006/relationships/customXml" Target="../ink/ink114.xml"/><Relationship Id="rId84" Type="http://schemas.openxmlformats.org/officeDocument/2006/relationships/customXml" Target="../ink/ink122.xml"/><Relationship Id="rId89" Type="http://schemas.openxmlformats.org/officeDocument/2006/relationships/image" Target="../media/image4500.png"/><Relationship Id="rId16" Type="http://schemas.openxmlformats.org/officeDocument/2006/relationships/customXml" Target="../ink/ink88.xml"/><Relationship Id="rId107" Type="http://schemas.openxmlformats.org/officeDocument/2006/relationships/image" Target="../media/image540.png"/><Relationship Id="rId11" Type="http://schemas.openxmlformats.org/officeDocument/2006/relationships/image" Target="../media/image610.png"/><Relationship Id="rId32" Type="http://schemas.openxmlformats.org/officeDocument/2006/relationships/customXml" Target="../ink/ink96.xml"/><Relationship Id="rId37" Type="http://schemas.openxmlformats.org/officeDocument/2006/relationships/image" Target="../media/image190.png"/><Relationship Id="rId53" Type="http://schemas.openxmlformats.org/officeDocument/2006/relationships/image" Target="../media/image270.png"/><Relationship Id="rId58" Type="http://schemas.openxmlformats.org/officeDocument/2006/relationships/customXml" Target="../ink/ink109.xml"/><Relationship Id="rId74" Type="http://schemas.openxmlformats.org/officeDocument/2006/relationships/customXml" Target="../ink/ink117.xml"/><Relationship Id="rId79" Type="http://schemas.openxmlformats.org/officeDocument/2006/relationships/image" Target="../media/image400.png"/><Relationship Id="rId102" Type="http://schemas.openxmlformats.org/officeDocument/2006/relationships/customXml" Target="../ink/ink131.xml"/><Relationship Id="rId5" Type="http://schemas.openxmlformats.org/officeDocument/2006/relationships/image" Target="../media/image310.png"/><Relationship Id="rId90" Type="http://schemas.openxmlformats.org/officeDocument/2006/relationships/customXml" Target="../ink/ink125.xml"/><Relationship Id="rId95" Type="http://schemas.openxmlformats.org/officeDocument/2006/relationships/image" Target="../media/image480.png"/><Relationship Id="rId22" Type="http://schemas.openxmlformats.org/officeDocument/2006/relationships/customXml" Target="../ink/ink91.xml"/><Relationship Id="rId27" Type="http://schemas.openxmlformats.org/officeDocument/2006/relationships/image" Target="../media/image140.png"/><Relationship Id="rId43" Type="http://schemas.openxmlformats.org/officeDocument/2006/relationships/image" Target="../media/image220.png"/><Relationship Id="rId48" Type="http://schemas.openxmlformats.org/officeDocument/2006/relationships/customXml" Target="../ink/ink104.xml"/><Relationship Id="rId64" Type="http://schemas.openxmlformats.org/officeDocument/2006/relationships/customXml" Target="../ink/ink112.xml"/><Relationship Id="rId69" Type="http://schemas.openxmlformats.org/officeDocument/2006/relationships/image" Target="../media/image350.png"/><Relationship Id="rId80" Type="http://schemas.openxmlformats.org/officeDocument/2006/relationships/customXml" Target="../ink/ink120.xml"/><Relationship Id="rId85" Type="http://schemas.openxmlformats.org/officeDocument/2006/relationships/image" Target="../media/image430.png"/><Relationship Id="rId12" Type="http://schemas.openxmlformats.org/officeDocument/2006/relationships/customXml" Target="../ink/ink86.xml"/><Relationship Id="rId17" Type="http://schemas.openxmlformats.org/officeDocument/2006/relationships/image" Target="../media/image911.png"/><Relationship Id="rId33" Type="http://schemas.openxmlformats.org/officeDocument/2006/relationships/image" Target="../media/image170.png"/><Relationship Id="rId38" Type="http://schemas.openxmlformats.org/officeDocument/2006/relationships/customXml" Target="../ink/ink99.xml"/><Relationship Id="rId59" Type="http://schemas.openxmlformats.org/officeDocument/2006/relationships/image" Target="../media/image300.png"/><Relationship Id="rId103" Type="http://schemas.openxmlformats.org/officeDocument/2006/relationships/image" Target="../media/image520.png"/><Relationship Id="rId108" Type="http://schemas.openxmlformats.org/officeDocument/2006/relationships/customXml" Target="../ink/ink134.xml"/><Relationship Id="rId54" Type="http://schemas.openxmlformats.org/officeDocument/2006/relationships/customXml" Target="../ink/ink107.xml"/><Relationship Id="rId70" Type="http://schemas.openxmlformats.org/officeDocument/2006/relationships/customXml" Target="../ink/ink115.xml"/><Relationship Id="rId75" Type="http://schemas.openxmlformats.org/officeDocument/2006/relationships/image" Target="../media/image380.png"/><Relationship Id="rId91" Type="http://schemas.openxmlformats.org/officeDocument/2006/relationships/image" Target="../media/image460.png"/><Relationship Id="rId96" Type="http://schemas.openxmlformats.org/officeDocument/2006/relationships/customXml" Target="../ink/ink1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5" Type="http://schemas.openxmlformats.org/officeDocument/2006/relationships/image" Target="../media/image811.png"/><Relationship Id="rId23" Type="http://schemas.openxmlformats.org/officeDocument/2006/relationships/image" Target="../media/image120.png"/><Relationship Id="rId28" Type="http://schemas.openxmlformats.org/officeDocument/2006/relationships/customXml" Target="../ink/ink94.xml"/><Relationship Id="rId36" Type="http://schemas.openxmlformats.org/officeDocument/2006/relationships/customXml" Target="../ink/ink98.xml"/><Relationship Id="rId49" Type="http://schemas.openxmlformats.org/officeDocument/2006/relationships/image" Target="../media/image250.png"/><Relationship Id="rId57" Type="http://schemas.openxmlformats.org/officeDocument/2006/relationships/image" Target="../media/image290.png"/><Relationship Id="rId106" Type="http://schemas.openxmlformats.org/officeDocument/2006/relationships/customXml" Target="../ink/ink133.xml"/><Relationship Id="rId10" Type="http://schemas.openxmlformats.org/officeDocument/2006/relationships/customXml" Target="../ink/ink85.xml"/><Relationship Id="rId31" Type="http://schemas.openxmlformats.org/officeDocument/2006/relationships/image" Target="../media/image160.png"/><Relationship Id="rId44" Type="http://schemas.openxmlformats.org/officeDocument/2006/relationships/customXml" Target="../ink/ink102.xml"/><Relationship Id="rId52" Type="http://schemas.openxmlformats.org/officeDocument/2006/relationships/customXml" Target="../ink/ink106.xml"/><Relationship Id="rId60" Type="http://schemas.openxmlformats.org/officeDocument/2006/relationships/customXml" Target="../ink/ink110.xml"/><Relationship Id="rId65" Type="http://schemas.openxmlformats.org/officeDocument/2006/relationships/image" Target="../media/image330.png"/><Relationship Id="rId73" Type="http://schemas.openxmlformats.org/officeDocument/2006/relationships/image" Target="../media/image370.png"/><Relationship Id="rId78" Type="http://schemas.openxmlformats.org/officeDocument/2006/relationships/customXml" Target="../ink/ink119.xml"/><Relationship Id="rId81" Type="http://schemas.openxmlformats.org/officeDocument/2006/relationships/image" Target="../media/image411.png"/><Relationship Id="rId86" Type="http://schemas.openxmlformats.org/officeDocument/2006/relationships/customXml" Target="../ink/ink123.xml"/><Relationship Id="rId94" Type="http://schemas.openxmlformats.org/officeDocument/2006/relationships/customXml" Target="../ink/ink127.xml"/><Relationship Id="rId99" Type="http://schemas.openxmlformats.org/officeDocument/2006/relationships/image" Target="../media/image500.png"/><Relationship Id="rId101" Type="http://schemas.openxmlformats.org/officeDocument/2006/relationships/image" Target="../media/image511.png"/><Relationship Id="rId4" Type="http://schemas.openxmlformats.org/officeDocument/2006/relationships/customXml" Target="../ink/ink82.xml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89.xml"/><Relationship Id="rId39" Type="http://schemas.openxmlformats.org/officeDocument/2006/relationships/image" Target="../media/image200.png"/><Relationship Id="rId109" Type="http://schemas.openxmlformats.org/officeDocument/2006/relationships/image" Target="../media/image550.png"/><Relationship Id="rId34" Type="http://schemas.openxmlformats.org/officeDocument/2006/relationships/customXml" Target="../ink/ink97.xml"/><Relationship Id="rId50" Type="http://schemas.openxmlformats.org/officeDocument/2006/relationships/customXml" Target="../ink/ink105.xml"/><Relationship Id="rId55" Type="http://schemas.openxmlformats.org/officeDocument/2006/relationships/image" Target="../media/image280.png"/><Relationship Id="rId76" Type="http://schemas.openxmlformats.org/officeDocument/2006/relationships/customXml" Target="../ink/ink118.xml"/><Relationship Id="rId97" Type="http://schemas.openxmlformats.org/officeDocument/2006/relationships/image" Target="../media/image490.png"/><Relationship Id="rId104" Type="http://schemas.openxmlformats.org/officeDocument/2006/relationships/customXml" Target="../ink/ink132.xml"/><Relationship Id="rId7" Type="http://schemas.openxmlformats.org/officeDocument/2006/relationships/image" Target="../media/image410.png"/><Relationship Id="rId71" Type="http://schemas.openxmlformats.org/officeDocument/2006/relationships/image" Target="../media/image360.png"/><Relationship Id="rId92" Type="http://schemas.openxmlformats.org/officeDocument/2006/relationships/customXml" Target="../ink/ink126.xml"/><Relationship Id="rId2" Type="http://schemas.openxmlformats.org/officeDocument/2006/relationships/image" Target="../media/image65.jpeg"/><Relationship Id="rId29" Type="http://schemas.openxmlformats.org/officeDocument/2006/relationships/image" Target="../media/image150.png"/><Relationship Id="rId24" Type="http://schemas.openxmlformats.org/officeDocument/2006/relationships/customXml" Target="../ink/ink92.xml"/><Relationship Id="rId40" Type="http://schemas.openxmlformats.org/officeDocument/2006/relationships/customXml" Target="../ink/ink100.xml"/><Relationship Id="rId45" Type="http://schemas.openxmlformats.org/officeDocument/2006/relationships/image" Target="../media/image230.png"/><Relationship Id="rId66" Type="http://schemas.openxmlformats.org/officeDocument/2006/relationships/customXml" Target="../ink/ink113.xml"/><Relationship Id="rId87" Type="http://schemas.openxmlformats.org/officeDocument/2006/relationships/image" Target="../media/image440.png"/><Relationship Id="rId110" Type="http://schemas.openxmlformats.org/officeDocument/2006/relationships/customXml" Target="../ink/ink135.xml"/><Relationship Id="rId61" Type="http://schemas.openxmlformats.org/officeDocument/2006/relationships/image" Target="../media/image311.png"/><Relationship Id="rId82" Type="http://schemas.openxmlformats.org/officeDocument/2006/relationships/customXml" Target="../ink/ink121.xml"/><Relationship Id="rId19" Type="http://schemas.openxmlformats.org/officeDocument/2006/relationships/image" Target="../media/image105.png"/><Relationship Id="rId14" Type="http://schemas.openxmlformats.org/officeDocument/2006/relationships/customXml" Target="../ink/ink87.xml"/><Relationship Id="rId30" Type="http://schemas.openxmlformats.org/officeDocument/2006/relationships/customXml" Target="../ink/ink95.xml"/><Relationship Id="rId35" Type="http://schemas.openxmlformats.org/officeDocument/2006/relationships/image" Target="../media/image180.png"/><Relationship Id="rId56" Type="http://schemas.openxmlformats.org/officeDocument/2006/relationships/customXml" Target="../ink/ink108.xml"/><Relationship Id="rId77" Type="http://schemas.openxmlformats.org/officeDocument/2006/relationships/image" Target="../media/image390.png"/><Relationship Id="rId100" Type="http://schemas.openxmlformats.org/officeDocument/2006/relationships/customXml" Target="../ink/ink130.xml"/><Relationship Id="rId105" Type="http://schemas.openxmlformats.org/officeDocument/2006/relationships/image" Target="../media/image531.png"/><Relationship Id="rId8" Type="http://schemas.openxmlformats.org/officeDocument/2006/relationships/customXml" Target="../ink/ink84.xml"/><Relationship Id="rId51" Type="http://schemas.openxmlformats.org/officeDocument/2006/relationships/image" Target="../media/image260.png"/><Relationship Id="rId72" Type="http://schemas.openxmlformats.org/officeDocument/2006/relationships/customXml" Target="../ink/ink116.xml"/><Relationship Id="rId93" Type="http://schemas.openxmlformats.org/officeDocument/2006/relationships/image" Target="../media/image470.png"/><Relationship Id="rId98" Type="http://schemas.openxmlformats.org/officeDocument/2006/relationships/customXml" Target="../ink/ink129.xml"/><Relationship Id="rId3" Type="http://schemas.openxmlformats.org/officeDocument/2006/relationships/image" Target="../media/image82.png"/><Relationship Id="rId25" Type="http://schemas.openxmlformats.org/officeDocument/2006/relationships/image" Target="../media/image130.png"/><Relationship Id="rId46" Type="http://schemas.openxmlformats.org/officeDocument/2006/relationships/customXml" Target="../ink/ink103.xml"/><Relationship Id="rId67" Type="http://schemas.openxmlformats.org/officeDocument/2006/relationships/image" Target="../media/image340.png"/><Relationship Id="rId20" Type="http://schemas.openxmlformats.org/officeDocument/2006/relationships/customXml" Target="../ink/ink90.xml"/><Relationship Id="rId41" Type="http://schemas.openxmlformats.org/officeDocument/2006/relationships/image" Target="../media/image211.png"/><Relationship Id="rId62" Type="http://schemas.openxmlformats.org/officeDocument/2006/relationships/customXml" Target="../ink/ink111.xml"/><Relationship Id="rId83" Type="http://schemas.openxmlformats.org/officeDocument/2006/relationships/image" Target="../media/image420.png"/><Relationship Id="rId88" Type="http://schemas.openxmlformats.org/officeDocument/2006/relationships/customXml" Target="../ink/ink124.xml"/><Relationship Id="rId111" Type="http://schemas.openxmlformats.org/officeDocument/2006/relationships/image" Target="../media/image560.png"/></Relationships>
</file>

<file path=ppt/slides/_rels/slide10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0.png"/><Relationship Id="rId21" Type="http://schemas.openxmlformats.org/officeDocument/2006/relationships/image" Target="../media/image110.png"/><Relationship Id="rId42" Type="http://schemas.openxmlformats.org/officeDocument/2006/relationships/customXml" Target="../ink/ink155.xml"/><Relationship Id="rId63" Type="http://schemas.openxmlformats.org/officeDocument/2006/relationships/image" Target="../media/image320.png"/><Relationship Id="rId84" Type="http://schemas.openxmlformats.org/officeDocument/2006/relationships/customXml" Target="../ink/ink176.xml"/><Relationship Id="rId138" Type="http://schemas.openxmlformats.org/officeDocument/2006/relationships/customXml" Target="../ink/ink203.xml"/><Relationship Id="rId159" Type="http://schemas.openxmlformats.org/officeDocument/2006/relationships/image" Target="../media/image80.png"/><Relationship Id="rId170" Type="http://schemas.openxmlformats.org/officeDocument/2006/relationships/customXml" Target="../ink/ink219.xml"/><Relationship Id="rId107" Type="http://schemas.openxmlformats.org/officeDocument/2006/relationships/image" Target="../media/image540.png"/><Relationship Id="rId11" Type="http://schemas.openxmlformats.org/officeDocument/2006/relationships/image" Target="../media/image610.png"/><Relationship Id="rId32" Type="http://schemas.openxmlformats.org/officeDocument/2006/relationships/customXml" Target="../ink/ink150.xml"/><Relationship Id="rId53" Type="http://schemas.openxmlformats.org/officeDocument/2006/relationships/image" Target="../media/image270.png"/><Relationship Id="rId74" Type="http://schemas.openxmlformats.org/officeDocument/2006/relationships/customXml" Target="../ink/ink171.xml"/><Relationship Id="rId128" Type="http://schemas.openxmlformats.org/officeDocument/2006/relationships/customXml" Target="../ink/ink198.xml"/><Relationship Id="rId149" Type="http://schemas.openxmlformats.org/officeDocument/2006/relationships/image" Target="../media/image750.png"/><Relationship Id="rId5" Type="http://schemas.openxmlformats.org/officeDocument/2006/relationships/image" Target="../media/image310.png"/><Relationship Id="rId95" Type="http://schemas.openxmlformats.org/officeDocument/2006/relationships/image" Target="../media/image480.png"/><Relationship Id="rId160" Type="http://schemas.openxmlformats.org/officeDocument/2006/relationships/customXml" Target="../ink/ink214.xml"/><Relationship Id="rId22" Type="http://schemas.openxmlformats.org/officeDocument/2006/relationships/customXml" Target="../ink/ink145.xml"/><Relationship Id="rId43" Type="http://schemas.openxmlformats.org/officeDocument/2006/relationships/image" Target="../media/image220.png"/><Relationship Id="rId64" Type="http://schemas.openxmlformats.org/officeDocument/2006/relationships/customXml" Target="../ink/ink166.xml"/><Relationship Id="rId118" Type="http://schemas.openxmlformats.org/officeDocument/2006/relationships/customXml" Target="../ink/ink193.xml"/><Relationship Id="rId139" Type="http://schemas.openxmlformats.org/officeDocument/2006/relationships/image" Target="../media/image700.png"/><Relationship Id="rId85" Type="http://schemas.openxmlformats.org/officeDocument/2006/relationships/image" Target="../media/image430.png"/><Relationship Id="rId150" Type="http://schemas.openxmlformats.org/officeDocument/2006/relationships/customXml" Target="../ink/ink209.xml"/><Relationship Id="rId171" Type="http://schemas.openxmlformats.org/officeDocument/2006/relationships/image" Target="../media/image90.png"/><Relationship Id="rId12" Type="http://schemas.openxmlformats.org/officeDocument/2006/relationships/customXml" Target="../ink/ink140.xml"/><Relationship Id="rId33" Type="http://schemas.openxmlformats.org/officeDocument/2006/relationships/image" Target="../media/image170.png"/><Relationship Id="rId108" Type="http://schemas.openxmlformats.org/officeDocument/2006/relationships/customXml" Target="../ink/ink188.xml"/><Relationship Id="rId129" Type="http://schemas.openxmlformats.org/officeDocument/2006/relationships/image" Target="../media/image65.png"/><Relationship Id="rId54" Type="http://schemas.openxmlformats.org/officeDocument/2006/relationships/customXml" Target="../ink/ink161.xml"/><Relationship Id="rId75" Type="http://schemas.openxmlformats.org/officeDocument/2006/relationships/image" Target="../media/image380.png"/><Relationship Id="rId96" Type="http://schemas.openxmlformats.org/officeDocument/2006/relationships/customXml" Target="../ink/ink182.xml"/><Relationship Id="rId140" Type="http://schemas.openxmlformats.org/officeDocument/2006/relationships/customXml" Target="../ink/ink204.xml"/><Relationship Id="rId161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7.xml"/><Relationship Id="rId23" Type="http://schemas.openxmlformats.org/officeDocument/2006/relationships/image" Target="../media/image120.png"/><Relationship Id="rId28" Type="http://schemas.openxmlformats.org/officeDocument/2006/relationships/customXml" Target="../ink/ink148.xml"/><Relationship Id="rId49" Type="http://schemas.openxmlformats.org/officeDocument/2006/relationships/image" Target="../media/image250.png"/><Relationship Id="rId114" Type="http://schemas.openxmlformats.org/officeDocument/2006/relationships/customXml" Target="../ink/ink191.xml"/><Relationship Id="rId119" Type="http://schemas.openxmlformats.org/officeDocument/2006/relationships/image" Target="../media/image600.png"/><Relationship Id="rId44" Type="http://schemas.openxmlformats.org/officeDocument/2006/relationships/customXml" Target="../ink/ink156.xml"/><Relationship Id="rId60" Type="http://schemas.openxmlformats.org/officeDocument/2006/relationships/customXml" Target="../ink/ink164.xml"/><Relationship Id="rId65" Type="http://schemas.openxmlformats.org/officeDocument/2006/relationships/image" Target="../media/image330.png"/><Relationship Id="rId81" Type="http://schemas.openxmlformats.org/officeDocument/2006/relationships/image" Target="../media/image411.png"/><Relationship Id="rId86" Type="http://schemas.openxmlformats.org/officeDocument/2006/relationships/customXml" Target="../ink/ink177.xml"/><Relationship Id="rId130" Type="http://schemas.openxmlformats.org/officeDocument/2006/relationships/customXml" Target="../ink/ink199.xml"/><Relationship Id="rId135" Type="http://schemas.openxmlformats.org/officeDocument/2006/relationships/image" Target="../media/image68.png"/><Relationship Id="rId151" Type="http://schemas.openxmlformats.org/officeDocument/2006/relationships/image" Target="../media/image760.png"/><Relationship Id="rId156" Type="http://schemas.openxmlformats.org/officeDocument/2006/relationships/customXml" Target="../ink/ink212.xml"/><Relationship Id="rId172" Type="http://schemas.openxmlformats.org/officeDocument/2006/relationships/customXml" Target="../ink/ink220.xml"/><Relationship Id="rId13" Type="http://schemas.openxmlformats.org/officeDocument/2006/relationships/image" Target="../media/image710.png"/><Relationship Id="rId18" Type="http://schemas.openxmlformats.org/officeDocument/2006/relationships/customXml" Target="../ink/ink143.xml"/><Relationship Id="rId39" Type="http://schemas.openxmlformats.org/officeDocument/2006/relationships/image" Target="../media/image200.png"/><Relationship Id="rId109" Type="http://schemas.openxmlformats.org/officeDocument/2006/relationships/image" Target="../media/image550.png"/><Relationship Id="rId34" Type="http://schemas.openxmlformats.org/officeDocument/2006/relationships/customXml" Target="../ink/ink151.xml"/><Relationship Id="rId50" Type="http://schemas.openxmlformats.org/officeDocument/2006/relationships/customXml" Target="../ink/ink159.xml"/><Relationship Id="rId55" Type="http://schemas.openxmlformats.org/officeDocument/2006/relationships/image" Target="../media/image280.png"/><Relationship Id="rId76" Type="http://schemas.openxmlformats.org/officeDocument/2006/relationships/customXml" Target="../ink/ink172.xml"/><Relationship Id="rId97" Type="http://schemas.openxmlformats.org/officeDocument/2006/relationships/image" Target="../media/image490.png"/><Relationship Id="rId104" Type="http://schemas.openxmlformats.org/officeDocument/2006/relationships/customXml" Target="../ink/ink186.xml"/><Relationship Id="rId120" Type="http://schemas.openxmlformats.org/officeDocument/2006/relationships/customXml" Target="../ink/ink194.xml"/><Relationship Id="rId125" Type="http://schemas.openxmlformats.org/officeDocument/2006/relationships/image" Target="../media/image630.png"/><Relationship Id="rId141" Type="http://schemas.openxmlformats.org/officeDocument/2006/relationships/image" Target="../media/image711.png"/><Relationship Id="rId146" Type="http://schemas.openxmlformats.org/officeDocument/2006/relationships/customXml" Target="../ink/ink207.xml"/><Relationship Id="rId167" Type="http://schemas.openxmlformats.org/officeDocument/2006/relationships/image" Target="../media/image87.png"/><Relationship Id="rId7" Type="http://schemas.openxmlformats.org/officeDocument/2006/relationships/image" Target="../media/image410.png"/><Relationship Id="rId71" Type="http://schemas.openxmlformats.org/officeDocument/2006/relationships/image" Target="../media/image360.png"/><Relationship Id="rId92" Type="http://schemas.openxmlformats.org/officeDocument/2006/relationships/customXml" Target="../ink/ink180.xml"/><Relationship Id="rId162" Type="http://schemas.openxmlformats.org/officeDocument/2006/relationships/customXml" Target="../ink/ink215.xml"/><Relationship Id="rId2" Type="http://schemas.openxmlformats.org/officeDocument/2006/relationships/image" Target="../media/image65.jpeg"/><Relationship Id="rId29" Type="http://schemas.openxmlformats.org/officeDocument/2006/relationships/image" Target="../media/image150.png"/><Relationship Id="rId24" Type="http://schemas.openxmlformats.org/officeDocument/2006/relationships/customXml" Target="../ink/ink146.xml"/><Relationship Id="rId40" Type="http://schemas.openxmlformats.org/officeDocument/2006/relationships/customXml" Target="../ink/ink154.xml"/><Relationship Id="rId45" Type="http://schemas.openxmlformats.org/officeDocument/2006/relationships/image" Target="../media/image230.png"/><Relationship Id="rId66" Type="http://schemas.openxmlformats.org/officeDocument/2006/relationships/customXml" Target="../ink/ink167.xml"/><Relationship Id="rId87" Type="http://schemas.openxmlformats.org/officeDocument/2006/relationships/image" Target="../media/image440.png"/><Relationship Id="rId110" Type="http://schemas.openxmlformats.org/officeDocument/2006/relationships/customXml" Target="../ink/ink189.xml"/><Relationship Id="rId115" Type="http://schemas.openxmlformats.org/officeDocument/2006/relationships/image" Target="../media/image580.png"/><Relationship Id="rId131" Type="http://schemas.openxmlformats.org/officeDocument/2006/relationships/image" Target="../media/image66.png"/><Relationship Id="rId136" Type="http://schemas.openxmlformats.org/officeDocument/2006/relationships/customXml" Target="../ink/ink202.xml"/><Relationship Id="rId157" Type="http://schemas.openxmlformats.org/officeDocument/2006/relationships/image" Target="../media/image79.png"/><Relationship Id="rId61" Type="http://schemas.openxmlformats.org/officeDocument/2006/relationships/image" Target="../media/image311.png"/><Relationship Id="rId82" Type="http://schemas.openxmlformats.org/officeDocument/2006/relationships/customXml" Target="../ink/ink175.xml"/><Relationship Id="rId152" Type="http://schemas.openxmlformats.org/officeDocument/2006/relationships/customXml" Target="../ink/ink210.xml"/><Relationship Id="rId173" Type="http://schemas.openxmlformats.org/officeDocument/2006/relationships/image" Target="../media/image91.png"/><Relationship Id="rId19" Type="http://schemas.openxmlformats.org/officeDocument/2006/relationships/image" Target="../media/image105.png"/><Relationship Id="rId14" Type="http://schemas.openxmlformats.org/officeDocument/2006/relationships/customXml" Target="../ink/ink141.xml"/><Relationship Id="rId30" Type="http://schemas.openxmlformats.org/officeDocument/2006/relationships/customXml" Target="../ink/ink149.xml"/><Relationship Id="rId35" Type="http://schemas.openxmlformats.org/officeDocument/2006/relationships/image" Target="../media/image180.png"/><Relationship Id="rId56" Type="http://schemas.openxmlformats.org/officeDocument/2006/relationships/customXml" Target="../ink/ink162.xml"/><Relationship Id="rId77" Type="http://schemas.openxmlformats.org/officeDocument/2006/relationships/image" Target="../media/image390.png"/><Relationship Id="rId100" Type="http://schemas.openxmlformats.org/officeDocument/2006/relationships/customXml" Target="../ink/ink184.xml"/><Relationship Id="rId105" Type="http://schemas.openxmlformats.org/officeDocument/2006/relationships/image" Target="../media/image531.png"/><Relationship Id="rId126" Type="http://schemas.openxmlformats.org/officeDocument/2006/relationships/customXml" Target="../ink/ink197.xml"/><Relationship Id="rId147" Type="http://schemas.openxmlformats.org/officeDocument/2006/relationships/image" Target="../media/image740.png"/><Relationship Id="rId168" Type="http://schemas.openxmlformats.org/officeDocument/2006/relationships/customXml" Target="../ink/ink218.xml"/><Relationship Id="rId8" Type="http://schemas.openxmlformats.org/officeDocument/2006/relationships/customXml" Target="../ink/ink138.xml"/><Relationship Id="rId51" Type="http://schemas.openxmlformats.org/officeDocument/2006/relationships/image" Target="../media/image260.png"/><Relationship Id="rId72" Type="http://schemas.openxmlformats.org/officeDocument/2006/relationships/customXml" Target="../ink/ink170.xml"/><Relationship Id="rId93" Type="http://schemas.openxmlformats.org/officeDocument/2006/relationships/image" Target="../media/image470.png"/><Relationship Id="rId98" Type="http://schemas.openxmlformats.org/officeDocument/2006/relationships/customXml" Target="../ink/ink183.xml"/><Relationship Id="rId121" Type="http://schemas.openxmlformats.org/officeDocument/2006/relationships/image" Target="../media/image611.png"/><Relationship Id="rId142" Type="http://schemas.openxmlformats.org/officeDocument/2006/relationships/customXml" Target="../ink/ink205.xml"/><Relationship Id="rId163" Type="http://schemas.openxmlformats.org/officeDocument/2006/relationships/image" Target="../media/image85.png"/><Relationship Id="rId3" Type="http://schemas.openxmlformats.org/officeDocument/2006/relationships/image" Target="../media/image82.png"/><Relationship Id="rId25" Type="http://schemas.openxmlformats.org/officeDocument/2006/relationships/image" Target="../media/image130.png"/><Relationship Id="rId46" Type="http://schemas.openxmlformats.org/officeDocument/2006/relationships/customXml" Target="../ink/ink157.xml"/><Relationship Id="rId67" Type="http://schemas.openxmlformats.org/officeDocument/2006/relationships/image" Target="../media/image340.png"/><Relationship Id="rId116" Type="http://schemas.openxmlformats.org/officeDocument/2006/relationships/customXml" Target="../ink/ink192.xml"/><Relationship Id="rId137" Type="http://schemas.openxmlformats.org/officeDocument/2006/relationships/image" Target="../media/image69.png"/><Relationship Id="rId158" Type="http://schemas.openxmlformats.org/officeDocument/2006/relationships/customXml" Target="../ink/ink213.xml"/><Relationship Id="rId20" Type="http://schemas.openxmlformats.org/officeDocument/2006/relationships/customXml" Target="../ink/ink144.xml"/><Relationship Id="rId41" Type="http://schemas.openxmlformats.org/officeDocument/2006/relationships/image" Target="../media/image211.png"/><Relationship Id="rId62" Type="http://schemas.openxmlformats.org/officeDocument/2006/relationships/customXml" Target="../ink/ink165.xml"/><Relationship Id="rId83" Type="http://schemas.openxmlformats.org/officeDocument/2006/relationships/image" Target="../media/image420.png"/><Relationship Id="rId88" Type="http://schemas.openxmlformats.org/officeDocument/2006/relationships/customXml" Target="../ink/ink178.xml"/><Relationship Id="rId111" Type="http://schemas.openxmlformats.org/officeDocument/2006/relationships/image" Target="../media/image560.png"/><Relationship Id="rId132" Type="http://schemas.openxmlformats.org/officeDocument/2006/relationships/customXml" Target="../ink/ink200.xml"/><Relationship Id="rId153" Type="http://schemas.openxmlformats.org/officeDocument/2006/relationships/image" Target="../media/image771.png"/><Relationship Id="rId174" Type="http://schemas.openxmlformats.org/officeDocument/2006/relationships/customXml" Target="../ink/ink221.xml"/><Relationship Id="rId15" Type="http://schemas.openxmlformats.org/officeDocument/2006/relationships/image" Target="../media/image811.png"/><Relationship Id="rId36" Type="http://schemas.openxmlformats.org/officeDocument/2006/relationships/customXml" Target="../ink/ink152.xml"/><Relationship Id="rId57" Type="http://schemas.openxmlformats.org/officeDocument/2006/relationships/image" Target="../media/image290.png"/><Relationship Id="rId106" Type="http://schemas.openxmlformats.org/officeDocument/2006/relationships/customXml" Target="../ink/ink187.xml"/><Relationship Id="rId127" Type="http://schemas.openxmlformats.org/officeDocument/2006/relationships/image" Target="../media/image640.png"/><Relationship Id="rId10" Type="http://schemas.openxmlformats.org/officeDocument/2006/relationships/customXml" Target="../ink/ink139.xml"/><Relationship Id="rId31" Type="http://schemas.openxmlformats.org/officeDocument/2006/relationships/image" Target="../media/image160.png"/><Relationship Id="rId52" Type="http://schemas.openxmlformats.org/officeDocument/2006/relationships/customXml" Target="../ink/ink160.xml"/><Relationship Id="rId73" Type="http://schemas.openxmlformats.org/officeDocument/2006/relationships/image" Target="../media/image370.png"/><Relationship Id="rId78" Type="http://schemas.openxmlformats.org/officeDocument/2006/relationships/customXml" Target="../ink/ink173.xml"/><Relationship Id="rId94" Type="http://schemas.openxmlformats.org/officeDocument/2006/relationships/customXml" Target="../ink/ink181.xml"/><Relationship Id="rId99" Type="http://schemas.openxmlformats.org/officeDocument/2006/relationships/image" Target="../media/image500.png"/><Relationship Id="rId101" Type="http://schemas.openxmlformats.org/officeDocument/2006/relationships/image" Target="../media/image511.png"/><Relationship Id="rId122" Type="http://schemas.openxmlformats.org/officeDocument/2006/relationships/customXml" Target="../ink/ink195.xml"/><Relationship Id="rId143" Type="http://schemas.openxmlformats.org/officeDocument/2006/relationships/image" Target="../media/image72.png"/><Relationship Id="rId148" Type="http://schemas.openxmlformats.org/officeDocument/2006/relationships/customXml" Target="../ink/ink208.xml"/><Relationship Id="rId164" Type="http://schemas.openxmlformats.org/officeDocument/2006/relationships/customXml" Target="../ink/ink216.xml"/><Relationship Id="rId169" Type="http://schemas.openxmlformats.org/officeDocument/2006/relationships/image" Target="../media/image88.png"/><Relationship Id="rId4" Type="http://schemas.openxmlformats.org/officeDocument/2006/relationships/customXml" Target="../ink/ink136.xml"/><Relationship Id="rId9" Type="http://schemas.openxmlformats.org/officeDocument/2006/relationships/image" Target="../media/image510.png"/><Relationship Id="rId26" Type="http://schemas.openxmlformats.org/officeDocument/2006/relationships/customXml" Target="../ink/ink147.xml"/><Relationship Id="rId47" Type="http://schemas.openxmlformats.org/officeDocument/2006/relationships/image" Target="../media/image240.png"/><Relationship Id="rId68" Type="http://schemas.openxmlformats.org/officeDocument/2006/relationships/customXml" Target="../ink/ink168.xml"/><Relationship Id="rId89" Type="http://schemas.openxmlformats.org/officeDocument/2006/relationships/image" Target="../media/image4500.png"/><Relationship Id="rId112" Type="http://schemas.openxmlformats.org/officeDocument/2006/relationships/customXml" Target="../ink/ink190.xml"/><Relationship Id="rId133" Type="http://schemas.openxmlformats.org/officeDocument/2006/relationships/image" Target="../media/image670.png"/><Relationship Id="rId154" Type="http://schemas.openxmlformats.org/officeDocument/2006/relationships/customXml" Target="../ink/ink211.xml"/><Relationship Id="rId175" Type="http://schemas.openxmlformats.org/officeDocument/2006/relationships/image" Target="../media/image921.png"/><Relationship Id="rId16" Type="http://schemas.openxmlformats.org/officeDocument/2006/relationships/customXml" Target="../ink/ink142.xml"/><Relationship Id="rId37" Type="http://schemas.openxmlformats.org/officeDocument/2006/relationships/image" Target="../media/image190.png"/><Relationship Id="rId58" Type="http://schemas.openxmlformats.org/officeDocument/2006/relationships/customXml" Target="../ink/ink163.xml"/><Relationship Id="rId79" Type="http://schemas.openxmlformats.org/officeDocument/2006/relationships/image" Target="../media/image400.png"/><Relationship Id="rId102" Type="http://schemas.openxmlformats.org/officeDocument/2006/relationships/customXml" Target="../ink/ink185.xml"/><Relationship Id="rId123" Type="http://schemas.openxmlformats.org/officeDocument/2006/relationships/image" Target="../media/image620.png"/><Relationship Id="rId144" Type="http://schemas.openxmlformats.org/officeDocument/2006/relationships/customXml" Target="../ink/ink206.xml"/><Relationship Id="rId90" Type="http://schemas.openxmlformats.org/officeDocument/2006/relationships/customXml" Target="../ink/ink179.xml"/><Relationship Id="rId165" Type="http://schemas.openxmlformats.org/officeDocument/2006/relationships/image" Target="../media/image86.png"/><Relationship Id="rId27" Type="http://schemas.openxmlformats.org/officeDocument/2006/relationships/image" Target="../media/image140.png"/><Relationship Id="rId48" Type="http://schemas.openxmlformats.org/officeDocument/2006/relationships/customXml" Target="../ink/ink158.xml"/><Relationship Id="rId69" Type="http://schemas.openxmlformats.org/officeDocument/2006/relationships/image" Target="../media/image350.png"/><Relationship Id="rId113" Type="http://schemas.openxmlformats.org/officeDocument/2006/relationships/image" Target="../media/image570.png"/><Relationship Id="rId134" Type="http://schemas.openxmlformats.org/officeDocument/2006/relationships/customXml" Target="../ink/ink201.xml"/><Relationship Id="rId80" Type="http://schemas.openxmlformats.org/officeDocument/2006/relationships/customXml" Target="../ink/ink174.xml"/><Relationship Id="rId155" Type="http://schemas.openxmlformats.org/officeDocument/2006/relationships/image" Target="../media/image78.png"/><Relationship Id="rId17" Type="http://schemas.openxmlformats.org/officeDocument/2006/relationships/image" Target="../media/image911.png"/><Relationship Id="rId38" Type="http://schemas.openxmlformats.org/officeDocument/2006/relationships/customXml" Target="../ink/ink153.xml"/><Relationship Id="rId59" Type="http://schemas.openxmlformats.org/officeDocument/2006/relationships/image" Target="../media/image300.png"/><Relationship Id="rId103" Type="http://schemas.openxmlformats.org/officeDocument/2006/relationships/image" Target="../media/image520.png"/><Relationship Id="rId124" Type="http://schemas.openxmlformats.org/officeDocument/2006/relationships/customXml" Target="../ink/ink196.xml"/><Relationship Id="rId70" Type="http://schemas.openxmlformats.org/officeDocument/2006/relationships/customXml" Target="../ink/ink169.xml"/><Relationship Id="rId91" Type="http://schemas.openxmlformats.org/officeDocument/2006/relationships/image" Target="../media/image460.png"/><Relationship Id="rId145" Type="http://schemas.openxmlformats.org/officeDocument/2006/relationships/image" Target="../media/image730.png"/><Relationship Id="rId166" Type="http://schemas.openxmlformats.org/officeDocument/2006/relationships/customXml" Target="../ink/ink21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HW#5 due on Sunday @ 11:59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#5 due on Friday @ 4:25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FF0000"/>
                </a:solidFill>
              </a:rPr>
              <a:t>Mini project this week</a:t>
            </a:r>
          </a:p>
          <a:p>
            <a:pPr marL="720090" lvl="2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0000FF"/>
                </a:solidFill>
              </a:rPr>
              <a:t>Lecture-18 Readings: </a:t>
            </a:r>
            <a:r>
              <a:rPr lang="en-US" sz="3000" dirty="0"/>
              <a:t>Section 3.6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18–Multiplexers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735329"/>
            <a:ext cx="89916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Floating-Point Numbers Representation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Conversion of fractions from decimal to binary.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Storing Floating-Point Numbers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Multiplexers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Building basic logic gates with Multiplexers</a:t>
            </a:r>
          </a:p>
          <a:p>
            <a:pPr lvl="1" eaLnBrk="1" hangingPunct="1">
              <a:defRPr/>
            </a:pPr>
            <a:r>
              <a:rPr lang="en-US" sz="2900" kern="0" dirty="0">
                <a:solidFill>
                  <a:srgbClr val="000000"/>
                </a:solidFill>
              </a:rPr>
              <a:t>Implementation of logic functions using Multiplexers 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Multiplexers Synthesis Using Shannon’s Expansion</a:t>
            </a:r>
          </a:p>
          <a:p>
            <a:pPr lvl="1" eaLnBrk="1" hangingPunct="1">
              <a:defRPr/>
            </a:pPr>
            <a:endParaRPr lang="en-US" sz="30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5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C974-BAB0-421D-BFE6-93D02DA3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743"/>
            <a:ext cx="8915400" cy="685800"/>
          </a:xfrm>
        </p:spPr>
        <p:txBody>
          <a:bodyPr/>
          <a:lstStyle/>
          <a:p>
            <a:r>
              <a:rPr lang="en-US" sz="3000" dirty="0"/>
              <a:t>Conversion of fractions from binary to decimal.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27A75B-DDE0-41D5-8E9E-653DC56158B5}"/>
                  </a:ext>
                </a:extLst>
              </p14:cNvPr>
              <p14:cNvContentPartPr/>
              <p14:nvPr/>
            </p14:nvContentPartPr>
            <p14:xfrm>
              <a:off x="4811040" y="843840"/>
              <a:ext cx="4370400" cy="4932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27A75B-DDE0-41D5-8E9E-653DC56158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01680" y="834480"/>
                <a:ext cx="4389120" cy="49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214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4A01EDEE-1B24-49C7-92CE-34887E7D1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925" y="6407150"/>
            <a:ext cx="328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1800" b="0">
                <a:solidFill>
                  <a:schemeClr val="tx2"/>
                </a:solidFill>
                <a:latin typeface="Times" panose="02020603050405020304" pitchFamily="18" charset="0"/>
                <a:ea typeface="MS Mincho" panose="02020609040205080304" pitchFamily="49" charset="-128"/>
              </a:rPr>
              <a:t>[Figure 3.37</a:t>
            </a:r>
            <a:r>
              <a:rPr lang="en-US" altLang="en-US" sz="1800" b="0">
                <a:solidFill>
                  <a:schemeClr val="tx2"/>
                </a:solidFill>
                <a:latin typeface="Times" panose="02020603050405020304" pitchFamily="18" charset="0"/>
                <a:ea typeface="MS Mincho" panose="02020609040205080304" pitchFamily="49" charset="-128"/>
              </a:rPr>
              <a:t> from the textbook]</a:t>
            </a:r>
            <a:endParaRPr lang="en-CA" altLang="en-US" sz="1800" b="0">
              <a:solidFill>
                <a:schemeClr val="tx2"/>
              </a:solidFill>
              <a:latin typeface="Times" panose="02020603050405020304" pitchFamily="18" charset="0"/>
              <a:ea typeface="MS Mincho" panose="02020609040205080304" pitchFamily="49" charset="-128"/>
            </a:endParaRPr>
          </a:p>
        </p:txBody>
      </p:sp>
      <p:grpSp>
        <p:nvGrpSpPr>
          <p:cNvPr id="9218" name="Group 54">
            <a:extLst>
              <a:ext uri="{FF2B5EF4-FFF2-40B4-BE49-F238E27FC236}">
                <a16:creationId xmlns:a16="http://schemas.microsoft.com/office/drawing/2014/main" id="{4A6498E2-E0D2-422A-A476-CEE4FA52E08A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1376363"/>
            <a:ext cx="7883525" cy="4567237"/>
            <a:chOff x="441" y="640"/>
            <a:chExt cx="4966" cy="2877"/>
          </a:xfrm>
        </p:grpSpPr>
        <p:sp>
          <p:nvSpPr>
            <p:cNvPr id="9220" name="Rectangle 5">
              <a:extLst>
                <a:ext uri="{FF2B5EF4-FFF2-40B4-BE49-F238E27FC236}">
                  <a16:creationId xmlns:a16="http://schemas.microsoft.com/office/drawing/2014/main" id="{2E34E3AC-063C-4CDC-879D-08F3B54FE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" y="852"/>
              <a:ext cx="4237" cy="259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1" name="Rectangle 6">
              <a:extLst>
                <a:ext uri="{FF2B5EF4-FFF2-40B4-BE49-F238E27FC236}">
                  <a16:creationId xmlns:a16="http://schemas.microsoft.com/office/drawing/2014/main" id="{778BBEBC-3756-4340-A48A-6DBD49C78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247"/>
              <a:ext cx="2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Sign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2" name="Line 7">
              <a:extLst>
                <a:ext uri="{FF2B5EF4-FFF2-40B4-BE49-F238E27FC236}">
                  <a16:creationId xmlns:a16="http://schemas.microsoft.com/office/drawing/2014/main" id="{2F0DD10A-CAF5-4971-8564-20A18C073E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4" y="852"/>
              <a:ext cx="1" cy="25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" name="Line 8">
              <a:extLst>
                <a:ext uri="{FF2B5EF4-FFF2-40B4-BE49-F238E27FC236}">
                  <a16:creationId xmlns:a16="http://schemas.microsoft.com/office/drawing/2014/main" id="{A195852B-2CC8-4530-BDD3-8344034F1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2" y="852"/>
              <a:ext cx="1" cy="25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" name="Rectangle 9">
              <a:extLst>
                <a:ext uri="{FF2B5EF4-FFF2-40B4-BE49-F238E27FC236}">
                  <a16:creationId xmlns:a16="http://schemas.microsoft.com/office/drawing/2014/main" id="{0A165A25-9EBB-4273-802F-6AAE75480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640"/>
              <a:ext cx="3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32 bits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5" name="Rectangle 10">
              <a:extLst>
                <a:ext uri="{FF2B5EF4-FFF2-40B4-BE49-F238E27FC236}">
                  <a16:creationId xmlns:a16="http://schemas.microsoft.com/office/drawing/2014/main" id="{F26DEBBD-5C30-4B02-9481-6F0F8DB6B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" y="1338"/>
              <a:ext cx="99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23 bits of mantissa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6" name="Rectangle 11">
              <a:extLst>
                <a:ext uri="{FF2B5EF4-FFF2-40B4-BE49-F238E27FC236}">
                  <a16:creationId xmlns:a16="http://schemas.microsoft.com/office/drawing/2014/main" id="{67C4EC1B-2E81-4F3C-A295-83C1E3E25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1473"/>
              <a:ext cx="5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excess-127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7" name="Rectangle 12">
              <a:extLst>
                <a:ext uri="{FF2B5EF4-FFF2-40B4-BE49-F238E27FC236}">
                  <a16:creationId xmlns:a16="http://schemas.microsoft.com/office/drawing/2014/main" id="{13DE9C94-0337-4599-8491-63684A264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1593"/>
              <a:ext cx="4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exponent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8" name="Rectangle 13">
              <a:extLst>
                <a:ext uri="{FF2B5EF4-FFF2-40B4-BE49-F238E27FC236}">
                  <a16:creationId xmlns:a16="http://schemas.microsoft.com/office/drawing/2014/main" id="{2E72C537-960C-4C6F-8A1E-5659480B8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6" y="1338"/>
              <a:ext cx="27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8-bit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29" name="Rectangle 14">
              <a:extLst>
                <a:ext uri="{FF2B5EF4-FFF2-40B4-BE49-F238E27FC236}">
                  <a16:creationId xmlns:a16="http://schemas.microsoft.com/office/drawing/2014/main" id="{0BFD9A4C-FF32-4B5B-87CC-C3AA36CAF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2970"/>
              <a:ext cx="99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52 bits of mantissa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30" name="Rectangle 15">
              <a:extLst>
                <a:ext uri="{FF2B5EF4-FFF2-40B4-BE49-F238E27FC236}">
                  <a16:creationId xmlns:a16="http://schemas.microsoft.com/office/drawing/2014/main" id="{C1E5ACD2-02B7-4CB9-9E72-17B4A49F8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" y="2970"/>
              <a:ext cx="97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11-bit excess-1023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31" name="Freeform 16">
              <a:extLst>
                <a:ext uri="{FF2B5EF4-FFF2-40B4-BE49-F238E27FC236}">
                  <a16:creationId xmlns:a16="http://schemas.microsoft.com/office/drawing/2014/main" id="{AEFDAB0B-0BBB-41A9-8918-DF7E76459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2783"/>
              <a:ext cx="15" cy="43"/>
            </a:xfrm>
            <a:custGeom>
              <a:avLst/>
              <a:gdLst>
                <a:gd name="T0" fmla="*/ 1 w 29"/>
                <a:gd name="T1" fmla="*/ 0 h 87"/>
                <a:gd name="T2" fmla="*/ 0 w 29"/>
                <a:gd name="T3" fmla="*/ 0 h 87"/>
                <a:gd name="T4" fmla="*/ 0 w 29"/>
                <a:gd name="T5" fmla="*/ 0 h 87"/>
                <a:gd name="T6" fmla="*/ 0 w 29"/>
                <a:gd name="T7" fmla="*/ 0 h 87"/>
                <a:gd name="T8" fmla="*/ 1 w 29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87"/>
                <a:gd name="T17" fmla="*/ 29 w 29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87">
                  <a:moveTo>
                    <a:pt x="29" y="87"/>
                  </a:moveTo>
                  <a:lnTo>
                    <a:pt x="0" y="0"/>
                  </a:lnTo>
                  <a:lnTo>
                    <a:pt x="0" y="87"/>
                  </a:lnTo>
                  <a:lnTo>
                    <a:pt x="29" y="87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Freeform 17">
              <a:extLst>
                <a:ext uri="{FF2B5EF4-FFF2-40B4-BE49-F238E27FC236}">
                  <a16:creationId xmlns:a16="http://schemas.microsoft.com/office/drawing/2014/main" id="{76B1A36B-1E1E-4E03-9882-495C7D75B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2826"/>
              <a:ext cx="86" cy="101"/>
            </a:xfrm>
            <a:custGeom>
              <a:avLst/>
              <a:gdLst>
                <a:gd name="T0" fmla="*/ 1 w 172"/>
                <a:gd name="T1" fmla="*/ 0 h 202"/>
                <a:gd name="T2" fmla="*/ 1 w 172"/>
                <a:gd name="T3" fmla="*/ 1 h 202"/>
                <a:gd name="T4" fmla="*/ 1 w 172"/>
                <a:gd name="T5" fmla="*/ 1 h 202"/>
                <a:gd name="T6" fmla="*/ 0 w 172"/>
                <a:gd name="T7" fmla="*/ 1 h 202"/>
                <a:gd name="T8" fmla="*/ 0 w 172"/>
                <a:gd name="T9" fmla="*/ 1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202"/>
                <a:gd name="T17" fmla="*/ 172 w 172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202">
                  <a:moveTo>
                    <a:pt x="172" y="0"/>
                  </a:moveTo>
                  <a:lnTo>
                    <a:pt x="172" y="29"/>
                  </a:lnTo>
                  <a:lnTo>
                    <a:pt x="172" y="202"/>
                  </a:lnTo>
                  <a:lnTo>
                    <a:pt x="0" y="20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18">
              <a:extLst>
                <a:ext uri="{FF2B5EF4-FFF2-40B4-BE49-F238E27FC236}">
                  <a16:creationId xmlns:a16="http://schemas.microsoft.com/office/drawing/2014/main" id="{6A4239DA-08B8-4844-9994-E74457229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4" y="2466"/>
              <a:ext cx="1" cy="26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19">
              <a:extLst>
                <a:ext uri="{FF2B5EF4-FFF2-40B4-BE49-F238E27FC236}">
                  <a16:creationId xmlns:a16="http://schemas.microsoft.com/office/drawing/2014/main" id="{58C570D6-C85C-449C-90FC-0C13DED19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2" y="2466"/>
              <a:ext cx="0" cy="26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Rectangle 20">
              <a:extLst>
                <a:ext uri="{FF2B5EF4-FFF2-40B4-BE49-F238E27FC236}">
                  <a16:creationId xmlns:a16="http://schemas.microsoft.com/office/drawing/2014/main" id="{62D4BAD8-5379-422A-A39B-EE38EDCCE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" y="3102"/>
              <a:ext cx="47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exponent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36" name="Rectangle 21">
              <a:extLst>
                <a:ext uri="{FF2B5EF4-FFF2-40B4-BE49-F238E27FC236}">
                  <a16:creationId xmlns:a16="http://schemas.microsoft.com/office/drawing/2014/main" id="{9C5BAEEA-04F6-4638-A28E-13FAEBB68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2466"/>
              <a:ext cx="4669" cy="260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37" name="Rectangle 22">
              <a:extLst>
                <a:ext uri="{FF2B5EF4-FFF2-40B4-BE49-F238E27FC236}">
                  <a16:creationId xmlns:a16="http://schemas.microsoft.com/office/drawing/2014/main" id="{61E3D7B1-6F23-4098-AA0C-17A4F2DF1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" y="2256"/>
              <a:ext cx="3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64 bits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38" name="Freeform 23">
              <a:extLst>
                <a:ext uri="{FF2B5EF4-FFF2-40B4-BE49-F238E27FC236}">
                  <a16:creationId xmlns:a16="http://schemas.microsoft.com/office/drawing/2014/main" id="{034710B9-6DC2-423E-BBBC-8A1311611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693"/>
              <a:ext cx="86" cy="44"/>
            </a:xfrm>
            <a:custGeom>
              <a:avLst/>
              <a:gdLst>
                <a:gd name="T0" fmla="*/ 0 w 173"/>
                <a:gd name="T1" fmla="*/ 1 h 86"/>
                <a:gd name="T2" fmla="*/ 0 w 173"/>
                <a:gd name="T3" fmla="*/ 1 h 86"/>
                <a:gd name="T4" fmla="*/ 0 w 173"/>
                <a:gd name="T5" fmla="*/ 0 h 86"/>
                <a:gd name="T6" fmla="*/ 0 w 173"/>
                <a:gd name="T7" fmla="*/ 1 h 86"/>
                <a:gd name="T8" fmla="*/ 0 w 173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6"/>
                <a:gd name="T17" fmla="*/ 173 w 173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6">
                  <a:moveTo>
                    <a:pt x="0" y="86"/>
                  </a:moveTo>
                  <a:lnTo>
                    <a:pt x="173" y="28"/>
                  </a:lnTo>
                  <a:lnTo>
                    <a:pt x="0" y="0"/>
                  </a:lnTo>
                  <a:lnTo>
                    <a:pt x="0" y="28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Line 24">
              <a:extLst>
                <a:ext uri="{FF2B5EF4-FFF2-40B4-BE49-F238E27FC236}">
                  <a16:creationId xmlns:a16="http://schemas.microsoft.com/office/drawing/2014/main" id="{CB70D1CA-E42C-4858-9810-41D0FD0903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1" y="708"/>
              <a:ext cx="1744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Freeform 25">
              <a:extLst>
                <a:ext uri="{FF2B5EF4-FFF2-40B4-BE49-F238E27FC236}">
                  <a16:creationId xmlns:a16="http://schemas.microsoft.com/office/drawing/2014/main" id="{CB084302-FBC2-41A5-8BE4-0D7010183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" y="693"/>
              <a:ext cx="87" cy="44"/>
            </a:xfrm>
            <a:custGeom>
              <a:avLst/>
              <a:gdLst>
                <a:gd name="T0" fmla="*/ 1 w 173"/>
                <a:gd name="T1" fmla="*/ 0 h 86"/>
                <a:gd name="T2" fmla="*/ 0 w 173"/>
                <a:gd name="T3" fmla="*/ 1 h 86"/>
                <a:gd name="T4" fmla="*/ 1 w 173"/>
                <a:gd name="T5" fmla="*/ 1 h 86"/>
                <a:gd name="T6" fmla="*/ 1 w 173"/>
                <a:gd name="T7" fmla="*/ 1 h 86"/>
                <a:gd name="T8" fmla="*/ 1 w 173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6"/>
                <a:gd name="T17" fmla="*/ 173 w 173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6">
                  <a:moveTo>
                    <a:pt x="173" y="0"/>
                  </a:moveTo>
                  <a:lnTo>
                    <a:pt x="0" y="28"/>
                  </a:lnTo>
                  <a:lnTo>
                    <a:pt x="173" y="86"/>
                  </a:lnTo>
                  <a:lnTo>
                    <a:pt x="173" y="28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Line 26">
              <a:extLst>
                <a:ext uri="{FF2B5EF4-FFF2-40B4-BE49-F238E27FC236}">
                  <a16:creationId xmlns:a16="http://schemas.microsoft.com/office/drawing/2014/main" id="{94CF705B-0D93-43F2-A0C5-C08CACDD4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9" y="708"/>
              <a:ext cx="174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Freeform 27">
              <a:extLst>
                <a:ext uri="{FF2B5EF4-FFF2-40B4-BE49-F238E27FC236}">
                  <a16:creationId xmlns:a16="http://schemas.microsoft.com/office/drawing/2014/main" id="{839E8BEE-2974-448E-AAE7-E2ACF234E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9" y="2308"/>
              <a:ext cx="86" cy="43"/>
            </a:xfrm>
            <a:custGeom>
              <a:avLst/>
              <a:gdLst>
                <a:gd name="T0" fmla="*/ 0 w 173"/>
                <a:gd name="T1" fmla="*/ 0 h 87"/>
                <a:gd name="T2" fmla="*/ 0 w 173"/>
                <a:gd name="T3" fmla="*/ 0 h 87"/>
                <a:gd name="T4" fmla="*/ 0 w 173"/>
                <a:gd name="T5" fmla="*/ 0 h 87"/>
                <a:gd name="T6" fmla="*/ 0 w 173"/>
                <a:gd name="T7" fmla="*/ 0 h 87"/>
                <a:gd name="T8" fmla="*/ 0 w 173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7"/>
                <a:gd name="T17" fmla="*/ 173 w 173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7">
                  <a:moveTo>
                    <a:pt x="0" y="87"/>
                  </a:moveTo>
                  <a:lnTo>
                    <a:pt x="173" y="58"/>
                  </a:lnTo>
                  <a:lnTo>
                    <a:pt x="0" y="0"/>
                  </a:lnTo>
                  <a:lnTo>
                    <a:pt x="0" y="58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3" name="Line 28">
              <a:extLst>
                <a:ext uri="{FF2B5EF4-FFF2-40B4-BE49-F238E27FC236}">
                  <a16:creationId xmlns:a16="http://schemas.microsoft.com/office/drawing/2014/main" id="{973DB74B-F785-4189-80CA-57464E6F6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6" y="2336"/>
              <a:ext cx="2003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Freeform 29">
              <a:extLst>
                <a:ext uri="{FF2B5EF4-FFF2-40B4-BE49-F238E27FC236}">
                  <a16:creationId xmlns:a16="http://schemas.microsoft.com/office/drawing/2014/main" id="{AD79554D-2526-479F-B98E-F60849A07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2308"/>
              <a:ext cx="86" cy="43"/>
            </a:xfrm>
            <a:custGeom>
              <a:avLst/>
              <a:gdLst>
                <a:gd name="T0" fmla="*/ 0 w 173"/>
                <a:gd name="T1" fmla="*/ 0 h 87"/>
                <a:gd name="T2" fmla="*/ 0 w 173"/>
                <a:gd name="T3" fmla="*/ 0 h 87"/>
                <a:gd name="T4" fmla="*/ 0 w 173"/>
                <a:gd name="T5" fmla="*/ 0 h 87"/>
                <a:gd name="T6" fmla="*/ 0 w 173"/>
                <a:gd name="T7" fmla="*/ 0 h 87"/>
                <a:gd name="T8" fmla="*/ 0 w 173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87"/>
                <a:gd name="T17" fmla="*/ 173 w 173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87">
                  <a:moveTo>
                    <a:pt x="173" y="0"/>
                  </a:moveTo>
                  <a:lnTo>
                    <a:pt x="0" y="58"/>
                  </a:lnTo>
                  <a:lnTo>
                    <a:pt x="173" y="87"/>
                  </a:lnTo>
                  <a:lnTo>
                    <a:pt x="173" y="58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Line 30">
              <a:extLst>
                <a:ext uri="{FF2B5EF4-FFF2-40B4-BE49-F238E27FC236}">
                  <a16:creationId xmlns:a16="http://schemas.microsoft.com/office/drawing/2014/main" id="{BB0DA904-96D2-4A76-971D-7A8902AC0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2336"/>
              <a:ext cx="197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Rectangle 31">
              <a:extLst>
                <a:ext uri="{FF2B5EF4-FFF2-40B4-BE49-F238E27FC236}">
                  <a16:creationId xmlns:a16="http://schemas.microsoft.com/office/drawing/2014/main" id="{26BF2DEA-7847-493D-A0F0-7F13E9155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851"/>
              <a:ext cx="2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Sign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47" name="Rectangle 32">
              <a:extLst>
                <a:ext uri="{FF2B5EF4-FFF2-40B4-BE49-F238E27FC236}">
                  <a16:creationId xmlns:a16="http://schemas.microsoft.com/office/drawing/2014/main" id="{2066692C-48AD-4C25-BD1D-036C8967A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" y="915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48" name="Rectangle 33">
              <a:extLst>
                <a:ext uri="{FF2B5EF4-FFF2-40B4-BE49-F238E27FC236}">
                  <a16:creationId xmlns:a16="http://schemas.microsoft.com/office/drawing/2014/main" id="{93B9186B-8253-430C-98B3-9F3E104E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915"/>
              <a:ext cx="13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49" name="Rectangle 34">
              <a:extLst>
                <a:ext uri="{FF2B5EF4-FFF2-40B4-BE49-F238E27FC236}">
                  <a16:creationId xmlns:a16="http://schemas.microsoft.com/office/drawing/2014/main" id="{169FC515-A2E3-4001-984B-5B75C2B9A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" y="2531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50" name="Rectangle 35">
              <a:extLst>
                <a:ext uri="{FF2B5EF4-FFF2-40B4-BE49-F238E27FC236}">
                  <a16:creationId xmlns:a16="http://schemas.microsoft.com/office/drawing/2014/main" id="{FF1378F1-4661-49B0-9BCB-0C969200B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2531"/>
              <a:ext cx="13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51" name="Rectangle 36">
              <a:extLst>
                <a:ext uri="{FF2B5EF4-FFF2-40B4-BE49-F238E27FC236}">
                  <a16:creationId xmlns:a16="http://schemas.microsoft.com/office/drawing/2014/main" id="{F0E11BA6-A679-4A81-81CF-07C5CEDD0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" y="1852"/>
              <a:ext cx="116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Helvetica" panose="020B0604020202020204" pitchFamily="34" charset="0"/>
                </a:rPr>
                <a:t>(a) Single precision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52" name="Rectangle 37">
              <a:extLst>
                <a:ext uri="{FF2B5EF4-FFF2-40B4-BE49-F238E27FC236}">
                  <a16:creationId xmlns:a16="http://schemas.microsoft.com/office/drawing/2014/main" id="{9D984474-6BAA-4543-B5D2-79BB9728D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3354"/>
              <a:ext cx="121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Helvetica" panose="020B0604020202020204" pitchFamily="34" charset="0"/>
                </a:rPr>
                <a:t>(b) Double precision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53" name="Freeform 38">
              <a:extLst>
                <a:ext uri="{FF2B5EF4-FFF2-40B4-BE49-F238E27FC236}">
                  <a16:creationId xmlns:a16="http://schemas.microsoft.com/office/drawing/2014/main" id="{CCBB60E3-E2EF-41DB-B6B1-0DD529E22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191"/>
              <a:ext cx="1558" cy="77"/>
            </a:xfrm>
            <a:custGeom>
              <a:avLst/>
              <a:gdLst>
                <a:gd name="T0" fmla="*/ 1 w 3115"/>
                <a:gd name="T1" fmla="*/ 1 h 152"/>
                <a:gd name="T2" fmla="*/ 1 w 3115"/>
                <a:gd name="T3" fmla="*/ 1 h 152"/>
                <a:gd name="T4" fmla="*/ 1 w 3115"/>
                <a:gd name="T5" fmla="*/ 1 h 152"/>
                <a:gd name="T6" fmla="*/ 1 w 3115"/>
                <a:gd name="T7" fmla="*/ 1 h 152"/>
                <a:gd name="T8" fmla="*/ 1 w 3115"/>
                <a:gd name="T9" fmla="*/ 1 h 152"/>
                <a:gd name="T10" fmla="*/ 1 w 3115"/>
                <a:gd name="T11" fmla="*/ 1 h 152"/>
                <a:gd name="T12" fmla="*/ 1 w 3115"/>
                <a:gd name="T13" fmla="*/ 1 h 152"/>
                <a:gd name="T14" fmla="*/ 1 w 3115"/>
                <a:gd name="T15" fmla="*/ 1 h 152"/>
                <a:gd name="T16" fmla="*/ 1 w 3115"/>
                <a:gd name="T17" fmla="*/ 1 h 152"/>
                <a:gd name="T18" fmla="*/ 1 w 3115"/>
                <a:gd name="T19" fmla="*/ 1 h 152"/>
                <a:gd name="T20" fmla="*/ 1 w 3115"/>
                <a:gd name="T21" fmla="*/ 1 h 152"/>
                <a:gd name="T22" fmla="*/ 1 w 3115"/>
                <a:gd name="T23" fmla="*/ 1 h 152"/>
                <a:gd name="T24" fmla="*/ 1 w 3115"/>
                <a:gd name="T25" fmla="*/ 1 h 152"/>
                <a:gd name="T26" fmla="*/ 1 w 3115"/>
                <a:gd name="T27" fmla="*/ 1 h 152"/>
                <a:gd name="T28" fmla="*/ 1 w 3115"/>
                <a:gd name="T29" fmla="*/ 1 h 152"/>
                <a:gd name="T30" fmla="*/ 1 w 3115"/>
                <a:gd name="T31" fmla="*/ 1 h 152"/>
                <a:gd name="T32" fmla="*/ 1 w 3115"/>
                <a:gd name="T33" fmla="*/ 1 h 152"/>
                <a:gd name="T34" fmla="*/ 1 w 3115"/>
                <a:gd name="T35" fmla="*/ 1 h 152"/>
                <a:gd name="T36" fmla="*/ 1 w 3115"/>
                <a:gd name="T37" fmla="*/ 1 h 152"/>
                <a:gd name="T38" fmla="*/ 1 w 3115"/>
                <a:gd name="T39" fmla="*/ 1 h 152"/>
                <a:gd name="T40" fmla="*/ 1 w 3115"/>
                <a:gd name="T41" fmla="*/ 1 h 152"/>
                <a:gd name="T42" fmla="*/ 1 w 3115"/>
                <a:gd name="T43" fmla="*/ 1 h 152"/>
                <a:gd name="T44" fmla="*/ 1 w 3115"/>
                <a:gd name="T45" fmla="*/ 1 h 152"/>
                <a:gd name="T46" fmla="*/ 1 w 3115"/>
                <a:gd name="T47" fmla="*/ 1 h 152"/>
                <a:gd name="T48" fmla="*/ 1 w 3115"/>
                <a:gd name="T49" fmla="*/ 1 h 152"/>
                <a:gd name="T50" fmla="*/ 1 w 3115"/>
                <a:gd name="T51" fmla="*/ 1 h 152"/>
                <a:gd name="T52" fmla="*/ 1 w 3115"/>
                <a:gd name="T53" fmla="*/ 1 h 152"/>
                <a:gd name="T54" fmla="*/ 1 w 3115"/>
                <a:gd name="T55" fmla="*/ 1 h 152"/>
                <a:gd name="T56" fmla="*/ 1 w 3115"/>
                <a:gd name="T57" fmla="*/ 1 h 152"/>
                <a:gd name="T58" fmla="*/ 1 w 3115"/>
                <a:gd name="T59" fmla="*/ 1 h 152"/>
                <a:gd name="T60" fmla="*/ 1 w 3115"/>
                <a:gd name="T61" fmla="*/ 1 h 152"/>
                <a:gd name="T62" fmla="*/ 1 w 3115"/>
                <a:gd name="T63" fmla="*/ 1 h 152"/>
                <a:gd name="T64" fmla="*/ 1 w 3115"/>
                <a:gd name="T65" fmla="*/ 1 h 152"/>
                <a:gd name="T66" fmla="*/ 1 w 3115"/>
                <a:gd name="T67" fmla="*/ 1 h 152"/>
                <a:gd name="T68" fmla="*/ 1 w 3115"/>
                <a:gd name="T69" fmla="*/ 1 h 152"/>
                <a:gd name="T70" fmla="*/ 1 w 3115"/>
                <a:gd name="T71" fmla="*/ 1 h 152"/>
                <a:gd name="T72" fmla="*/ 1 w 3115"/>
                <a:gd name="T73" fmla="*/ 1 h 152"/>
                <a:gd name="T74" fmla="*/ 1 w 3115"/>
                <a:gd name="T75" fmla="*/ 1 h 152"/>
                <a:gd name="T76" fmla="*/ 1 w 3115"/>
                <a:gd name="T77" fmla="*/ 1 h 152"/>
                <a:gd name="T78" fmla="*/ 1 w 3115"/>
                <a:gd name="T79" fmla="*/ 1 h 152"/>
                <a:gd name="T80" fmla="*/ 1 w 3115"/>
                <a:gd name="T81" fmla="*/ 1 h 152"/>
                <a:gd name="T82" fmla="*/ 1 w 3115"/>
                <a:gd name="T83" fmla="*/ 1 h 152"/>
                <a:gd name="T84" fmla="*/ 1 w 3115"/>
                <a:gd name="T85" fmla="*/ 1 h 152"/>
                <a:gd name="T86" fmla="*/ 0 w 3115"/>
                <a:gd name="T87" fmla="*/ 1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15"/>
                <a:gd name="T133" fmla="*/ 0 h 152"/>
                <a:gd name="T134" fmla="*/ 3115 w 3115"/>
                <a:gd name="T135" fmla="*/ 152 h 15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15" h="152">
                  <a:moveTo>
                    <a:pt x="3115" y="0"/>
                  </a:moveTo>
                  <a:lnTo>
                    <a:pt x="3111" y="4"/>
                  </a:lnTo>
                  <a:lnTo>
                    <a:pt x="3107" y="8"/>
                  </a:lnTo>
                  <a:lnTo>
                    <a:pt x="3102" y="12"/>
                  </a:lnTo>
                  <a:lnTo>
                    <a:pt x="3098" y="15"/>
                  </a:lnTo>
                  <a:lnTo>
                    <a:pt x="3095" y="20"/>
                  </a:lnTo>
                  <a:lnTo>
                    <a:pt x="3091" y="23"/>
                  </a:lnTo>
                  <a:lnTo>
                    <a:pt x="3088" y="25"/>
                  </a:lnTo>
                  <a:lnTo>
                    <a:pt x="3085" y="28"/>
                  </a:lnTo>
                  <a:lnTo>
                    <a:pt x="3082" y="31"/>
                  </a:lnTo>
                  <a:lnTo>
                    <a:pt x="3079" y="34"/>
                  </a:lnTo>
                  <a:lnTo>
                    <a:pt x="3078" y="36"/>
                  </a:lnTo>
                  <a:lnTo>
                    <a:pt x="3075" y="37"/>
                  </a:lnTo>
                  <a:lnTo>
                    <a:pt x="3073" y="40"/>
                  </a:lnTo>
                  <a:lnTo>
                    <a:pt x="3071" y="41"/>
                  </a:lnTo>
                  <a:lnTo>
                    <a:pt x="3069" y="43"/>
                  </a:lnTo>
                  <a:lnTo>
                    <a:pt x="3068" y="44"/>
                  </a:lnTo>
                  <a:lnTo>
                    <a:pt x="3065" y="44"/>
                  </a:lnTo>
                  <a:lnTo>
                    <a:pt x="3063" y="46"/>
                  </a:lnTo>
                  <a:lnTo>
                    <a:pt x="3062" y="47"/>
                  </a:lnTo>
                  <a:lnTo>
                    <a:pt x="3060" y="47"/>
                  </a:lnTo>
                  <a:lnTo>
                    <a:pt x="3059" y="49"/>
                  </a:lnTo>
                  <a:lnTo>
                    <a:pt x="3058" y="49"/>
                  </a:lnTo>
                  <a:lnTo>
                    <a:pt x="3056" y="49"/>
                  </a:lnTo>
                  <a:lnTo>
                    <a:pt x="3055" y="49"/>
                  </a:lnTo>
                  <a:lnTo>
                    <a:pt x="3052" y="50"/>
                  </a:lnTo>
                  <a:lnTo>
                    <a:pt x="3050" y="50"/>
                  </a:lnTo>
                  <a:lnTo>
                    <a:pt x="3049" y="50"/>
                  </a:lnTo>
                  <a:lnTo>
                    <a:pt x="3047" y="50"/>
                  </a:lnTo>
                  <a:lnTo>
                    <a:pt x="3045" y="50"/>
                  </a:lnTo>
                  <a:lnTo>
                    <a:pt x="3043" y="50"/>
                  </a:lnTo>
                  <a:lnTo>
                    <a:pt x="3040" y="50"/>
                  </a:lnTo>
                  <a:lnTo>
                    <a:pt x="3039" y="50"/>
                  </a:lnTo>
                  <a:lnTo>
                    <a:pt x="3036" y="50"/>
                  </a:lnTo>
                  <a:lnTo>
                    <a:pt x="3033" y="50"/>
                  </a:lnTo>
                  <a:lnTo>
                    <a:pt x="3030" y="50"/>
                  </a:lnTo>
                  <a:lnTo>
                    <a:pt x="3027" y="50"/>
                  </a:lnTo>
                  <a:lnTo>
                    <a:pt x="3023" y="50"/>
                  </a:lnTo>
                  <a:lnTo>
                    <a:pt x="3017" y="50"/>
                  </a:lnTo>
                  <a:lnTo>
                    <a:pt x="3010" y="50"/>
                  </a:lnTo>
                  <a:lnTo>
                    <a:pt x="3001" y="50"/>
                  </a:lnTo>
                  <a:lnTo>
                    <a:pt x="2990" y="50"/>
                  </a:lnTo>
                  <a:lnTo>
                    <a:pt x="2977" y="50"/>
                  </a:lnTo>
                  <a:lnTo>
                    <a:pt x="2961" y="50"/>
                  </a:lnTo>
                  <a:lnTo>
                    <a:pt x="2942" y="50"/>
                  </a:lnTo>
                  <a:lnTo>
                    <a:pt x="2921" y="50"/>
                  </a:lnTo>
                  <a:lnTo>
                    <a:pt x="2895" y="50"/>
                  </a:lnTo>
                  <a:lnTo>
                    <a:pt x="2867" y="50"/>
                  </a:lnTo>
                  <a:lnTo>
                    <a:pt x="2834" y="50"/>
                  </a:lnTo>
                  <a:lnTo>
                    <a:pt x="2797" y="50"/>
                  </a:lnTo>
                  <a:lnTo>
                    <a:pt x="2756" y="50"/>
                  </a:lnTo>
                  <a:lnTo>
                    <a:pt x="2710" y="50"/>
                  </a:lnTo>
                  <a:lnTo>
                    <a:pt x="2658" y="50"/>
                  </a:lnTo>
                  <a:lnTo>
                    <a:pt x="2602" y="50"/>
                  </a:lnTo>
                  <a:lnTo>
                    <a:pt x="2540" y="50"/>
                  </a:lnTo>
                  <a:lnTo>
                    <a:pt x="2473" y="50"/>
                  </a:lnTo>
                  <a:lnTo>
                    <a:pt x="2399" y="50"/>
                  </a:lnTo>
                  <a:lnTo>
                    <a:pt x="2320" y="50"/>
                  </a:lnTo>
                  <a:lnTo>
                    <a:pt x="2232" y="50"/>
                  </a:lnTo>
                  <a:lnTo>
                    <a:pt x="2138" y="50"/>
                  </a:lnTo>
                  <a:lnTo>
                    <a:pt x="2037" y="50"/>
                  </a:lnTo>
                  <a:lnTo>
                    <a:pt x="1929" y="50"/>
                  </a:lnTo>
                  <a:lnTo>
                    <a:pt x="1814" y="50"/>
                  </a:lnTo>
                  <a:lnTo>
                    <a:pt x="1690" y="50"/>
                  </a:lnTo>
                  <a:lnTo>
                    <a:pt x="1558" y="50"/>
                  </a:lnTo>
                  <a:lnTo>
                    <a:pt x="1425" y="50"/>
                  </a:lnTo>
                  <a:lnTo>
                    <a:pt x="1301" y="50"/>
                  </a:lnTo>
                  <a:lnTo>
                    <a:pt x="1186" y="50"/>
                  </a:lnTo>
                  <a:lnTo>
                    <a:pt x="1078" y="50"/>
                  </a:lnTo>
                  <a:lnTo>
                    <a:pt x="977" y="50"/>
                  </a:lnTo>
                  <a:lnTo>
                    <a:pt x="883" y="50"/>
                  </a:lnTo>
                  <a:lnTo>
                    <a:pt x="797" y="50"/>
                  </a:lnTo>
                  <a:lnTo>
                    <a:pt x="716" y="50"/>
                  </a:lnTo>
                  <a:lnTo>
                    <a:pt x="643" y="50"/>
                  </a:lnTo>
                  <a:lnTo>
                    <a:pt x="575" y="50"/>
                  </a:lnTo>
                  <a:lnTo>
                    <a:pt x="513" y="50"/>
                  </a:lnTo>
                  <a:lnTo>
                    <a:pt x="457" y="50"/>
                  </a:lnTo>
                  <a:lnTo>
                    <a:pt x="405" y="50"/>
                  </a:lnTo>
                  <a:lnTo>
                    <a:pt x="360" y="50"/>
                  </a:lnTo>
                  <a:lnTo>
                    <a:pt x="318" y="50"/>
                  </a:lnTo>
                  <a:lnTo>
                    <a:pt x="281" y="50"/>
                  </a:lnTo>
                  <a:lnTo>
                    <a:pt x="249" y="50"/>
                  </a:lnTo>
                  <a:lnTo>
                    <a:pt x="220" y="50"/>
                  </a:lnTo>
                  <a:lnTo>
                    <a:pt x="194" y="50"/>
                  </a:lnTo>
                  <a:lnTo>
                    <a:pt x="173" y="50"/>
                  </a:lnTo>
                  <a:lnTo>
                    <a:pt x="154" y="50"/>
                  </a:lnTo>
                  <a:lnTo>
                    <a:pt x="138" y="50"/>
                  </a:lnTo>
                  <a:lnTo>
                    <a:pt x="125" y="50"/>
                  </a:lnTo>
                  <a:lnTo>
                    <a:pt x="115" y="50"/>
                  </a:lnTo>
                  <a:lnTo>
                    <a:pt x="105" y="50"/>
                  </a:lnTo>
                  <a:lnTo>
                    <a:pt x="98" y="50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5" y="50"/>
                  </a:lnTo>
                  <a:lnTo>
                    <a:pt x="82" y="50"/>
                  </a:lnTo>
                  <a:lnTo>
                    <a:pt x="79" y="50"/>
                  </a:lnTo>
                  <a:lnTo>
                    <a:pt x="76" y="50"/>
                  </a:lnTo>
                  <a:lnTo>
                    <a:pt x="75" y="50"/>
                  </a:lnTo>
                  <a:lnTo>
                    <a:pt x="72" y="50"/>
                  </a:lnTo>
                  <a:lnTo>
                    <a:pt x="70" y="50"/>
                  </a:lnTo>
                  <a:lnTo>
                    <a:pt x="69" y="50"/>
                  </a:lnTo>
                  <a:lnTo>
                    <a:pt x="66" y="50"/>
                  </a:lnTo>
                  <a:lnTo>
                    <a:pt x="65" y="50"/>
                  </a:lnTo>
                  <a:lnTo>
                    <a:pt x="63" y="51"/>
                  </a:lnTo>
                  <a:lnTo>
                    <a:pt x="62" y="51"/>
                  </a:lnTo>
                  <a:lnTo>
                    <a:pt x="60" y="53"/>
                  </a:lnTo>
                  <a:lnTo>
                    <a:pt x="59" y="53"/>
                  </a:lnTo>
                  <a:lnTo>
                    <a:pt x="56" y="54"/>
                  </a:lnTo>
                  <a:lnTo>
                    <a:pt x="55" y="56"/>
                  </a:lnTo>
                  <a:lnTo>
                    <a:pt x="53" y="57"/>
                  </a:lnTo>
                  <a:lnTo>
                    <a:pt x="52" y="59"/>
                  </a:lnTo>
                  <a:lnTo>
                    <a:pt x="50" y="60"/>
                  </a:lnTo>
                  <a:lnTo>
                    <a:pt x="49" y="63"/>
                  </a:lnTo>
                  <a:lnTo>
                    <a:pt x="46" y="66"/>
                  </a:lnTo>
                  <a:lnTo>
                    <a:pt x="45" y="69"/>
                  </a:lnTo>
                  <a:lnTo>
                    <a:pt x="43" y="72"/>
                  </a:lnTo>
                  <a:lnTo>
                    <a:pt x="40" y="74"/>
                  </a:lnTo>
                  <a:lnTo>
                    <a:pt x="39" y="79"/>
                  </a:lnTo>
                  <a:lnTo>
                    <a:pt x="36" y="83"/>
                  </a:lnTo>
                  <a:lnTo>
                    <a:pt x="33" y="87"/>
                  </a:lnTo>
                  <a:lnTo>
                    <a:pt x="30" y="93"/>
                  </a:lnTo>
                  <a:lnTo>
                    <a:pt x="27" y="99"/>
                  </a:lnTo>
                  <a:lnTo>
                    <a:pt x="24" y="105"/>
                  </a:lnTo>
                  <a:lnTo>
                    <a:pt x="21" y="112"/>
                  </a:lnTo>
                  <a:lnTo>
                    <a:pt x="17" y="118"/>
                  </a:lnTo>
                  <a:lnTo>
                    <a:pt x="14" y="126"/>
                  </a:lnTo>
                  <a:lnTo>
                    <a:pt x="10" y="134"/>
                  </a:lnTo>
                  <a:lnTo>
                    <a:pt x="6" y="142"/>
                  </a:lnTo>
                  <a:lnTo>
                    <a:pt x="0" y="15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Freeform 39">
              <a:extLst>
                <a:ext uri="{FF2B5EF4-FFF2-40B4-BE49-F238E27FC236}">
                  <a16:creationId xmlns:a16="http://schemas.microsoft.com/office/drawing/2014/main" id="{4FEE9443-3CE1-4501-8187-B095C7CED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1191"/>
              <a:ext cx="1557" cy="77"/>
            </a:xfrm>
            <a:custGeom>
              <a:avLst/>
              <a:gdLst>
                <a:gd name="T0" fmla="*/ 1 w 3114"/>
                <a:gd name="T1" fmla="*/ 1 h 152"/>
                <a:gd name="T2" fmla="*/ 1 w 3114"/>
                <a:gd name="T3" fmla="*/ 1 h 152"/>
                <a:gd name="T4" fmla="*/ 1 w 3114"/>
                <a:gd name="T5" fmla="*/ 1 h 152"/>
                <a:gd name="T6" fmla="*/ 1 w 3114"/>
                <a:gd name="T7" fmla="*/ 1 h 152"/>
                <a:gd name="T8" fmla="*/ 1 w 3114"/>
                <a:gd name="T9" fmla="*/ 1 h 152"/>
                <a:gd name="T10" fmla="*/ 1 w 3114"/>
                <a:gd name="T11" fmla="*/ 1 h 152"/>
                <a:gd name="T12" fmla="*/ 1 w 3114"/>
                <a:gd name="T13" fmla="*/ 1 h 152"/>
                <a:gd name="T14" fmla="*/ 1 w 3114"/>
                <a:gd name="T15" fmla="*/ 1 h 152"/>
                <a:gd name="T16" fmla="*/ 1 w 3114"/>
                <a:gd name="T17" fmla="*/ 1 h 152"/>
                <a:gd name="T18" fmla="*/ 1 w 3114"/>
                <a:gd name="T19" fmla="*/ 1 h 152"/>
                <a:gd name="T20" fmla="*/ 1 w 3114"/>
                <a:gd name="T21" fmla="*/ 1 h 152"/>
                <a:gd name="T22" fmla="*/ 1 w 3114"/>
                <a:gd name="T23" fmla="*/ 1 h 152"/>
                <a:gd name="T24" fmla="*/ 1 w 3114"/>
                <a:gd name="T25" fmla="*/ 1 h 152"/>
                <a:gd name="T26" fmla="*/ 1 w 3114"/>
                <a:gd name="T27" fmla="*/ 1 h 152"/>
                <a:gd name="T28" fmla="*/ 1 w 3114"/>
                <a:gd name="T29" fmla="*/ 1 h 152"/>
                <a:gd name="T30" fmla="*/ 1 w 3114"/>
                <a:gd name="T31" fmla="*/ 1 h 152"/>
                <a:gd name="T32" fmla="*/ 1 w 3114"/>
                <a:gd name="T33" fmla="*/ 1 h 152"/>
                <a:gd name="T34" fmla="*/ 1 w 3114"/>
                <a:gd name="T35" fmla="*/ 1 h 152"/>
                <a:gd name="T36" fmla="*/ 1 w 3114"/>
                <a:gd name="T37" fmla="*/ 1 h 152"/>
                <a:gd name="T38" fmla="*/ 1 w 3114"/>
                <a:gd name="T39" fmla="*/ 1 h 152"/>
                <a:gd name="T40" fmla="*/ 1 w 3114"/>
                <a:gd name="T41" fmla="*/ 1 h 152"/>
                <a:gd name="T42" fmla="*/ 1 w 3114"/>
                <a:gd name="T43" fmla="*/ 1 h 152"/>
                <a:gd name="T44" fmla="*/ 1 w 3114"/>
                <a:gd name="T45" fmla="*/ 1 h 152"/>
                <a:gd name="T46" fmla="*/ 1 w 3114"/>
                <a:gd name="T47" fmla="*/ 1 h 152"/>
                <a:gd name="T48" fmla="*/ 1 w 3114"/>
                <a:gd name="T49" fmla="*/ 1 h 152"/>
                <a:gd name="T50" fmla="*/ 1 w 3114"/>
                <a:gd name="T51" fmla="*/ 1 h 152"/>
                <a:gd name="T52" fmla="*/ 1 w 3114"/>
                <a:gd name="T53" fmla="*/ 1 h 152"/>
                <a:gd name="T54" fmla="*/ 1 w 3114"/>
                <a:gd name="T55" fmla="*/ 1 h 152"/>
                <a:gd name="T56" fmla="*/ 1 w 3114"/>
                <a:gd name="T57" fmla="*/ 1 h 152"/>
                <a:gd name="T58" fmla="*/ 1 w 3114"/>
                <a:gd name="T59" fmla="*/ 1 h 152"/>
                <a:gd name="T60" fmla="*/ 1 w 3114"/>
                <a:gd name="T61" fmla="*/ 1 h 152"/>
                <a:gd name="T62" fmla="*/ 1 w 3114"/>
                <a:gd name="T63" fmla="*/ 1 h 152"/>
                <a:gd name="T64" fmla="*/ 1 w 3114"/>
                <a:gd name="T65" fmla="*/ 1 h 152"/>
                <a:gd name="T66" fmla="*/ 1 w 3114"/>
                <a:gd name="T67" fmla="*/ 1 h 152"/>
                <a:gd name="T68" fmla="*/ 1 w 3114"/>
                <a:gd name="T69" fmla="*/ 1 h 152"/>
                <a:gd name="T70" fmla="*/ 1 w 3114"/>
                <a:gd name="T71" fmla="*/ 1 h 152"/>
                <a:gd name="T72" fmla="*/ 1 w 3114"/>
                <a:gd name="T73" fmla="*/ 1 h 152"/>
                <a:gd name="T74" fmla="*/ 1 w 3114"/>
                <a:gd name="T75" fmla="*/ 1 h 152"/>
                <a:gd name="T76" fmla="*/ 1 w 3114"/>
                <a:gd name="T77" fmla="*/ 1 h 152"/>
                <a:gd name="T78" fmla="*/ 1 w 3114"/>
                <a:gd name="T79" fmla="*/ 1 h 152"/>
                <a:gd name="T80" fmla="*/ 1 w 3114"/>
                <a:gd name="T81" fmla="*/ 1 h 152"/>
                <a:gd name="T82" fmla="*/ 1 w 3114"/>
                <a:gd name="T83" fmla="*/ 1 h 152"/>
                <a:gd name="T84" fmla="*/ 1 w 3114"/>
                <a:gd name="T85" fmla="*/ 1 h 152"/>
                <a:gd name="T86" fmla="*/ 1 w 3114"/>
                <a:gd name="T87" fmla="*/ 1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114"/>
                <a:gd name="T133" fmla="*/ 0 h 152"/>
                <a:gd name="T134" fmla="*/ 3114 w 3114"/>
                <a:gd name="T135" fmla="*/ 152 h 15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114" h="152">
                  <a:moveTo>
                    <a:pt x="0" y="0"/>
                  </a:moveTo>
                  <a:lnTo>
                    <a:pt x="4" y="4"/>
                  </a:lnTo>
                  <a:lnTo>
                    <a:pt x="9" y="8"/>
                  </a:lnTo>
                  <a:lnTo>
                    <a:pt x="13" y="12"/>
                  </a:lnTo>
                  <a:lnTo>
                    <a:pt x="17" y="15"/>
                  </a:lnTo>
                  <a:lnTo>
                    <a:pt x="20" y="20"/>
                  </a:lnTo>
                  <a:lnTo>
                    <a:pt x="24" y="23"/>
                  </a:lnTo>
                  <a:lnTo>
                    <a:pt x="27" y="25"/>
                  </a:lnTo>
                  <a:lnTo>
                    <a:pt x="30" y="28"/>
                  </a:lnTo>
                  <a:lnTo>
                    <a:pt x="33" y="31"/>
                  </a:lnTo>
                  <a:lnTo>
                    <a:pt x="34" y="34"/>
                  </a:lnTo>
                  <a:lnTo>
                    <a:pt x="37" y="36"/>
                  </a:lnTo>
                  <a:lnTo>
                    <a:pt x="40" y="37"/>
                  </a:lnTo>
                  <a:lnTo>
                    <a:pt x="42" y="40"/>
                  </a:lnTo>
                  <a:lnTo>
                    <a:pt x="45" y="41"/>
                  </a:lnTo>
                  <a:lnTo>
                    <a:pt x="46" y="43"/>
                  </a:lnTo>
                  <a:lnTo>
                    <a:pt x="47" y="44"/>
                  </a:lnTo>
                  <a:lnTo>
                    <a:pt x="49" y="44"/>
                  </a:lnTo>
                  <a:lnTo>
                    <a:pt x="52" y="46"/>
                  </a:lnTo>
                  <a:lnTo>
                    <a:pt x="53" y="47"/>
                  </a:lnTo>
                  <a:lnTo>
                    <a:pt x="55" y="47"/>
                  </a:lnTo>
                  <a:lnTo>
                    <a:pt x="56" y="49"/>
                  </a:lnTo>
                  <a:lnTo>
                    <a:pt x="58" y="49"/>
                  </a:lnTo>
                  <a:lnTo>
                    <a:pt x="59" y="49"/>
                  </a:lnTo>
                  <a:lnTo>
                    <a:pt x="60" y="49"/>
                  </a:lnTo>
                  <a:lnTo>
                    <a:pt x="63" y="50"/>
                  </a:lnTo>
                  <a:lnTo>
                    <a:pt x="65" y="50"/>
                  </a:lnTo>
                  <a:lnTo>
                    <a:pt x="66" y="50"/>
                  </a:lnTo>
                  <a:lnTo>
                    <a:pt x="68" y="50"/>
                  </a:lnTo>
                  <a:lnTo>
                    <a:pt x="71" y="50"/>
                  </a:lnTo>
                  <a:lnTo>
                    <a:pt x="72" y="50"/>
                  </a:lnTo>
                  <a:lnTo>
                    <a:pt x="73" y="50"/>
                  </a:lnTo>
                  <a:lnTo>
                    <a:pt x="76" y="50"/>
                  </a:lnTo>
                  <a:lnTo>
                    <a:pt x="79" y="50"/>
                  </a:lnTo>
                  <a:lnTo>
                    <a:pt x="81" y="50"/>
                  </a:lnTo>
                  <a:lnTo>
                    <a:pt x="83" y="50"/>
                  </a:lnTo>
                  <a:lnTo>
                    <a:pt x="88" y="50"/>
                  </a:lnTo>
                  <a:lnTo>
                    <a:pt x="92" y="50"/>
                  </a:lnTo>
                  <a:lnTo>
                    <a:pt x="98" y="50"/>
                  </a:lnTo>
                  <a:lnTo>
                    <a:pt x="105" y="50"/>
                  </a:lnTo>
                  <a:lnTo>
                    <a:pt x="114" y="50"/>
                  </a:lnTo>
                  <a:lnTo>
                    <a:pt x="125" y="50"/>
                  </a:lnTo>
                  <a:lnTo>
                    <a:pt x="138" y="50"/>
                  </a:lnTo>
                  <a:lnTo>
                    <a:pt x="154" y="50"/>
                  </a:lnTo>
                  <a:lnTo>
                    <a:pt x="173" y="50"/>
                  </a:lnTo>
                  <a:lnTo>
                    <a:pt x="194" y="50"/>
                  </a:lnTo>
                  <a:lnTo>
                    <a:pt x="219" y="50"/>
                  </a:lnTo>
                  <a:lnTo>
                    <a:pt x="248" y="50"/>
                  </a:lnTo>
                  <a:lnTo>
                    <a:pt x="281" y="50"/>
                  </a:lnTo>
                  <a:lnTo>
                    <a:pt x="317" y="50"/>
                  </a:lnTo>
                  <a:lnTo>
                    <a:pt x="359" y="50"/>
                  </a:lnTo>
                  <a:lnTo>
                    <a:pt x="405" y="50"/>
                  </a:lnTo>
                  <a:lnTo>
                    <a:pt x="455" y="50"/>
                  </a:lnTo>
                  <a:lnTo>
                    <a:pt x="513" y="50"/>
                  </a:lnTo>
                  <a:lnTo>
                    <a:pt x="573" y="50"/>
                  </a:lnTo>
                  <a:lnTo>
                    <a:pt x="641" y="50"/>
                  </a:lnTo>
                  <a:lnTo>
                    <a:pt x="716" y="50"/>
                  </a:lnTo>
                  <a:lnTo>
                    <a:pt x="795" y="50"/>
                  </a:lnTo>
                  <a:lnTo>
                    <a:pt x="882" y="50"/>
                  </a:lnTo>
                  <a:lnTo>
                    <a:pt x="975" y="50"/>
                  </a:lnTo>
                  <a:lnTo>
                    <a:pt x="1076" y="50"/>
                  </a:lnTo>
                  <a:lnTo>
                    <a:pt x="1184" y="50"/>
                  </a:lnTo>
                  <a:lnTo>
                    <a:pt x="1301" y="50"/>
                  </a:lnTo>
                  <a:lnTo>
                    <a:pt x="1425" y="50"/>
                  </a:lnTo>
                  <a:lnTo>
                    <a:pt x="1558" y="50"/>
                  </a:lnTo>
                  <a:lnTo>
                    <a:pt x="1689" y="50"/>
                  </a:lnTo>
                  <a:lnTo>
                    <a:pt x="1813" y="50"/>
                  </a:lnTo>
                  <a:lnTo>
                    <a:pt x="1929" y="50"/>
                  </a:lnTo>
                  <a:lnTo>
                    <a:pt x="2037" y="50"/>
                  </a:lnTo>
                  <a:lnTo>
                    <a:pt x="2138" y="50"/>
                  </a:lnTo>
                  <a:lnTo>
                    <a:pt x="2232" y="50"/>
                  </a:lnTo>
                  <a:lnTo>
                    <a:pt x="2318" y="50"/>
                  </a:lnTo>
                  <a:lnTo>
                    <a:pt x="2399" y="50"/>
                  </a:lnTo>
                  <a:lnTo>
                    <a:pt x="2473" y="50"/>
                  </a:lnTo>
                  <a:lnTo>
                    <a:pt x="2540" y="50"/>
                  </a:lnTo>
                  <a:lnTo>
                    <a:pt x="2602" y="50"/>
                  </a:lnTo>
                  <a:lnTo>
                    <a:pt x="2659" y="50"/>
                  </a:lnTo>
                  <a:lnTo>
                    <a:pt x="2709" y="50"/>
                  </a:lnTo>
                  <a:lnTo>
                    <a:pt x="2755" y="50"/>
                  </a:lnTo>
                  <a:lnTo>
                    <a:pt x="2797" y="50"/>
                  </a:lnTo>
                  <a:lnTo>
                    <a:pt x="2833" y="50"/>
                  </a:lnTo>
                  <a:lnTo>
                    <a:pt x="2866" y="50"/>
                  </a:lnTo>
                  <a:lnTo>
                    <a:pt x="2895" y="50"/>
                  </a:lnTo>
                  <a:lnTo>
                    <a:pt x="2921" y="50"/>
                  </a:lnTo>
                  <a:lnTo>
                    <a:pt x="2942" y="50"/>
                  </a:lnTo>
                  <a:lnTo>
                    <a:pt x="2960" y="50"/>
                  </a:lnTo>
                  <a:lnTo>
                    <a:pt x="2976" y="50"/>
                  </a:lnTo>
                  <a:lnTo>
                    <a:pt x="2990" y="50"/>
                  </a:lnTo>
                  <a:lnTo>
                    <a:pt x="3000" y="50"/>
                  </a:lnTo>
                  <a:lnTo>
                    <a:pt x="3009" y="50"/>
                  </a:lnTo>
                  <a:lnTo>
                    <a:pt x="3016" y="50"/>
                  </a:lnTo>
                  <a:lnTo>
                    <a:pt x="3022" y="50"/>
                  </a:lnTo>
                  <a:lnTo>
                    <a:pt x="3026" y="50"/>
                  </a:lnTo>
                  <a:lnTo>
                    <a:pt x="3030" y="50"/>
                  </a:lnTo>
                  <a:lnTo>
                    <a:pt x="3033" y="50"/>
                  </a:lnTo>
                  <a:lnTo>
                    <a:pt x="3036" y="50"/>
                  </a:lnTo>
                  <a:lnTo>
                    <a:pt x="3037" y="50"/>
                  </a:lnTo>
                  <a:lnTo>
                    <a:pt x="3040" y="50"/>
                  </a:lnTo>
                  <a:lnTo>
                    <a:pt x="3042" y="50"/>
                  </a:lnTo>
                  <a:lnTo>
                    <a:pt x="3045" y="50"/>
                  </a:lnTo>
                  <a:lnTo>
                    <a:pt x="3046" y="50"/>
                  </a:lnTo>
                  <a:lnTo>
                    <a:pt x="3048" y="50"/>
                  </a:lnTo>
                  <a:lnTo>
                    <a:pt x="3050" y="50"/>
                  </a:lnTo>
                  <a:lnTo>
                    <a:pt x="3052" y="51"/>
                  </a:lnTo>
                  <a:lnTo>
                    <a:pt x="3053" y="51"/>
                  </a:lnTo>
                  <a:lnTo>
                    <a:pt x="3055" y="53"/>
                  </a:lnTo>
                  <a:lnTo>
                    <a:pt x="3056" y="53"/>
                  </a:lnTo>
                  <a:lnTo>
                    <a:pt x="3058" y="54"/>
                  </a:lnTo>
                  <a:lnTo>
                    <a:pt x="3059" y="56"/>
                  </a:lnTo>
                  <a:lnTo>
                    <a:pt x="3062" y="57"/>
                  </a:lnTo>
                  <a:lnTo>
                    <a:pt x="3063" y="59"/>
                  </a:lnTo>
                  <a:lnTo>
                    <a:pt x="3065" y="60"/>
                  </a:lnTo>
                  <a:lnTo>
                    <a:pt x="3066" y="63"/>
                  </a:lnTo>
                  <a:lnTo>
                    <a:pt x="3068" y="66"/>
                  </a:lnTo>
                  <a:lnTo>
                    <a:pt x="3071" y="69"/>
                  </a:lnTo>
                  <a:lnTo>
                    <a:pt x="3072" y="72"/>
                  </a:lnTo>
                  <a:lnTo>
                    <a:pt x="3075" y="74"/>
                  </a:lnTo>
                  <a:lnTo>
                    <a:pt x="3076" y="79"/>
                  </a:lnTo>
                  <a:lnTo>
                    <a:pt x="3079" y="83"/>
                  </a:lnTo>
                  <a:lnTo>
                    <a:pt x="3082" y="87"/>
                  </a:lnTo>
                  <a:lnTo>
                    <a:pt x="3085" y="93"/>
                  </a:lnTo>
                  <a:lnTo>
                    <a:pt x="3088" y="99"/>
                  </a:lnTo>
                  <a:lnTo>
                    <a:pt x="3091" y="105"/>
                  </a:lnTo>
                  <a:lnTo>
                    <a:pt x="3094" y="112"/>
                  </a:lnTo>
                  <a:lnTo>
                    <a:pt x="3098" y="118"/>
                  </a:lnTo>
                  <a:lnTo>
                    <a:pt x="3101" y="126"/>
                  </a:lnTo>
                  <a:lnTo>
                    <a:pt x="3105" y="134"/>
                  </a:lnTo>
                  <a:lnTo>
                    <a:pt x="3110" y="142"/>
                  </a:lnTo>
                  <a:lnTo>
                    <a:pt x="3114" y="15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Freeform 40">
              <a:extLst>
                <a:ext uri="{FF2B5EF4-FFF2-40B4-BE49-F238E27FC236}">
                  <a16:creationId xmlns:a16="http://schemas.microsoft.com/office/drawing/2014/main" id="{D76297A5-E0D2-499A-851F-AE9571520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192"/>
              <a:ext cx="450" cy="75"/>
            </a:xfrm>
            <a:custGeom>
              <a:avLst/>
              <a:gdLst>
                <a:gd name="T0" fmla="*/ 0 w 901"/>
                <a:gd name="T1" fmla="*/ 1 h 150"/>
                <a:gd name="T2" fmla="*/ 0 w 901"/>
                <a:gd name="T3" fmla="*/ 1 h 150"/>
                <a:gd name="T4" fmla="*/ 0 w 901"/>
                <a:gd name="T5" fmla="*/ 1 h 150"/>
                <a:gd name="T6" fmla="*/ 0 w 901"/>
                <a:gd name="T7" fmla="*/ 1 h 150"/>
                <a:gd name="T8" fmla="*/ 0 w 901"/>
                <a:gd name="T9" fmla="*/ 1 h 150"/>
                <a:gd name="T10" fmla="*/ 0 w 901"/>
                <a:gd name="T11" fmla="*/ 1 h 150"/>
                <a:gd name="T12" fmla="*/ 0 w 901"/>
                <a:gd name="T13" fmla="*/ 1 h 150"/>
                <a:gd name="T14" fmla="*/ 0 w 901"/>
                <a:gd name="T15" fmla="*/ 1 h 150"/>
                <a:gd name="T16" fmla="*/ 0 w 901"/>
                <a:gd name="T17" fmla="*/ 1 h 150"/>
                <a:gd name="T18" fmla="*/ 0 w 901"/>
                <a:gd name="T19" fmla="*/ 1 h 150"/>
                <a:gd name="T20" fmla="*/ 0 w 901"/>
                <a:gd name="T21" fmla="*/ 1 h 150"/>
                <a:gd name="T22" fmla="*/ 0 w 901"/>
                <a:gd name="T23" fmla="*/ 1 h 150"/>
                <a:gd name="T24" fmla="*/ 0 w 901"/>
                <a:gd name="T25" fmla="*/ 1 h 150"/>
                <a:gd name="T26" fmla="*/ 0 w 901"/>
                <a:gd name="T27" fmla="*/ 1 h 150"/>
                <a:gd name="T28" fmla="*/ 0 w 901"/>
                <a:gd name="T29" fmla="*/ 1 h 150"/>
                <a:gd name="T30" fmla="*/ 0 w 901"/>
                <a:gd name="T31" fmla="*/ 1 h 150"/>
                <a:gd name="T32" fmla="*/ 0 w 901"/>
                <a:gd name="T33" fmla="*/ 1 h 150"/>
                <a:gd name="T34" fmla="*/ 0 w 901"/>
                <a:gd name="T35" fmla="*/ 1 h 150"/>
                <a:gd name="T36" fmla="*/ 0 w 901"/>
                <a:gd name="T37" fmla="*/ 1 h 150"/>
                <a:gd name="T38" fmla="*/ 0 w 901"/>
                <a:gd name="T39" fmla="*/ 1 h 150"/>
                <a:gd name="T40" fmla="*/ 0 w 901"/>
                <a:gd name="T41" fmla="*/ 1 h 150"/>
                <a:gd name="T42" fmla="*/ 0 w 901"/>
                <a:gd name="T43" fmla="*/ 1 h 150"/>
                <a:gd name="T44" fmla="*/ 0 w 901"/>
                <a:gd name="T45" fmla="*/ 1 h 150"/>
                <a:gd name="T46" fmla="*/ 0 w 901"/>
                <a:gd name="T47" fmla="*/ 1 h 150"/>
                <a:gd name="T48" fmla="*/ 0 w 901"/>
                <a:gd name="T49" fmla="*/ 1 h 150"/>
                <a:gd name="T50" fmla="*/ 0 w 901"/>
                <a:gd name="T51" fmla="*/ 1 h 150"/>
                <a:gd name="T52" fmla="*/ 0 w 901"/>
                <a:gd name="T53" fmla="*/ 1 h 150"/>
                <a:gd name="T54" fmla="*/ 0 w 901"/>
                <a:gd name="T55" fmla="*/ 1 h 150"/>
                <a:gd name="T56" fmla="*/ 0 w 901"/>
                <a:gd name="T57" fmla="*/ 1 h 150"/>
                <a:gd name="T58" fmla="*/ 0 w 901"/>
                <a:gd name="T59" fmla="*/ 1 h 150"/>
                <a:gd name="T60" fmla="*/ 0 w 901"/>
                <a:gd name="T61" fmla="*/ 1 h 150"/>
                <a:gd name="T62" fmla="*/ 0 w 901"/>
                <a:gd name="T63" fmla="*/ 1 h 150"/>
                <a:gd name="T64" fmla="*/ 0 w 901"/>
                <a:gd name="T65" fmla="*/ 1 h 150"/>
                <a:gd name="T66" fmla="*/ 0 w 901"/>
                <a:gd name="T67" fmla="*/ 1 h 150"/>
                <a:gd name="T68" fmla="*/ 0 w 901"/>
                <a:gd name="T69" fmla="*/ 1 h 150"/>
                <a:gd name="T70" fmla="*/ 0 w 901"/>
                <a:gd name="T71" fmla="*/ 1 h 150"/>
                <a:gd name="T72" fmla="*/ 0 w 901"/>
                <a:gd name="T73" fmla="*/ 1 h 150"/>
                <a:gd name="T74" fmla="*/ 0 w 901"/>
                <a:gd name="T75" fmla="*/ 1 h 150"/>
                <a:gd name="T76" fmla="*/ 0 w 901"/>
                <a:gd name="T77" fmla="*/ 1 h 150"/>
                <a:gd name="T78" fmla="*/ 0 w 901"/>
                <a:gd name="T79" fmla="*/ 1 h 150"/>
                <a:gd name="T80" fmla="*/ 0 w 901"/>
                <a:gd name="T81" fmla="*/ 1 h 150"/>
                <a:gd name="T82" fmla="*/ 0 w 901"/>
                <a:gd name="T83" fmla="*/ 1 h 150"/>
                <a:gd name="T84" fmla="*/ 0 w 901"/>
                <a:gd name="T85" fmla="*/ 1 h 150"/>
                <a:gd name="T86" fmla="*/ 0 w 901"/>
                <a:gd name="T87" fmla="*/ 1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01"/>
                <a:gd name="T133" fmla="*/ 0 h 150"/>
                <a:gd name="T134" fmla="*/ 901 w 901"/>
                <a:gd name="T135" fmla="*/ 150 h 15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01" h="150">
                  <a:moveTo>
                    <a:pt x="901" y="0"/>
                  </a:moveTo>
                  <a:lnTo>
                    <a:pt x="897" y="4"/>
                  </a:lnTo>
                  <a:lnTo>
                    <a:pt x="892" y="9"/>
                  </a:lnTo>
                  <a:lnTo>
                    <a:pt x="889" y="11"/>
                  </a:lnTo>
                  <a:lnTo>
                    <a:pt x="885" y="16"/>
                  </a:lnTo>
                  <a:lnTo>
                    <a:pt x="882" y="19"/>
                  </a:lnTo>
                  <a:lnTo>
                    <a:pt x="878" y="23"/>
                  </a:lnTo>
                  <a:lnTo>
                    <a:pt x="875" y="26"/>
                  </a:lnTo>
                  <a:lnTo>
                    <a:pt x="872" y="29"/>
                  </a:lnTo>
                  <a:lnTo>
                    <a:pt x="869" y="30"/>
                  </a:lnTo>
                  <a:lnTo>
                    <a:pt x="868" y="33"/>
                  </a:lnTo>
                  <a:lnTo>
                    <a:pt x="865" y="35"/>
                  </a:lnTo>
                  <a:lnTo>
                    <a:pt x="862" y="37"/>
                  </a:lnTo>
                  <a:lnTo>
                    <a:pt x="861" y="39"/>
                  </a:lnTo>
                  <a:lnTo>
                    <a:pt x="859" y="40"/>
                  </a:lnTo>
                  <a:lnTo>
                    <a:pt x="856" y="42"/>
                  </a:lnTo>
                  <a:lnTo>
                    <a:pt x="855" y="43"/>
                  </a:lnTo>
                  <a:lnTo>
                    <a:pt x="853" y="45"/>
                  </a:lnTo>
                  <a:lnTo>
                    <a:pt x="852" y="45"/>
                  </a:lnTo>
                  <a:lnTo>
                    <a:pt x="850" y="46"/>
                  </a:lnTo>
                  <a:lnTo>
                    <a:pt x="848" y="46"/>
                  </a:lnTo>
                  <a:lnTo>
                    <a:pt x="846" y="48"/>
                  </a:lnTo>
                  <a:lnTo>
                    <a:pt x="845" y="48"/>
                  </a:lnTo>
                  <a:lnTo>
                    <a:pt x="843" y="48"/>
                  </a:lnTo>
                  <a:lnTo>
                    <a:pt x="842" y="49"/>
                  </a:lnTo>
                  <a:lnTo>
                    <a:pt x="840" y="49"/>
                  </a:lnTo>
                  <a:lnTo>
                    <a:pt x="839" y="49"/>
                  </a:lnTo>
                  <a:lnTo>
                    <a:pt x="838" y="49"/>
                  </a:lnTo>
                  <a:lnTo>
                    <a:pt x="835" y="49"/>
                  </a:lnTo>
                  <a:lnTo>
                    <a:pt x="833" y="49"/>
                  </a:lnTo>
                  <a:lnTo>
                    <a:pt x="832" y="49"/>
                  </a:lnTo>
                  <a:lnTo>
                    <a:pt x="829" y="49"/>
                  </a:lnTo>
                  <a:lnTo>
                    <a:pt x="826" y="49"/>
                  </a:lnTo>
                  <a:lnTo>
                    <a:pt x="825" y="49"/>
                  </a:lnTo>
                  <a:lnTo>
                    <a:pt x="822" y="49"/>
                  </a:lnTo>
                  <a:lnTo>
                    <a:pt x="820" y="49"/>
                  </a:lnTo>
                  <a:lnTo>
                    <a:pt x="817" y="49"/>
                  </a:lnTo>
                  <a:lnTo>
                    <a:pt x="816" y="49"/>
                  </a:lnTo>
                  <a:lnTo>
                    <a:pt x="813" y="49"/>
                  </a:lnTo>
                  <a:lnTo>
                    <a:pt x="810" y="49"/>
                  </a:lnTo>
                  <a:lnTo>
                    <a:pt x="807" y="49"/>
                  </a:lnTo>
                  <a:lnTo>
                    <a:pt x="803" y="49"/>
                  </a:lnTo>
                  <a:lnTo>
                    <a:pt x="799" y="49"/>
                  </a:lnTo>
                  <a:lnTo>
                    <a:pt x="794" y="49"/>
                  </a:lnTo>
                  <a:lnTo>
                    <a:pt x="790" y="49"/>
                  </a:lnTo>
                  <a:lnTo>
                    <a:pt x="783" y="49"/>
                  </a:lnTo>
                  <a:lnTo>
                    <a:pt x="777" y="49"/>
                  </a:lnTo>
                  <a:lnTo>
                    <a:pt x="770" y="49"/>
                  </a:lnTo>
                  <a:lnTo>
                    <a:pt x="761" y="49"/>
                  </a:lnTo>
                  <a:lnTo>
                    <a:pt x="751" y="49"/>
                  </a:lnTo>
                  <a:lnTo>
                    <a:pt x="741" y="49"/>
                  </a:lnTo>
                  <a:lnTo>
                    <a:pt x="729" y="49"/>
                  </a:lnTo>
                  <a:lnTo>
                    <a:pt x="718" y="49"/>
                  </a:lnTo>
                  <a:lnTo>
                    <a:pt x="704" y="49"/>
                  </a:lnTo>
                  <a:lnTo>
                    <a:pt x="689" y="49"/>
                  </a:lnTo>
                  <a:lnTo>
                    <a:pt x="672" y="49"/>
                  </a:lnTo>
                  <a:lnTo>
                    <a:pt x="655" y="49"/>
                  </a:lnTo>
                  <a:lnTo>
                    <a:pt x="634" y="49"/>
                  </a:lnTo>
                  <a:lnTo>
                    <a:pt x="614" y="49"/>
                  </a:lnTo>
                  <a:lnTo>
                    <a:pt x="591" y="49"/>
                  </a:lnTo>
                  <a:lnTo>
                    <a:pt x="567" y="49"/>
                  </a:lnTo>
                  <a:lnTo>
                    <a:pt x="541" y="49"/>
                  </a:lnTo>
                  <a:lnTo>
                    <a:pt x="513" y="49"/>
                  </a:lnTo>
                  <a:lnTo>
                    <a:pt x="483" y="49"/>
                  </a:lnTo>
                  <a:lnTo>
                    <a:pt x="451" y="49"/>
                  </a:lnTo>
                  <a:lnTo>
                    <a:pt x="420" y="49"/>
                  </a:lnTo>
                  <a:lnTo>
                    <a:pt x="389" y="49"/>
                  </a:lnTo>
                  <a:lnTo>
                    <a:pt x="362" y="49"/>
                  </a:lnTo>
                  <a:lnTo>
                    <a:pt x="336" y="49"/>
                  </a:lnTo>
                  <a:lnTo>
                    <a:pt x="312" y="49"/>
                  </a:lnTo>
                  <a:lnTo>
                    <a:pt x="289" y="49"/>
                  </a:lnTo>
                  <a:lnTo>
                    <a:pt x="268" y="49"/>
                  </a:lnTo>
                  <a:lnTo>
                    <a:pt x="248" y="49"/>
                  </a:lnTo>
                  <a:lnTo>
                    <a:pt x="231" y="49"/>
                  </a:lnTo>
                  <a:lnTo>
                    <a:pt x="214" y="49"/>
                  </a:lnTo>
                  <a:lnTo>
                    <a:pt x="199" y="49"/>
                  </a:lnTo>
                  <a:lnTo>
                    <a:pt x="185" y="49"/>
                  </a:lnTo>
                  <a:lnTo>
                    <a:pt x="173" y="49"/>
                  </a:lnTo>
                  <a:lnTo>
                    <a:pt x="162" y="49"/>
                  </a:lnTo>
                  <a:lnTo>
                    <a:pt x="152" y="49"/>
                  </a:lnTo>
                  <a:lnTo>
                    <a:pt x="142" y="49"/>
                  </a:lnTo>
                  <a:lnTo>
                    <a:pt x="133" y="49"/>
                  </a:lnTo>
                  <a:lnTo>
                    <a:pt x="126" y="49"/>
                  </a:lnTo>
                  <a:lnTo>
                    <a:pt x="120" y="49"/>
                  </a:lnTo>
                  <a:lnTo>
                    <a:pt x="114" y="49"/>
                  </a:lnTo>
                  <a:lnTo>
                    <a:pt x="108" y="49"/>
                  </a:lnTo>
                  <a:lnTo>
                    <a:pt x="104" y="49"/>
                  </a:lnTo>
                  <a:lnTo>
                    <a:pt x="100" y="49"/>
                  </a:lnTo>
                  <a:lnTo>
                    <a:pt x="95" y="49"/>
                  </a:lnTo>
                  <a:lnTo>
                    <a:pt x="93" y="49"/>
                  </a:lnTo>
                  <a:lnTo>
                    <a:pt x="90" y="49"/>
                  </a:lnTo>
                  <a:lnTo>
                    <a:pt x="87" y="49"/>
                  </a:lnTo>
                  <a:lnTo>
                    <a:pt x="85" y="49"/>
                  </a:lnTo>
                  <a:lnTo>
                    <a:pt x="82" y="49"/>
                  </a:lnTo>
                  <a:lnTo>
                    <a:pt x="81" y="49"/>
                  </a:lnTo>
                  <a:lnTo>
                    <a:pt x="78" y="49"/>
                  </a:lnTo>
                  <a:lnTo>
                    <a:pt x="77" y="49"/>
                  </a:lnTo>
                  <a:lnTo>
                    <a:pt x="74" y="49"/>
                  </a:lnTo>
                  <a:lnTo>
                    <a:pt x="72" y="49"/>
                  </a:lnTo>
                  <a:lnTo>
                    <a:pt x="69" y="49"/>
                  </a:lnTo>
                  <a:lnTo>
                    <a:pt x="68" y="49"/>
                  </a:lnTo>
                  <a:lnTo>
                    <a:pt x="67" y="49"/>
                  </a:lnTo>
                  <a:lnTo>
                    <a:pt x="64" y="50"/>
                  </a:lnTo>
                  <a:lnTo>
                    <a:pt x="62" y="50"/>
                  </a:lnTo>
                  <a:lnTo>
                    <a:pt x="61" y="50"/>
                  </a:lnTo>
                  <a:lnTo>
                    <a:pt x="59" y="52"/>
                  </a:lnTo>
                  <a:lnTo>
                    <a:pt x="58" y="52"/>
                  </a:lnTo>
                  <a:lnTo>
                    <a:pt x="57" y="53"/>
                  </a:lnTo>
                  <a:lnTo>
                    <a:pt x="55" y="55"/>
                  </a:lnTo>
                  <a:lnTo>
                    <a:pt x="54" y="56"/>
                  </a:lnTo>
                  <a:lnTo>
                    <a:pt x="51" y="58"/>
                  </a:lnTo>
                  <a:lnTo>
                    <a:pt x="49" y="59"/>
                  </a:lnTo>
                  <a:lnTo>
                    <a:pt x="48" y="62"/>
                  </a:lnTo>
                  <a:lnTo>
                    <a:pt x="46" y="65"/>
                  </a:lnTo>
                  <a:lnTo>
                    <a:pt x="45" y="68"/>
                  </a:lnTo>
                  <a:lnTo>
                    <a:pt x="42" y="71"/>
                  </a:lnTo>
                  <a:lnTo>
                    <a:pt x="41" y="73"/>
                  </a:lnTo>
                  <a:lnTo>
                    <a:pt x="38" y="78"/>
                  </a:lnTo>
                  <a:lnTo>
                    <a:pt x="36" y="82"/>
                  </a:lnTo>
                  <a:lnTo>
                    <a:pt x="33" y="86"/>
                  </a:lnTo>
                  <a:lnTo>
                    <a:pt x="31" y="92"/>
                  </a:lnTo>
                  <a:lnTo>
                    <a:pt x="28" y="97"/>
                  </a:lnTo>
                  <a:lnTo>
                    <a:pt x="25" y="104"/>
                  </a:lnTo>
                  <a:lnTo>
                    <a:pt x="20" y="110"/>
                  </a:lnTo>
                  <a:lnTo>
                    <a:pt x="18" y="117"/>
                  </a:lnTo>
                  <a:lnTo>
                    <a:pt x="13" y="124"/>
                  </a:lnTo>
                  <a:lnTo>
                    <a:pt x="10" y="133"/>
                  </a:lnTo>
                  <a:lnTo>
                    <a:pt x="6" y="140"/>
                  </a:lnTo>
                  <a:lnTo>
                    <a:pt x="0" y="15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Freeform 41">
              <a:extLst>
                <a:ext uri="{FF2B5EF4-FFF2-40B4-BE49-F238E27FC236}">
                  <a16:creationId xmlns:a16="http://schemas.microsoft.com/office/drawing/2014/main" id="{1F3A294D-C9A2-41AE-9782-C26AE6F46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8" y="1192"/>
              <a:ext cx="451" cy="75"/>
            </a:xfrm>
            <a:custGeom>
              <a:avLst/>
              <a:gdLst>
                <a:gd name="T0" fmla="*/ 1 w 900"/>
                <a:gd name="T1" fmla="*/ 1 h 150"/>
                <a:gd name="T2" fmla="*/ 1 w 900"/>
                <a:gd name="T3" fmla="*/ 1 h 150"/>
                <a:gd name="T4" fmla="*/ 1 w 900"/>
                <a:gd name="T5" fmla="*/ 1 h 150"/>
                <a:gd name="T6" fmla="*/ 1 w 900"/>
                <a:gd name="T7" fmla="*/ 1 h 150"/>
                <a:gd name="T8" fmla="*/ 1 w 900"/>
                <a:gd name="T9" fmla="*/ 1 h 150"/>
                <a:gd name="T10" fmla="*/ 1 w 900"/>
                <a:gd name="T11" fmla="*/ 1 h 150"/>
                <a:gd name="T12" fmla="*/ 1 w 900"/>
                <a:gd name="T13" fmla="*/ 1 h 150"/>
                <a:gd name="T14" fmla="*/ 1 w 900"/>
                <a:gd name="T15" fmla="*/ 1 h 150"/>
                <a:gd name="T16" fmla="*/ 1 w 900"/>
                <a:gd name="T17" fmla="*/ 1 h 150"/>
                <a:gd name="T18" fmla="*/ 1 w 900"/>
                <a:gd name="T19" fmla="*/ 1 h 150"/>
                <a:gd name="T20" fmla="*/ 1 w 900"/>
                <a:gd name="T21" fmla="*/ 1 h 150"/>
                <a:gd name="T22" fmla="*/ 1 w 900"/>
                <a:gd name="T23" fmla="*/ 1 h 150"/>
                <a:gd name="T24" fmla="*/ 1 w 900"/>
                <a:gd name="T25" fmla="*/ 1 h 150"/>
                <a:gd name="T26" fmla="*/ 1 w 900"/>
                <a:gd name="T27" fmla="*/ 1 h 150"/>
                <a:gd name="T28" fmla="*/ 1 w 900"/>
                <a:gd name="T29" fmla="*/ 1 h 150"/>
                <a:gd name="T30" fmla="*/ 1 w 900"/>
                <a:gd name="T31" fmla="*/ 1 h 150"/>
                <a:gd name="T32" fmla="*/ 1 w 900"/>
                <a:gd name="T33" fmla="*/ 1 h 150"/>
                <a:gd name="T34" fmla="*/ 1 w 900"/>
                <a:gd name="T35" fmla="*/ 1 h 150"/>
                <a:gd name="T36" fmla="*/ 1 w 900"/>
                <a:gd name="T37" fmla="*/ 1 h 150"/>
                <a:gd name="T38" fmla="*/ 1 w 900"/>
                <a:gd name="T39" fmla="*/ 1 h 150"/>
                <a:gd name="T40" fmla="*/ 1 w 900"/>
                <a:gd name="T41" fmla="*/ 1 h 150"/>
                <a:gd name="T42" fmla="*/ 1 w 900"/>
                <a:gd name="T43" fmla="*/ 1 h 150"/>
                <a:gd name="T44" fmla="*/ 1 w 900"/>
                <a:gd name="T45" fmla="*/ 1 h 150"/>
                <a:gd name="T46" fmla="*/ 1 w 900"/>
                <a:gd name="T47" fmla="*/ 1 h 150"/>
                <a:gd name="T48" fmla="*/ 1 w 900"/>
                <a:gd name="T49" fmla="*/ 1 h 150"/>
                <a:gd name="T50" fmla="*/ 1 w 900"/>
                <a:gd name="T51" fmla="*/ 1 h 150"/>
                <a:gd name="T52" fmla="*/ 1 w 900"/>
                <a:gd name="T53" fmla="*/ 1 h 150"/>
                <a:gd name="T54" fmla="*/ 1 w 900"/>
                <a:gd name="T55" fmla="*/ 1 h 150"/>
                <a:gd name="T56" fmla="*/ 1 w 900"/>
                <a:gd name="T57" fmla="*/ 1 h 150"/>
                <a:gd name="T58" fmla="*/ 1 w 900"/>
                <a:gd name="T59" fmla="*/ 1 h 150"/>
                <a:gd name="T60" fmla="*/ 1 w 900"/>
                <a:gd name="T61" fmla="*/ 1 h 150"/>
                <a:gd name="T62" fmla="*/ 1 w 900"/>
                <a:gd name="T63" fmla="*/ 1 h 150"/>
                <a:gd name="T64" fmla="*/ 1 w 900"/>
                <a:gd name="T65" fmla="*/ 1 h 150"/>
                <a:gd name="T66" fmla="*/ 1 w 900"/>
                <a:gd name="T67" fmla="*/ 1 h 150"/>
                <a:gd name="T68" fmla="*/ 1 w 900"/>
                <a:gd name="T69" fmla="*/ 1 h 150"/>
                <a:gd name="T70" fmla="*/ 1 w 900"/>
                <a:gd name="T71" fmla="*/ 1 h 150"/>
                <a:gd name="T72" fmla="*/ 1 w 900"/>
                <a:gd name="T73" fmla="*/ 1 h 150"/>
                <a:gd name="T74" fmla="*/ 1 w 900"/>
                <a:gd name="T75" fmla="*/ 1 h 150"/>
                <a:gd name="T76" fmla="*/ 1 w 900"/>
                <a:gd name="T77" fmla="*/ 1 h 150"/>
                <a:gd name="T78" fmla="*/ 1 w 900"/>
                <a:gd name="T79" fmla="*/ 1 h 150"/>
                <a:gd name="T80" fmla="*/ 1 w 900"/>
                <a:gd name="T81" fmla="*/ 1 h 150"/>
                <a:gd name="T82" fmla="*/ 1 w 900"/>
                <a:gd name="T83" fmla="*/ 1 h 150"/>
                <a:gd name="T84" fmla="*/ 1 w 900"/>
                <a:gd name="T85" fmla="*/ 1 h 150"/>
                <a:gd name="T86" fmla="*/ 1 w 900"/>
                <a:gd name="T87" fmla="*/ 1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00"/>
                <a:gd name="T133" fmla="*/ 0 h 150"/>
                <a:gd name="T134" fmla="*/ 900 w 900"/>
                <a:gd name="T135" fmla="*/ 150 h 15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00" h="150">
                  <a:moveTo>
                    <a:pt x="0" y="0"/>
                  </a:moveTo>
                  <a:lnTo>
                    <a:pt x="5" y="4"/>
                  </a:lnTo>
                  <a:lnTo>
                    <a:pt x="10" y="9"/>
                  </a:lnTo>
                  <a:lnTo>
                    <a:pt x="13" y="11"/>
                  </a:lnTo>
                  <a:lnTo>
                    <a:pt x="17" y="16"/>
                  </a:lnTo>
                  <a:lnTo>
                    <a:pt x="20" y="19"/>
                  </a:lnTo>
                  <a:lnTo>
                    <a:pt x="24" y="23"/>
                  </a:lnTo>
                  <a:lnTo>
                    <a:pt x="27" y="26"/>
                  </a:lnTo>
                  <a:lnTo>
                    <a:pt x="30" y="29"/>
                  </a:lnTo>
                  <a:lnTo>
                    <a:pt x="33" y="30"/>
                  </a:lnTo>
                  <a:lnTo>
                    <a:pt x="36" y="33"/>
                  </a:lnTo>
                  <a:lnTo>
                    <a:pt x="37" y="35"/>
                  </a:lnTo>
                  <a:lnTo>
                    <a:pt x="40" y="37"/>
                  </a:lnTo>
                  <a:lnTo>
                    <a:pt x="42" y="39"/>
                  </a:lnTo>
                  <a:lnTo>
                    <a:pt x="44" y="40"/>
                  </a:lnTo>
                  <a:lnTo>
                    <a:pt x="46" y="42"/>
                  </a:lnTo>
                  <a:lnTo>
                    <a:pt x="47" y="43"/>
                  </a:lnTo>
                  <a:lnTo>
                    <a:pt x="49" y="45"/>
                  </a:lnTo>
                  <a:lnTo>
                    <a:pt x="50" y="45"/>
                  </a:lnTo>
                  <a:lnTo>
                    <a:pt x="53" y="46"/>
                  </a:lnTo>
                  <a:lnTo>
                    <a:pt x="54" y="46"/>
                  </a:lnTo>
                  <a:lnTo>
                    <a:pt x="56" y="48"/>
                  </a:lnTo>
                  <a:lnTo>
                    <a:pt x="57" y="48"/>
                  </a:lnTo>
                  <a:lnTo>
                    <a:pt x="59" y="48"/>
                  </a:lnTo>
                  <a:lnTo>
                    <a:pt x="60" y="49"/>
                  </a:lnTo>
                  <a:lnTo>
                    <a:pt x="62" y="49"/>
                  </a:lnTo>
                  <a:lnTo>
                    <a:pt x="63" y="49"/>
                  </a:lnTo>
                  <a:lnTo>
                    <a:pt x="66" y="49"/>
                  </a:lnTo>
                  <a:lnTo>
                    <a:pt x="67" y="49"/>
                  </a:lnTo>
                  <a:lnTo>
                    <a:pt x="69" y="49"/>
                  </a:lnTo>
                  <a:lnTo>
                    <a:pt x="72" y="49"/>
                  </a:lnTo>
                  <a:lnTo>
                    <a:pt x="73" y="49"/>
                  </a:lnTo>
                  <a:lnTo>
                    <a:pt x="76" y="49"/>
                  </a:lnTo>
                  <a:lnTo>
                    <a:pt x="78" y="49"/>
                  </a:lnTo>
                  <a:lnTo>
                    <a:pt x="80" y="49"/>
                  </a:lnTo>
                  <a:lnTo>
                    <a:pt x="82" y="49"/>
                  </a:lnTo>
                  <a:lnTo>
                    <a:pt x="85" y="49"/>
                  </a:lnTo>
                  <a:lnTo>
                    <a:pt x="86" y="49"/>
                  </a:lnTo>
                  <a:lnTo>
                    <a:pt x="89" y="49"/>
                  </a:lnTo>
                  <a:lnTo>
                    <a:pt x="92" y="49"/>
                  </a:lnTo>
                  <a:lnTo>
                    <a:pt x="95" y="49"/>
                  </a:lnTo>
                  <a:lnTo>
                    <a:pt x="99" y="49"/>
                  </a:lnTo>
                  <a:lnTo>
                    <a:pt x="103" y="49"/>
                  </a:lnTo>
                  <a:lnTo>
                    <a:pt x="108" y="49"/>
                  </a:lnTo>
                  <a:lnTo>
                    <a:pt x="114" y="49"/>
                  </a:lnTo>
                  <a:lnTo>
                    <a:pt x="119" y="49"/>
                  </a:lnTo>
                  <a:lnTo>
                    <a:pt x="125" y="49"/>
                  </a:lnTo>
                  <a:lnTo>
                    <a:pt x="132" y="49"/>
                  </a:lnTo>
                  <a:lnTo>
                    <a:pt x="141" y="49"/>
                  </a:lnTo>
                  <a:lnTo>
                    <a:pt x="151" y="49"/>
                  </a:lnTo>
                  <a:lnTo>
                    <a:pt x="161" y="49"/>
                  </a:lnTo>
                  <a:lnTo>
                    <a:pt x="173" y="49"/>
                  </a:lnTo>
                  <a:lnTo>
                    <a:pt x="184" y="49"/>
                  </a:lnTo>
                  <a:lnTo>
                    <a:pt x="199" y="49"/>
                  </a:lnTo>
                  <a:lnTo>
                    <a:pt x="213" y="49"/>
                  </a:lnTo>
                  <a:lnTo>
                    <a:pt x="230" y="49"/>
                  </a:lnTo>
                  <a:lnTo>
                    <a:pt x="248" y="49"/>
                  </a:lnTo>
                  <a:lnTo>
                    <a:pt x="268" y="49"/>
                  </a:lnTo>
                  <a:lnTo>
                    <a:pt x="288" y="49"/>
                  </a:lnTo>
                  <a:lnTo>
                    <a:pt x="311" y="49"/>
                  </a:lnTo>
                  <a:lnTo>
                    <a:pt x="335" y="49"/>
                  </a:lnTo>
                  <a:lnTo>
                    <a:pt x="361" y="49"/>
                  </a:lnTo>
                  <a:lnTo>
                    <a:pt x="389" y="49"/>
                  </a:lnTo>
                  <a:lnTo>
                    <a:pt x="419" y="49"/>
                  </a:lnTo>
                  <a:lnTo>
                    <a:pt x="451" y="49"/>
                  </a:lnTo>
                  <a:lnTo>
                    <a:pt x="482" y="49"/>
                  </a:lnTo>
                  <a:lnTo>
                    <a:pt x="513" y="49"/>
                  </a:lnTo>
                  <a:lnTo>
                    <a:pt x="540" y="49"/>
                  </a:lnTo>
                  <a:lnTo>
                    <a:pt x="566" y="49"/>
                  </a:lnTo>
                  <a:lnTo>
                    <a:pt x="591" y="49"/>
                  </a:lnTo>
                  <a:lnTo>
                    <a:pt x="614" y="49"/>
                  </a:lnTo>
                  <a:lnTo>
                    <a:pt x="634" y="49"/>
                  </a:lnTo>
                  <a:lnTo>
                    <a:pt x="654" y="49"/>
                  </a:lnTo>
                  <a:lnTo>
                    <a:pt x="671" y="49"/>
                  </a:lnTo>
                  <a:lnTo>
                    <a:pt x="689" y="49"/>
                  </a:lnTo>
                  <a:lnTo>
                    <a:pt x="703" y="49"/>
                  </a:lnTo>
                  <a:lnTo>
                    <a:pt x="717" y="49"/>
                  </a:lnTo>
                  <a:lnTo>
                    <a:pt x="729" y="49"/>
                  </a:lnTo>
                  <a:lnTo>
                    <a:pt x="740" y="49"/>
                  </a:lnTo>
                  <a:lnTo>
                    <a:pt x="750" y="49"/>
                  </a:lnTo>
                  <a:lnTo>
                    <a:pt x="761" y="49"/>
                  </a:lnTo>
                  <a:lnTo>
                    <a:pt x="769" y="49"/>
                  </a:lnTo>
                  <a:lnTo>
                    <a:pt x="776" y="49"/>
                  </a:lnTo>
                  <a:lnTo>
                    <a:pt x="782" y="49"/>
                  </a:lnTo>
                  <a:lnTo>
                    <a:pt x="789" y="49"/>
                  </a:lnTo>
                  <a:lnTo>
                    <a:pt x="794" y="49"/>
                  </a:lnTo>
                  <a:lnTo>
                    <a:pt x="798" y="49"/>
                  </a:lnTo>
                  <a:lnTo>
                    <a:pt x="802" y="49"/>
                  </a:lnTo>
                  <a:lnTo>
                    <a:pt x="807" y="49"/>
                  </a:lnTo>
                  <a:lnTo>
                    <a:pt x="810" y="49"/>
                  </a:lnTo>
                  <a:lnTo>
                    <a:pt x="812" y="49"/>
                  </a:lnTo>
                  <a:lnTo>
                    <a:pt x="815" y="49"/>
                  </a:lnTo>
                  <a:lnTo>
                    <a:pt x="817" y="49"/>
                  </a:lnTo>
                  <a:lnTo>
                    <a:pt x="820" y="49"/>
                  </a:lnTo>
                  <a:lnTo>
                    <a:pt x="821" y="49"/>
                  </a:lnTo>
                  <a:lnTo>
                    <a:pt x="824" y="49"/>
                  </a:lnTo>
                  <a:lnTo>
                    <a:pt x="825" y="49"/>
                  </a:lnTo>
                  <a:lnTo>
                    <a:pt x="828" y="49"/>
                  </a:lnTo>
                  <a:lnTo>
                    <a:pt x="831" y="49"/>
                  </a:lnTo>
                  <a:lnTo>
                    <a:pt x="833" y="49"/>
                  </a:lnTo>
                  <a:lnTo>
                    <a:pt x="834" y="49"/>
                  </a:lnTo>
                  <a:lnTo>
                    <a:pt x="835" y="49"/>
                  </a:lnTo>
                  <a:lnTo>
                    <a:pt x="838" y="50"/>
                  </a:lnTo>
                  <a:lnTo>
                    <a:pt x="840" y="50"/>
                  </a:lnTo>
                  <a:lnTo>
                    <a:pt x="841" y="50"/>
                  </a:lnTo>
                  <a:lnTo>
                    <a:pt x="843" y="52"/>
                  </a:lnTo>
                  <a:lnTo>
                    <a:pt x="844" y="52"/>
                  </a:lnTo>
                  <a:lnTo>
                    <a:pt x="846" y="53"/>
                  </a:lnTo>
                  <a:lnTo>
                    <a:pt x="847" y="55"/>
                  </a:lnTo>
                  <a:lnTo>
                    <a:pt x="848" y="56"/>
                  </a:lnTo>
                  <a:lnTo>
                    <a:pt x="851" y="58"/>
                  </a:lnTo>
                  <a:lnTo>
                    <a:pt x="853" y="59"/>
                  </a:lnTo>
                  <a:lnTo>
                    <a:pt x="854" y="62"/>
                  </a:lnTo>
                  <a:lnTo>
                    <a:pt x="856" y="65"/>
                  </a:lnTo>
                  <a:lnTo>
                    <a:pt x="857" y="68"/>
                  </a:lnTo>
                  <a:lnTo>
                    <a:pt x="860" y="71"/>
                  </a:lnTo>
                  <a:lnTo>
                    <a:pt x="861" y="73"/>
                  </a:lnTo>
                  <a:lnTo>
                    <a:pt x="864" y="78"/>
                  </a:lnTo>
                  <a:lnTo>
                    <a:pt x="866" y="82"/>
                  </a:lnTo>
                  <a:lnTo>
                    <a:pt x="869" y="86"/>
                  </a:lnTo>
                  <a:lnTo>
                    <a:pt x="872" y="92"/>
                  </a:lnTo>
                  <a:lnTo>
                    <a:pt x="874" y="97"/>
                  </a:lnTo>
                  <a:lnTo>
                    <a:pt x="877" y="104"/>
                  </a:lnTo>
                  <a:lnTo>
                    <a:pt x="882" y="110"/>
                  </a:lnTo>
                  <a:lnTo>
                    <a:pt x="884" y="117"/>
                  </a:lnTo>
                  <a:lnTo>
                    <a:pt x="889" y="124"/>
                  </a:lnTo>
                  <a:lnTo>
                    <a:pt x="892" y="133"/>
                  </a:lnTo>
                  <a:lnTo>
                    <a:pt x="896" y="140"/>
                  </a:lnTo>
                  <a:lnTo>
                    <a:pt x="900" y="15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Rectangle 42">
              <a:extLst>
                <a:ext uri="{FF2B5EF4-FFF2-40B4-BE49-F238E27FC236}">
                  <a16:creationId xmlns:a16="http://schemas.microsoft.com/office/drawing/2014/main" id="{FAC96D3D-AD60-4D9A-B161-AB25852B1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1" y="915"/>
              <a:ext cx="11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58" name="Freeform 43">
              <a:extLst>
                <a:ext uri="{FF2B5EF4-FFF2-40B4-BE49-F238E27FC236}">
                  <a16:creationId xmlns:a16="http://schemas.microsoft.com/office/drawing/2014/main" id="{7F0D1AD8-1041-44E6-9081-AE1A4B8B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2809"/>
              <a:ext cx="442" cy="74"/>
            </a:xfrm>
            <a:custGeom>
              <a:avLst/>
              <a:gdLst>
                <a:gd name="T0" fmla="*/ 1 w 884"/>
                <a:gd name="T1" fmla="*/ 1 h 147"/>
                <a:gd name="T2" fmla="*/ 1 w 884"/>
                <a:gd name="T3" fmla="*/ 1 h 147"/>
                <a:gd name="T4" fmla="*/ 1 w 884"/>
                <a:gd name="T5" fmla="*/ 1 h 147"/>
                <a:gd name="T6" fmla="*/ 1 w 884"/>
                <a:gd name="T7" fmla="*/ 1 h 147"/>
                <a:gd name="T8" fmla="*/ 1 w 884"/>
                <a:gd name="T9" fmla="*/ 1 h 147"/>
                <a:gd name="T10" fmla="*/ 1 w 884"/>
                <a:gd name="T11" fmla="*/ 1 h 147"/>
                <a:gd name="T12" fmla="*/ 1 w 884"/>
                <a:gd name="T13" fmla="*/ 1 h 147"/>
                <a:gd name="T14" fmla="*/ 1 w 884"/>
                <a:gd name="T15" fmla="*/ 1 h 147"/>
                <a:gd name="T16" fmla="*/ 1 w 884"/>
                <a:gd name="T17" fmla="*/ 1 h 147"/>
                <a:gd name="T18" fmla="*/ 1 w 884"/>
                <a:gd name="T19" fmla="*/ 1 h 147"/>
                <a:gd name="T20" fmla="*/ 1 w 884"/>
                <a:gd name="T21" fmla="*/ 1 h 147"/>
                <a:gd name="T22" fmla="*/ 1 w 884"/>
                <a:gd name="T23" fmla="*/ 1 h 147"/>
                <a:gd name="T24" fmla="*/ 1 w 884"/>
                <a:gd name="T25" fmla="*/ 1 h 147"/>
                <a:gd name="T26" fmla="*/ 1 w 884"/>
                <a:gd name="T27" fmla="*/ 1 h 147"/>
                <a:gd name="T28" fmla="*/ 1 w 884"/>
                <a:gd name="T29" fmla="*/ 1 h 147"/>
                <a:gd name="T30" fmla="*/ 1 w 884"/>
                <a:gd name="T31" fmla="*/ 1 h 147"/>
                <a:gd name="T32" fmla="*/ 1 w 884"/>
                <a:gd name="T33" fmla="*/ 1 h 147"/>
                <a:gd name="T34" fmla="*/ 1 w 884"/>
                <a:gd name="T35" fmla="*/ 1 h 147"/>
                <a:gd name="T36" fmla="*/ 1 w 884"/>
                <a:gd name="T37" fmla="*/ 1 h 147"/>
                <a:gd name="T38" fmla="*/ 1 w 884"/>
                <a:gd name="T39" fmla="*/ 1 h 147"/>
                <a:gd name="T40" fmla="*/ 1 w 884"/>
                <a:gd name="T41" fmla="*/ 1 h 147"/>
                <a:gd name="T42" fmla="*/ 1 w 884"/>
                <a:gd name="T43" fmla="*/ 1 h 147"/>
                <a:gd name="T44" fmla="*/ 1 w 884"/>
                <a:gd name="T45" fmla="*/ 1 h 147"/>
                <a:gd name="T46" fmla="*/ 1 w 884"/>
                <a:gd name="T47" fmla="*/ 1 h 147"/>
                <a:gd name="T48" fmla="*/ 1 w 884"/>
                <a:gd name="T49" fmla="*/ 1 h 147"/>
                <a:gd name="T50" fmla="*/ 1 w 884"/>
                <a:gd name="T51" fmla="*/ 1 h 147"/>
                <a:gd name="T52" fmla="*/ 1 w 884"/>
                <a:gd name="T53" fmla="*/ 1 h 147"/>
                <a:gd name="T54" fmla="*/ 1 w 884"/>
                <a:gd name="T55" fmla="*/ 1 h 147"/>
                <a:gd name="T56" fmla="*/ 1 w 884"/>
                <a:gd name="T57" fmla="*/ 1 h 147"/>
                <a:gd name="T58" fmla="*/ 1 w 884"/>
                <a:gd name="T59" fmla="*/ 1 h 147"/>
                <a:gd name="T60" fmla="*/ 1 w 884"/>
                <a:gd name="T61" fmla="*/ 1 h 147"/>
                <a:gd name="T62" fmla="*/ 1 w 884"/>
                <a:gd name="T63" fmla="*/ 1 h 147"/>
                <a:gd name="T64" fmla="*/ 1 w 884"/>
                <a:gd name="T65" fmla="*/ 1 h 147"/>
                <a:gd name="T66" fmla="*/ 1 w 884"/>
                <a:gd name="T67" fmla="*/ 1 h 147"/>
                <a:gd name="T68" fmla="*/ 1 w 884"/>
                <a:gd name="T69" fmla="*/ 1 h 147"/>
                <a:gd name="T70" fmla="*/ 1 w 884"/>
                <a:gd name="T71" fmla="*/ 1 h 147"/>
                <a:gd name="T72" fmla="*/ 1 w 884"/>
                <a:gd name="T73" fmla="*/ 1 h 147"/>
                <a:gd name="T74" fmla="*/ 1 w 884"/>
                <a:gd name="T75" fmla="*/ 1 h 147"/>
                <a:gd name="T76" fmla="*/ 1 w 884"/>
                <a:gd name="T77" fmla="*/ 1 h 147"/>
                <a:gd name="T78" fmla="*/ 1 w 884"/>
                <a:gd name="T79" fmla="*/ 1 h 147"/>
                <a:gd name="T80" fmla="*/ 1 w 884"/>
                <a:gd name="T81" fmla="*/ 1 h 147"/>
                <a:gd name="T82" fmla="*/ 1 w 884"/>
                <a:gd name="T83" fmla="*/ 1 h 147"/>
                <a:gd name="T84" fmla="*/ 1 w 884"/>
                <a:gd name="T85" fmla="*/ 1 h 147"/>
                <a:gd name="T86" fmla="*/ 0 w 884"/>
                <a:gd name="T87" fmla="*/ 1 h 1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84"/>
                <a:gd name="T133" fmla="*/ 0 h 147"/>
                <a:gd name="T134" fmla="*/ 884 w 884"/>
                <a:gd name="T135" fmla="*/ 147 h 1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84" h="147">
                  <a:moveTo>
                    <a:pt x="884" y="0"/>
                  </a:moveTo>
                  <a:lnTo>
                    <a:pt x="879" y="5"/>
                  </a:lnTo>
                  <a:lnTo>
                    <a:pt x="875" y="9"/>
                  </a:lnTo>
                  <a:lnTo>
                    <a:pt x="871" y="12"/>
                  </a:lnTo>
                  <a:lnTo>
                    <a:pt x="868" y="16"/>
                  </a:lnTo>
                  <a:lnTo>
                    <a:pt x="864" y="19"/>
                  </a:lnTo>
                  <a:lnTo>
                    <a:pt x="861" y="22"/>
                  </a:lnTo>
                  <a:lnTo>
                    <a:pt x="858" y="25"/>
                  </a:lnTo>
                  <a:lnTo>
                    <a:pt x="855" y="28"/>
                  </a:lnTo>
                  <a:lnTo>
                    <a:pt x="852" y="30"/>
                  </a:lnTo>
                  <a:lnTo>
                    <a:pt x="849" y="33"/>
                  </a:lnTo>
                  <a:lnTo>
                    <a:pt x="848" y="35"/>
                  </a:lnTo>
                  <a:lnTo>
                    <a:pt x="845" y="36"/>
                  </a:lnTo>
                  <a:lnTo>
                    <a:pt x="843" y="38"/>
                  </a:lnTo>
                  <a:lnTo>
                    <a:pt x="842" y="41"/>
                  </a:lnTo>
                  <a:lnTo>
                    <a:pt x="839" y="42"/>
                  </a:lnTo>
                  <a:lnTo>
                    <a:pt x="838" y="42"/>
                  </a:lnTo>
                  <a:lnTo>
                    <a:pt x="836" y="43"/>
                  </a:lnTo>
                  <a:lnTo>
                    <a:pt x="835" y="45"/>
                  </a:lnTo>
                  <a:lnTo>
                    <a:pt x="833" y="45"/>
                  </a:lnTo>
                  <a:lnTo>
                    <a:pt x="832" y="46"/>
                  </a:lnTo>
                  <a:lnTo>
                    <a:pt x="829" y="46"/>
                  </a:lnTo>
                  <a:lnTo>
                    <a:pt x="828" y="48"/>
                  </a:lnTo>
                  <a:lnTo>
                    <a:pt x="826" y="48"/>
                  </a:lnTo>
                  <a:lnTo>
                    <a:pt x="825" y="48"/>
                  </a:lnTo>
                  <a:lnTo>
                    <a:pt x="823" y="48"/>
                  </a:lnTo>
                  <a:lnTo>
                    <a:pt x="822" y="48"/>
                  </a:lnTo>
                  <a:lnTo>
                    <a:pt x="820" y="48"/>
                  </a:lnTo>
                  <a:lnTo>
                    <a:pt x="819" y="49"/>
                  </a:lnTo>
                  <a:lnTo>
                    <a:pt x="816" y="49"/>
                  </a:lnTo>
                  <a:lnTo>
                    <a:pt x="815" y="49"/>
                  </a:lnTo>
                  <a:lnTo>
                    <a:pt x="812" y="49"/>
                  </a:lnTo>
                  <a:lnTo>
                    <a:pt x="810" y="49"/>
                  </a:lnTo>
                  <a:lnTo>
                    <a:pt x="807" y="49"/>
                  </a:lnTo>
                  <a:lnTo>
                    <a:pt x="806" y="49"/>
                  </a:lnTo>
                  <a:lnTo>
                    <a:pt x="803" y="49"/>
                  </a:lnTo>
                  <a:lnTo>
                    <a:pt x="802" y="49"/>
                  </a:lnTo>
                  <a:lnTo>
                    <a:pt x="799" y="49"/>
                  </a:lnTo>
                  <a:lnTo>
                    <a:pt x="796" y="49"/>
                  </a:lnTo>
                  <a:lnTo>
                    <a:pt x="794" y="49"/>
                  </a:lnTo>
                  <a:lnTo>
                    <a:pt x="790" y="49"/>
                  </a:lnTo>
                  <a:lnTo>
                    <a:pt x="787" y="49"/>
                  </a:lnTo>
                  <a:lnTo>
                    <a:pt x="783" y="49"/>
                  </a:lnTo>
                  <a:lnTo>
                    <a:pt x="779" y="49"/>
                  </a:lnTo>
                  <a:lnTo>
                    <a:pt x="773" y="49"/>
                  </a:lnTo>
                  <a:lnTo>
                    <a:pt x="767" y="49"/>
                  </a:lnTo>
                  <a:lnTo>
                    <a:pt x="761" y="49"/>
                  </a:lnTo>
                  <a:lnTo>
                    <a:pt x="754" y="49"/>
                  </a:lnTo>
                  <a:lnTo>
                    <a:pt x="745" y="49"/>
                  </a:lnTo>
                  <a:lnTo>
                    <a:pt x="737" y="49"/>
                  </a:lnTo>
                  <a:lnTo>
                    <a:pt x="727" y="49"/>
                  </a:lnTo>
                  <a:lnTo>
                    <a:pt x="715" y="49"/>
                  </a:lnTo>
                  <a:lnTo>
                    <a:pt x="704" y="49"/>
                  </a:lnTo>
                  <a:lnTo>
                    <a:pt x="689" y="49"/>
                  </a:lnTo>
                  <a:lnTo>
                    <a:pt x="675" y="49"/>
                  </a:lnTo>
                  <a:lnTo>
                    <a:pt x="659" y="49"/>
                  </a:lnTo>
                  <a:lnTo>
                    <a:pt x="642" y="49"/>
                  </a:lnTo>
                  <a:lnTo>
                    <a:pt x="621" y="49"/>
                  </a:lnTo>
                  <a:lnTo>
                    <a:pt x="601" y="49"/>
                  </a:lnTo>
                  <a:lnTo>
                    <a:pt x="580" y="49"/>
                  </a:lnTo>
                  <a:lnTo>
                    <a:pt x="555" y="49"/>
                  </a:lnTo>
                  <a:lnTo>
                    <a:pt x="529" y="49"/>
                  </a:lnTo>
                  <a:lnTo>
                    <a:pt x="502" y="49"/>
                  </a:lnTo>
                  <a:lnTo>
                    <a:pt x="473" y="49"/>
                  </a:lnTo>
                  <a:lnTo>
                    <a:pt x="441" y="49"/>
                  </a:lnTo>
                  <a:lnTo>
                    <a:pt x="411" y="49"/>
                  </a:lnTo>
                  <a:lnTo>
                    <a:pt x="382" y="49"/>
                  </a:lnTo>
                  <a:lnTo>
                    <a:pt x="355" y="49"/>
                  </a:lnTo>
                  <a:lnTo>
                    <a:pt x="329" y="49"/>
                  </a:lnTo>
                  <a:lnTo>
                    <a:pt x="304" y="49"/>
                  </a:lnTo>
                  <a:lnTo>
                    <a:pt x="283" y="49"/>
                  </a:lnTo>
                  <a:lnTo>
                    <a:pt x="263" y="49"/>
                  </a:lnTo>
                  <a:lnTo>
                    <a:pt x="244" y="49"/>
                  </a:lnTo>
                  <a:lnTo>
                    <a:pt x="225" y="49"/>
                  </a:lnTo>
                  <a:lnTo>
                    <a:pt x="209" y="49"/>
                  </a:lnTo>
                  <a:lnTo>
                    <a:pt x="195" y="49"/>
                  </a:lnTo>
                  <a:lnTo>
                    <a:pt x="182" y="49"/>
                  </a:lnTo>
                  <a:lnTo>
                    <a:pt x="169" y="49"/>
                  </a:lnTo>
                  <a:lnTo>
                    <a:pt x="158" y="49"/>
                  </a:lnTo>
                  <a:lnTo>
                    <a:pt x="147" y="49"/>
                  </a:lnTo>
                  <a:lnTo>
                    <a:pt x="139" y="49"/>
                  </a:lnTo>
                  <a:lnTo>
                    <a:pt x="130" y="49"/>
                  </a:lnTo>
                  <a:lnTo>
                    <a:pt x="123" y="49"/>
                  </a:lnTo>
                  <a:lnTo>
                    <a:pt x="117" y="49"/>
                  </a:lnTo>
                  <a:lnTo>
                    <a:pt x="111" y="49"/>
                  </a:lnTo>
                  <a:lnTo>
                    <a:pt x="106" y="49"/>
                  </a:lnTo>
                  <a:lnTo>
                    <a:pt x="101" y="49"/>
                  </a:lnTo>
                  <a:lnTo>
                    <a:pt x="97" y="49"/>
                  </a:lnTo>
                  <a:lnTo>
                    <a:pt x="94" y="49"/>
                  </a:lnTo>
                  <a:lnTo>
                    <a:pt x="91" y="49"/>
                  </a:lnTo>
                  <a:lnTo>
                    <a:pt x="88" y="49"/>
                  </a:lnTo>
                  <a:lnTo>
                    <a:pt x="85" y="49"/>
                  </a:lnTo>
                  <a:lnTo>
                    <a:pt x="83" y="49"/>
                  </a:lnTo>
                  <a:lnTo>
                    <a:pt x="81" y="49"/>
                  </a:lnTo>
                  <a:lnTo>
                    <a:pt x="78" y="49"/>
                  </a:lnTo>
                  <a:lnTo>
                    <a:pt x="77" y="49"/>
                  </a:lnTo>
                  <a:lnTo>
                    <a:pt x="74" y="49"/>
                  </a:lnTo>
                  <a:lnTo>
                    <a:pt x="72" y="49"/>
                  </a:lnTo>
                  <a:lnTo>
                    <a:pt x="70" y="49"/>
                  </a:lnTo>
                  <a:lnTo>
                    <a:pt x="68" y="49"/>
                  </a:lnTo>
                  <a:lnTo>
                    <a:pt x="67" y="49"/>
                  </a:lnTo>
                  <a:lnTo>
                    <a:pt x="64" y="49"/>
                  </a:lnTo>
                  <a:lnTo>
                    <a:pt x="62" y="49"/>
                  </a:lnTo>
                  <a:lnTo>
                    <a:pt x="61" y="49"/>
                  </a:lnTo>
                  <a:lnTo>
                    <a:pt x="60" y="51"/>
                  </a:lnTo>
                  <a:lnTo>
                    <a:pt x="58" y="51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4" y="54"/>
                  </a:lnTo>
                  <a:lnTo>
                    <a:pt x="52" y="55"/>
                  </a:lnTo>
                  <a:lnTo>
                    <a:pt x="49" y="56"/>
                  </a:lnTo>
                  <a:lnTo>
                    <a:pt x="48" y="59"/>
                  </a:lnTo>
                  <a:lnTo>
                    <a:pt x="47" y="61"/>
                  </a:lnTo>
                  <a:lnTo>
                    <a:pt x="45" y="64"/>
                  </a:lnTo>
                  <a:lnTo>
                    <a:pt x="44" y="67"/>
                  </a:lnTo>
                  <a:lnTo>
                    <a:pt x="41" y="69"/>
                  </a:lnTo>
                  <a:lnTo>
                    <a:pt x="39" y="72"/>
                  </a:lnTo>
                  <a:lnTo>
                    <a:pt x="36" y="77"/>
                  </a:lnTo>
                  <a:lnTo>
                    <a:pt x="35" y="81"/>
                  </a:lnTo>
                  <a:lnTo>
                    <a:pt x="32" y="85"/>
                  </a:lnTo>
                  <a:lnTo>
                    <a:pt x="29" y="90"/>
                  </a:lnTo>
                  <a:lnTo>
                    <a:pt x="26" y="95"/>
                  </a:lnTo>
                  <a:lnTo>
                    <a:pt x="23" y="101"/>
                  </a:lnTo>
                  <a:lnTo>
                    <a:pt x="21" y="107"/>
                  </a:lnTo>
                  <a:lnTo>
                    <a:pt x="18" y="114"/>
                  </a:lnTo>
                  <a:lnTo>
                    <a:pt x="13" y="121"/>
                  </a:lnTo>
                  <a:lnTo>
                    <a:pt x="9" y="130"/>
                  </a:lnTo>
                  <a:lnTo>
                    <a:pt x="5" y="137"/>
                  </a:lnTo>
                  <a:lnTo>
                    <a:pt x="0" y="14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Freeform 44">
              <a:extLst>
                <a:ext uri="{FF2B5EF4-FFF2-40B4-BE49-F238E27FC236}">
                  <a16:creationId xmlns:a16="http://schemas.microsoft.com/office/drawing/2014/main" id="{B27B575F-0481-418C-BE0A-6918750DE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" y="2809"/>
              <a:ext cx="441" cy="74"/>
            </a:xfrm>
            <a:custGeom>
              <a:avLst/>
              <a:gdLst>
                <a:gd name="T0" fmla="*/ 1 w 881"/>
                <a:gd name="T1" fmla="*/ 1 h 147"/>
                <a:gd name="T2" fmla="*/ 1 w 881"/>
                <a:gd name="T3" fmla="*/ 1 h 147"/>
                <a:gd name="T4" fmla="*/ 1 w 881"/>
                <a:gd name="T5" fmla="*/ 1 h 147"/>
                <a:gd name="T6" fmla="*/ 1 w 881"/>
                <a:gd name="T7" fmla="*/ 1 h 147"/>
                <a:gd name="T8" fmla="*/ 1 w 881"/>
                <a:gd name="T9" fmla="*/ 1 h 147"/>
                <a:gd name="T10" fmla="*/ 1 w 881"/>
                <a:gd name="T11" fmla="*/ 1 h 147"/>
                <a:gd name="T12" fmla="*/ 1 w 881"/>
                <a:gd name="T13" fmla="*/ 1 h 147"/>
                <a:gd name="T14" fmla="*/ 1 w 881"/>
                <a:gd name="T15" fmla="*/ 1 h 147"/>
                <a:gd name="T16" fmla="*/ 1 w 881"/>
                <a:gd name="T17" fmla="*/ 1 h 147"/>
                <a:gd name="T18" fmla="*/ 1 w 881"/>
                <a:gd name="T19" fmla="*/ 1 h 147"/>
                <a:gd name="T20" fmla="*/ 1 w 881"/>
                <a:gd name="T21" fmla="*/ 1 h 147"/>
                <a:gd name="T22" fmla="*/ 1 w 881"/>
                <a:gd name="T23" fmla="*/ 1 h 147"/>
                <a:gd name="T24" fmla="*/ 1 w 881"/>
                <a:gd name="T25" fmla="*/ 1 h 147"/>
                <a:gd name="T26" fmla="*/ 1 w 881"/>
                <a:gd name="T27" fmla="*/ 1 h 147"/>
                <a:gd name="T28" fmla="*/ 1 w 881"/>
                <a:gd name="T29" fmla="*/ 1 h 147"/>
                <a:gd name="T30" fmla="*/ 1 w 881"/>
                <a:gd name="T31" fmla="*/ 1 h 147"/>
                <a:gd name="T32" fmla="*/ 1 w 881"/>
                <a:gd name="T33" fmla="*/ 1 h 147"/>
                <a:gd name="T34" fmla="*/ 1 w 881"/>
                <a:gd name="T35" fmla="*/ 1 h 147"/>
                <a:gd name="T36" fmla="*/ 1 w 881"/>
                <a:gd name="T37" fmla="*/ 1 h 147"/>
                <a:gd name="T38" fmla="*/ 1 w 881"/>
                <a:gd name="T39" fmla="*/ 1 h 147"/>
                <a:gd name="T40" fmla="*/ 1 w 881"/>
                <a:gd name="T41" fmla="*/ 1 h 147"/>
                <a:gd name="T42" fmla="*/ 1 w 881"/>
                <a:gd name="T43" fmla="*/ 1 h 147"/>
                <a:gd name="T44" fmla="*/ 1 w 881"/>
                <a:gd name="T45" fmla="*/ 1 h 147"/>
                <a:gd name="T46" fmla="*/ 1 w 881"/>
                <a:gd name="T47" fmla="*/ 1 h 147"/>
                <a:gd name="T48" fmla="*/ 1 w 881"/>
                <a:gd name="T49" fmla="*/ 1 h 147"/>
                <a:gd name="T50" fmla="*/ 1 w 881"/>
                <a:gd name="T51" fmla="*/ 1 h 147"/>
                <a:gd name="T52" fmla="*/ 1 w 881"/>
                <a:gd name="T53" fmla="*/ 1 h 147"/>
                <a:gd name="T54" fmla="*/ 1 w 881"/>
                <a:gd name="T55" fmla="*/ 1 h 147"/>
                <a:gd name="T56" fmla="*/ 1 w 881"/>
                <a:gd name="T57" fmla="*/ 1 h 147"/>
                <a:gd name="T58" fmla="*/ 1 w 881"/>
                <a:gd name="T59" fmla="*/ 1 h 147"/>
                <a:gd name="T60" fmla="*/ 1 w 881"/>
                <a:gd name="T61" fmla="*/ 1 h 147"/>
                <a:gd name="T62" fmla="*/ 1 w 881"/>
                <a:gd name="T63" fmla="*/ 1 h 147"/>
                <a:gd name="T64" fmla="*/ 1 w 881"/>
                <a:gd name="T65" fmla="*/ 1 h 147"/>
                <a:gd name="T66" fmla="*/ 1 w 881"/>
                <a:gd name="T67" fmla="*/ 1 h 147"/>
                <a:gd name="T68" fmla="*/ 1 w 881"/>
                <a:gd name="T69" fmla="*/ 1 h 147"/>
                <a:gd name="T70" fmla="*/ 1 w 881"/>
                <a:gd name="T71" fmla="*/ 1 h 147"/>
                <a:gd name="T72" fmla="*/ 1 w 881"/>
                <a:gd name="T73" fmla="*/ 1 h 147"/>
                <a:gd name="T74" fmla="*/ 1 w 881"/>
                <a:gd name="T75" fmla="*/ 1 h 147"/>
                <a:gd name="T76" fmla="*/ 1 w 881"/>
                <a:gd name="T77" fmla="*/ 1 h 147"/>
                <a:gd name="T78" fmla="*/ 1 w 881"/>
                <a:gd name="T79" fmla="*/ 1 h 147"/>
                <a:gd name="T80" fmla="*/ 1 w 881"/>
                <a:gd name="T81" fmla="*/ 1 h 147"/>
                <a:gd name="T82" fmla="*/ 1 w 881"/>
                <a:gd name="T83" fmla="*/ 1 h 147"/>
                <a:gd name="T84" fmla="*/ 1 w 881"/>
                <a:gd name="T85" fmla="*/ 1 h 147"/>
                <a:gd name="T86" fmla="*/ 1 w 881"/>
                <a:gd name="T87" fmla="*/ 1 h 14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81"/>
                <a:gd name="T133" fmla="*/ 0 h 147"/>
                <a:gd name="T134" fmla="*/ 881 w 881"/>
                <a:gd name="T135" fmla="*/ 147 h 14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81" h="147">
                  <a:moveTo>
                    <a:pt x="0" y="0"/>
                  </a:moveTo>
                  <a:lnTo>
                    <a:pt x="4" y="5"/>
                  </a:lnTo>
                  <a:lnTo>
                    <a:pt x="8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8" y="19"/>
                  </a:lnTo>
                  <a:lnTo>
                    <a:pt x="23" y="22"/>
                  </a:lnTo>
                  <a:lnTo>
                    <a:pt x="26" y="25"/>
                  </a:lnTo>
                  <a:lnTo>
                    <a:pt x="28" y="28"/>
                  </a:lnTo>
                  <a:lnTo>
                    <a:pt x="30" y="30"/>
                  </a:lnTo>
                  <a:lnTo>
                    <a:pt x="33" y="33"/>
                  </a:lnTo>
                  <a:lnTo>
                    <a:pt x="36" y="35"/>
                  </a:lnTo>
                  <a:lnTo>
                    <a:pt x="37" y="36"/>
                  </a:lnTo>
                  <a:lnTo>
                    <a:pt x="40" y="38"/>
                  </a:lnTo>
                  <a:lnTo>
                    <a:pt x="41" y="41"/>
                  </a:lnTo>
                  <a:lnTo>
                    <a:pt x="43" y="42"/>
                  </a:lnTo>
                  <a:lnTo>
                    <a:pt x="46" y="42"/>
                  </a:lnTo>
                  <a:lnTo>
                    <a:pt x="47" y="43"/>
                  </a:lnTo>
                  <a:lnTo>
                    <a:pt x="49" y="45"/>
                  </a:lnTo>
                  <a:lnTo>
                    <a:pt x="50" y="45"/>
                  </a:lnTo>
                  <a:lnTo>
                    <a:pt x="51" y="46"/>
                  </a:lnTo>
                  <a:lnTo>
                    <a:pt x="53" y="46"/>
                  </a:lnTo>
                  <a:lnTo>
                    <a:pt x="54" y="48"/>
                  </a:lnTo>
                  <a:lnTo>
                    <a:pt x="56" y="48"/>
                  </a:lnTo>
                  <a:lnTo>
                    <a:pt x="57" y="48"/>
                  </a:lnTo>
                  <a:lnTo>
                    <a:pt x="59" y="48"/>
                  </a:lnTo>
                  <a:lnTo>
                    <a:pt x="62" y="48"/>
                  </a:lnTo>
                  <a:lnTo>
                    <a:pt x="63" y="48"/>
                  </a:lnTo>
                  <a:lnTo>
                    <a:pt x="64" y="49"/>
                  </a:lnTo>
                  <a:lnTo>
                    <a:pt x="66" y="49"/>
                  </a:lnTo>
                  <a:lnTo>
                    <a:pt x="69" y="49"/>
                  </a:lnTo>
                  <a:lnTo>
                    <a:pt x="70" y="49"/>
                  </a:lnTo>
                  <a:lnTo>
                    <a:pt x="73" y="49"/>
                  </a:lnTo>
                  <a:lnTo>
                    <a:pt x="74" y="49"/>
                  </a:lnTo>
                  <a:lnTo>
                    <a:pt x="77" y="49"/>
                  </a:lnTo>
                  <a:lnTo>
                    <a:pt x="79" y="49"/>
                  </a:lnTo>
                  <a:lnTo>
                    <a:pt x="82" y="49"/>
                  </a:lnTo>
                  <a:lnTo>
                    <a:pt x="83" y="49"/>
                  </a:lnTo>
                  <a:lnTo>
                    <a:pt x="86" y="49"/>
                  </a:lnTo>
                  <a:lnTo>
                    <a:pt x="89" y="49"/>
                  </a:lnTo>
                  <a:lnTo>
                    <a:pt x="92" y="49"/>
                  </a:lnTo>
                  <a:lnTo>
                    <a:pt x="96" y="49"/>
                  </a:lnTo>
                  <a:lnTo>
                    <a:pt x="100" y="49"/>
                  </a:lnTo>
                  <a:lnTo>
                    <a:pt x="105" y="49"/>
                  </a:lnTo>
                  <a:lnTo>
                    <a:pt x="109" y="49"/>
                  </a:lnTo>
                  <a:lnTo>
                    <a:pt x="115" y="49"/>
                  </a:lnTo>
                  <a:lnTo>
                    <a:pt x="122" y="49"/>
                  </a:lnTo>
                  <a:lnTo>
                    <a:pt x="129" y="49"/>
                  </a:lnTo>
                  <a:lnTo>
                    <a:pt x="138" y="49"/>
                  </a:lnTo>
                  <a:lnTo>
                    <a:pt x="147" y="49"/>
                  </a:lnTo>
                  <a:lnTo>
                    <a:pt x="157" y="49"/>
                  </a:lnTo>
                  <a:lnTo>
                    <a:pt x="168" y="49"/>
                  </a:lnTo>
                  <a:lnTo>
                    <a:pt x="180" y="49"/>
                  </a:lnTo>
                  <a:lnTo>
                    <a:pt x="194" y="49"/>
                  </a:lnTo>
                  <a:lnTo>
                    <a:pt x="209" y="49"/>
                  </a:lnTo>
                  <a:lnTo>
                    <a:pt x="224" y="49"/>
                  </a:lnTo>
                  <a:lnTo>
                    <a:pt x="242" y="49"/>
                  </a:lnTo>
                  <a:lnTo>
                    <a:pt x="260" y="49"/>
                  </a:lnTo>
                  <a:lnTo>
                    <a:pt x="282" y="49"/>
                  </a:lnTo>
                  <a:lnTo>
                    <a:pt x="304" y="49"/>
                  </a:lnTo>
                  <a:lnTo>
                    <a:pt x="327" y="49"/>
                  </a:lnTo>
                  <a:lnTo>
                    <a:pt x="353" y="49"/>
                  </a:lnTo>
                  <a:lnTo>
                    <a:pt x="380" y="49"/>
                  </a:lnTo>
                  <a:lnTo>
                    <a:pt x="409" y="49"/>
                  </a:lnTo>
                  <a:lnTo>
                    <a:pt x="441" y="49"/>
                  </a:lnTo>
                  <a:lnTo>
                    <a:pt x="472" y="49"/>
                  </a:lnTo>
                  <a:lnTo>
                    <a:pt x="501" y="49"/>
                  </a:lnTo>
                  <a:lnTo>
                    <a:pt x="528" y="49"/>
                  </a:lnTo>
                  <a:lnTo>
                    <a:pt x="554" y="49"/>
                  </a:lnTo>
                  <a:lnTo>
                    <a:pt x="577" y="49"/>
                  </a:lnTo>
                  <a:lnTo>
                    <a:pt x="600" y="49"/>
                  </a:lnTo>
                  <a:lnTo>
                    <a:pt x="621" y="49"/>
                  </a:lnTo>
                  <a:lnTo>
                    <a:pt x="639" y="49"/>
                  </a:lnTo>
                  <a:lnTo>
                    <a:pt x="657" y="49"/>
                  </a:lnTo>
                  <a:lnTo>
                    <a:pt x="672" y="49"/>
                  </a:lnTo>
                  <a:lnTo>
                    <a:pt x="688" y="49"/>
                  </a:lnTo>
                  <a:lnTo>
                    <a:pt x="701" y="49"/>
                  </a:lnTo>
                  <a:lnTo>
                    <a:pt x="714" y="49"/>
                  </a:lnTo>
                  <a:lnTo>
                    <a:pt x="724" y="49"/>
                  </a:lnTo>
                  <a:lnTo>
                    <a:pt x="734" y="49"/>
                  </a:lnTo>
                  <a:lnTo>
                    <a:pt x="745" y="49"/>
                  </a:lnTo>
                  <a:lnTo>
                    <a:pt x="752" y="49"/>
                  </a:lnTo>
                  <a:lnTo>
                    <a:pt x="759" y="49"/>
                  </a:lnTo>
                  <a:lnTo>
                    <a:pt x="766" y="49"/>
                  </a:lnTo>
                  <a:lnTo>
                    <a:pt x="772" y="49"/>
                  </a:lnTo>
                  <a:lnTo>
                    <a:pt x="776" y="49"/>
                  </a:lnTo>
                  <a:lnTo>
                    <a:pt x="782" y="49"/>
                  </a:lnTo>
                  <a:lnTo>
                    <a:pt x="785" y="49"/>
                  </a:lnTo>
                  <a:lnTo>
                    <a:pt x="789" y="49"/>
                  </a:lnTo>
                  <a:lnTo>
                    <a:pt x="792" y="49"/>
                  </a:lnTo>
                  <a:lnTo>
                    <a:pt x="795" y="49"/>
                  </a:lnTo>
                  <a:lnTo>
                    <a:pt x="798" y="49"/>
                  </a:lnTo>
                  <a:lnTo>
                    <a:pt x="799" y="49"/>
                  </a:lnTo>
                  <a:lnTo>
                    <a:pt x="802" y="49"/>
                  </a:lnTo>
                  <a:lnTo>
                    <a:pt x="804" y="49"/>
                  </a:lnTo>
                  <a:lnTo>
                    <a:pt x="807" y="49"/>
                  </a:lnTo>
                  <a:lnTo>
                    <a:pt x="808" y="49"/>
                  </a:lnTo>
                  <a:lnTo>
                    <a:pt x="811" y="49"/>
                  </a:lnTo>
                  <a:lnTo>
                    <a:pt x="812" y="49"/>
                  </a:lnTo>
                  <a:lnTo>
                    <a:pt x="815" y="49"/>
                  </a:lnTo>
                  <a:lnTo>
                    <a:pt x="817" y="49"/>
                  </a:lnTo>
                  <a:lnTo>
                    <a:pt x="818" y="49"/>
                  </a:lnTo>
                  <a:lnTo>
                    <a:pt x="819" y="49"/>
                  </a:lnTo>
                  <a:lnTo>
                    <a:pt x="822" y="49"/>
                  </a:lnTo>
                  <a:lnTo>
                    <a:pt x="824" y="51"/>
                  </a:lnTo>
                  <a:lnTo>
                    <a:pt x="825" y="51"/>
                  </a:lnTo>
                  <a:lnTo>
                    <a:pt x="827" y="52"/>
                  </a:lnTo>
                  <a:lnTo>
                    <a:pt x="828" y="52"/>
                  </a:lnTo>
                  <a:lnTo>
                    <a:pt x="830" y="54"/>
                  </a:lnTo>
                  <a:lnTo>
                    <a:pt x="831" y="55"/>
                  </a:lnTo>
                  <a:lnTo>
                    <a:pt x="832" y="56"/>
                  </a:lnTo>
                  <a:lnTo>
                    <a:pt x="834" y="59"/>
                  </a:lnTo>
                  <a:lnTo>
                    <a:pt x="835" y="61"/>
                  </a:lnTo>
                  <a:lnTo>
                    <a:pt x="838" y="64"/>
                  </a:lnTo>
                  <a:lnTo>
                    <a:pt x="840" y="67"/>
                  </a:lnTo>
                  <a:lnTo>
                    <a:pt x="841" y="69"/>
                  </a:lnTo>
                  <a:lnTo>
                    <a:pt x="844" y="72"/>
                  </a:lnTo>
                  <a:lnTo>
                    <a:pt x="845" y="77"/>
                  </a:lnTo>
                  <a:lnTo>
                    <a:pt x="848" y="81"/>
                  </a:lnTo>
                  <a:lnTo>
                    <a:pt x="851" y="85"/>
                  </a:lnTo>
                  <a:lnTo>
                    <a:pt x="853" y="90"/>
                  </a:lnTo>
                  <a:lnTo>
                    <a:pt x="856" y="95"/>
                  </a:lnTo>
                  <a:lnTo>
                    <a:pt x="858" y="101"/>
                  </a:lnTo>
                  <a:lnTo>
                    <a:pt x="863" y="107"/>
                  </a:lnTo>
                  <a:lnTo>
                    <a:pt x="866" y="114"/>
                  </a:lnTo>
                  <a:lnTo>
                    <a:pt x="870" y="121"/>
                  </a:lnTo>
                  <a:lnTo>
                    <a:pt x="873" y="130"/>
                  </a:lnTo>
                  <a:lnTo>
                    <a:pt x="877" y="137"/>
                  </a:lnTo>
                  <a:lnTo>
                    <a:pt x="881" y="14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Rectangle 45">
              <a:extLst>
                <a:ext uri="{FF2B5EF4-FFF2-40B4-BE49-F238E27FC236}">
                  <a16:creationId xmlns:a16="http://schemas.microsoft.com/office/drawing/2014/main" id="{DD4A687B-EE89-4C03-BC18-9483C5F4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" y="1387"/>
              <a:ext cx="10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+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61" name="Freeform 46">
              <a:extLst>
                <a:ext uri="{FF2B5EF4-FFF2-40B4-BE49-F238E27FC236}">
                  <a16:creationId xmlns:a16="http://schemas.microsoft.com/office/drawing/2014/main" id="{359DA077-9B7E-421A-BD2A-9732A5183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808"/>
              <a:ext cx="1795" cy="75"/>
            </a:xfrm>
            <a:custGeom>
              <a:avLst/>
              <a:gdLst>
                <a:gd name="T0" fmla="*/ 1 w 3590"/>
                <a:gd name="T1" fmla="*/ 0 h 152"/>
                <a:gd name="T2" fmla="*/ 1 w 3590"/>
                <a:gd name="T3" fmla="*/ 0 h 152"/>
                <a:gd name="T4" fmla="*/ 1 w 3590"/>
                <a:gd name="T5" fmla="*/ 0 h 152"/>
                <a:gd name="T6" fmla="*/ 1 w 3590"/>
                <a:gd name="T7" fmla="*/ 0 h 152"/>
                <a:gd name="T8" fmla="*/ 1 w 3590"/>
                <a:gd name="T9" fmla="*/ 0 h 152"/>
                <a:gd name="T10" fmla="*/ 1 w 3590"/>
                <a:gd name="T11" fmla="*/ 0 h 152"/>
                <a:gd name="T12" fmla="*/ 1 w 3590"/>
                <a:gd name="T13" fmla="*/ 0 h 152"/>
                <a:gd name="T14" fmla="*/ 1 w 3590"/>
                <a:gd name="T15" fmla="*/ 0 h 152"/>
                <a:gd name="T16" fmla="*/ 1 w 3590"/>
                <a:gd name="T17" fmla="*/ 0 h 152"/>
                <a:gd name="T18" fmla="*/ 1 w 3590"/>
                <a:gd name="T19" fmla="*/ 0 h 152"/>
                <a:gd name="T20" fmla="*/ 1 w 3590"/>
                <a:gd name="T21" fmla="*/ 0 h 152"/>
                <a:gd name="T22" fmla="*/ 1 w 3590"/>
                <a:gd name="T23" fmla="*/ 0 h 152"/>
                <a:gd name="T24" fmla="*/ 1 w 3590"/>
                <a:gd name="T25" fmla="*/ 0 h 152"/>
                <a:gd name="T26" fmla="*/ 1 w 3590"/>
                <a:gd name="T27" fmla="*/ 0 h 152"/>
                <a:gd name="T28" fmla="*/ 1 w 3590"/>
                <a:gd name="T29" fmla="*/ 0 h 152"/>
                <a:gd name="T30" fmla="*/ 1 w 3590"/>
                <a:gd name="T31" fmla="*/ 0 h 152"/>
                <a:gd name="T32" fmla="*/ 1 w 3590"/>
                <a:gd name="T33" fmla="*/ 0 h 152"/>
                <a:gd name="T34" fmla="*/ 1 w 3590"/>
                <a:gd name="T35" fmla="*/ 0 h 152"/>
                <a:gd name="T36" fmla="*/ 1 w 3590"/>
                <a:gd name="T37" fmla="*/ 0 h 152"/>
                <a:gd name="T38" fmla="*/ 1 w 3590"/>
                <a:gd name="T39" fmla="*/ 0 h 152"/>
                <a:gd name="T40" fmla="*/ 1 w 3590"/>
                <a:gd name="T41" fmla="*/ 0 h 152"/>
                <a:gd name="T42" fmla="*/ 1 w 3590"/>
                <a:gd name="T43" fmla="*/ 0 h 152"/>
                <a:gd name="T44" fmla="*/ 1 w 3590"/>
                <a:gd name="T45" fmla="*/ 0 h 152"/>
                <a:gd name="T46" fmla="*/ 1 w 3590"/>
                <a:gd name="T47" fmla="*/ 0 h 152"/>
                <a:gd name="T48" fmla="*/ 1 w 3590"/>
                <a:gd name="T49" fmla="*/ 0 h 152"/>
                <a:gd name="T50" fmla="*/ 1 w 3590"/>
                <a:gd name="T51" fmla="*/ 0 h 152"/>
                <a:gd name="T52" fmla="*/ 1 w 3590"/>
                <a:gd name="T53" fmla="*/ 0 h 152"/>
                <a:gd name="T54" fmla="*/ 1 w 3590"/>
                <a:gd name="T55" fmla="*/ 0 h 152"/>
                <a:gd name="T56" fmla="*/ 1 w 3590"/>
                <a:gd name="T57" fmla="*/ 0 h 152"/>
                <a:gd name="T58" fmla="*/ 1 w 3590"/>
                <a:gd name="T59" fmla="*/ 0 h 152"/>
                <a:gd name="T60" fmla="*/ 1 w 3590"/>
                <a:gd name="T61" fmla="*/ 0 h 152"/>
                <a:gd name="T62" fmla="*/ 1 w 3590"/>
                <a:gd name="T63" fmla="*/ 0 h 152"/>
                <a:gd name="T64" fmla="*/ 1 w 3590"/>
                <a:gd name="T65" fmla="*/ 0 h 152"/>
                <a:gd name="T66" fmla="*/ 1 w 3590"/>
                <a:gd name="T67" fmla="*/ 0 h 152"/>
                <a:gd name="T68" fmla="*/ 1 w 3590"/>
                <a:gd name="T69" fmla="*/ 0 h 152"/>
                <a:gd name="T70" fmla="*/ 1 w 3590"/>
                <a:gd name="T71" fmla="*/ 0 h 152"/>
                <a:gd name="T72" fmla="*/ 1 w 3590"/>
                <a:gd name="T73" fmla="*/ 0 h 152"/>
                <a:gd name="T74" fmla="*/ 1 w 3590"/>
                <a:gd name="T75" fmla="*/ 0 h 152"/>
                <a:gd name="T76" fmla="*/ 1 w 3590"/>
                <a:gd name="T77" fmla="*/ 0 h 152"/>
                <a:gd name="T78" fmla="*/ 1 w 3590"/>
                <a:gd name="T79" fmla="*/ 0 h 152"/>
                <a:gd name="T80" fmla="*/ 1 w 3590"/>
                <a:gd name="T81" fmla="*/ 0 h 152"/>
                <a:gd name="T82" fmla="*/ 1 w 3590"/>
                <a:gd name="T83" fmla="*/ 0 h 152"/>
                <a:gd name="T84" fmla="*/ 1 w 3590"/>
                <a:gd name="T85" fmla="*/ 0 h 152"/>
                <a:gd name="T86" fmla="*/ 0 w 3590"/>
                <a:gd name="T87" fmla="*/ 0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590"/>
                <a:gd name="T133" fmla="*/ 0 h 152"/>
                <a:gd name="T134" fmla="*/ 3590 w 3590"/>
                <a:gd name="T135" fmla="*/ 152 h 15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590" h="152">
                  <a:moveTo>
                    <a:pt x="3590" y="0"/>
                  </a:moveTo>
                  <a:lnTo>
                    <a:pt x="3584" y="5"/>
                  </a:lnTo>
                  <a:lnTo>
                    <a:pt x="3580" y="9"/>
                  </a:lnTo>
                  <a:lnTo>
                    <a:pt x="3577" y="13"/>
                  </a:lnTo>
                  <a:lnTo>
                    <a:pt x="3572" y="18"/>
                  </a:lnTo>
                  <a:lnTo>
                    <a:pt x="3569" y="21"/>
                  </a:lnTo>
                  <a:lnTo>
                    <a:pt x="3565" y="23"/>
                  </a:lnTo>
                  <a:lnTo>
                    <a:pt x="3562" y="26"/>
                  </a:lnTo>
                  <a:lnTo>
                    <a:pt x="3559" y="29"/>
                  </a:lnTo>
                  <a:lnTo>
                    <a:pt x="3556" y="32"/>
                  </a:lnTo>
                  <a:lnTo>
                    <a:pt x="3554" y="35"/>
                  </a:lnTo>
                  <a:lnTo>
                    <a:pt x="3552" y="36"/>
                  </a:lnTo>
                  <a:lnTo>
                    <a:pt x="3549" y="38"/>
                  </a:lnTo>
                  <a:lnTo>
                    <a:pt x="3548" y="41"/>
                  </a:lnTo>
                  <a:lnTo>
                    <a:pt x="3545" y="42"/>
                  </a:lnTo>
                  <a:lnTo>
                    <a:pt x="3543" y="44"/>
                  </a:lnTo>
                  <a:lnTo>
                    <a:pt x="3542" y="45"/>
                  </a:lnTo>
                  <a:lnTo>
                    <a:pt x="3539" y="45"/>
                  </a:lnTo>
                  <a:lnTo>
                    <a:pt x="3538" y="46"/>
                  </a:lnTo>
                  <a:lnTo>
                    <a:pt x="3536" y="48"/>
                  </a:lnTo>
                  <a:lnTo>
                    <a:pt x="3535" y="48"/>
                  </a:lnTo>
                  <a:lnTo>
                    <a:pt x="3533" y="49"/>
                  </a:lnTo>
                  <a:lnTo>
                    <a:pt x="3532" y="49"/>
                  </a:lnTo>
                  <a:lnTo>
                    <a:pt x="3531" y="49"/>
                  </a:lnTo>
                  <a:lnTo>
                    <a:pt x="3529" y="49"/>
                  </a:lnTo>
                  <a:lnTo>
                    <a:pt x="3528" y="51"/>
                  </a:lnTo>
                  <a:lnTo>
                    <a:pt x="3525" y="51"/>
                  </a:lnTo>
                  <a:lnTo>
                    <a:pt x="3523" y="51"/>
                  </a:lnTo>
                  <a:lnTo>
                    <a:pt x="3522" y="51"/>
                  </a:lnTo>
                  <a:lnTo>
                    <a:pt x="3520" y="51"/>
                  </a:lnTo>
                  <a:lnTo>
                    <a:pt x="3518" y="51"/>
                  </a:lnTo>
                  <a:lnTo>
                    <a:pt x="3516" y="51"/>
                  </a:lnTo>
                  <a:lnTo>
                    <a:pt x="3513" y="51"/>
                  </a:lnTo>
                  <a:lnTo>
                    <a:pt x="3510" y="51"/>
                  </a:lnTo>
                  <a:lnTo>
                    <a:pt x="3509" y="51"/>
                  </a:lnTo>
                  <a:lnTo>
                    <a:pt x="3506" y="51"/>
                  </a:lnTo>
                  <a:lnTo>
                    <a:pt x="3502" y="51"/>
                  </a:lnTo>
                  <a:lnTo>
                    <a:pt x="3497" y="51"/>
                  </a:lnTo>
                  <a:lnTo>
                    <a:pt x="3490" y="51"/>
                  </a:lnTo>
                  <a:lnTo>
                    <a:pt x="3483" y="51"/>
                  </a:lnTo>
                  <a:lnTo>
                    <a:pt x="3473" y="51"/>
                  </a:lnTo>
                  <a:lnTo>
                    <a:pt x="3460" y="51"/>
                  </a:lnTo>
                  <a:lnTo>
                    <a:pt x="3444" y="51"/>
                  </a:lnTo>
                  <a:lnTo>
                    <a:pt x="3427" y="51"/>
                  </a:lnTo>
                  <a:lnTo>
                    <a:pt x="3405" y="51"/>
                  </a:lnTo>
                  <a:lnTo>
                    <a:pt x="3379" y="51"/>
                  </a:lnTo>
                  <a:lnTo>
                    <a:pt x="3350" y="51"/>
                  </a:lnTo>
                  <a:lnTo>
                    <a:pt x="3317" y="51"/>
                  </a:lnTo>
                  <a:lnTo>
                    <a:pt x="3280" y="51"/>
                  </a:lnTo>
                  <a:lnTo>
                    <a:pt x="3237" y="51"/>
                  </a:lnTo>
                  <a:lnTo>
                    <a:pt x="3189" y="51"/>
                  </a:lnTo>
                  <a:lnTo>
                    <a:pt x="3136" y="51"/>
                  </a:lnTo>
                  <a:lnTo>
                    <a:pt x="3077" y="51"/>
                  </a:lnTo>
                  <a:lnTo>
                    <a:pt x="3010" y="51"/>
                  </a:lnTo>
                  <a:lnTo>
                    <a:pt x="2938" y="51"/>
                  </a:lnTo>
                  <a:lnTo>
                    <a:pt x="2860" y="51"/>
                  </a:lnTo>
                  <a:lnTo>
                    <a:pt x="2774" y="51"/>
                  </a:lnTo>
                  <a:lnTo>
                    <a:pt x="2680" y="51"/>
                  </a:lnTo>
                  <a:lnTo>
                    <a:pt x="2579" y="51"/>
                  </a:lnTo>
                  <a:lnTo>
                    <a:pt x="2471" y="51"/>
                  </a:lnTo>
                  <a:lnTo>
                    <a:pt x="2353" y="51"/>
                  </a:lnTo>
                  <a:lnTo>
                    <a:pt x="2228" y="51"/>
                  </a:lnTo>
                  <a:lnTo>
                    <a:pt x="2092" y="51"/>
                  </a:lnTo>
                  <a:lnTo>
                    <a:pt x="1948" y="51"/>
                  </a:lnTo>
                  <a:lnTo>
                    <a:pt x="1794" y="51"/>
                  </a:lnTo>
                  <a:lnTo>
                    <a:pt x="1641" y="51"/>
                  </a:lnTo>
                  <a:lnTo>
                    <a:pt x="1497" y="51"/>
                  </a:lnTo>
                  <a:lnTo>
                    <a:pt x="1362" y="51"/>
                  </a:lnTo>
                  <a:lnTo>
                    <a:pt x="1236" y="51"/>
                  </a:lnTo>
                  <a:lnTo>
                    <a:pt x="1118" y="51"/>
                  </a:lnTo>
                  <a:lnTo>
                    <a:pt x="1010" y="51"/>
                  </a:lnTo>
                  <a:lnTo>
                    <a:pt x="909" y="51"/>
                  </a:lnTo>
                  <a:lnTo>
                    <a:pt x="816" y="51"/>
                  </a:lnTo>
                  <a:lnTo>
                    <a:pt x="729" y="51"/>
                  </a:lnTo>
                  <a:lnTo>
                    <a:pt x="651" y="51"/>
                  </a:lnTo>
                  <a:lnTo>
                    <a:pt x="579" y="51"/>
                  </a:lnTo>
                  <a:lnTo>
                    <a:pt x="513" y="51"/>
                  </a:lnTo>
                  <a:lnTo>
                    <a:pt x="454" y="51"/>
                  </a:lnTo>
                  <a:lnTo>
                    <a:pt x="401" y="51"/>
                  </a:lnTo>
                  <a:lnTo>
                    <a:pt x="353" y="51"/>
                  </a:lnTo>
                  <a:lnTo>
                    <a:pt x="310" y="51"/>
                  </a:lnTo>
                  <a:lnTo>
                    <a:pt x="272" y="51"/>
                  </a:lnTo>
                  <a:lnTo>
                    <a:pt x="239" y="51"/>
                  </a:lnTo>
                  <a:lnTo>
                    <a:pt x="211" y="51"/>
                  </a:lnTo>
                  <a:lnTo>
                    <a:pt x="185" y="51"/>
                  </a:lnTo>
                  <a:lnTo>
                    <a:pt x="163" y="51"/>
                  </a:lnTo>
                  <a:lnTo>
                    <a:pt x="146" y="51"/>
                  </a:lnTo>
                  <a:lnTo>
                    <a:pt x="130" y="51"/>
                  </a:lnTo>
                  <a:lnTo>
                    <a:pt x="118" y="51"/>
                  </a:lnTo>
                  <a:lnTo>
                    <a:pt x="107" y="51"/>
                  </a:lnTo>
                  <a:lnTo>
                    <a:pt x="100" y="51"/>
                  </a:lnTo>
                  <a:lnTo>
                    <a:pt x="94" y="51"/>
                  </a:lnTo>
                  <a:lnTo>
                    <a:pt x="88" y="51"/>
                  </a:lnTo>
                  <a:lnTo>
                    <a:pt x="85" y="51"/>
                  </a:lnTo>
                  <a:lnTo>
                    <a:pt x="81" y="51"/>
                  </a:lnTo>
                  <a:lnTo>
                    <a:pt x="79" y="51"/>
                  </a:lnTo>
                  <a:lnTo>
                    <a:pt x="77" y="51"/>
                  </a:lnTo>
                  <a:lnTo>
                    <a:pt x="74" y="51"/>
                  </a:lnTo>
                  <a:lnTo>
                    <a:pt x="72" y="51"/>
                  </a:lnTo>
                  <a:lnTo>
                    <a:pt x="71" y="51"/>
                  </a:lnTo>
                  <a:lnTo>
                    <a:pt x="68" y="51"/>
                  </a:lnTo>
                  <a:lnTo>
                    <a:pt x="66" y="51"/>
                  </a:lnTo>
                  <a:lnTo>
                    <a:pt x="65" y="51"/>
                  </a:lnTo>
                  <a:lnTo>
                    <a:pt x="64" y="52"/>
                  </a:lnTo>
                  <a:lnTo>
                    <a:pt x="61" y="52"/>
                  </a:lnTo>
                  <a:lnTo>
                    <a:pt x="59" y="54"/>
                  </a:lnTo>
                  <a:lnTo>
                    <a:pt x="58" y="54"/>
                  </a:lnTo>
                  <a:lnTo>
                    <a:pt x="56" y="55"/>
                  </a:lnTo>
                  <a:lnTo>
                    <a:pt x="55" y="57"/>
                  </a:lnTo>
                  <a:lnTo>
                    <a:pt x="53" y="58"/>
                  </a:lnTo>
                  <a:lnTo>
                    <a:pt x="52" y="59"/>
                  </a:lnTo>
                  <a:lnTo>
                    <a:pt x="51" y="61"/>
                  </a:lnTo>
                  <a:lnTo>
                    <a:pt x="48" y="64"/>
                  </a:lnTo>
                  <a:lnTo>
                    <a:pt x="46" y="67"/>
                  </a:lnTo>
                  <a:lnTo>
                    <a:pt x="45" y="70"/>
                  </a:lnTo>
                  <a:lnTo>
                    <a:pt x="42" y="72"/>
                  </a:lnTo>
                  <a:lnTo>
                    <a:pt x="40" y="75"/>
                  </a:lnTo>
                  <a:lnTo>
                    <a:pt x="38" y="80"/>
                  </a:lnTo>
                  <a:lnTo>
                    <a:pt x="36" y="84"/>
                  </a:lnTo>
                  <a:lnTo>
                    <a:pt x="33" y="88"/>
                  </a:lnTo>
                  <a:lnTo>
                    <a:pt x="30" y="94"/>
                  </a:lnTo>
                  <a:lnTo>
                    <a:pt x="28" y="98"/>
                  </a:lnTo>
                  <a:lnTo>
                    <a:pt x="25" y="106"/>
                  </a:lnTo>
                  <a:lnTo>
                    <a:pt x="22" y="111"/>
                  </a:lnTo>
                  <a:lnTo>
                    <a:pt x="17" y="119"/>
                  </a:lnTo>
                  <a:lnTo>
                    <a:pt x="13" y="126"/>
                  </a:lnTo>
                  <a:lnTo>
                    <a:pt x="10" y="134"/>
                  </a:lnTo>
                  <a:lnTo>
                    <a:pt x="6" y="143"/>
                  </a:lnTo>
                  <a:lnTo>
                    <a:pt x="0" y="15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Freeform 47">
              <a:extLst>
                <a:ext uri="{FF2B5EF4-FFF2-40B4-BE49-F238E27FC236}">
                  <a16:creationId xmlns:a16="http://schemas.microsoft.com/office/drawing/2014/main" id="{FD597ABF-6F82-446E-82B9-F51D0E2C0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2808"/>
              <a:ext cx="1794" cy="75"/>
            </a:xfrm>
            <a:custGeom>
              <a:avLst/>
              <a:gdLst>
                <a:gd name="T0" fmla="*/ 1 w 3588"/>
                <a:gd name="T1" fmla="*/ 0 h 152"/>
                <a:gd name="T2" fmla="*/ 1 w 3588"/>
                <a:gd name="T3" fmla="*/ 0 h 152"/>
                <a:gd name="T4" fmla="*/ 1 w 3588"/>
                <a:gd name="T5" fmla="*/ 0 h 152"/>
                <a:gd name="T6" fmla="*/ 1 w 3588"/>
                <a:gd name="T7" fmla="*/ 0 h 152"/>
                <a:gd name="T8" fmla="*/ 1 w 3588"/>
                <a:gd name="T9" fmla="*/ 0 h 152"/>
                <a:gd name="T10" fmla="*/ 1 w 3588"/>
                <a:gd name="T11" fmla="*/ 0 h 152"/>
                <a:gd name="T12" fmla="*/ 1 w 3588"/>
                <a:gd name="T13" fmla="*/ 0 h 152"/>
                <a:gd name="T14" fmla="*/ 1 w 3588"/>
                <a:gd name="T15" fmla="*/ 0 h 152"/>
                <a:gd name="T16" fmla="*/ 1 w 3588"/>
                <a:gd name="T17" fmla="*/ 0 h 152"/>
                <a:gd name="T18" fmla="*/ 1 w 3588"/>
                <a:gd name="T19" fmla="*/ 0 h 152"/>
                <a:gd name="T20" fmla="*/ 1 w 3588"/>
                <a:gd name="T21" fmla="*/ 0 h 152"/>
                <a:gd name="T22" fmla="*/ 1 w 3588"/>
                <a:gd name="T23" fmla="*/ 0 h 152"/>
                <a:gd name="T24" fmla="*/ 1 w 3588"/>
                <a:gd name="T25" fmla="*/ 0 h 152"/>
                <a:gd name="T26" fmla="*/ 1 w 3588"/>
                <a:gd name="T27" fmla="*/ 0 h 152"/>
                <a:gd name="T28" fmla="*/ 1 w 3588"/>
                <a:gd name="T29" fmla="*/ 0 h 152"/>
                <a:gd name="T30" fmla="*/ 1 w 3588"/>
                <a:gd name="T31" fmla="*/ 0 h 152"/>
                <a:gd name="T32" fmla="*/ 1 w 3588"/>
                <a:gd name="T33" fmla="*/ 0 h 152"/>
                <a:gd name="T34" fmla="*/ 1 w 3588"/>
                <a:gd name="T35" fmla="*/ 0 h 152"/>
                <a:gd name="T36" fmla="*/ 1 w 3588"/>
                <a:gd name="T37" fmla="*/ 0 h 152"/>
                <a:gd name="T38" fmla="*/ 1 w 3588"/>
                <a:gd name="T39" fmla="*/ 0 h 152"/>
                <a:gd name="T40" fmla="*/ 1 w 3588"/>
                <a:gd name="T41" fmla="*/ 0 h 152"/>
                <a:gd name="T42" fmla="*/ 1 w 3588"/>
                <a:gd name="T43" fmla="*/ 0 h 152"/>
                <a:gd name="T44" fmla="*/ 1 w 3588"/>
                <a:gd name="T45" fmla="*/ 0 h 152"/>
                <a:gd name="T46" fmla="*/ 1 w 3588"/>
                <a:gd name="T47" fmla="*/ 0 h 152"/>
                <a:gd name="T48" fmla="*/ 1 w 3588"/>
                <a:gd name="T49" fmla="*/ 0 h 152"/>
                <a:gd name="T50" fmla="*/ 1 w 3588"/>
                <a:gd name="T51" fmla="*/ 0 h 152"/>
                <a:gd name="T52" fmla="*/ 1 w 3588"/>
                <a:gd name="T53" fmla="*/ 0 h 152"/>
                <a:gd name="T54" fmla="*/ 1 w 3588"/>
                <a:gd name="T55" fmla="*/ 0 h 152"/>
                <a:gd name="T56" fmla="*/ 1 w 3588"/>
                <a:gd name="T57" fmla="*/ 0 h 152"/>
                <a:gd name="T58" fmla="*/ 1 w 3588"/>
                <a:gd name="T59" fmla="*/ 0 h 152"/>
                <a:gd name="T60" fmla="*/ 1 w 3588"/>
                <a:gd name="T61" fmla="*/ 0 h 152"/>
                <a:gd name="T62" fmla="*/ 1 w 3588"/>
                <a:gd name="T63" fmla="*/ 0 h 152"/>
                <a:gd name="T64" fmla="*/ 1 w 3588"/>
                <a:gd name="T65" fmla="*/ 0 h 152"/>
                <a:gd name="T66" fmla="*/ 1 w 3588"/>
                <a:gd name="T67" fmla="*/ 0 h 152"/>
                <a:gd name="T68" fmla="*/ 1 w 3588"/>
                <a:gd name="T69" fmla="*/ 0 h 152"/>
                <a:gd name="T70" fmla="*/ 1 w 3588"/>
                <a:gd name="T71" fmla="*/ 0 h 152"/>
                <a:gd name="T72" fmla="*/ 1 w 3588"/>
                <a:gd name="T73" fmla="*/ 0 h 152"/>
                <a:gd name="T74" fmla="*/ 1 w 3588"/>
                <a:gd name="T75" fmla="*/ 0 h 152"/>
                <a:gd name="T76" fmla="*/ 1 w 3588"/>
                <a:gd name="T77" fmla="*/ 0 h 152"/>
                <a:gd name="T78" fmla="*/ 1 w 3588"/>
                <a:gd name="T79" fmla="*/ 0 h 152"/>
                <a:gd name="T80" fmla="*/ 1 w 3588"/>
                <a:gd name="T81" fmla="*/ 0 h 152"/>
                <a:gd name="T82" fmla="*/ 1 w 3588"/>
                <a:gd name="T83" fmla="*/ 0 h 152"/>
                <a:gd name="T84" fmla="*/ 1 w 3588"/>
                <a:gd name="T85" fmla="*/ 0 h 152"/>
                <a:gd name="T86" fmla="*/ 1 w 3588"/>
                <a:gd name="T87" fmla="*/ 0 h 1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588"/>
                <a:gd name="T133" fmla="*/ 0 h 152"/>
                <a:gd name="T134" fmla="*/ 3588 w 3588"/>
                <a:gd name="T135" fmla="*/ 152 h 15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588" h="152">
                  <a:moveTo>
                    <a:pt x="0" y="0"/>
                  </a:moveTo>
                  <a:lnTo>
                    <a:pt x="4" y="5"/>
                  </a:lnTo>
                  <a:lnTo>
                    <a:pt x="9" y="9"/>
                  </a:lnTo>
                  <a:lnTo>
                    <a:pt x="13" y="13"/>
                  </a:lnTo>
                  <a:lnTo>
                    <a:pt x="17" y="18"/>
                  </a:lnTo>
                  <a:lnTo>
                    <a:pt x="20" y="21"/>
                  </a:lnTo>
                  <a:lnTo>
                    <a:pt x="25" y="23"/>
                  </a:lnTo>
                  <a:lnTo>
                    <a:pt x="28" y="26"/>
                  </a:lnTo>
                  <a:lnTo>
                    <a:pt x="30" y="29"/>
                  </a:lnTo>
                  <a:lnTo>
                    <a:pt x="33" y="32"/>
                  </a:lnTo>
                  <a:lnTo>
                    <a:pt x="35" y="35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42" y="41"/>
                  </a:lnTo>
                  <a:lnTo>
                    <a:pt x="43" y="42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49" y="45"/>
                  </a:lnTo>
                  <a:lnTo>
                    <a:pt x="51" y="46"/>
                  </a:lnTo>
                  <a:lnTo>
                    <a:pt x="53" y="48"/>
                  </a:lnTo>
                  <a:lnTo>
                    <a:pt x="55" y="48"/>
                  </a:lnTo>
                  <a:lnTo>
                    <a:pt x="56" y="49"/>
                  </a:lnTo>
                  <a:lnTo>
                    <a:pt x="58" y="49"/>
                  </a:lnTo>
                  <a:lnTo>
                    <a:pt x="59" y="49"/>
                  </a:lnTo>
                  <a:lnTo>
                    <a:pt x="61" y="49"/>
                  </a:lnTo>
                  <a:lnTo>
                    <a:pt x="62" y="51"/>
                  </a:lnTo>
                  <a:lnTo>
                    <a:pt x="64" y="51"/>
                  </a:lnTo>
                  <a:lnTo>
                    <a:pt x="66" y="51"/>
                  </a:lnTo>
                  <a:lnTo>
                    <a:pt x="68" y="51"/>
                  </a:lnTo>
                  <a:lnTo>
                    <a:pt x="69" y="51"/>
                  </a:lnTo>
                  <a:lnTo>
                    <a:pt x="72" y="51"/>
                  </a:lnTo>
                  <a:lnTo>
                    <a:pt x="74" y="51"/>
                  </a:lnTo>
                  <a:lnTo>
                    <a:pt x="76" y="51"/>
                  </a:lnTo>
                  <a:lnTo>
                    <a:pt x="79" y="51"/>
                  </a:lnTo>
                  <a:lnTo>
                    <a:pt x="81" y="51"/>
                  </a:lnTo>
                  <a:lnTo>
                    <a:pt x="84" y="51"/>
                  </a:lnTo>
                  <a:lnTo>
                    <a:pt x="88" y="51"/>
                  </a:lnTo>
                  <a:lnTo>
                    <a:pt x="92" y="51"/>
                  </a:lnTo>
                  <a:lnTo>
                    <a:pt x="100" y="51"/>
                  </a:lnTo>
                  <a:lnTo>
                    <a:pt x="107" y="51"/>
                  </a:lnTo>
                  <a:lnTo>
                    <a:pt x="117" y="51"/>
                  </a:lnTo>
                  <a:lnTo>
                    <a:pt x="130" y="51"/>
                  </a:lnTo>
                  <a:lnTo>
                    <a:pt x="146" y="51"/>
                  </a:lnTo>
                  <a:lnTo>
                    <a:pt x="163" y="51"/>
                  </a:lnTo>
                  <a:lnTo>
                    <a:pt x="185" y="51"/>
                  </a:lnTo>
                  <a:lnTo>
                    <a:pt x="211" y="51"/>
                  </a:lnTo>
                  <a:lnTo>
                    <a:pt x="239" y="51"/>
                  </a:lnTo>
                  <a:lnTo>
                    <a:pt x="272" y="51"/>
                  </a:lnTo>
                  <a:lnTo>
                    <a:pt x="310" y="51"/>
                  </a:lnTo>
                  <a:lnTo>
                    <a:pt x="353" y="51"/>
                  </a:lnTo>
                  <a:lnTo>
                    <a:pt x="401" y="51"/>
                  </a:lnTo>
                  <a:lnTo>
                    <a:pt x="454" y="51"/>
                  </a:lnTo>
                  <a:lnTo>
                    <a:pt x="513" y="51"/>
                  </a:lnTo>
                  <a:lnTo>
                    <a:pt x="579" y="51"/>
                  </a:lnTo>
                  <a:lnTo>
                    <a:pt x="651" y="51"/>
                  </a:lnTo>
                  <a:lnTo>
                    <a:pt x="729" y="51"/>
                  </a:lnTo>
                  <a:lnTo>
                    <a:pt x="816" y="51"/>
                  </a:lnTo>
                  <a:lnTo>
                    <a:pt x="908" y="51"/>
                  </a:lnTo>
                  <a:lnTo>
                    <a:pt x="1010" y="51"/>
                  </a:lnTo>
                  <a:lnTo>
                    <a:pt x="1118" y="51"/>
                  </a:lnTo>
                  <a:lnTo>
                    <a:pt x="1235" y="51"/>
                  </a:lnTo>
                  <a:lnTo>
                    <a:pt x="1362" y="51"/>
                  </a:lnTo>
                  <a:lnTo>
                    <a:pt x="1496" y="51"/>
                  </a:lnTo>
                  <a:lnTo>
                    <a:pt x="1641" y="51"/>
                  </a:lnTo>
                  <a:lnTo>
                    <a:pt x="1794" y="51"/>
                  </a:lnTo>
                  <a:lnTo>
                    <a:pt x="1948" y="51"/>
                  </a:lnTo>
                  <a:lnTo>
                    <a:pt x="2092" y="51"/>
                  </a:lnTo>
                  <a:lnTo>
                    <a:pt x="2228" y="51"/>
                  </a:lnTo>
                  <a:lnTo>
                    <a:pt x="2353" y="51"/>
                  </a:lnTo>
                  <a:lnTo>
                    <a:pt x="2471" y="51"/>
                  </a:lnTo>
                  <a:lnTo>
                    <a:pt x="2579" y="51"/>
                  </a:lnTo>
                  <a:lnTo>
                    <a:pt x="2680" y="51"/>
                  </a:lnTo>
                  <a:lnTo>
                    <a:pt x="2774" y="51"/>
                  </a:lnTo>
                  <a:lnTo>
                    <a:pt x="2859" y="51"/>
                  </a:lnTo>
                  <a:lnTo>
                    <a:pt x="2938" y="51"/>
                  </a:lnTo>
                  <a:lnTo>
                    <a:pt x="3010" y="51"/>
                  </a:lnTo>
                  <a:lnTo>
                    <a:pt x="3075" y="51"/>
                  </a:lnTo>
                  <a:lnTo>
                    <a:pt x="3136" y="51"/>
                  </a:lnTo>
                  <a:lnTo>
                    <a:pt x="3189" y="51"/>
                  </a:lnTo>
                  <a:lnTo>
                    <a:pt x="3237" y="51"/>
                  </a:lnTo>
                  <a:lnTo>
                    <a:pt x="3280" y="51"/>
                  </a:lnTo>
                  <a:lnTo>
                    <a:pt x="3317" y="51"/>
                  </a:lnTo>
                  <a:lnTo>
                    <a:pt x="3350" y="51"/>
                  </a:lnTo>
                  <a:lnTo>
                    <a:pt x="3379" y="51"/>
                  </a:lnTo>
                  <a:lnTo>
                    <a:pt x="3405" y="51"/>
                  </a:lnTo>
                  <a:lnTo>
                    <a:pt x="3427" y="51"/>
                  </a:lnTo>
                  <a:lnTo>
                    <a:pt x="3444" y="51"/>
                  </a:lnTo>
                  <a:lnTo>
                    <a:pt x="3460" y="51"/>
                  </a:lnTo>
                  <a:lnTo>
                    <a:pt x="3471" y="51"/>
                  </a:lnTo>
                  <a:lnTo>
                    <a:pt x="3482" y="51"/>
                  </a:lnTo>
                  <a:lnTo>
                    <a:pt x="3490" y="51"/>
                  </a:lnTo>
                  <a:lnTo>
                    <a:pt x="3496" y="51"/>
                  </a:lnTo>
                  <a:lnTo>
                    <a:pt x="3502" y="51"/>
                  </a:lnTo>
                  <a:lnTo>
                    <a:pt x="3505" y="51"/>
                  </a:lnTo>
                  <a:lnTo>
                    <a:pt x="3509" y="51"/>
                  </a:lnTo>
                  <a:lnTo>
                    <a:pt x="3510" y="51"/>
                  </a:lnTo>
                  <a:lnTo>
                    <a:pt x="3513" y="51"/>
                  </a:lnTo>
                  <a:lnTo>
                    <a:pt x="3515" y="51"/>
                  </a:lnTo>
                  <a:lnTo>
                    <a:pt x="3518" y="51"/>
                  </a:lnTo>
                  <a:lnTo>
                    <a:pt x="3519" y="51"/>
                  </a:lnTo>
                  <a:lnTo>
                    <a:pt x="3522" y="51"/>
                  </a:lnTo>
                  <a:lnTo>
                    <a:pt x="3523" y="51"/>
                  </a:lnTo>
                  <a:lnTo>
                    <a:pt x="3525" y="51"/>
                  </a:lnTo>
                  <a:lnTo>
                    <a:pt x="3526" y="52"/>
                  </a:lnTo>
                  <a:lnTo>
                    <a:pt x="3528" y="52"/>
                  </a:lnTo>
                  <a:lnTo>
                    <a:pt x="3530" y="54"/>
                  </a:lnTo>
                  <a:lnTo>
                    <a:pt x="3532" y="54"/>
                  </a:lnTo>
                  <a:lnTo>
                    <a:pt x="3533" y="55"/>
                  </a:lnTo>
                  <a:lnTo>
                    <a:pt x="3535" y="57"/>
                  </a:lnTo>
                  <a:lnTo>
                    <a:pt x="3536" y="58"/>
                  </a:lnTo>
                  <a:lnTo>
                    <a:pt x="3538" y="59"/>
                  </a:lnTo>
                  <a:lnTo>
                    <a:pt x="3539" y="61"/>
                  </a:lnTo>
                  <a:lnTo>
                    <a:pt x="3542" y="64"/>
                  </a:lnTo>
                  <a:lnTo>
                    <a:pt x="3543" y="67"/>
                  </a:lnTo>
                  <a:lnTo>
                    <a:pt x="3545" y="70"/>
                  </a:lnTo>
                  <a:lnTo>
                    <a:pt x="3546" y="72"/>
                  </a:lnTo>
                  <a:lnTo>
                    <a:pt x="3549" y="75"/>
                  </a:lnTo>
                  <a:lnTo>
                    <a:pt x="3552" y="80"/>
                  </a:lnTo>
                  <a:lnTo>
                    <a:pt x="3554" y="84"/>
                  </a:lnTo>
                  <a:lnTo>
                    <a:pt x="3556" y="88"/>
                  </a:lnTo>
                  <a:lnTo>
                    <a:pt x="3559" y="94"/>
                  </a:lnTo>
                  <a:lnTo>
                    <a:pt x="3562" y="98"/>
                  </a:lnTo>
                  <a:lnTo>
                    <a:pt x="3565" y="106"/>
                  </a:lnTo>
                  <a:lnTo>
                    <a:pt x="3568" y="111"/>
                  </a:lnTo>
                  <a:lnTo>
                    <a:pt x="3572" y="119"/>
                  </a:lnTo>
                  <a:lnTo>
                    <a:pt x="3575" y="126"/>
                  </a:lnTo>
                  <a:lnTo>
                    <a:pt x="3579" y="134"/>
                  </a:lnTo>
                  <a:lnTo>
                    <a:pt x="3584" y="143"/>
                  </a:lnTo>
                  <a:lnTo>
                    <a:pt x="3588" y="15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3" name="Rectangle 48">
              <a:extLst>
                <a:ext uri="{FF2B5EF4-FFF2-40B4-BE49-F238E27FC236}">
                  <a16:creationId xmlns:a16="http://schemas.microsoft.com/office/drawing/2014/main" id="{53F2A6C2-7B8B-4389-8526-AFF96347F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" y="2535"/>
              <a:ext cx="11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64" name="Rectangle 49">
              <a:extLst>
                <a:ext uri="{FF2B5EF4-FFF2-40B4-BE49-F238E27FC236}">
                  <a16:creationId xmlns:a16="http://schemas.microsoft.com/office/drawing/2014/main" id="{3308842F-FA3C-41CB-BD3B-D61B51060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" y="1388"/>
              <a:ext cx="5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denotes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65" name="Rectangle 50">
              <a:extLst>
                <a:ext uri="{FF2B5EF4-FFF2-40B4-BE49-F238E27FC236}">
                  <a16:creationId xmlns:a16="http://schemas.microsoft.com/office/drawing/2014/main" id="{DAD08BD3-2674-488D-833D-89905B21C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" y="1527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–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266" name="Freeform 51">
              <a:extLst>
                <a:ext uri="{FF2B5EF4-FFF2-40B4-BE49-F238E27FC236}">
                  <a16:creationId xmlns:a16="http://schemas.microsoft.com/office/drawing/2014/main" id="{055ECCAB-3F1F-478C-8FDA-95AA1540E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" y="1169"/>
              <a:ext cx="29" cy="58"/>
            </a:xfrm>
            <a:custGeom>
              <a:avLst/>
              <a:gdLst>
                <a:gd name="T0" fmla="*/ 1 w 58"/>
                <a:gd name="T1" fmla="*/ 1 h 115"/>
                <a:gd name="T2" fmla="*/ 1 w 58"/>
                <a:gd name="T3" fmla="*/ 0 h 115"/>
                <a:gd name="T4" fmla="*/ 0 w 58"/>
                <a:gd name="T5" fmla="*/ 1 h 115"/>
                <a:gd name="T6" fmla="*/ 1 w 58"/>
                <a:gd name="T7" fmla="*/ 1 h 115"/>
                <a:gd name="T8" fmla="*/ 1 w 58"/>
                <a:gd name="T9" fmla="*/ 1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"/>
                <a:gd name="T16" fmla="*/ 0 h 115"/>
                <a:gd name="T17" fmla="*/ 58 w 58"/>
                <a:gd name="T18" fmla="*/ 115 h 1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" h="115">
                  <a:moveTo>
                    <a:pt x="58" y="115"/>
                  </a:moveTo>
                  <a:lnTo>
                    <a:pt x="29" y="0"/>
                  </a:lnTo>
                  <a:lnTo>
                    <a:pt x="0" y="115"/>
                  </a:lnTo>
                  <a:lnTo>
                    <a:pt x="29" y="115"/>
                  </a:lnTo>
                  <a:lnTo>
                    <a:pt x="58" y="115"/>
                  </a:lnTo>
                  <a:close/>
                </a:path>
              </a:pathLst>
            </a:custGeom>
            <a:solidFill>
              <a:srgbClr val="0000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Freeform 52">
              <a:extLst>
                <a:ext uri="{FF2B5EF4-FFF2-40B4-BE49-F238E27FC236}">
                  <a16:creationId xmlns:a16="http://schemas.microsoft.com/office/drawing/2014/main" id="{B1C0B2AE-9507-4D7C-A07E-EEE7EF70A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1227"/>
              <a:ext cx="86" cy="100"/>
            </a:xfrm>
            <a:custGeom>
              <a:avLst/>
              <a:gdLst>
                <a:gd name="T0" fmla="*/ 0 w 173"/>
                <a:gd name="T1" fmla="*/ 0 h 202"/>
                <a:gd name="T2" fmla="*/ 0 w 173"/>
                <a:gd name="T3" fmla="*/ 0 h 202"/>
                <a:gd name="T4" fmla="*/ 0 w 173"/>
                <a:gd name="T5" fmla="*/ 0 h 202"/>
                <a:gd name="T6" fmla="*/ 0 w 173"/>
                <a:gd name="T7" fmla="*/ 0 h 202"/>
                <a:gd name="T8" fmla="*/ 0 w 173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202"/>
                <a:gd name="T17" fmla="*/ 173 w 173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202">
                  <a:moveTo>
                    <a:pt x="173" y="0"/>
                  </a:moveTo>
                  <a:lnTo>
                    <a:pt x="173" y="29"/>
                  </a:lnTo>
                  <a:lnTo>
                    <a:pt x="173" y="202"/>
                  </a:lnTo>
                  <a:lnTo>
                    <a:pt x="0" y="202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Rectangle 53">
              <a:extLst>
                <a:ext uri="{FF2B5EF4-FFF2-40B4-BE49-F238E27FC236}">
                  <a16:creationId xmlns:a16="http://schemas.microsoft.com/office/drawing/2014/main" id="{F7FC52BC-A299-438D-998A-A5D36621F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" y="1529"/>
              <a:ext cx="5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denotes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219" name="Rectangle 2">
            <a:extLst>
              <a:ext uri="{FF2B5EF4-FFF2-40B4-BE49-F238E27FC236}">
                <a16:creationId xmlns:a16="http://schemas.microsoft.com/office/drawing/2014/main" id="{FEC19938-EC9D-42A7-AA2D-249AB69AD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/>
              <a:t>Float (32-bit) vs. Double (64-bit)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1A95CD-557A-47C6-8F21-FE953E263F54}"/>
                  </a:ext>
                </a:extLst>
              </p14:cNvPr>
              <p14:cNvContentPartPr/>
              <p14:nvPr/>
            </p14:nvContentPartPr>
            <p14:xfrm>
              <a:off x="1450800" y="2370960"/>
              <a:ext cx="3808800" cy="342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1A95CD-557A-47C6-8F21-FE953E263F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1440" y="2361600"/>
                <a:ext cx="3827520" cy="34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3B35A5F-0A82-440B-86B7-39E259F7F903}"/>
                  </a:ext>
                </a:extLst>
              </p14:cNvPr>
              <p14:cNvContentPartPr/>
              <p14:nvPr/>
            </p14:nvContentPartPr>
            <p14:xfrm>
              <a:off x="6810120" y="704880"/>
              <a:ext cx="860400" cy="564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3B35A5F-0A82-440B-86B7-39E259F7F9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0760" y="695520"/>
                <a:ext cx="879120" cy="58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6">
            <a:extLst>
              <a:ext uri="{FF2B5EF4-FFF2-40B4-BE49-F238E27FC236}">
                <a16:creationId xmlns:a16="http://schemas.microsoft.com/office/drawing/2014/main" id="{75A24247-3018-41EE-AADD-B7A84C69E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23825"/>
            <a:ext cx="876776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7">
            <a:extLst>
              <a:ext uri="{FF2B5EF4-FFF2-40B4-BE49-F238E27FC236}">
                <a16:creationId xmlns:a16="http://schemas.microsoft.com/office/drawing/2014/main" id="{E1B1FFB1-935E-46FC-AAD3-D791F15A8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6350913"/>
            <a:ext cx="47770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b="0" dirty="0">
                <a:latin typeface="Times" panose="02020603050405020304" pitchFamily="18" charset="0"/>
              </a:rPr>
              <a:t>[http://en.wikipedia.org/wiki/IEEE_754]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103211-5D34-4166-9D0C-093FD9BC0117}"/>
                  </a:ext>
                </a:extLst>
              </p14:cNvPr>
              <p14:cNvContentPartPr/>
              <p14:nvPr/>
            </p14:nvContentPartPr>
            <p14:xfrm>
              <a:off x="2589840" y="223920"/>
              <a:ext cx="6463080" cy="3107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103211-5D34-4166-9D0C-093FD9BC01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0480" y="214560"/>
                <a:ext cx="6481800" cy="31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10E7A0-B295-4B82-8DBF-2197B91863E8}"/>
                  </a:ext>
                </a:extLst>
              </p14:cNvPr>
              <p14:cNvContentPartPr/>
              <p14:nvPr/>
            </p14:nvContentPartPr>
            <p14:xfrm>
              <a:off x="6044400" y="3364560"/>
              <a:ext cx="1459080" cy="22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10E7A0-B295-4B82-8DBF-2197B91863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5280" y="3355200"/>
                <a:ext cx="1807560" cy="95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3">
            <a:extLst>
              <a:ext uri="{FF2B5EF4-FFF2-40B4-BE49-F238E27FC236}">
                <a16:creationId xmlns:a16="http://schemas.microsoft.com/office/drawing/2014/main" id="{8FF0F245-489B-4844-8253-E5420DD41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1440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2" name="Title 1">
            <a:extLst>
              <a:ext uri="{FF2B5EF4-FFF2-40B4-BE49-F238E27FC236}">
                <a16:creationId xmlns:a16="http://schemas.microsoft.com/office/drawing/2014/main" id="{34111DFC-4F3B-4E8F-9EAD-F815B7970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228600"/>
          </a:xfrm>
        </p:spPr>
        <p:txBody>
          <a:bodyPr/>
          <a:lstStyle/>
          <a:p>
            <a:r>
              <a:rPr lang="en-US" altLang="en-US" sz="3400" dirty="0"/>
              <a:t>Sample Midterm2 Problem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C11FB3-6C10-4617-BBE4-1ACB5AA663FD}"/>
                  </a:ext>
                </a:extLst>
              </p14:cNvPr>
              <p14:cNvContentPartPr/>
              <p14:nvPr/>
            </p14:nvContentPartPr>
            <p14:xfrm>
              <a:off x="4266720" y="777240"/>
              <a:ext cx="4682160" cy="1325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C11FB3-6C10-4617-BBE4-1ACB5AA663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7360" y="767880"/>
                <a:ext cx="4700880" cy="13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CCD322-1BB5-4B82-BA6C-A4424CDA3A3C}"/>
                  </a:ext>
                </a:extLst>
              </p14:cNvPr>
              <p14:cNvContentPartPr/>
              <p14:nvPr/>
            </p14:nvContentPartPr>
            <p14:xfrm>
              <a:off x="2214720" y="4106520"/>
              <a:ext cx="405360" cy="653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CCD322-1BB5-4B82-BA6C-A4424CDA3A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5360" y="4097160"/>
                <a:ext cx="42408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F16B34-86AF-4AF6-82BC-F89F1F472077}"/>
                  </a:ext>
                </a:extLst>
              </p14:cNvPr>
              <p14:cNvContentPartPr/>
              <p14:nvPr/>
            </p14:nvContentPartPr>
            <p14:xfrm>
              <a:off x="7828920" y="1383120"/>
              <a:ext cx="3240" cy="1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F16B34-86AF-4AF6-82BC-F89F1F4720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97960" y="215280"/>
                <a:ext cx="2192040" cy="12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AE30C7-9EF8-4DFC-9235-62FE5891EE3B}"/>
                  </a:ext>
                </a:extLst>
              </p14:cNvPr>
              <p14:cNvContentPartPr/>
              <p14:nvPr/>
            </p14:nvContentPartPr>
            <p14:xfrm>
              <a:off x="6601680" y="686880"/>
              <a:ext cx="2471400" cy="2274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AE30C7-9EF8-4DFC-9235-62FE5891EE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92320" y="677520"/>
                <a:ext cx="2490120" cy="229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2F4E06-1866-43A3-B3C1-93C229C3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82C1FB-A275-4CBE-B85C-63204551E734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3FF1B-2899-4304-BBFC-9D0AE62BE294}"/>
              </a:ext>
            </a:extLst>
          </p:cNvPr>
          <p:cNvSpPr/>
          <p:nvPr/>
        </p:nvSpPr>
        <p:spPr>
          <a:xfrm>
            <a:off x="2463800" y="22286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Multiplexers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Reading 4.1</a:t>
            </a:r>
          </a:p>
        </p:txBody>
      </p:sp>
    </p:spTree>
    <p:extLst>
      <p:ext uri="{BB962C8B-B14F-4D97-AF65-F5344CB8AC3E}">
        <p14:creationId xmlns:p14="http://schemas.microsoft.com/office/powerpoint/2010/main" val="63888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8C6BFCC2-6D55-4D2A-A05D-D39CA3437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2-1 Multiplexer (Definition)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4A417-55C9-B644-8E46-79AE65C51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71600"/>
            <a:ext cx="6477000" cy="4953000"/>
          </a:xfrm>
        </p:spPr>
        <p:txBody>
          <a:bodyPr/>
          <a:lstStyle/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Has two inputs: </a:t>
            </a:r>
            <a:r>
              <a:rPr lang="en-US" dirty="0">
                <a:solidFill>
                  <a:srgbClr val="FF0000"/>
                </a:solidFill>
                <a:ea typeface="+mn-ea"/>
              </a:rPr>
              <a:t>x</a:t>
            </a:r>
            <a:r>
              <a:rPr lang="en-US" baseline="-25000" dirty="0">
                <a:solidFill>
                  <a:srgbClr val="FF0000"/>
                </a:solidFill>
                <a:ea typeface="+mn-ea"/>
              </a:rPr>
              <a:t>1</a:t>
            </a:r>
            <a:r>
              <a:rPr lang="en-US" dirty="0">
                <a:ea typeface="+mn-ea"/>
              </a:rPr>
              <a:t> and </a:t>
            </a:r>
            <a:r>
              <a:rPr lang="en-US" dirty="0">
                <a:solidFill>
                  <a:srgbClr val="FF0000"/>
                </a:solidFill>
                <a:ea typeface="+mn-ea"/>
              </a:rPr>
              <a:t>x</a:t>
            </a:r>
            <a:r>
              <a:rPr lang="en-US" baseline="-25000" dirty="0">
                <a:solidFill>
                  <a:srgbClr val="FF0000"/>
                </a:solidFill>
                <a:ea typeface="+mn-ea"/>
              </a:rPr>
              <a:t>2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Also has another input line </a:t>
            </a:r>
            <a:r>
              <a:rPr lang="en-US" dirty="0">
                <a:solidFill>
                  <a:srgbClr val="FF0000"/>
                </a:solidFill>
                <a:ea typeface="+mn-ea"/>
              </a:rPr>
              <a:t>s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If </a:t>
            </a:r>
            <a:r>
              <a:rPr lang="en-US" dirty="0">
                <a:solidFill>
                  <a:srgbClr val="FF0000"/>
                </a:solidFill>
                <a:ea typeface="+mn-ea"/>
              </a:rPr>
              <a:t>s=0</a:t>
            </a:r>
            <a:r>
              <a:rPr lang="en-US" dirty="0">
                <a:ea typeface="+mn-ea"/>
              </a:rPr>
              <a:t>, then the output is equal to </a:t>
            </a:r>
            <a:r>
              <a:rPr lang="en-US" dirty="0">
                <a:solidFill>
                  <a:srgbClr val="FF0000"/>
                </a:solidFill>
                <a:ea typeface="+mn-ea"/>
              </a:rPr>
              <a:t>x</a:t>
            </a:r>
            <a:r>
              <a:rPr lang="en-US" baseline="-25000" dirty="0">
                <a:solidFill>
                  <a:srgbClr val="FF0000"/>
                </a:solidFill>
                <a:ea typeface="+mn-ea"/>
              </a:rPr>
              <a:t>1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If </a:t>
            </a:r>
            <a:r>
              <a:rPr lang="en-US" dirty="0">
                <a:solidFill>
                  <a:srgbClr val="FF0000"/>
                </a:solidFill>
                <a:ea typeface="+mn-ea"/>
              </a:rPr>
              <a:t>s=1</a:t>
            </a:r>
            <a:r>
              <a:rPr lang="en-US" dirty="0">
                <a:ea typeface="+mn-ea"/>
              </a:rPr>
              <a:t>, then the output is equal to </a:t>
            </a:r>
            <a:r>
              <a:rPr lang="en-US" dirty="0">
                <a:solidFill>
                  <a:srgbClr val="FF0000"/>
                </a:solidFill>
                <a:ea typeface="+mn-ea"/>
              </a:rPr>
              <a:t>x</a:t>
            </a:r>
            <a:r>
              <a:rPr lang="en-US" baseline="-25000" dirty="0">
                <a:solidFill>
                  <a:srgbClr val="FF0000"/>
                </a:solidFill>
                <a:ea typeface="+mn-ea"/>
              </a:rPr>
              <a:t>2</a:t>
            </a:r>
          </a:p>
          <a:p>
            <a:pPr marL="0" indent="0">
              <a:buFontTx/>
              <a:buNone/>
              <a:defRPr/>
            </a:pPr>
            <a:endParaRPr lang="en-US" dirty="0">
              <a:ea typeface="+mn-ea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6ECC8CA1-D979-429C-9A7C-7A7EAD914AE4}"/>
              </a:ext>
            </a:extLst>
          </p:cNvPr>
          <p:cNvGrpSpPr>
            <a:grpSpLocks/>
          </p:cNvGrpSpPr>
          <p:nvPr/>
        </p:nvGrpSpPr>
        <p:grpSpPr bwMode="auto">
          <a:xfrm>
            <a:off x="6995932" y="2362200"/>
            <a:ext cx="1859662" cy="2133600"/>
            <a:chOff x="6053138" y="2560638"/>
            <a:chExt cx="1531961" cy="1384300"/>
          </a:xfrm>
        </p:grpSpPr>
        <p:sp>
          <p:nvSpPr>
            <p:cNvPr id="5" name="Line 290">
              <a:extLst>
                <a:ext uri="{FF2B5EF4-FFF2-40B4-BE49-F238E27FC236}">
                  <a16:creationId xmlns:a16="http://schemas.microsoft.com/office/drawing/2014/main" id="{E762B50B-1789-41F9-9AA5-AF224D02C9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45238" y="3241675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291">
              <a:extLst>
                <a:ext uri="{FF2B5EF4-FFF2-40B4-BE49-F238E27FC236}">
                  <a16:creationId xmlns:a16="http://schemas.microsoft.com/office/drawing/2014/main" id="{245ED087-09E4-4750-98A0-9359B2F67D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3649663"/>
              <a:ext cx="295275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292">
              <a:extLst>
                <a:ext uri="{FF2B5EF4-FFF2-40B4-BE49-F238E27FC236}">
                  <a16:creationId xmlns:a16="http://schemas.microsoft.com/office/drawing/2014/main" id="{A546FDBC-5231-4C58-93B4-99D22D9A23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00875" y="3444875"/>
              <a:ext cx="28733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293">
              <a:extLst>
                <a:ext uri="{FF2B5EF4-FFF2-40B4-BE49-F238E27FC236}">
                  <a16:creationId xmlns:a16="http://schemas.microsoft.com/office/drawing/2014/main" id="{DC9C42EF-B070-466D-A1E1-FE7289C7BC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938" y="2946400"/>
              <a:ext cx="388937" cy="998538"/>
            </a:xfrm>
            <a:custGeom>
              <a:avLst/>
              <a:gdLst>
                <a:gd name="T0" fmla="*/ 2147483646 w 505"/>
                <a:gd name="T1" fmla="*/ 2147483646 h 1297"/>
                <a:gd name="T2" fmla="*/ 2147483646 w 505"/>
                <a:gd name="T3" fmla="*/ 2147483646 h 1297"/>
                <a:gd name="T4" fmla="*/ 0 w 505"/>
                <a:gd name="T5" fmla="*/ 0 h 1297"/>
                <a:gd name="T6" fmla="*/ 0 w 505"/>
                <a:gd name="T7" fmla="*/ 2147483646 h 1297"/>
                <a:gd name="T8" fmla="*/ 2147483646 w 505"/>
                <a:gd name="T9" fmla="*/ 2147483646 h 12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5" h="1297">
                  <a:moveTo>
                    <a:pt x="505" y="1033"/>
                  </a:moveTo>
                  <a:lnTo>
                    <a:pt x="505" y="264"/>
                  </a:lnTo>
                  <a:lnTo>
                    <a:pt x="0" y="0"/>
                  </a:lnTo>
                  <a:lnTo>
                    <a:pt x="0" y="1297"/>
                  </a:lnTo>
                  <a:lnTo>
                    <a:pt x="505" y="103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94">
              <a:extLst>
                <a:ext uri="{FF2B5EF4-FFF2-40B4-BE49-F238E27FC236}">
                  <a16:creationId xmlns:a16="http://schemas.microsoft.com/office/drawing/2014/main" id="{00986DD3-2A27-4795-B643-FF4CEEED49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96088" y="2651125"/>
              <a:ext cx="3175" cy="387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295">
              <a:extLst>
                <a:ext uri="{FF2B5EF4-FFF2-40B4-BE49-F238E27FC236}">
                  <a16:creationId xmlns:a16="http://schemas.microsoft.com/office/drawing/2014/main" id="{788A0A21-410D-46D7-BC14-489A44B897D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1725" y="3362325"/>
              <a:ext cx="133374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" name="Line 296">
              <a:extLst>
                <a:ext uri="{FF2B5EF4-FFF2-40B4-BE49-F238E27FC236}">
                  <a16:creationId xmlns:a16="http://schemas.microsoft.com/office/drawing/2014/main" id="{1E2AD825-C8CC-4026-ACBD-A6FDC28F00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2651125"/>
              <a:ext cx="4794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297">
              <a:extLst>
                <a:ext uri="{FF2B5EF4-FFF2-40B4-BE49-F238E27FC236}">
                  <a16:creationId xmlns:a16="http://schemas.microsoft.com/office/drawing/2014/main" id="{6F0C33D8-1228-44AC-AAEF-D26A66E2C8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42038" y="2560638"/>
              <a:ext cx="16242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" name="Rectangle 298">
              <a:extLst>
                <a:ext uri="{FF2B5EF4-FFF2-40B4-BE49-F238E27FC236}">
                  <a16:creationId xmlns:a16="http://schemas.microsoft.com/office/drawing/2014/main" id="{6EEF2CE1-FE4A-4A25-ACC9-969E99D03B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121025"/>
              <a:ext cx="175631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" name="Rectangle 299">
              <a:extLst>
                <a:ext uri="{FF2B5EF4-FFF2-40B4-BE49-F238E27FC236}">
                  <a16:creationId xmlns:a16="http://schemas.microsoft.com/office/drawing/2014/main" id="{C7722ADE-A32E-4178-BCF0-C319697D6D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209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dirty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15" name="Rectangle 300">
              <a:extLst>
                <a:ext uri="{FF2B5EF4-FFF2-40B4-BE49-F238E27FC236}">
                  <a16:creationId xmlns:a16="http://schemas.microsoft.com/office/drawing/2014/main" id="{8B3EE0FE-807B-4940-920C-11A07A7C7C4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519488"/>
              <a:ext cx="175631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" name="Rectangle 301">
              <a:extLst>
                <a:ext uri="{FF2B5EF4-FFF2-40B4-BE49-F238E27FC236}">
                  <a16:creationId xmlns:a16="http://schemas.microsoft.com/office/drawing/2014/main" id="{92FC1F03-3D60-43C6-8911-8A045A4027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606800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" name="Rectangle 302">
              <a:extLst>
                <a:ext uri="{FF2B5EF4-FFF2-40B4-BE49-F238E27FC236}">
                  <a16:creationId xmlns:a16="http://schemas.microsoft.com/office/drawing/2014/main" id="{A9B7202E-7B63-4891-BF38-E1A8878BFB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198813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8" name="Rectangle 303">
              <a:extLst>
                <a:ext uri="{FF2B5EF4-FFF2-40B4-BE49-F238E27FC236}">
                  <a16:creationId xmlns:a16="http://schemas.microsoft.com/office/drawing/2014/main" id="{4F5FE693-2953-40B7-9349-D203C07631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590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11D923-AA46-4BBB-A310-500608905685}"/>
                  </a:ext>
                </a:extLst>
              </p14:cNvPr>
              <p14:cNvContentPartPr/>
              <p14:nvPr/>
            </p14:nvContentPartPr>
            <p14:xfrm>
              <a:off x="6109920" y="1016280"/>
              <a:ext cx="1483560" cy="312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11D923-AA46-4BBB-A310-5006089056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0560" y="1006920"/>
                <a:ext cx="1502280" cy="33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12D906B2-296A-4890-935D-2465CDA25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More Compact Truth-Table Representation</a:t>
            </a:r>
          </a:p>
        </p:txBody>
      </p:sp>
      <p:grpSp>
        <p:nvGrpSpPr>
          <p:cNvPr id="73730" name="Group 2">
            <a:extLst>
              <a:ext uri="{FF2B5EF4-FFF2-40B4-BE49-F238E27FC236}">
                <a16:creationId xmlns:a16="http://schemas.microsoft.com/office/drawing/2014/main" id="{E007691F-BAB5-4B79-8A81-D37E012C003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711200"/>
            <a:ext cx="1924050" cy="3479800"/>
            <a:chOff x="2573338" y="396875"/>
            <a:chExt cx="1924050" cy="3479800"/>
          </a:xfrm>
        </p:grpSpPr>
        <p:sp>
          <p:nvSpPr>
            <p:cNvPr id="73744" name="Rectangle 140">
              <a:extLst>
                <a:ext uri="{FF2B5EF4-FFF2-40B4-BE49-F238E27FC236}">
                  <a16:creationId xmlns:a16="http://schemas.microsoft.com/office/drawing/2014/main" id="{8120A69E-D845-4B37-8379-0740F0447F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3338" y="398463"/>
              <a:ext cx="1841500" cy="9525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45" name="Rectangle 141">
              <a:extLst>
                <a:ext uri="{FF2B5EF4-FFF2-40B4-BE49-F238E27FC236}">
                  <a16:creationId xmlns:a16="http://schemas.microsoft.com/office/drawing/2014/main" id="{C7B41AFD-ECD2-44E0-B9A7-E62C0A3812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403225"/>
              <a:ext cx="7937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46" name="Rectangle 142">
              <a:extLst>
                <a:ext uri="{FF2B5EF4-FFF2-40B4-BE49-F238E27FC236}">
                  <a16:creationId xmlns:a16="http://schemas.microsoft.com/office/drawing/2014/main" id="{011A80D8-31AC-43B8-A07D-71C36D8D42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403225"/>
              <a:ext cx="6350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47" name="Rectangle 143">
              <a:extLst>
                <a:ext uri="{FF2B5EF4-FFF2-40B4-BE49-F238E27FC236}">
                  <a16:creationId xmlns:a16="http://schemas.microsoft.com/office/drawing/2014/main" id="{F5EE69EC-CC85-4D30-8F44-BDDF200347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8350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48" name="Rectangle 144">
              <a:extLst>
                <a:ext uri="{FF2B5EF4-FFF2-40B4-BE49-F238E27FC236}">
                  <a16:creationId xmlns:a16="http://schemas.microsoft.com/office/drawing/2014/main" id="{6F1F8020-A988-45F1-A202-1F7C8D0144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8350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49" name="Rectangle 145">
              <a:extLst>
                <a:ext uri="{FF2B5EF4-FFF2-40B4-BE49-F238E27FC236}">
                  <a16:creationId xmlns:a16="http://schemas.microsoft.com/office/drawing/2014/main" id="{CA29DE59-5E71-40E6-86D4-16638D1CF5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754063"/>
              <a:ext cx="7937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50" name="Rectangle 146">
              <a:extLst>
                <a:ext uri="{FF2B5EF4-FFF2-40B4-BE49-F238E27FC236}">
                  <a16:creationId xmlns:a16="http://schemas.microsoft.com/office/drawing/2014/main" id="{90B15164-1D0E-4984-A827-0512A38D9D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754063"/>
              <a:ext cx="6350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51" name="Rectangle 147">
              <a:extLst>
                <a:ext uri="{FF2B5EF4-FFF2-40B4-BE49-F238E27FC236}">
                  <a16:creationId xmlns:a16="http://schemas.microsoft.com/office/drawing/2014/main" id="{079E2033-F3FB-4A10-955D-BC8357FB58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8350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2" name="Rectangle 148">
              <a:extLst>
                <a:ext uri="{FF2B5EF4-FFF2-40B4-BE49-F238E27FC236}">
                  <a16:creationId xmlns:a16="http://schemas.microsoft.com/office/drawing/2014/main" id="{4CBDB132-B21A-43F7-9996-FAE7F3FD90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8350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3" name="Rectangle 149">
              <a:extLst>
                <a:ext uri="{FF2B5EF4-FFF2-40B4-BE49-F238E27FC236}">
                  <a16:creationId xmlns:a16="http://schemas.microsoft.com/office/drawing/2014/main" id="{4901E078-F3E2-4D4B-AB1A-49B5BBC26B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1171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4" name="Rectangle 150">
              <a:extLst>
                <a:ext uri="{FF2B5EF4-FFF2-40B4-BE49-F238E27FC236}">
                  <a16:creationId xmlns:a16="http://schemas.microsoft.com/office/drawing/2014/main" id="{3E664452-4498-4562-B2B8-5D40FE9A38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1171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5" name="Rectangle 151">
              <a:extLst>
                <a:ext uri="{FF2B5EF4-FFF2-40B4-BE49-F238E27FC236}">
                  <a16:creationId xmlns:a16="http://schemas.microsoft.com/office/drawing/2014/main" id="{5F63CFD6-5A2A-40AD-A96E-BAEFCD2077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1087438"/>
              <a:ext cx="7937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56" name="Rectangle 152">
              <a:extLst>
                <a:ext uri="{FF2B5EF4-FFF2-40B4-BE49-F238E27FC236}">
                  <a16:creationId xmlns:a16="http://schemas.microsoft.com/office/drawing/2014/main" id="{A3D21E52-DA23-4688-ACA0-C58E60C4B9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1087438"/>
              <a:ext cx="6350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57" name="Rectangle 153">
              <a:extLst>
                <a:ext uri="{FF2B5EF4-FFF2-40B4-BE49-F238E27FC236}">
                  <a16:creationId xmlns:a16="http://schemas.microsoft.com/office/drawing/2014/main" id="{94F6550E-F5A7-47E7-B7EF-94A3C7C840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1171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8" name="Rectangle 154">
              <a:extLst>
                <a:ext uri="{FF2B5EF4-FFF2-40B4-BE49-F238E27FC236}">
                  <a16:creationId xmlns:a16="http://schemas.microsoft.com/office/drawing/2014/main" id="{5106BE3C-0071-4D00-83BE-75810721A6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1171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59" name="Rectangle 155">
              <a:extLst>
                <a:ext uri="{FF2B5EF4-FFF2-40B4-BE49-F238E27FC236}">
                  <a16:creationId xmlns:a16="http://schemas.microsoft.com/office/drawing/2014/main" id="{1982A4EF-B536-414C-B17B-744570F06A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15033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0" name="Rectangle 156">
              <a:extLst>
                <a:ext uri="{FF2B5EF4-FFF2-40B4-BE49-F238E27FC236}">
                  <a16:creationId xmlns:a16="http://schemas.microsoft.com/office/drawing/2014/main" id="{6F3B2F83-E6BE-4552-A27A-F7B60B5BD0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15033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1" name="Rectangle 157">
              <a:extLst>
                <a:ext uri="{FF2B5EF4-FFF2-40B4-BE49-F238E27FC236}">
                  <a16:creationId xmlns:a16="http://schemas.microsoft.com/office/drawing/2014/main" id="{A60B262D-DA92-4749-ABEF-2C15229B99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1420813"/>
              <a:ext cx="7937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62" name="Rectangle 158">
              <a:extLst>
                <a:ext uri="{FF2B5EF4-FFF2-40B4-BE49-F238E27FC236}">
                  <a16:creationId xmlns:a16="http://schemas.microsoft.com/office/drawing/2014/main" id="{4D55D33D-D5F5-4C35-ABA2-C04E52E8F43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1420813"/>
              <a:ext cx="6350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63" name="Rectangle 159">
              <a:extLst>
                <a:ext uri="{FF2B5EF4-FFF2-40B4-BE49-F238E27FC236}">
                  <a16:creationId xmlns:a16="http://schemas.microsoft.com/office/drawing/2014/main" id="{92B9C5F3-0BB7-4217-911D-D98AB4F629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15033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4" name="Rectangle 160">
              <a:extLst>
                <a:ext uri="{FF2B5EF4-FFF2-40B4-BE49-F238E27FC236}">
                  <a16:creationId xmlns:a16="http://schemas.microsoft.com/office/drawing/2014/main" id="{7A4D6256-8916-4AE5-96B7-C0B3F350F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15033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5" name="Rectangle 161">
              <a:extLst>
                <a:ext uri="{FF2B5EF4-FFF2-40B4-BE49-F238E27FC236}">
                  <a16:creationId xmlns:a16="http://schemas.microsoft.com/office/drawing/2014/main" id="{EE8AA8C3-A2DC-40E9-B44E-7E5F1009D1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18383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6" name="Rectangle 162">
              <a:extLst>
                <a:ext uri="{FF2B5EF4-FFF2-40B4-BE49-F238E27FC236}">
                  <a16:creationId xmlns:a16="http://schemas.microsoft.com/office/drawing/2014/main" id="{534444CC-2159-4F68-B98E-D74E43E5ED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18383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67" name="Rectangle 163">
              <a:extLst>
                <a:ext uri="{FF2B5EF4-FFF2-40B4-BE49-F238E27FC236}">
                  <a16:creationId xmlns:a16="http://schemas.microsoft.com/office/drawing/2014/main" id="{B62C708D-7CBA-4DFA-8C80-9C26739183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1752600"/>
              <a:ext cx="7937" cy="338138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68" name="Rectangle 164">
              <a:extLst>
                <a:ext uri="{FF2B5EF4-FFF2-40B4-BE49-F238E27FC236}">
                  <a16:creationId xmlns:a16="http://schemas.microsoft.com/office/drawing/2014/main" id="{1D54EA57-561E-4CDB-AD64-AD51967BC8A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1752600"/>
              <a:ext cx="6350" cy="338138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69" name="Rectangle 165">
              <a:extLst>
                <a:ext uri="{FF2B5EF4-FFF2-40B4-BE49-F238E27FC236}">
                  <a16:creationId xmlns:a16="http://schemas.microsoft.com/office/drawing/2014/main" id="{5008AF32-94B7-4C93-8A81-55AD6DC83F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18383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0" name="Rectangle 166">
              <a:extLst>
                <a:ext uri="{FF2B5EF4-FFF2-40B4-BE49-F238E27FC236}">
                  <a16:creationId xmlns:a16="http://schemas.microsoft.com/office/drawing/2014/main" id="{3F523B06-9907-4104-978C-93941DD781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183832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1" name="Rectangle 167">
              <a:extLst>
                <a:ext uri="{FF2B5EF4-FFF2-40B4-BE49-F238E27FC236}">
                  <a16:creationId xmlns:a16="http://schemas.microsoft.com/office/drawing/2014/main" id="{B6DA8FC4-25D3-4F96-8507-AB7BD413C1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21764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2" name="Rectangle 168">
              <a:extLst>
                <a:ext uri="{FF2B5EF4-FFF2-40B4-BE49-F238E27FC236}">
                  <a16:creationId xmlns:a16="http://schemas.microsoft.com/office/drawing/2014/main" id="{5DAC3868-7682-4E1B-942E-647299BCD6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21764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3" name="Rectangle 169">
              <a:extLst>
                <a:ext uri="{FF2B5EF4-FFF2-40B4-BE49-F238E27FC236}">
                  <a16:creationId xmlns:a16="http://schemas.microsoft.com/office/drawing/2014/main" id="{83E39BF2-EB35-450B-9974-479D040837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2084388"/>
              <a:ext cx="7937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74" name="Rectangle 170">
              <a:extLst>
                <a:ext uri="{FF2B5EF4-FFF2-40B4-BE49-F238E27FC236}">
                  <a16:creationId xmlns:a16="http://schemas.microsoft.com/office/drawing/2014/main" id="{5177B121-AF1B-4BB6-B36B-F358F89372C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2084388"/>
              <a:ext cx="6350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75" name="Rectangle 171">
              <a:extLst>
                <a:ext uri="{FF2B5EF4-FFF2-40B4-BE49-F238E27FC236}">
                  <a16:creationId xmlns:a16="http://schemas.microsoft.com/office/drawing/2014/main" id="{3408839F-40DD-4DE7-A5B9-D1A0C035D39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21764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6" name="Rectangle 172">
              <a:extLst>
                <a:ext uri="{FF2B5EF4-FFF2-40B4-BE49-F238E27FC236}">
                  <a16:creationId xmlns:a16="http://schemas.microsoft.com/office/drawing/2014/main" id="{271DEF98-A9C2-4F24-8D1B-C73225ACA3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21764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7" name="Rectangle 173">
              <a:extLst>
                <a:ext uri="{FF2B5EF4-FFF2-40B4-BE49-F238E27FC236}">
                  <a16:creationId xmlns:a16="http://schemas.microsoft.com/office/drawing/2014/main" id="{07117B81-8A41-4E3D-BC8E-83A9A601C3D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250825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8" name="Rectangle 174">
              <a:extLst>
                <a:ext uri="{FF2B5EF4-FFF2-40B4-BE49-F238E27FC236}">
                  <a16:creationId xmlns:a16="http://schemas.microsoft.com/office/drawing/2014/main" id="{B89A662D-919B-4BD0-AC94-D79E4189B5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250825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79" name="Rectangle 175">
              <a:extLst>
                <a:ext uri="{FF2B5EF4-FFF2-40B4-BE49-F238E27FC236}">
                  <a16:creationId xmlns:a16="http://schemas.microsoft.com/office/drawing/2014/main" id="{64170133-D2F8-4DDC-9D86-5C3F434829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2417763"/>
              <a:ext cx="7937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80" name="Rectangle 176">
              <a:extLst>
                <a:ext uri="{FF2B5EF4-FFF2-40B4-BE49-F238E27FC236}">
                  <a16:creationId xmlns:a16="http://schemas.microsoft.com/office/drawing/2014/main" id="{871651DC-43E3-4FFE-B1C1-8E494A61C2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2417763"/>
              <a:ext cx="6350" cy="3381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81" name="Rectangle 177">
              <a:extLst>
                <a:ext uri="{FF2B5EF4-FFF2-40B4-BE49-F238E27FC236}">
                  <a16:creationId xmlns:a16="http://schemas.microsoft.com/office/drawing/2014/main" id="{BE96A330-DC70-4B72-AB13-208A1B57DD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250825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2" name="Rectangle 178">
              <a:extLst>
                <a:ext uri="{FF2B5EF4-FFF2-40B4-BE49-F238E27FC236}">
                  <a16:creationId xmlns:a16="http://schemas.microsoft.com/office/drawing/2014/main" id="{11B842DB-6050-4B03-9F9E-FAEE5689B2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250825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3" name="Rectangle 179">
              <a:extLst>
                <a:ext uri="{FF2B5EF4-FFF2-40B4-BE49-F238E27FC236}">
                  <a16:creationId xmlns:a16="http://schemas.microsoft.com/office/drawing/2014/main" id="{FCD1914A-03CA-46F8-A595-4F3CF63140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284003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4" name="Rectangle 180">
              <a:extLst>
                <a:ext uri="{FF2B5EF4-FFF2-40B4-BE49-F238E27FC236}">
                  <a16:creationId xmlns:a16="http://schemas.microsoft.com/office/drawing/2014/main" id="{8C857F61-355C-4BC4-88FA-B9D9B81C6D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284003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5" name="Rectangle 181">
              <a:extLst>
                <a:ext uri="{FF2B5EF4-FFF2-40B4-BE49-F238E27FC236}">
                  <a16:creationId xmlns:a16="http://schemas.microsoft.com/office/drawing/2014/main" id="{ABD107A1-CD80-44DB-9E5D-354CF817EF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2751138"/>
              <a:ext cx="7937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86" name="Rectangle 182">
              <a:extLst>
                <a:ext uri="{FF2B5EF4-FFF2-40B4-BE49-F238E27FC236}">
                  <a16:creationId xmlns:a16="http://schemas.microsoft.com/office/drawing/2014/main" id="{D881E57D-C86A-4E5E-941F-87C8B8A01A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2751138"/>
              <a:ext cx="6350" cy="336550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87" name="Rectangle 183">
              <a:extLst>
                <a:ext uri="{FF2B5EF4-FFF2-40B4-BE49-F238E27FC236}">
                  <a16:creationId xmlns:a16="http://schemas.microsoft.com/office/drawing/2014/main" id="{167082CC-832A-4792-865F-D76C5C22CA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284003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8" name="Rectangle 184">
              <a:extLst>
                <a:ext uri="{FF2B5EF4-FFF2-40B4-BE49-F238E27FC236}">
                  <a16:creationId xmlns:a16="http://schemas.microsoft.com/office/drawing/2014/main" id="{9F1CA9A0-0469-4E18-9813-6B034D4CACA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284003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89" name="Rectangle 185">
              <a:extLst>
                <a:ext uri="{FF2B5EF4-FFF2-40B4-BE49-F238E27FC236}">
                  <a16:creationId xmlns:a16="http://schemas.microsoft.com/office/drawing/2014/main" id="{6DDE350F-AFAE-42C6-BE1B-443793B2B4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0663" y="31797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0" name="Rectangle 186">
              <a:extLst>
                <a:ext uri="{FF2B5EF4-FFF2-40B4-BE49-F238E27FC236}">
                  <a16:creationId xmlns:a16="http://schemas.microsoft.com/office/drawing/2014/main" id="{E0A5535D-40E3-41D1-A4A2-13637CEE73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19413" y="31797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1" name="Rectangle 187">
              <a:extLst>
                <a:ext uri="{FF2B5EF4-FFF2-40B4-BE49-F238E27FC236}">
                  <a16:creationId xmlns:a16="http://schemas.microsoft.com/office/drawing/2014/main" id="{1568BD8F-1E08-4E85-BD30-F76FBF51E3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51213" y="3082925"/>
              <a:ext cx="7937" cy="338138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92" name="Rectangle 188">
              <a:extLst>
                <a:ext uri="{FF2B5EF4-FFF2-40B4-BE49-F238E27FC236}">
                  <a16:creationId xmlns:a16="http://schemas.microsoft.com/office/drawing/2014/main" id="{E4F75F0A-87D3-492E-81CE-EF4ED44B91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89313" y="3082925"/>
              <a:ext cx="6350" cy="338138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93" name="Rectangle 189">
              <a:extLst>
                <a:ext uri="{FF2B5EF4-FFF2-40B4-BE49-F238E27FC236}">
                  <a16:creationId xmlns:a16="http://schemas.microsoft.com/office/drawing/2014/main" id="{39FC39BD-86C2-418B-9ED2-9CD671678F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6100" y="31797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4" name="Rectangle 190">
              <a:extLst>
                <a:ext uri="{FF2B5EF4-FFF2-40B4-BE49-F238E27FC236}">
                  <a16:creationId xmlns:a16="http://schemas.microsoft.com/office/drawing/2014/main" id="{26CB22C3-25CD-48DF-8978-8273D91A12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3338" y="3430588"/>
              <a:ext cx="1841500" cy="9525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  <p:sp>
          <p:nvSpPr>
            <p:cNvPr id="73795" name="Rectangle 191">
              <a:extLst>
                <a:ext uri="{FF2B5EF4-FFF2-40B4-BE49-F238E27FC236}">
                  <a16:creationId xmlns:a16="http://schemas.microsoft.com/office/drawing/2014/main" id="{BC5FEFD8-FE9E-45EF-9051-E63D39CA86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6038" y="3179763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6" name="Rectangle 192">
              <a:extLst>
                <a:ext uri="{FF2B5EF4-FFF2-40B4-BE49-F238E27FC236}">
                  <a16:creationId xmlns:a16="http://schemas.microsoft.com/office/drawing/2014/main" id="{6044D8EB-2099-411B-9D0C-BD1BE1988C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9738" y="3632200"/>
              <a:ext cx="3063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Helvetica" panose="020B0604020202020204" pitchFamily="34" charset="0"/>
                </a:rPr>
                <a:t>(a)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7" name="Rectangle 193">
              <a:extLst>
                <a:ext uri="{FF2B5EF4-FFF2-40B4-BE49-F238E27FC236}">
                  <a16:creationId xmlns:a16="http://schemas.microsoft.com/office/drawing/2014/main" id="{E8A45F27-0B95-4045-BDB2-20E99F3364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30563" y="3632200"/>
              <a:ext cx="531812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Helvetica" panose="020B0604020202020204" pitchFamily="34" charset="0"/>
                </a:rPr>
                <a:t>Truth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8" name="Rectangle 194">
              <a:extLst>
                <a:ext uri="{FF2B5EF4-FFF2-40B4-BE49-F238E27FC236}">
                  <a16:creationId xmlns:a16="http://schemas.microsoft.com/office/drawing/2014/main" id="{97AF1D9D-6C39-4169-9809-D6C4F779DE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65550" y="3632200"/>
              <a:ext cx="4968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Helvetica" panose="020B0604020202020204" pitchFamily="34" charset="0"/>
                </a:rPr>
                <a:t>table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73799" name="Text Box 195">
              <a:extLst>
                <a:ext uri="{FF2B5EF4-FFF2-40B4-BE49-F238E27FC236}">
                  <a16:creationId xmlns:a16="http://schemas.microsoft.com/office/drawing/2014/main" id="{D55601F7-4C8D-4886-8070-12D21C8D7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363" y="396875"/>
              <a:ext cx="2635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latin typeface="Times New Roman" panose="02020603050405020304" pitchFamily="18" charset="0"/>
                </a:rPr>
                <a:t>s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  <p:sp>
          <p:nvSpPr>
            <p:cNvPr id="73800" name="Text Box 196">
              <a:extLst>
                <a:ext uri="{FF2B5EF4-FFF2-40B4-BE49-F238E27FC236}">
                  <a16:creationId xmlns:a16="http://schemas.microsoft.com/office/drawing/2014/main" id="{9844F6F3-6377-4CF1-B326-2813642FA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713" y="396875"/>
              <a:ext cx="344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16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  <p:sp>
          <p:nvSpPr>
            <p:cNvPr id="73801" name="Text Box 197">
              <a:extLst>
                <a:ext uri="{FF2B5EF4-FFF2-40B4-BE49-F238E27FC236}">
                  <a16:creationId xmlns:a16="http://schemas.microsoft.com/office/drawing/2014/main" id="{84079525-9CE5-49A2-8B2F-DF0E963C7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9738" y="398463"/>
              <a:ext cx="344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16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1600" b="0">
                <a:latin typeface="Times New Roman" panose="02020603050405020304" pitchFamily="18" charset="0"/>
              </a:endParaRPr>
            </a:p>
          </p:txBody>
        </p:sp>
        <p:sp>
          <p:nvSpPr>
            <p:cNvPr id="73802" name="Text Box 198">
              <a:extLst>
                <a:ext uri="{FF2B5EF4-FFF2-40B4-BE49-F238E27FC236}">
                  <a16:creationId xmlns:a16="http://schemas.microsoft.com/office/drawing/2014/main" id="{01FF07F2-703A-4663-BDE0-C3415A9CB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5513" y="400050"/>
              <a:ext cx="1031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 dirty="0">
                  <a:latin typeface="Times New Roman" panose="02020603050405020304" pitchFamily="18" charset="0"/>
                </a:rPr>
                <a:t>f </a:t>
              </a:r>
              <a:r>
                <a:rPr lang="en-US" altLang="en-US" sz="1600" b="0" dirty="0">
                  <a:latin typeface="Times New Roman" panose="02020603050405020304" pitchFamily="18" charset="0"/>
                </a:rPr>
                <a:t>(</a:t>
              </a:r>
              <a:r>
                <a:rPr lang="en-US" altLang="en-US" sz="1600" b="0" i="1" dirty="0">
                  <a:latin typeface="Times New Roman" panose="02020603050405020304" pitchFamily="18" charset="0"/>
                </a:rPr>
                <a:t>s</a:t>
              </a:r>
              <a:r>
                <a:rPr lang="en-US" altLang="en-US" sz="1600" b="0" dirty="0">
                  <a:latin typeface="Times New Roman" panose="02020603050405020304" pitchFamily="18" charset="0"/>
                </a:rPr>
                <a:t>, </a:t>
              </a:r>
              <a:r>
                <a:rPr lang="en-US" altLang="en-US" sz="1600" b="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1600" b="0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en-US" sz="1600" b="0" dirty="0">
                  <a:latin typeface="Times New Roman" panose="02020603050405020304" pitchFamily="18" charset="0"/>
                </a:rPr>
                <a:t>, </a:t>
              </a:r>
              <a:r>
                <a:rPr lang="en-US" altLang="en-US" sz="1600" b="0" i="1" dirty="0">
                  <a:latin typeface="Times New Roman" panose="02020603050405020304" pitchFamily="18" charset="0"/>
                </a:rPr>
                <a:t>x</a:t>
              </a:r>
              <a:r>
                <a:rPr lang="en-US" altLang="en-US" sz="1600" b="0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en-US" sz="1600" b="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3803" name="Rectangle 199">
              <a:extLst>
                <a:ext uri="{FF2B5EF4-FFF2-40B4-BE49-F238E27FC236}">
                  <a16:creationId xmlns:a16="http://schemas.microsoft.com/office/drawing/2014/main" id="{237B2828-9105-4B37-94CF-A6F79F77BF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3338" y="749300"/>
              <a:ext cx="1841500" cy="9525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73731" name="TextBox 125">
            <a:extLst>
              <a:ext uri="{FF2B5EF4-FFF2-40B4-BE49-F238E27FC236}">
                <a16:creationId xmlns:a16="http://schemas.microsoft.com/office/drawing/2014/main" id="{77745764-A4FF-4C9F-AB82-01800A62E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43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2.33 from the textbook ]</a:t>
            </a:r>
          </a:p>
        </p:txBody>
      </p:sp>
      <p:grpSp>
        <p:nvGrpSpPr>
          <p:cNvPr id="73732" name="Group 64">
            <a:extLst>
              <a:ext uri="{FF2B5EF4-FFF2-40B4-BE49-F238E27FC236}">
                <a16:creationId xmlns:a16="http://schemas.microsoft.com/office/drawing/2014/main" id="{F5F2E9AC-ED02-4E61-84F9-9BDD747EDB8A}"/>
              </a:ext>
            </a:extLst>
          </p:cNvPr>
          <p:cNvGrpSpPr>
            <a:grpSpLocks/>
          </p:cNvGrpSpPr>
          <p:nvPr/>
        </p:nvGrpSpPr>
        <p:grpSpPr bwMode="auto">
          <a:xfrm>
            <a:off x="2994025" y="711200"/>
            <a:ext cx="2279944" cy="1968500"/>
            <a:chOff x="2765425" y="6570663"/>
            <a:chExt cx="1556369" cy="1149350"/>
          </a:xfrm>
        </p:grpSpPr>
        <p:sp>
          <p:nvSpPr>
            <p:cNvPr id="73733" name="Rectangle 306">
              <a:extLst>
                <a:ext uri="{FF2B5EF4-FFF2-40B4-BE49-F238E27FC236}">
                  <a16:creationId xmlns:a16="http://schemas.microsoft.com/office/drawing/2014/main" id="{297EC312-852D-48B6-AB20-352D6217F4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3525" y="6570663"/>
              <a:ext cx="1374775" cy="79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73734" name="Rectangle 307">
              <a:extLst>
                <a:ext uri="{FF2B5EF4-FFF2-40B4-BE49-F238E27FC236}">
                  <a16:creationId xmlns:a16="http://schemas.microsoft.com/office/drawing/2014/main" id="{B5E99832-4ABC-44BD-9493-23EF403BB2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8300" y="7004050"/>
              <a:ext cx="183836" cy="251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73735" name="Rectangle 308">
              <a:extLst>
                <a:ext uri="{FF2B5EF4-FFF2-40B4-BE49-F238E27FC236}">
                  <a16:creationId xmlns:a16="http://schemas.microsoft.com/office/drawing/2014/main" id="{19039F05-BBF0-424C-A749-7318FFD8FC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08300" y="7370763"/>
              <a:ext cx="183836" cy="251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73736" name="Text Box 314">
              <a:extLst>
                <a:ext uri="{FF2B5EF4-FFF2-40B4-BE49-F238E27FC236}">
                  <a16:creationId xmlns:a16="http://schemas.microsoft.com/office/drawing/2014/main" id="{B02B791C-4E96-4141-9139-D33611B96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350" y="6615113"/>
              <a:ext cx="1140444" cy="305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 New Roman" panose="02020603050405020304" pitchFamily="18" charset="0"/>
                </a:rPr>
                <a:t>f </a:t>
              </a:r>
              <a:r>
                <a:rPr lang="en-US" altLang="en-US" sz="2800" b="0">
                  <a:latin typeface="Times New Roman" panose="02020603050405020304" pitchFamily="18" charset="0"/>
                </a:rPr>
                <a:t>(</a:t>
              </a:r>
              <a:r>
                <a:rPr lang="en-US" altLang="en-US" sz="2800" b="0" i="1">
                  <a:latin typeface="Times New Roman" panose="02020603050405020304" pitchFamily="18" charset="0"/>
                </a:rPr>
                <a:t>s</a:t>
              </a:r>
              <a:r>
                <a:rPr lang="en-US" altLang="en-US" sz="2800" b="0">
                  <a:latin typeface="Times New Roman" panose="02020603050405020304" pitchFamily="18" charset="0"/>
                </a:rPr>
                <a:t>, </a:t>
              </a:r>
              <a:r>
                <a:rPr lang="en-US" altLang="en-US" sz="28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2800" b="0" baseline="-25000">
                  <a:latin typeface="Times New Roman" panose="02020603050405020304" pitchFamily="18" charset="0"/>
                </a:rPr>
                <a:t>1</a:t>
              </a:r>
              <a:r>
                <a:rPr lang="en-US" altLang="en-US" sz="2800" b="0">
                  <a:latin typeface="Times New Roman" panose="02020603050405020304" pitchFamily="18" charset="0"/>
                </a:rPr>
                <a:t>, </a:t>
              </a:r>
              <a:r>
                <a:rPr lang="en-US" altLang="en-US" sz="28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2800" b="0" baseline="-25000">
                  <a:latin typeface="Times New Roman" panose="02020603050405020304" pitchFamily="18" charset="0"/>
                </a:rPr>
                <a:t>2</a:t>
              </a:r>
              <a:r>
                <a:rPr lang="en-US" altLang="en-US" sz="2800" b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73737" name="Text Box 315">
              <a:extLst>
                <a:ext uri="{FF2B5EF4-FFF2-40B4-BE49-F238E27FC236}">
                  <a16:creationId xmlns:a16="http://schemas.microsoft.com/office/drawing/2014/main" id="{BCA41B32-2161-4AAB-8E8F-7314B5316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575" y="6637338"/>
              <a:ext cx="221261" cy="305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 New Roman" panose="02020603050405020304" pitchFamily="18" charset="0"/>
                </a:rPr>
                <a:t>s</a:t>
              </a:r>
              <a:endParaRPr lang="en-US" altLang="en-US" sz="2800" b="0">
                <a:latin typeface="Times New Roman" panose="02020603050405020304" pitchFamily="18" charset="0"/>
              </a:endParaRPr>
            </a:p>
          </p:txBody>
        </p:sp>
        <p:sp>
          <p:nvSpPr>
            <p:cNvPr id="73738" name="Text Box 316">
              <a:extLst>
                <a:ext uri="{FF2B5EF4-FFF2-40B4-BE49-F238E27FC236}">
                  <a16:creationId xmlns:a16="http://schemas.microsoft.com/office/drawing/2014/main" id="{B6343761-8CD1-48F9-AC02-E71581289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825" y="6958013"/>
              <a:ext cx="316461" cy="305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2800" b="0" baseline="-25000">
                  <a:latin typeface="Times New Roman" panose="02020603050405020304" pitchFamily="18" charset="0"/>
                </a:rPr>
                <a:t>1</a:t>
              </a:r>
              <a:endParaRPr lang="en-US" altLang="en-US" sz="2800" b="0">
                <a:latin typeface="Times New Roman" panose="02020603050405020304" pitchFamily="18" charset="0"/>
              </a:endParaRPr>
            </a:p>
          </p:txBody>
        </p:sp>
        <p:sp>
          <p:nvSpPr>
            <p:cNvPr id="73739" name="Text Box 317">
              <a:extLst>
                <a:ext uri="{FF2B5EF4-FFF2-40B4-BE49-F238E27FC236}">
                  <a16:creationId xmlns:a16="http://schemas.microsoft.com/office/drawing/2014/main" id="{C573AF61-E21E-4C6E-8558-BC2C27BC3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650" y="7324726"/>
              <a:ext cx="316461" cy="305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 New Roman" panose="02020603050405020304" pitchFamily="18" charset="0"/>
                </a:rPr>
                <a:t>x</a:t>
              </a:r>
              <a:r>
                <a:rPr lang="en-US" altLang="en-US" sz="2800" b="0" baseline="-25000">
                  <a:latin typeface="Times New Roman" panose="02020603050405020304" pitchFamily="18" charset="0"/>
                </a:rPr>
                <a:t>2</a:t>
              </a:r>
              <a:endParaRPr lang="en-US" altLang="en-US" sz="2800" b="0">
                <a:latin typeface="Times New Roman" panose="02020603050405020304" pitchFamily="18" charset="0"/>
              </a:endParaRPr>
            </a:p>
          </p:txBody>
        </p:sp>
        <p:sp>
          <p:nvSpPr>
            <p:cNvPr id="73740" name="Rectangle 318">
              <a:extLst>
                <a:ext uri="{FF2B5EF4-FFF2-40B4-BE49-F238E27FC236}">
                  <a16:creationId xmlns:a16="http://schemas.microsoft.com/office/drawing/2014/main" id="{8F8DAA7F-860C-44F9-9716-9BBD114057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94000" y="6970713"/>
              <a:ext cx="1371600" cy="7937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73741" name="Rectangle 319">
              <a:extLst>
                <a:ext uri="{FF2B5EF4-FFF2-40B4-BE49-F238E27FC236}">
                  <a16:creationId xmlns:a16="http://schemas.microsoft.com/office/drawing/2014/main" id="{6A757E0B-A841-4A82-9226-179ADA82EA3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765425" y="7712075"/>
              <a:ext cx="1374775" cy="7938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CA" altLang="en-US" sz="2800" b="0">
                <a:latin typeface="Times" panose="02020603050405020304" pitchFamily="18" charset="0"/>
              </a:endParaRPr>
            </a:p>
          </p:txBody>
        </p:sp>
        <p:sp>
          <p:nvSpPr>
            <p:cNvPr id="73742" name="Line 320">
              <a:extLst>
                <a:ext uri="{FF2B5EF4-FFF2-40B4-BE49-F238E27FC236}">
                  <a16:creationId xmlns:a16="http://schemas.microsoft.com/office/drawing/2014/main" id="{04A48752-2D53-4E8A-A817-8E3E900C8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6581776"/>
              <a:ext cx="0" cy="11318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3743" name="Line 321">
              <a:extLst>
                <a:ext uri="{FF2B5EF4-FFF2-40B4-BE49-F238E27FC236}">
                  <a16:creationId xmlns:a16="http://schemas.microsoft.com/office/drawing/2014/main" id="{26A87EEB-FCAB-46DA-9CE0-385F44715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3888" y="6577013"/>
              <a:ext cx="0" cy="11334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</p:grpSp>
      <p:grpSp>
        <p:nvGrpSpPr>
          <p:cNvPr id="78" name="Group 2">
            <a:extLst>
              <a:ext uri="{FF2B5EF4-FFF2-40B4-BE49-F238E27FC236}">
                <a16:creationId xmlns:a16="http://schemas.microsoft.com/office/drawing/2014/main" id="{829B9D6C-D9E3-42CF-B2B5-83756AE5A471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056062"/>
            <a:ext cx="6105525" cy="1997075"/>
            <a:chOff x="346075" y="4143375"/>
            <a:chExt cx="6103938" cy="1997075"/>
          </a:xfrm>
        </p:grpSpPr>
        <p:sp>
          <p:nvSpPr>
            <p:cNvPr id="79" name="Line 245">
              <a:extLst>
                <a:ext uri="{FF2B5EF4-FFF2-40B4-BE49-F238E27FC236}">
                  <a16:creationId xmlns:a16="http://schemas.microsoft.com/office/drawing/2014/main" id="{CE90873F-7FCF-4E89-B100-464F42707E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50888" y="4514850"/>
              <a:ext cx="0" cy="2778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246">
              <a:extLst>
                <a:ext uri="{FF2B5EF4-FFF2-40B4-BE49-F238E27FC236}">
                  <a16:creationId xmlns:a16="http://schemas.microsoft.com/office/drawing/2014/main" id="{7A3FA105-562A-4FC6-884B-91C8D55DC33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750888" y="4976813"/>
              <a:ext cx="0" cy="3222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47">
              <a:extLst>
                <a:ext uri="{FF2B5EF4-FFF2-40B4-BE49-F238E27FC236}">
                  <a16:creationId xmlns:a16="http://schemas.microsoft.com/office/drawing/2014/main" id="{544BE19D-45F4-49F4-8C26-CB8E604B84C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9125" y="4773613"/>
              <a:ext cx="258763" cy="260350"/>
            </a:xfrm>
            <a:custGeom>
              <a:avLst/>
              <a:gdLst>
                <a:gd name="T0" fmla="*/ 2147483646 w 336"/>
                <a:gd name="T1" fmla="*/ 0 h 337"/>
                <a:gd name="T2" fmla="*/ 2147483646 w 336"/>
                <a:gd name="T3" fmla="*/ 2147483646 h 337"/>
                <a:gd name="T4" fmla="*/ 0 w 336"/>
                <a:gd name="T5" fmla="*/ 2147483646 h 337"/>
                <a:gd name="T6" fmla="*/ 2147483646 w 336"/>
                <a:gd name="T7" fmla="*/ 0 h 3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337">
                  <a:moveTo>
                    <a:pt x="168" y="0"/>
                  </a:moveTo>
                  <a:lnTo>
                    <a:pt x="336" y="337"/>
                  </a:lnTo>
                  <a:lnTo>
                    <a:pt x="0" y="337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48">
              <a:extLst>
                <a:ext uri="{FF2B5EF4-FFF2-40B4-BE49-F238E27FC236}">
                  <a16:creationId xmlns:a16="http://schemas.microsoft.com/office/drawing/2014/main" id="{FF0521D6-AFDD-409F-B96C-2EB7855723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6438" y="4679950"/>
              <a:ext cx="85725" cy="85725"/>
            </a:xfrm>
            <a:custGeom>
              <a:avLst/>
              <a:gdLst>
                <a:gd name="T0" fmla="*/ 0 w 109"/>
                <a:gd name="T1" fmla="*/ 2147483646 h 110"/>
                <a:gd name="T2" fmla="*/ 2147483646 w 109"/>
                <a:gd name="T3" fmla="*/ 2147483646 h 110"/>
                <a:gd name="T4" fmla="*/ 2147483646 w 109"/>
                <a:gd name="T5" fmla="*/ 2147483646 h 110"/>
                <a:gd name="T6" fmla="*/ 2147483646 w 109"/>
                <a:gd name="T7" fmla="*/ 2147483646 h 110"/>
                <a:gd name="T8" fmla="*/ 2147483646 w 109"/>
                <a:gd name="T9" fmla="*/ 2147483646 h 110"/>
                <a:gd name="T10" fmla="*/ 2147483646 w 109"/>
                <a:gd name="T11" fmla="*/ 2147483646 h 110"/>
                <a:gd name="T12" fmla="*/ 2147483646 w 109"/>
                <a:gd name="T13" fmla="*/ 2147483646 h 110"/>
                <a:gd name="T14" fmla="*/ 2147483646 w 109"/>
                <a:gd name="T15" fmla="*/ 2147483646 h 110"/>
                <a:gd name="T16" fmla="*/ 2147483646 w 109"/>
                <a:gd name="T17" fmla="*/ 2147483646 h 110"/>
                <a:gd name="T18" fmla="*/ 2147483646 w 109"/>
                <a:gd name="T19" fmla="*/ 2147483646 h 110"/>
                <a:gd name="T20" fmla="*/ 2147483646 w 109"/>
                <a:gd name="T21" fmla="*/ 2147483646 h 110"/>
                <a:gd name="T22" fmla="*/ 2147483646 w 109"/>
                <a:gd name="T23" fmla="*/ 2147483646 h 110"/>
                <a:gd name="T24" fmla="*/ 2147483646 w 109"/>
                <a:gd name="T25" fmla="*/ 2147483646 h 110"/>
                <a:gd name="T26" fmla="*/ 2147483646 w 109"/>
                <a:gd name="T27" fmla="*/ 2147483646 h 110"/>
                <a:gd name="T28" fmla="*/ 2147483646 w 109"/>
                <a:gd name="T29" fmla="*/ 2147483646 h 110"/>
                <a:gd name="T30" fmla="*/ 2147483646 w 109"/>
                <a:gd name="T31" fmla="*/ 2147483646 h 110"/>
                <a:gd name="T32" fmla="*/ 2147483646 w 109"/>
                <a:gd name="T33" fmla="*/ 2147483646 h 110"/>
                <a:gd name="T34" fmla="*/ 2147483646 w 109"/>
                <a:gd name="T35" fmla="*/ 2147483646 h 110"/>
                <a:gd name="T36" fmla="*/ 2147483646 w 109"/>
                <a:gd name="T37" fmla="*/ 2147483646 h 110"/>
                <a:gd name="T38" fmla="*/ 2147483646 w 109"/>
                <a:gd name="T39" fmla="*/ 2147483646 h 110"/>
                <a:gd name="T40" fmla="*/ 2147483646 w 109"/>
                <a:gd name="T41" fmla="*/ 2147483646 h 110"/>
                <a:gd name="T42" fmla="*/ 2147483646 w 109"/>
                <a:gd name="T43" fmla="*/ 2147483646 h 110"/>
                <a:gd name="T44" fmla="*/ 2147483646 w 109"/>
                <a:gd name="T45" fmla="*/ 2147483646 h 110"/>
                <a:gd name="T46" fmla="*/ 2147483646 w 109"/>
                <a:gd name="T47" fmla="*/ 2147483646 h 110"/>
                <a:gd name="T48" fmla="*/ 2147483646 w 109"/>
                <a:gd name="T49" fmla="*/ 2147483646 h 110"/>
                <a:gd name="T50" fmla="*/ 2147483646 w 109"/>
                <a:gd name="T51" fmla="*/ 2147483646 h 110"/>
                <a:gd name="T52" fmla="*/ 2147483646 w 109"/>
                <a:gd name="T53" fmla="*/ 2147483646 h 110"/>
                <a:gd name="T54" fmla="*/ 2147483646 w 109"/>
                <a:gd name="T55" fmla="*/ 2147483646 h 110"/>
                <a:gd name="T56" fmla="*/ 2147483646 w 109"/>
                <a:gd name="T57" fmla="*/ 2147483646 h 110"/>
                <a:gd name="T58" fmla="*/ 2147483646 w 109"/>
                <a:gd name="T59" fmla="*/ 2147483646 h 110"/>
                <a:gd name="T60" fmla="*/ 2147483646 w 109"/>
                <a:gd name="T61" fmla="*/ 2147483646 h 110"/>
                <a:gd name="T62" fmla="*/ 2147483646 w 109"/>
                <a:gd name="T63" fmla="*/ 2147483646 h 110"/>
                <a:gd name="T64" fmla="*/ 2147483646 w 109"/>
                <a:gd name="T65" fmla="*/ 0 h 110"/>
                <a:gd name="T66" fmla="*/ 2147483646 w 109"/>
                <a:gd name="T67" fmla="*/ 0 h 110"/>
                <a:gd name="T68" fmla="*/ 2147483646 w 109"/>
                <a:gd name="T69" fmla="*/ 2147483646 h 110"/>
                <a:gd name="T70" fmla="*/ 2147483646 w 109"/>
                <a:gd name="T71" fmla="*/ 2147483646 h 110"/>
                <a:gd name="T72" fmla="*/ 2147483646 w 109"/>
                <a:gd name="T73" fmla="*/ 2147483646 h 110"/>
                <a:gd name="T74" fmla="*/ 2147483646 w 109"/>
                <a:gd name="T75" fmla="*/ 2147483646 h 110"/>
                <a:gd name="T76" fmla="*/ 2147483646 w 109"/>
                <a:gd name="T77" fmla="*/ 2147483646 h 110"/>
                <a:gd name="T78" fmla="*/ 2147483646 w 109"/>
                <a:gd name="T79" fmla="*/ 2147483646 h 110"/>
                <a:gd name="T80" fmla="*/ 2147483646 w 109"/>
                <a:gd name="T81" fmla="*/ 2147483646 h 110"/>
                <a:gd name="T82" fmla="*/ 2147483646 w 109"/>
                <a:gd name="T83" fmla="*/ 2147483646 h 110"/>
                <a:gd name="T84" fmla="*/ 0 w 109"/>
                <a:gd name="T85" fmla="*/ 2147483646 h 110"/>
                <a:gd name="T86" fmla="*/ 0 w 109"/>
                <a:gd name="T87" fmla="*/ 2147483646 h 11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09" h="110">
                  <a:moveTo>
                    <a:pt x="0" y="55"/>
                  </a:moveTo>
                  <a:lnTo>
                    <a:pt x="0" y="57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72"/>
                  </a:lnTo>
                  <a:lnTo>
                    <a:pt x="2" y="74"/>
                  </a:lnTo>
                  <a:lnTo>
                    <a:pt x="3" y="77"/>
                  </a:lnTo>
                  <a:lnTo>
                    <a:pt x="4" y="79"/>
                  </a:lnTo>
                  <a:lnTo>
                    <a:pt x="6" y="81"/>
                  </a:lnTo>
                  <a:lnTo>
                    <a:pt x="7" y="84"/>
                  </a:lnTo>
                  <a:lnTo>
                    <a:pt x="8" y="86"/>
                  </a:lnTo>
                  <a:lnTo>
                    <a:pt x="10" y="87"/>
                  </a:lnTo>
                  <a:lnTo>
                    <a:pt x="12" y="90"/>
                  </a:lnTo>
                  <a:lnTo>
                    <a:pt x="13" y="92"/>
                  </a:lnTo>
                  <a:lnTo>
                    <a:pt x="15" y="93"/>
                  </a:lnTo>
                  <a:lnTo>
                    <a:pt x="16" y="96"/>
                  </a:lnTo>
                  <a:lnTo>
                    <a:pt x="19" y="97"/>
                  </a:lnTo>
                  <a:lnTo>
                    <a:pt x="21" y="99"/>
                  </a:lnTo>
                  <a:lnTo>
                    <a:pt x="24" y="101"/>
                  </a:lnTo>
                  <a:lnTo>
                    <a:pt x="25" y="102"/>
                  </a:lnTo>
                  <a:lnTo>
                    <a:pt x="27" y="103"/>
                  </a:lnTo>
                  <a:lnTo>
                    <a:pt x="30" y="104"/>
                  </a:lnTo>
                  <a:lnTo>
                    <a:pt x="32" y="105"/>
                  </a:lnTo>
                  <a:lnTo>
                    <a:pt x="34" y="107"/>
                  </a:lnTo>
                  <a:lnTo>
                    <a:pt x="38" y="108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5" y="109"/>
                  </a:lnTo>
                  <a:lnTo>
                    <a:pt x="48" y="110"/>
                  </a:lnTo>
                  <a:lnTo>
                    <a:pt x="51" y="110"/>
                  </a:lnTo>
                  <a:lnTo>
                    <a:pt x="54" y="110"/>
                  </a:lnTo>
                  <a:lnTo>
                    <a:pt x="57" y="110"/>
                  </a:lnTo>
                  <a:lnTo>
                    <a:pt x="60" y="110"/>
                  </a:lnTo>
                  <a:lnTo>
                    <a:pt x="62" y="109"/>
                  </a:lnTo>
                  <a:lnTo>
                    <a:pt x="64" y="109"/>
                  </a:lnTo>
                  <a:lnTo>
                    <a:pt x="68" y="108"/>
                  </a:lnTo>
                  <a:lnTo>
                    <a:pt x="70" y="108"/>
                  </a:lnTo>
                  <a:lnTo>
                    <a:pt x="73" y="107"/>
                  </a:lnTo>
                  <a:lnTo>
                    <a:pt x="75" y="105"/>
                  </a:lnTo>
                  <a:lnTo>
                    <a:pt x="78" y="104"/>
                  </a:lnTo>
                  <a:lnTo>
                    <a:pt x="80" y="103"/>
                  </a:lnTo>
                  <a:lnTo>
                    <a:pt x="82" y="102"/>
                  </a:lnTo>
                  <a:lnTo>
                    <a:pt x="85" y="101"/>
                  </a:lnTo>
                  <a:lnTo>
                    <a:pt x="86" y="99"/>
                  </a:lnTo>
                  <a:lnTo>
                    <a:pt x="88" y="97"/>
                  </a:lnTo>
                  <a:lnTo>
                    <a:pt x="91" y="96"/>
                  </a:lnTo>
                  <a:lnTo>
                    <a:pt x="92" y="93"/>
                  </a:lnTo>
                  <a:lnTo>
                    <a:pt x="94" y="92"/>
                  </a:lnTo>
                  <a:lnTo>
                    <a:pt x="96" y="90"/>
                  </a:lnTo>
                  <a:lnTo>
                    <a:pt x="98" y="87"/>
                  </a:lnTo>
                  <a:lnTo>
                    <a:pt x="99" y="86"/>
                  </a:lnTo>
                  <a:lnTo>
                    <a:pt x="100" y="84"/>
                  </a:lnTo>
                  <a:lnTo>
                    <a:pt x="102" y="81"/>
                  </a:lnTo>
                  <a:lnTo>
                    <a:pt x="103" y="79"/>
                  </a:lnTo>
                  <a:lnTo>
                    <a:pt x="104" y="77"/>
                  </a:lnTo>
                  <a:lnTo>
                    <a:pt x="105" y="74"/>
                  </a:lnTo>
                  <a:lnTo>
                    <a:pt x="106" y="72"/>
                  </a:lnTo>
                  <a:lnTo>
                    <a:pt x="106" y="68"/>
                  </a:lnTo>
                  <a:lnTo>
                    <a:pt x="108" y="66"/>
                  </a:lnTo>
                  <a:lnTo>
                    <a:pt x="108" y="63"/>
                  </a:lnTo>
                  <a:lnTo>
                    <a:pt x="109" y="61"/>
                  </a:lnTo>
                  <a:lnTo>
                    <a:pt x="109" y="57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9" y="49"/>
                  </a:lnTo>
                  <a:lnTo>
                    <a:pt x="108" y="47"/>
                  </a:lnTo>
                  <a:lnTo>
                    <a:pt x="108" y="44"/>
                  </a:lnTo>
                  <a:lnTo>
                    <a:pt x="106" y="42"/>
                  </a:lnTo>
                  <a:lnTo>
                    <a:pt x="106" y="38"/>
                  </a:lnTo>
                  <a:lnTo>
                    <a:pt x="105" y="36"/>
                  </a:lnTo>
                  <a:lnTo>
                    <a:pt x="104" y="33"/>
                  </a:lnTo>
                  <a:lnTo>
                    <a:pt x="103" y="31"/>
                  </a:lnTo>
                  <a:lnTo>
                    <a:pt x="102" y="29"/>
                  </a:lnTo>
                  <a:lnTo>
                    <a:pt x="100" y="26"/>
                  </a:lnTo>
                  <a:lnTo>
                    <a:pt x="99" y="24"/>
                  </a:lnTo>
                  <a:lnTo>
                    <a:pt x="98" y="23"/>
                  </a:lnTo>
                  <a:lnTo>
                    <a:pt x="96" y="20"/>
                  </a:lnTo>
                  <a:lnTo>
                    <a:pt x="94" y="18"/>
                  </a:lnTo>
                  <a:lnTo>
                    <a:pt x="92" y="17"/>
                  </a:lnTo>
                  <a:lnTo>
                    <a:pt x="91" y="14"/>
                  </a:lnTo>
                  <a:lnTo>
                    <a:pt x="88" y="13"/>
                  </a:lnTo>
                  <a:lnTo>
                    <a:pt x="86" y="11"/>
                  </a:lnTo>
                  <a:lnTo>
                    <a:pt x="85" y="9"/>
                  </a:lnTo>
                  <a:lnTo>
                    <a:pt x="82" y="8"/>
                  </a:lnTo>
                  <a:lnTo>
                    <a:pt x="80" y="7"/>
                  </a:lnTo>
                  <a:lnTo>
                    <a:pt x="78" y="6"/>
                  </a:lnTo>
                  <a:lnTo>
                    <a:pt x="75" y="5"/>
                  </a:lnTo>
                  <a:lnTo>
                    <a:pt x="73" y="3"/>
                  </a:lnTo>
                  <a:lnTo>
                    <a:pt x="70" y="2"/>
                  </a:lnTo>
                  <a:lnTo>
                    <a:pt x="68" y="2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3" y="1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4" y="3"/>
                  </a:lnTo>
                  <a:lnTo>
                    <a:pt x="32" y="5"/>
                  </a:lnTo>
                  <a:lnTo>
                    <a:pt x="30" y="6"/>
                  </a:lnTo>
                  <a:lnTo>
                    <a:pt x="27" y="7"/>
                  </a:lnTo>
                  <a:lnTo>
                    <a:pt x="25" y="8"/>
                  </a:lnTo>
                  <a:lnTo>
                    <a:pt x="24" y="9"/>
                  </a:lnTo>
                  <a:lnTo>
                    <a:pt x="21" y="11"/>
                  </a:lnTo>
                  <a:lnTo>
                    <a:pt x="19" y="13"/>
                  </a:lnTo>
                  <a:lnTo>
                    <a:pt x="16" y="14"/>
                  </a:lnTo>
                  <a:lnTo>
                    <a:pt x="15" y="17"/>
                  </a:lnTo>
                  <a:lnTo>
                    <a:pt x="13" y="18"/>
                  </a:lnTo>
                  <a:lnTo>
                    <a:pt x="12" y="20"/>
                  </a:lnTo>
                  <a:lnTo>
                    <a:pt x="10" y="23"/>
                  </a:lnTo>
                  <a:lnTo>
                    <a:pt x="8" y="24"/>
                  </a:lnTo>
                  <a:lnTo>
                    <a:pt x="7" y="26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3" y="33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1" y="42"/>
                  </a:lnTo>
                  <a:lnTo>
                    <a:pt x="0" y="44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0" y="55"/>
                  </a:lnTo>
                </a:path>
              </a:pathLst>
            </a:custGeom>
            <a:solidFill>
              <a:schemeClr val="bg1"/>
            </a:solidFill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249">
              <a:extLst>
                <a:ext uri="{FF2B5EF4-FFF2-40B4-BE49-F238E27FC236}">
                  <a16:creationId xmlns:a16="http://schemas.microsoft.com/office/drawing/2014/main" id="{C09DBBEA-5551-42C8-8C28-4C9018600C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73438" y="4811713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4" name="Rectangle 250">
              <a:extLst>
                <a:ext uri="{FF2B5EF4-FFF2-40B4-BE49-F238E27FC236}">
                  <a16:creationId xmlns:a16="http://schemas.microsoft.com/office/drawing/2014/main" id="{31BB66A9-4585-4404-96AB-0C5ACA0184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075" y="4143375"/>
              <a:ext cx="1412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5" name="Rectangle 251">
              <a:extLst>
                <a:ext uri="{FF2B5EF4-FFF2-40B4-BE49-F238E27FC236}">
                  <a16:creationId xmlns:a16="http://schemas.microsoft.com/office/drawing/2014/main" id="{30C332C4-4716-4AD6-ADE8-11A0BFE802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25" y="4230688"/>
              <a:ext cx="127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1</a:t>
              </a: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6" name="Rectangle 252">
              <a:extLst>
                <a:ext uri="{FF2B5EF4-FFF2-40B4-BE49-F238E27FC236}">
                  <a16:creationId xmlns:a16="http://schemas.microsoft.com/office/drawing/2014/main" id="{8D468588-4923-4F35-A6D1-0B03D68D3F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6075" y="5464175"/>
              <a:ext cx="1412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7" name="Rectangle 253">
              <a:extLst>
                <a:ext uri="{FF2B5EF4-FFF2-40B4-BE49-F238E27FC236}">
                  <a16:creationId xmlns:a16="http://schemas.microsoft.com/office/drawing/2014/main" id="{8E9C3C36-C157-42CE-BE7F-F49098D5AE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625" y="5553075"/>
              <a:ext cx="1270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>
                  <a:solidFill>
                    <a:srgbClr val="000000"/>
                  </a:solidFill>
                  <a:latin typeface="Times-Roman" charset="0"/>
                </a:rPr>
                <a:t>2</a:t>
              </a: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8" name="Freeform 254">
              <a:extLst>
                <a:ext uri="{FF2B5EF4-FFF2-40B4-BE49-F238E27FC236}">
                  <a16:creationId xmlns:a16="http://schemas.microsoft.com/office/drawing/2014/main" id="{897F251F-DBF1-4016-8496-7A83F654DF6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38238" y="4529336"/>
              <a:ext cx="274637" cy="3175"/>
            </a:xfrm>
            <a:custGeom>
              <a:avLst/>
              <a:gdLst>
                <a:gd name="T0" fmla="*/ 2147483646 w 360"/>
                <a:gd name="T1" fmla="*/ 0 h 3175"/>
                <a:gd name="T2" fmla="*/ 0 w 360"/>
                <a:gd name="T3" fmla="*/ 0 h 3175"/>
                <a:gd name="T4" fmla="*/ 2147483646 w 360"/>
                <a:gd name="T5" fmla="*/ 0 h 3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3175">
                  <a:moveTo>
                    <a:pt x="360" y="0"/>
                  </a:moveTo>
                  <a:lnTo>
                    <a:pt x="0" y="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56">
              <a:extLst>
                <a:ext uri="{FF2B5EF4-FFF2-40B4-BE49-F238E27FC236}">
                  <a16:creationId xmlns:a16="http://schemas.microsoft.com/office/drawing/2014/main" id="{14387776-FABC-404A-9EC3-790AF66A700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38238" y="4257675"/>
              <a:ext cx="274637" cy="1588"/>
            </a:xfrm>
            <a:custGeom>
              <a:avLst/>
              <a:gdLst>
                <a:gd name="T0" fmla="*/ 2147483646 w 360"/>
                <a:gd name="T1" fmla="*/ 0 h 1588"/>
                <a:gd name="T2" fmla="*/ 0 w 360"/>
                <a:gd name="T3" fmla="*/ 0 h 1588"/>
                <a:gd name="T4" fmla="*/ 2147483646 w 360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1588">
                  <a:moveTo>
                    <a:pt x="360" y="0"/>
                  </a:moveTo>
                  <a:lnTo>
                    <a:pt x="0" y="0"/>
                  </a:lnTo>
                  <a:lnTo>
                    <a:pt x="36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257">
              <a:extLst>
                <a:ext uri="{FF2B5EF4-FFF2-40B4-BE49-F238E27FC236}">
                  <a16:creationId xmlns:a16="http://schemas.microsoft.com/office/drawing/2014/main" id="{0C39308E-19B6-473D-B0C4-4FE8EBB4197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138238" y="4257675"/>
              <a:ext cx="274637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8">
              <a:extLst>
                <a:ext uri="{FF2B5EF4-FFF2-40B4-BE49-F238E27FC236}">
                  <a16:creationId xmlns:a16="http://schemas.microsoft.com/office/drawing/2014/main" id="{23EE9137-4101-49C8-A16D-2998048D27F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1838" y="5291138"/>
              <a:ext cx="34925" cy="38100"/>
            </a:xfrm>
            <a:custGeom>
              <a:avLst/>
              <a:gdLst>
                <a:gd name="T0" fmla="*/ 2147483646 w 48"/>
                <a:gd name="T1" fmla="*/ 0 h 48"/>
                <a:gd name="T2" fmla="*/ 2147483646 w 48"/>
                <a:gd name="T3" fmla="*/ 0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2147483646 w 48"/>
                <a:gd name="T19" fmla="*/ 2147483646 h 48"/>
                <a:gd name="T20" fmla="*/ 0 w 48"/>
                <a:gd name="T21" fmla="*/ 2147483646 h 48"/>
                <a:gd name="T22" fmla="*/ 0 w 48"/>
                <a:gd name="T23" fmla="*/ 2147483646 h 48"/>
                <a:gd name="T24" fmla="*/ 2147483646 w 48"/>
                <a:gd name="T25" fmla="*/ 2147483646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0 h 48"/>
                <a:gd name="T86" fmla="*/ 2147483646 w 48"/>
                <a:gd name="T87" fmla="*/ 0 h 48"/>
                <a:gd name="T88" fmla="*/ 2147483646 w 48"/>
                <a:gd name="T89" fmla="*/ 2147483646 h 4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8" h="48">
                  <a:moveTo>
                    <a:pt x="24" y="24"/>
                  </a:moveTo>
                  <a:lnTo>
                    <a:pt x="24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1"/>
                  </a:lnTo>
                  <a:lnTo>
                    <a:pt x="16" y="2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8" y="6"/>
                  </a:lnTo>
                  <a:lnTo>
                    <a:pt x="7" y="7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9"/>
                  </a:lnTo>
                  <a:lnTo>
                    <a:pt x="5" y="10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0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1" y="30"/>
                  </a:lnTo>
                  <a:lnTo>
                    <a:pt x="1" y="31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2" y="34"/>
                  </a:lnTo>
                  <a:lnTo>
                    <a:pt x="4" y="36"/>
                  </a:lnTo>
                  <a:lnTo>
                    <a:pt x="5" y="37"/>
                  </a:lnTo>
                  <a:lnTo>
                    <a:pt x="5" y="38"/>
                  </a:lnTo>
                  <a:lnTo>
                    <a:pt x="6" y="39"/>
                  </a:lnTo>
                  <a:lnTo>
                    <a:pt x="7" y="40"/>
                  </a:lnTo>
                  <a:lnTo>
                    <a:pt x="8" y="42"/>
                  </a:lnTo>
                  <a:lnTo>
                    <a:pt x="10" y="43"/>
                  </a:lnTo>
                  <a:lnTo>
                    <a:pt x="11" y="44"/>
                  </a:lnTo>
                  <a:lnTo>
                    <a:pt x="12" y="44"/>
                  </a:lnTo>
                  <a:lnTo>
                    <a:pt x="13" y="45"/>
                  </a:lnTo>
                  <a:lnTo>
                    <a:pt x="14" y="45"/>
                  </a:lnTo>
                  <a:lnTo>
                    <a:pt x="16" y="46"/>
                  </a:lnTo>
                  <a:lnTo>
                    <a:pt x="17" y="46"/>
                  </a:lnTo>
                  <a:lnTo>
                    <a:pt x="18" y="46"/>
                  </a:lnTo>
                  <a:lnTo>
                    <a:pt x="19" y="48"/>
                  </a:lnTo>
                  <a:lnTo>
                    <a:pt x="20" y="48"/>
                  </a:lnTo>
                  <a:lnTo>
                    <a:pt x="22" y="48"/>
                  </a:lnTo>
                  <a:lnTo>
                    <a:pt x="23" y="48"/>
                  </a:lnTo>
                  <a:lnTo>
                    <a:pt x="24" y="48"/>
                  </a:lnTo>
                  <a:lnTo>
                    <a:pt x="25" y="48"/>
                  </a:lnTo>
                  <a:lnTo>
                    <a:pt x="26" y="48"/>
                  </a:lnTo>
                  <a:lnTo>
                    <a:pt x="28" y="48"/>
                  </a:lnTo>
                  <a:lnTo>
                    <a:pt x="29" y="48"/>
                  </a:lnTo>
                  <a:lnTo>
                    <a:pt x="30" y="46"/>
                  </a:lnTo>
                  <a:lnTo>
                    <a:pt x="31" y="46"/>
                  </a:lnTo>
                  <a:lnTo>
                    <a:pt x="32" y="46"/>
                  </a:lnTo>
                  <a:lnTo>
                    <a:pt x="34" y="46"/>
                  </a:lnTo>
                  <a:lnTo>
                    <a:pt x="35" y="45"/>
                  </a:lnTo>
                  <a:lnTo>
                    <a:pt x="36" y="45"/>
                  </a:lnTo>
                  <a:lnTo>
                    <a:pt x="37" y="44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40" y="43"/>
                  </a:lnTo>
                  <a:lnTo>
                    <a:pt x="41" y="42"/>
                  </a:lnTo>
                  <a:lnTo>
                    <a:pt x="41" y="40"/>
                  </a:lnTo>
                  <a:lnTo>
                    <a:pt x="42" y="40"/>
                  </a:lnTo>
                  <a:lnTo>
                    <a:pt x="43" y="39"/>
                  </a:lnTo>
                  <a:lnTo>
                    <a:pt x="43" y="38"/>
                  </a:lnTo>
                  <a:lnTo>
                    <a:pt x="44" y="37"/>
                  </a:lnTo>
                  <a:lnTo>
                    <a:pt x="44" y="36"/>
                  </a:lnTo>
                  <a:lnTo>
                    <a:pt x="46" y="36"/>
                  </a:lnTo>
                  <a:lnTo>
                    <a:pt x="46" y="34"/>
                  </a:lnTo>
                  <a:lnTo>
                    <a:pt x="47" y="33"/>
                  </a:lnTo>
                  <a:lnTo>
                    <a:pt x="47" y="32"/>
                  </a:lnTo>
                  <a:lnTo>
                    <a:pt x="47" y="31"/>
                  </a:lnTo>
                  <a:lnTo>
                    <a:pt x="48" y="30"/>
                  </a:lnTo>
                  <a:lnTo>
                    <a:pt x="48" y="28"/>
                  </a:lnTo>
                  <a:lnTo>
                    <a:pt x="48" y="27"/>
                  </a:lnTo>
                  <a:lnTo>
                    <a:pt x="48" y="26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2"/>
                  </a:lnTo>
                  <a:lnTo>
                    <a:pt x="48" y="21"/>
                  </a:lnTo>
                  <a:lnTo>
                    <a:pt x="48" y="20"/>
                  </a:lnTo>
                  <a:lnTo>
                    <a:pt x="48" y="19"/>
                  </a:lnTo>
                  <a:lnTo>
                    <a:pt x="48" y="18"/>
                  </a:lnTo>
                  <a:lnTo>
                    <a:pt x="47" y="16"/>
                  </a:lnTo>
                  <a:lnTo>
                    <a:pt x="47" y="15"/>
                  </a:lnTo>
                  <a:lnTo>
                    <a:pt x="47" y="14"/>
                  </a:lnTo>
                  <a:lnTo>
                    <a:pt x="46" y="13"/>
                  </a:lnTo>
                  <a:lnTo>
                    <a:pt x="44" y="12"/>
                  </a:lnTo>
                  <a:lnTo>
                    <a:pt x="44" y="10"/>
                  </a:lnTo>
                  <a:lnTo>
                    <a:pt x="43" y="9"/>
                  </a:lnTo>
                  <a:lnTo>
                    <a:pt x="43" y="8"/>
                  </a:lnTo>
                  <a:lnTo>
                    <a:pt x="42" y="8"/>
                  </a:lnTo>
                  <a:lnTo>
                    <a:pt x="41" y="7"/>
                  </a:lnTo>
                  <a:lnTo>
                    <a:pt x="41" y="6"/>
                  </a:lnTo>
                  <a:lnTo>
                    <a:pt x="40" y="6"/>
                  </a:lnTo>
                  <a:lnTo>
                    <a:pt x="38" y="4"/>
                  </a:lnTo>
                  <a:lnTo>
                    <a:pt x="37" y="3"/>
                  </a:lnTo>
                  <a:lnTo>
                    <a:pt x="36" y="3"/>
                  </a:lnTo>
                  <a:lnTo>
                    <a:pt x="35" y="2"/>
                  </a:lnTo>
                  <a:lnTo>
                    <a:pt x="34" y="2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259">
              <a:extLst>
                <a:ext uri="{FF2B5EF4-FFF2-40B4-BE49-F238E27FC236}">
                  <a16:creationId xmlns:a16="http://schemas.microsoft.com/office/drawing/2014/main" id="{E096C0EA-D81A-4C88-8FCB-147E9BF0A1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2338" y="4792663"/>
              <a:ext cx="2746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260">
              <a:extLst>
                <a:ext uri="{FF2B5EF4-FFF2-40B4-BE49-F238E27FC236}">
                  <a16:creationId xmlns:a16="http://schemas.microsoft.com/office/drawing/2014/main" id="{4962C2E4-A54A-4D45-914C-5F3A915522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92338" y="5051425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261">
              <a:extLst>
                <a:ext uri="{FF2B5EF4-FFF2-40B4-BE49-F238E27FC236}">
                  <a16:creationId xmlns:a16="http://schemas.microsoft.com/office/drawing/2014/main" id="{21A1234F-E0A5-44F0-AFC8-423CA8CE98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986088" y="4921250"/>
              <a:ext cx="1397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62">
              <a:extLst>
                <a:ext uri="{FF2B5EF4-FFF2-40B4-BE49-F238E27FC236}">
                  <a16:creationId xmlns:a16="http://schemas.microsoft.com/office/drawing/2014/main" id="{56483DCD-C1D3-4D2C-8B39-902EC5AABD3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12938" y="5440363"/>
              <a:ext cx="147637" cy="1587"/>
            </a:xfrm>
            <a:custGeom>
              <a:avLst/>
              <a:gdLst>
                <a:gd name="T0" fmla="*/ 2147483646 w 192"/>
                <a:gd name="T1" fmla="*/ 0 h 1587"/>
                <a:gd name="T2" fmla="*/ 0 w 192"/>
                <a:gd name="T3" fmla="*/ 0 h 1587"/>
                <a:gd name="T4" fmla="*/ 2147483646 w 192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587">
                  <a:moveTo>
                    <a:pt x="192" y="0"/>
                  </a:moveTo>
                  <a:lnTo>
                    <a:pt x="0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263">
              <a:extLst>
                <a:ext uri="{FF2B5EF4-FFF2-40B4-BE49-F238E27FC236}">
                  <a16:creationId xmlns:a16="http://schemas.microsoft.com/office/drawing/2014/main" id="{35B7C9BD-4A54-4DCC-8769-6A0D0B99C73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912938" y="5440363"/>
              <a:ext cx="147637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64">
              <a:extLst>
                <a:ext uri="{FF2B5EF4-FFF2-40B4-BE49-F238E27FC236}">
                  <a16:creationId xmlns:a16="http://schemas.microsoft.com/office/drawing/2014/main" id="{4542A02E-8D32-4825-A561-59BC618480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60575" y="4386263"/>
              <a:ext cx="131763" cy="406400"/>
            </a:xfrm>
            <a:custGeom>
              <a:avLst/>
              <a:gdLst>
                <a:gd name="T0" fmla="*/ 2147483646 w 168"/>
                <a:gd name="T1" fmla="*/ 2147483646 h 528"/>
                <a:gd name="T2" fmla="*/ 2147483646 w 168"/>
                <a:gd name="T3" fmla="*/ 0 h 528"/>
                <a:gd name="T4" fmla="*/ 0 w 168"/>
                <a:gd name="T5" fmla="*/ 0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28">
                  <a:moveTo>
                    <a:pt x="168" y="528"/>
                  </a:moveTo>
                  <a:lnTo>
                    <a:pt x="168" y="0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65">
              <a:extLst>
                <a:ext uri="{FF2B5EF4-FFF2-40B4-BE49-F238E27FC236}">
                  <a16:creationId xmlns:a16="http://schemas.microsoft.com/office/drawing/2014/main" id="{6432A671-3723-4067-8C60-90608EB18B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60575" y="5051425"/>
              <a:ext cx="131763" cy="388938"/>
            </a:xfrm>
            <a:custGeom>
              <a:avLst/>
              <a:gdLst>
                <a:gd name="T0" fmla="*/ 2147483646 w 168"/>
                <a:gd name="T1" fmla="*/ 0 h 504"/>
                <a:gd name="T2" fmla="*/ 2147483646 w 168"/>
                <a:gd name="T3" fmla="*/ 2147483646 h 504"/>
                <a:gd name="T4" fmla="*/ 0 w 168"/>
                <a:gd name="T5" fmla="*/ 2147483646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04">
                  <a:moveTo>
                    <a:pt x="168" y="0"/>
                  </a:moveTo>
                  <a:lnTo>
                    <a:pt x="168" y="504"/>
                  </a:lnTo>
                  <a:lnTo>
                    <a:pt x="0" y="50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266">
              <a:extLst>
                <a:ext uri="{FF2B5EF4-FFF2-40B4-BE49-F238E27FC236}">
                  <a16:creationId xmlns:a16="http://schemas.microsoft.com/office/drawing/2014/main" id="{2E75DCD9-2C8E-4271-82A4-18D52D0D9D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114675" y="4921250"/>
              <a:ext cx="12858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267">
              <a:extLst>
                <a:ext uri="{FF2B5EF4-FFF2-40B4-BE49-F238E27FC236}">
                  <a16:creationId xmlns:a16="http://schemas.microsoft.com/office/drawing/2014/main" id="{1AB08836-F585-41DB-8D89-E7E78EDDF0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50888" y="4524375"/>
              <a:ext cx="3873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268">
              <a:extLst>
                <a:ext uri="{FF2B5EF4-FFF2-40B4-BE49-F238E27FC236}">
                  <a16:creationId xmlns:a16="http://schemas.microsoft.com/office/drawing/2014/main" id="{AE0CCEF9-E16B-4F98-82AD-ECB71360AB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00075" y="4257675"/>
              <a:ext cx="538163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Rectangle 269">
              <a:extLst>
                <a:ext uri="{FF2B5EF4-FFF2-40B4-BE49-F238E27FC236}">
                  <a16:creationId xmlns:a16="http://schemas.microsoft.com/office/drawing/2014/main" id="{5B72C5BE-5878-4039-889F-46A591AE77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763" y="5202238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03" name="Line 270">
              <a:extLst>
                <a:ext uri="{FF2B5EF4-FFF2-40B4-BE49-F238E27FC236}">
                  <a16:creationId xmlns:a16="http://schemas.microsoft.com/office/drawing/2014/main" id="{8ADC9D1C-283A-44A4-BA6A-8D7FF6F74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425" y="5310188"/>
              <a:ext cx="7985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Line 271">
              <a:extLst>
                <a:ext uri="{FF2B5EF4-FFF2-40B4-BE49-F238E27FC236}">
                  <a16:creationId xmlns:a16="http://schemas.microsoft.com/office/drawing/2014/main" id="{72FA9D5F-D25F-495E-ACE1-938426F36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488" y="5580063"/>
              <a:ext cx="800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Line 272">
              <a:extLst>
                <a:ext uri="{FF2B5EF4-FFF2-40B4-BE49-F238E27FC236}">
                  <a16:creationId xmlns:a16="http://schemas.microsoft.com/office/drawing/2014/main" id="{A5D2CB66-D6FA-4DA0-81B2-63DB332898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8338" y="4386263"/>
              <a:ext cx="1222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6" name="Group 273">
              <a:extLst>
                <a:ext uri="{FF2B5EF4-FFF2-40B4-BE49-F238E27FC236}">
                  <a16:creationId xmlns:a16="http://schemas.microsoft.com/office/drawing/2014/main" id="{D55106CC-650E-46D5-9B59-45462AFDE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0813" y="4162425"/>
              <a:ext cx="517525" cy="442913"/>
              <a:chOff x="3435" y="821"/>
              <a:chExt cx="421" cy="354"/>
            </a:xfrm>
          </p:grpSpPr>
          <p:sp>
            <p:nvSpPr>
              <p:cNvPr id="134" name="Line 274">
                <a:extLst>
                  <a:ext uri="{FF2B5EF4-FFF2-40B4-BE49-F238E27FC236}">
                    <a16:creationId xmlns:a16="http://schemas.microsoft.com/office/drawing/2014/main" id="{1CEC7CE7-5BF5-4D45-AE0D-EA6B838F7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5" name="Line 275">
                <a:extLst>
                  <a:ext uri="{FF2B5EF4-FFF2-40B4-BE49-F238E27FC236}">
                    <a16:creationId xmlns:a16="http://schemas.microsoft.com/office/drawing/2014/main" id="{7BFD26BA-AD73-4B9E-B455-AD9DF672D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4"/>
                <a:ext cx="0" cy="351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6" name="Arc 276">
                <a:extLst>
                  <a:ext uri="{FF2B5EF4-FFF2-40B4-BE49-F238E27FC236}">
                    <a16:creationId xmlns:a16="http://schemas.microsoft.com/office/drawing/2014/main" id="{779D5FBB-FB3A-4000-919D-A742907E1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7" name="Arc 277">
                <a:extLst>
                  <a:ext uri="{FF2B5EF4-FFF2-40B4-BE49-F238E27FC236}">
                    <a16:creationId xmlns:a16="http://schemas.microsoft.com/office/drawing/2014/main" id="{74363FB9-4035-41B7-AF5F-348DE2BA2C1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8" name="Line 278">
                <a:extLst>
                  <a:ext uri="{FF2B5EF4-FFF2-40B4-BE49-F238E27FC236}">
                    <a16:creationId xmlns:a16="http://schemas.microsoft.com/office/drawing/2014/main" id="{6366EC91-BEB8-4955-BCB2-A015891E2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7" name="Group 279">
              <a:extLst>
                <a:ext uri="{FF2B5EF4-FFF2-40B4-BE49-F238E27FC236}">
                  <a16:creationId xmlns:a16="http://schemas.microsoft.com/office/drawing/2014/main" id="{A25A3F63-5BA2-4B75-B039-2CB0149753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238" y="5218113"/>
              <a:ext cx="520700" cy="442912"/>
              <a:chOff x="3435" y="821"/>
              <a:chExt cx="421" cy="354"/>
            </a:xfrm>
          </p:grpSpPr>
          <p:sp>
            <p:nvSpPr>
              <p:cNvPr id="129" name="Line 280">
                <a:extLst>
                  <a:ext uri="{FF2B5EF4-FFF2-40B4-BE49-F238E27FC236}">
                    <a16:creationId xmlns:a16="http://schemas.microsoft.com/office/drawing/2014/main" id="{D6285C68-F184-4B25-A826-081A4C2A1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0" name="Line 281">
                <a:extLst>
                  <a:ext uri="{FF2B5EF4-FFF2-40B4-BE49-F238E27FC236}">
                    <a16:creationId xmlns:a16="http://schemas.microsoft.com/office/drawing/2014/main" id="{A4E73B10-6503-4DB1-88F0-D544368D9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4"/>
                <a:ext cx="0" cy="351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1" name="Arc 282">
                <a:extLst>
                  <a:ext uri="{FF2B5EF4-FFF2-40B4-BE49-F238E27FC236}">
                    <a16:creationId xmlns:a16="http://schemas.microsoft.com/office/drawing/2014/main" id="{F3DF9190-CE13-4561-859A-3F70A897E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Arc 283">
                <a:extLst>
                  <a:ext uri="{FF2B5EF4-FFF2-40B4-BE49-F238E27FC236}">
                    <a16:creationId xmlns:a16="http://schemas.microsoft.com/office/drawing/2014/main" id="{9A0CD453-A05E-4EEC-A0EF-CBE97AA24FF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" name="Line 284">
                <a:extLst>
                  <a:ext uri="{FF2B5EF4-FFF2-40B4-BE49-F238E27FC236}">
                    <a16:creationId xmlns:a16="http://schemas.microsoft.com/office/drawing/2014/main" id="{D1FBB67D-934F-4E19-9E1F-06E8FBDE0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8" name="Group 285">
              <a:extLst>
                <a:ext uri="{FF2B5EF4-FFF2-40B4-BE49-F238E27FC236}">
                  <a16:creationId xmlns:a16="http://schemas.microsoft.com/office/drawing/2014/main" id="{6D99839C-AB13-4AC7-AF52-B46EED1B4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0938" y="4691063"/>
              <a:ext cx="565150" cy="463550"/>
              <a:chOff x="3108" y="782"/>
              <a:chExt cx="436" cy="345"/>
            </a:xfrm>
          </p:grpSpPr>
          <p:sp>
            <p:nvSpPr>
              <p:cNvPr id="125" name="Freeform 286">
                <a:extLst>
                  <a:ext uri="{FF2B5EF4-FFF2-40B4-BE49-F238E27FC236}">
                    <a16:creationId xmlns:a16="http://schemas.microsoft.com/office/drawing/2014/main" id="{BF48C2DE-F7B3-47E0-84A7-4F71E7C7FB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" y="782"/>
                <a:ext cx="430" cy="172"/>
              </a:xfrm>
              <a:custGeom>
                <a:avLst/>
                <a:gdLst>
                  <a:gd name="T0" fmla="*/ 1 w 717"/>
                  <a:gd name="T1" fmla="*/ 1 h 286"/>
                  <a:gd name="T2" fmla="*/ 1 w 717"/>
                  <a:gd name="T3" fmla="*/ 1 h 286"/>
                  <a:gd name="T4" fmla="*/ 1 w 717"/>
                  <a:gd name="T5" fmla="*/ 1 h 286"/>
                  <a:gd name="T6" fmla="*/ 1 w 717"/>
                  <a:gd name="T7" fmla="*/ 1 h 286"/>
                  <a:gd name="T8" fmla="*/ 1 w 717"/>
                  <a:gd name="T9" fmla="*/ 1 h 286"/>
                  <a:gd name="T10" fmla="*/ 1 w 717"/>
                  <a:gd name="T11" fmla="*/ 1 h 286"/>
                  <a:gd name="T12" fmla="*/ 1 w 717"/>
                  <a:gd name="T13" fmla="*/ 1 h 286"/>
                  <a:gd name="T14" fmla="*/ 1 w 717"/>
                  <a:gd name="T15" fmla="*/ 1 h 286"/>
                  <a:gd name="T16" fmla="*/ 1 w 717"/>
                  <a:gd name="T17" fmla="*/ 1 h 286"/>
                  <a:gd name="T18" fmla="*/ 1 w 717"/>
                  <a:gd name="T19" fmla="*/ 1 h 286"/>
                  <a:gd name="T20" fmla="*/ 1 w 717"/>
                  <a:gd name="T21" fmla="*/ 1 h 286"/>
                  <a:gd name="T22" fmla="*/ 1 w 717"/>
                  <a:gd name="T23" fmla="*/ 1 h 286"/>
                  <a:gd name="T24" fmla="*/ 1 w 717"/>
                  <a:gd name="T25" fmla="*/ 1 h 286"/>
                  <a:gd name="T26" fmla="*/ 1 w 717"/>
                  <a:gd name="T27" fmla="*/ 1 h 286"/>
                  <a:gd name="T28" fmla="*/ 1 w 717"/>
                  <a:gd name="T29" fmla="*/ 1 h 286"/>
                  <a:gd name="T30" fmla="*/ 1 w 717"/>
                  <a:gd name="T31" fmla="*/ 1 h 286"/>
                  <a:gd name="T32" fmla="*/ 1 w 717"/>
                  <a:gd name="T33" fmla="*/ 1 h 286"/>
                  <a:gd name="T34" fmla="*/ 1 w 717"/>
                  <a:gd name="T35" fmla="*/ 1 h 286"/>
                  <a:gd name="T36" fmla="*/ 1 w 717"/>
                  <a:gd name="T37" fmla="*/ 1 h 286"/>
                  <a:gd name="T38" fmla="*/ 1 w 717"/>
                  <a:gd name="T39" fmla="*/ 1 h 286"/>
                  <a:gd name="T40" fmla="*/ 1 w 717"/>
                  <a:gd name="T41" fmla="*/ 1 h 286"/>
                  <a:gd name="T42" fmla="*/ 1 w 717"/>
                  <a:gd name="T43" fmla="*/ 1 h 286"/>
                  <a:gd name="T44" fmla="*/ 1 w 717"/>
                  <a:gd name="T45" fmla="*/ 1 h 286"/>
                  <a:gd name="T46" fmla="*/ 1 w 717"/>
                  <a:gd name="T47" fmla="*/ 1 h 286"/>
                  <a:gd name="T48" fmla="*/ 1 w 717"/>
                  <a:gd name="T49" fmla="*/ 1 h 286"/>
                  <a:gd name="T50" fmla="*/ 1 w 717"/>
                  <a:gd name="T51" fmla="*/ 1 h 286"/>
                  <a:gd name="T52" fmla="*/ 1 w 717"/>
                  <a:gd name="T53" fmla="*/ 1 h 286"/>
                  <a:gd name="T54" fmla="*/ 1 w 717"/>
                  <a:gd name="T55" fmla="*/ 1 h 286"/>
                  <a:gd name="T56" fmla="*/ 1 w 717"/>
                  <a:gd name="T57" fmla="*/ 1 h 286"/>
                  <a:gd name="T58" fmla="*/ 1 w 717"/>
                  <a:gd name="T59" fmla="*/ 1 h 286"/>
                  <a:gd name="T60" fmla="*/ 1 w 717"/>
                  <a:gd name="T61" fmla="*/ 1 h 286"/>
                  <a:gd name="T62" fmla="*/ 1 w 717"/>
                  <a:gd name="T63" fmla="*/ 1 h 286"/>
                  <a:gd name="T64" fmla="*/ 1 w 717"/>
                  <a:gd name="T65" fmla="*/ 1 h 286"/>
                  <a:gd name="T66" fmla="*/ 1 w 717"/>
                  <a:gd name="T67" fmla="*/ 1 h 286"/>
                  <a:gd name="T68" fmla="*/ 1 w 717"/>
                  <a:gd name="T69" fmla="*/ 1 h 286"/>
                  <a:gd name="T70" fmla="*/ 1 w 717"/>
                  <a:gd name="T71" fmla="*/ 1 h 286"/>
                  <a:gd name="T72" fmla="*/ 1 w 717"/>
                  <a:gd name="T73" fmla="*/ 1 h 286"/>
                  <a:gd name="T74" fmla="*/ 1 w 717"/>
                  <a:gd name="T75" fmla="*/ 1 h 286"/>
                  <a:gd name="T76" fmla="*/ 1 w 717"/>
                  <a:gd name="T77" fmla="*/ 1 h 286"/>
                  <a:gd name="T78" fmla="*/ 1 w 717"/>
                  <a:gd name="T79" fmla="*/ 1 h 286"/>
                  <a:gd name="T80" fmla="*/ 1 w 717"/>
                  <a:gd name="T81" fmla="*/ 1 h 286"/>
                  <a:gd name="T82" fmla="*/ 1 w 717"/>
                  <a:gd name="T83" fmla="*/ 1 h 286"/>
                  <a:gd name="T84" fmla="*/ 1 w 717"/>
                  <a:gd name="T85" fmla="*/ 1 h 286"/>
                  <a:gd name="T86" fmla="*/ 1 w 717"/>
                  <a:gd name="T87" fmla="*/ 1 h 286"/>
                  <a:gd name="T88" fmla="*/ 1 w 717"/>
                  <a:gd name="T89" fmla="*/ 1 h 286"/>
                  <a:gd name="T90" fmla="*/ 1 w 717"/>
                  <a:gd name="T91" fmla="*/ 1 h 286"/>
                  <a:gd name="T92" fmla="*/ 1 w 717"/>
                  <a:gd name="T93" fmla="*/ 1 h 286"/>
                  <a:gd name="T94" fmla="*/ 1 w 717"/>
                  <a:gd name="T95" fmla="*/ 1 h 286"/>
                  <a:gd name="T96" fmla="*/ 1 w 717"/>
                  <a:gd name="T97" fmla="*/ 1 h 286"/>
                  <a:gd name="T98" fmla="*/ 1 w 717"/>
                  <a:gd name="T99" fmla="*/ 1 h 286"/>
                  <a:gd name="T100" fmla="*/ 1 w 717"/>
                  <a:gd name="T101" fmla="*/ 1 h 286"/>
                  <a:gd name="T102" fmla="*/ 1 w 717"/>
                  <a:gd name="T103" fmla="*/ 1 h 286"/>
                  <a:gd name="T104" fmla="*/ 1 w 717"/>
                  <a:gd name="T105" fmla="*/ 1 h 286"/>
                  <a:gd name="T106" fmla="*/ 1 w 717"/>
                  <a:gd name="T107" fmla="*/ 1 h 286"/>
                  <a:gd name="T108" fmla="*/ 1 w 717"/>
                  <a:gd name="T109" fmla="*/ 1 h 286"/>
                  <a:gd name="T110" fmla="*/ 1 w 717"/>
                  <a:gd name="T111" fmla="*/ 1 h 286"/>
                  <a:gd name="T112" fmla="*/ 1 w 717"/>
                  <a:gd name="T113" fmla="*/ 1 h 286"/>
                  <a:gd name="T114" fmla="*/ 1 w 717"/>
                  <a:gd name="T115" fmla="*/ 1 h 286"/>
                  <a:gd name="T116" fmla="*/ 1 w 717"/>
                  <a:gd name="T117" fmla="*/ 1 h 286"/>
                  <a:gd name="T118" fmla="*/ 1 w 717"/>
                  <a:gd name="T119" fmla="*/ 1 h 286"/>
                  <a:gd name="T120" fmla="*/ 1 w 717"/>
                  <a:gd name="T121" fmla="*/ 1 h 28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6">
                    <a:moveTo>
                      <a:pt x="0" y="0"/>
                    </a:moveTo>
                    <a:lnTo>
                      <a:pt x="27" y="0"/>
                    </a:lnTo>
                    <a:lnTo>
                      <a:pt x="54" y="0"/>
                    </a:lnTo>
                    <a:lnTo>
                      <a:pt x="78" y="0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40" y="2"/>
                    </a:lnTo>
                    <a:lnTo>
                      <a:pt x="158" y="2"/>
                    </a:lnTo>
                    <a:lnTo>
                      <a:pt x="175" y="2"/>
                    </a:lnTo>
                    <a:lnTo>
                      <a:pt x="191" y="2"/>
                    </a:lnTo>
                    <a:lnTo>
                      <a:pt x="205" y="2"/>
                    </a:lnTo>
                    <a:lnTo>
                      <a:pt x="217" y="2"/>
                    </a:lnTo>
                    <a:lnTo>
                      <a:pt x="229" y="2"/>
                    </a:lnTo>
                    <a:lnTo>
                      <a:pt x="240" y="2"/>
                    </a:lnTo>
                    <a:lnTo>
                      <a:pt x="249" y="2"/>
                    </a:lnTo>
                    <a:lnTo>
                      <a:pt x="259" y="2"/>
                    </a:lnTo>
                    <a:lnTo>
                      <a:pt x="267" y="2"/>
                    </a:lnTo>
                    <a:lnTo>
                      <a:pt x="273" y="2"/>
                    </a:lnTo>
                    <a:lnTo>
                      <a:pt x="281" y="2"/>
                    </a:lnTo>
                    <a:lnTo>
                      <a:pt x="287" y="2"/>
                    </a:lnTo>
                    <a:lnTo>
                      <a:pt x="291" y="2"/>
                    </a:lnTo>
                    <a:lnTo>
                      <a:pt x="296" y="2"/>
                    </a:lnTo>
                    <a:lnTo>
                      <a:pt x="300" y="2"/>
                    </a:lnTo>
                    <a:lnTo>
                      <a:pt x="303" y="2"/>
                    </a:lnTo>
                    <a:lnTo>
                      <a:pt x="306" y="2"/>
                    </a:lnTo>
                    <a:lnTo>
                      <a:pt x="309" y="2"/>
                    </a:lnTo>
                    <a:lnTo>
                      <a:pt x="312" y="2"/>
                    </a:lnTo>
                    <a:lnTo>
                      <a:pt x="314" y="2"/>
                    </a:lnTo>
                    <a:lnTo>
                      <a:pt x="315" y="2"/>
                    </a:lnTo>
                    <a:lnTo>
                      <a:pt x="318" y="2"/>
                    </a:lnTo>
                    <a:lnTo>
                      <a:pt x="319" y="2"/>
                    </a:lnTo>
                    <a:lnTo>
                      <a:pt x="321" y="3"/>
                    </a:lnTo>
                    <a:lnTo>
                      <a:pt x="324" y="3"/>
                    </a:lnTo>
                    <a:lnTo>
                      <a:pt x="325" y="3"/>
                    </a:lnTo>
                    <a:lnTo>
                      <a:pt x="327" y="3"/>
                    </a:lnTo>
                    <a:lnTo>
                      <a:pt x="329" y="3"/>
                    </a:lnTo>
                    <a:lnTo>
                      <a:pt x="331" y="3"/>
                    </a:lnTo>
                    <a:lnTo>
                      <a:pt x="332" y="3"/>
                    </a:lnTo>
                    <a:lnTo>
                      <a:pt x="333" y="3"/>
                    </a:lnTo>
                    <a:lnTo>
                      <a:pt x="335" y="3"/>
                    </a:lnTo>
                    <a:lnTo>
                      <a:pt x="336" y="3"/>
                    </a:lnTo>
                    <a:lnTo>
                      <a:pt x="338" y="4"/>
                    </a:lnTo>
                    <a:lnTo>
                      <a:pt x="339" y="4"/>
                    </a:lnTo>
                    <a:lnTo>
                      <a:pt x="341" y="4"/>
                    </a:lnTo>
                    <a:lnTo>
                      <a:pt x="342" y="4"/>
                    </a:lnTo>
                    <a:lnTo>
                      <a:pt x="343" y="4"/>
                    </a:lnTo>
                    <a:lnTo>
                      <a:pt x="344" y="4"/>
                    </a:lnTo>
                    <a:lnTo>
                      <a:pt x="345" y="4"/>
                    </a:lnTo>
                    <a:lnTo>
                      <a:pt x="347" y="4"/>
                    </a:lnTo>
                    <a:lnTo>
                      <a:pt x="348" y="4"/>
                    </a:lnTo>
                    <a:lnTo>
                      <a:pt x="349" y="4"/>
                    </a:lnTo>
                    <a:lnTo>
                      <a:pt x="350" y="5"/>
                    </a:lnTo>
                    <a:lnTo>
                      <a:pt x="351" y="5"/>
                    </a:lnTo>
                    <a:lnTo>
                      <a:pt x="353" y="5"/>
                    </a:lnTo>
                    <a:lnTo>
                      <a:pt x="354" y="5"/>
                    </a:lnTo>
                    <a:lnTo>
                      <a:pt x="355" y="5"/>
                    </a:lnTo>
                    <a:lnTo>
                      <a:pt x="356" y="5"/>
                    </a:lnTo>
                    <a:lnTo>
                      <a:pt x="357" y="5"/>
                    </a:lnTo>
                    <a:lnTo>
                      <a:pt x="360" y="6"/>
                    </a:lnTo>
                    <a:lnTo>
                      <a:pt x="361" y="6"/>
                    </a:lnTo>
                    <a:lnTo>
                      <a:pt x="362" y="6"/>
                    </a:lnTo>
                    <a:lnTo>
                      <a:pt x="365" y="6"/>
                    </a:lnTo>
                    <a:lnTo>
                      <a:pt x="366" y="6"/>
                    </a:lnTo>
                    <a:lnTo>
                      <a:pt x="368" y="8"/>
                    </a:lnTo>
                    <a:lnTo>
                      <a:pt x="369" y="8"/>
                    </a:lnTo>
                    <a:lnTo>
                      <a:pt x="372" y="8"/>
                    </a:lnTo>
                    <a:lnTo>
                      <a:pt x="373" y="8"/>
                    </a:lnTo>
                    <a:lnTo>
                      <a:pt x="374" y="8"/>
                    </a:lnTo>
                    <a:lnTo>
                      <a:pt x="377" y="9"/>
                    </a:lnTo>
                    <a:lnTo>
                      <a:pt x="378" y="9"/>
                    </a:lnTo>
                    <a:lnTo>
                      <a:pt x="379" y="9"/>
                    </a:lnTo>
                    <a:lnTo>
                      <a:pt x="380" y="9"/>
                    </a:lnTo>
                    <a:lnTo>
                      <a:pt x="381" y="9"/>
                    </a:lnTo>
                    <a:lnTo>
                      <a:pt x="383" y="9"/>
                    </a:lnTo>
                    <a:lnTo>
                      <a:pt x="384" y="10"/>
                    </a:lnTo>
                    <a:lnTo>
                      <a:pt x="385" y="10"/>
                    </a:lnTo>
                    <a:lnTo>
                      <a:pt x="386" y="10"/>
                    </a:lnTo>
                    <a:lnTo>
                      <a:pt x="387" y="10"/>
                    </a:lnTo>
                    <a:lnTo>
                      <a:pt x="389" y="11"/>
                    </a:lnTo>
                    <a:lnTo>
                      <a:pt x="390" y="11"/>
                    </a:lnTo>
                    <a:lnTo>
                      <a:pt x="391" y="11"/>
                    </a:lnTo>
                    <a:lnTo>
                      <a:pt x="392" y="11"/>
                    </a:lnTo>
                    <a:lnTo>
                      <a:pt x="393" y="12"/>
                    </a:lnTo>
                    <a:lnTo>
                      <a:pt x="395" y="12"/>
                    </a:lnTo>
                    <a:lnTo>
                      <a:pt x="396" y="12"/>
                    </a:lnTo>
                    <a:lnTo>
                      <a:pt x="397" y="14"/>
                    </a:lnTo>
                    <a:lnTo>
                      <a:pt x="398" y="14"/>
                    </a:lnTo>
                    <a:lnTo>
                      <a:pt x="399" y="14"/>
                    </a:lnTo>
                    <a:lnTo>
                      <a:pt x="402" y="15"/>
                    </a:lnTo>
                    <a:lnTo>
                      <a:pt x="403" y="15"/>
                    </a:lnTo>
                    <a:lnTo>
                      <a:pt x="405" y="16"/>
                    </a:lnTo>
                    <a:lnTo>
                      <a:pt x="407" y="16"/>
                    </a:lnTo>
                    <a:lnTo>
                      <a:pt x="409" y="17"/>
                    </a:lnTo>
                    <a:lnTo>
                      <a:pt x="411" y="17"/>
                    </a:lnTo>
                    <a:lnTo>
                      <a:pt x="414" y="18"/>
                    </a:lnTo>
                    <a:lnTo>
                      <a:pt x="415" y="18"/>
                    </a:lnTo>
                    <a:lnTo>
                      <a:pt x="417" y="20"/>
                    </a:lnTo>
                    <a:lnTo>
                      <a:pt x="420" y="20"/>
                    </a:lnTo>
                    <a:lnTo>
                      <a:pt x="421" y="21"/>
                    </a:lnTo>
                    <a:lnTo>
                      <a:pt x="422" y="21"/>
                    </a:lnTo>
                    <a:lnTo>
                      <a:pt x="425" y="22"/>
                    </a:lnTo>
                    <a:lnTo>
                      <a:pt x="426" y="22"/>
                    </a:lnTo>
                    <a:lnTo>
                      <a:pt x="427" y="22"/>
                    </a:lnTo>
                    <a:lnTo>
                      <a:pt x="428" y="23"/>
                    </a:lnTo>
                    <a:lnTo>
                      <a:pt x="429" y="23"/>
                    </a:lnTo>
                    <a:lnTo>
                      <a:pt x="431" y="23"/>
                    </a:lnTo>
                    <a:lnTo>
                      <a:pt x="432" y="24"/>
                    </a:lnTo>
                    <a:lnTo>
                      <a:pt x="433" y="24"/>
                    </a:lnTo>
                    <a:lnTo>
                      <a:pt x="434" y="24"/>
                    </a:lnTo>
                    <a:lnTo>
                      <a:pt x="435" y="26"/>
                    </a:lnTo>
                    <a:lnTo>
                      <a:pt x="437" y="27"/>
                    </a:lnTo>
                    <a:lnTo>
                      <a:pt x="438" y="27"/>
                    </a:lnTo>
                    <a:lnTo>
                      <a:pt x="439" y="27"/>
                    </a:lnTo>
                    <a:lnTo>
                      <a:pt x="440" y="28"/>
                    </a:lnTo>
                    <a:lnTo>
                      <a:pt x="441" y="28"/>
                    </a:lnTo>
                    <a:lnTo>
                      <a:pt x="443" y="29"/>
                    </a:lnTo>
                    <a:lnTo>
                      <a:pt x="444" y="29"/>
                    </a:lnTo>
                    <a:lnTo>
                      <a:pt x="445" y="30"/>
                    </a:lnTo>
                    <a:lnTo>
                      <a:pt x="446" y="30"/>
                    </a:lnTo>
                    <a:lnTo>
                      <a:pt x="447" y="32"/>
                    </a:lnTo>
                    <a:lnTo>
                      <a:pt x="450" y="32"/>
                    </a:lnTo>
                    <a:lnTo>
                      <a:pt x="451" y="33"/>
                    </a:lnTo>
                    <a:lnTo>
                      <a:pt x="452" y="34"/>
                    </a:lnTo>
                    <a:lnTo>
                      <a:pt x="455" y="34"/>
                    </a:lnTo>
                    <a:lnTo>
                      <a:pt x="456" y="35"/>
                    </a:lnTo>
                    <a:lnTo>
                      <a:pt x="458" y="36"/>
                    </a:lnTo>
                    <a:lnTo>
                      <a:pt x="459" y="38"/>
                    </a:lnTo>
                    <a:lnTo>
                      <a:pt x="462" y="39"/>
                    </a:lnTo>
                    <a:lnTo>
                      <a:pt x="463" y="39"/>
                    </a:lnTo>
                    <a:lnTo>
                      <a:pt x="464" y="40"/>
                    </a:lnTo>
                    <a:lnTo>
                      <a:pt x="467" y="40"/>
                    </a:lnTo>
                    <a:lnTo>
                      <a:pt x="468" y="41"/>
                    </a:lnTo>
                    <a:lnTo>
                      <a:pt x="469" y="41"/>
                    </a:lnTo>
                    <a:lnTo>
                      <a:pt x="470" y="42"/>
                    </a:lnTo>
                    <a:lnTo>
                      <a:pt x="471" y="42"/>
                    </a:lnTo>
                    <a:lnTo>
                      <a:pt x="473" y="44"/>
                    </a:lnTo>
                    <a:lnTo>
                      <a:pt x="474" y="45"/>
                    </a:lnTo>
                    <a:lnTo>
                      <a:pt x="475" y="45"/>
                    </a:lnTo>
                    <a:lnTo>
                      <a:pt x="476" y="46"/>
                    </a:lnTo>
                    <a:lnTo>
                      <a:pt x="477" y="46"/>
                    </a:lnTo>
                    <a:lnTo>
                      <a:pt x="479" y="47"/>
                    </a:lnTo>
                    <a:lnTo>
                      <a:pt x="480" y="47"/>
                    </a:lnTo>
                    <a:lnTo>
                      <a:pt x="481" y="48"/>
                    </a:lnTo>
                    <a:lnTo>
                      <a:pt x="482" y="48"/>
                    </a:lnTo>
                    <a:lnTo>
                      <a:pt x="483" y="50"/>
                    </a:lnTo>
                    <a:lnTo>
                      <a:pt x="485" y="50"/>
                    </a:lnTo>
                    <a:lnTo>
                      <a:pt x="486" y="51"/>
                    </a:lnTo>
                    <a:lnTo>
                      <a:pt x="487" y="52"/>
                    </a:lnTo>
                    <a:lnTo>
                      <a:pt x="488" y="52"/>
                    </a:lnTo>
                    <a:lnTo>
                      <a:pt x="489" y="53"/>
                    </a:lnTo>
                    <a:lnTo>
                      <a:pt x="491" y="53"/>
                    </a:lnTo>
                    <a:lnTo>
                      <a:pt x="493" y="54"/>
                    </a:lnTo>
                    <a:lnTo>
                      <a:pt x="494" y="56"/>
                    </a:lnTo>
                    <a:lnTo>
                      <a:pt x="495" y="57"/>
                    </a:lnTo>
                    <a:lnTo>
                      <a:pt x="498" y="57"/>
                    </a:lnTo>
                    <a:lnTo>
                      <a:pt x="499" y="58"/>
                    </a:lnTo>
                    <a:lnTo>
                      <a:pt x="500" y="59"/>
                    </a:lnTo>
                    <a:lnTo>
                      <a:pt x="503" y="60"/>
                    </a:lnTo>
                    <a:lnTo>
                      <a:pt x="504" y="60"/>
                    </a:lnTo>
                    <a:lnTo>
                      <a:pt x="505" y="62"/>
                    </a:lnTo>
                    <a:lnTo>
                      <a:pt x="506" y="62"/>
                    </a:lnTo>
                    <a:lnTo>
                      <a:pt x="507" y="63"/>
                    </a:lnTo>
                    <a:lnTo>
                      <a:pt x="509" y="63"/>
                    </a:lnTo>
                    <a:lnTo>
                      <a:pt x="509" y="64"/>
                    </a:lnTo>
                    <a:lnTo>
                      <a:pt x="510" y="64"/>
                    </a:lnTo>
                    <a:lnTo>
                      <a:pt x="511" y="65"/>
                    </a:lnTo>
                    <a:lnTo>
                      <a:pt x="512" y="65"/>
                    </a:lnTo>
                    <a:lnTo>
                      <a:pt x="512" y="66"/>
                    </a:lnTo>
                    <a:lnTo>
                      <a:pt x="513" y="66"/>
                    </a:lnTo>
                    <a:lnTo>
                      <a:pt x="515" y="66"/>
                    </a:lnTo>
                    <a:lnTo>
                      <a:pt x="515" y="68"/>
                    </a:lnTo>
                    <a:lnTo>
                      <a:pt x="516" y="68"/>
                    </a:lnTo>
                    <a:lnTo>
                      <a:pt x="517" y="69"/>
                    </a:lnTo>
                    <a:lnTo>
                      <a:pt x="518" y="69"/>
                    </a:lnTo>
                    <a:lnTo>
                      <a:pt x="519" y="70"/>
                    </a:lnTo>
                    <a:lnTo>
                      <a:pt x="521" y="71"/>
                    </a:lnTo>
                    <a:lnTo>
                      <a:pt x="522" y="71"/>
                    </a:lnTo>
                    <a:lnTo>
                      <a:pt x="523" y="72"/>
                    </a:lnTo>
                    <a:lnTo>
                      <a:pt x="524" y="72"/>
                    </a:lnTo>
                    <a:lnTo>
                      <a:pt x="524" y="74"/>
                    </a:lnTo>
                    <a:lnTo>
                      <a:pt x="525" y="74"/>
                    </a:lnTo>
                    <a:lnTo>
                      <a:pt x="527" y="75"/>
                    </a:lnTo>
                    <a:lnTo>
                      <a:pt x="529" y="76"/>
                    </a:lnTo>
                    <a:lnTo>
                      <a:pt x="530" y="76"/>
                    </a:lnTo>
                    <a:lnTo>
                      <a:pt x="531" y="77"/>
                    </a:lnTo>
                    <a:lnTo>
                      <a:pt x="533" y="78"/>
                    </a:lnTo>
                    <a:lnTo>
                      <a:pt x="534" y="80"/>
                    </a:lnTo>
                    <a:lnTo>
                      <a:pt x="535" y="80"/>
                    </a:lnTo>
                    <a:lnTo>
                      <a:pt x="536" y="81"/>
                    </a:lnTo>
                    <a:lnTo>
                      <a:pt x="537" y="82"/>
                    </a:lnTo>
                    <a:lnTo>
                      <a:pt x="539" y="82"/>
                    </a:lnTo>
                    <a:lnTo>
                      <a:pt x="540" y="83"/>
                    </a:lnTo>
                    <a:lnTo>
                      <a:pt x="541" y="84"/>
                    </a:lnTo>
                    <a:lnTo>
                      <a:pt x="542" y="84"/>
                    </a:lnTo>
                    <a:lnTo>
                      <a:pt x="543" y="86"/>
                    </a:lnTo>
                    <a:lnTo>
                      <a:pt x="545" y="87"/>
                    </a:lnTo>
                    <a:lnTo>
                      <a:pt x="546" y="87"/>
                    </a:lnTo>
                    <a:lnTo>
                      <a:pt x="546" y="88"/>
                    </a:lnTo>
                    <a:lnTo>
                      <a:pt x="547" y="88"/>
                    </a:lnTo>
                    <a:lnTo>
                      <a:pt x="548" y="89"/>
                    </a:lnTo>
                    <a:lnTo>
                      <a:pt x="549" y="89"/>
                    </a:lnTo>
                    <a:lnTo>
                      <a:pt x="549" y="90"/>
                    </a:lnTo>
                    <a:lnTo>
                      <a:pt x="551" y="90"/>
                    </a:lnTo>
                    <a:lnTo>
                      <a:pt x="551" y="92"/>
                    </a:lnTo>
                    <a:lnTo>
                      <a:pt x="552" y="92"/>
                    </a:lnTo>
                    <a:lnTo>
                      <a:pt x="553" y="93"/>
                    </a:lnTo>
                    <a:lnTo>
                      <a:pt x="554" y="94"/>
                    </a:lnTo>
                    <a:lnTo>
                      <a:pt x="555" y="94"/>
                    </a:lnTo>
                    <a:lnTo>
                      <a:pt x="557" y="95"/>
                    </a:lnTo>
                    <a:lnTo>
                      <a:pt x="557" y="96"/>
                    </a:lnTo>
                    <a:lnTo>
                      <a:pt x="558" y="96"/>
                    </a:lnTo>
                    <a:lnTo>
                      <a:pt x="559" y="98"/>
                    </a:lnTo>
                    <a:lnTo>
                      <a:pt x="560" y="99"/>
                    </a:lnTo>
                    <a:lnTo>
                      <a:pt x="561" y="99"/>
                    </a:lnTo>
                    <a:lnTo>
                      <a:pt x="561" y="100"/>
                    </a:lnTo>
                    <a:lnTo>
                      <a:pt x="563" y="100"/>
                    </a:lnTo>
                    <a:lnTo>
                      <a:pt x="564" y="101"/>
                    </a:lnTo>
                    <a:lnTo>
                      <a:pt x="565" y="101"/>
                    </a:lnTo>
                    <a:lnTo>
                      <a:pt x="565" y="102"/>
                    </a:lnTo>
                    <a:lnTo>
                      <a:pt x="566" y="102"/>
                    </a:lnTo>
                    <a:lnTo>
                      <a:pt x="566" y="104"/>
                    </a:lnTo>
                    <a:lnTo>
                      <a:pt x="567" y="104"/>
                    </a:lnTo>
                    <a:lnTo>
                      <a:pt x="569" y="105"/>
                    </a:lnTo>
                    <a:lnTo>
                      <a:pt x="570" y="105"/>
                    </a:lnTo>
                    <a:lnTo>
                      <a:pt x="570" y="106"/>
                    </a:lnTo>
                    <a:lnTo>
                      <a:pt x="571" y="106"/>
                    </a:lnTo>
                    <a:lnTo>
                      <a:pt x="571" y="107"/>
                    </a:lnTo>
                    <a:lnTo>
                      <a:pt x="572" y="107"/>
                    </a:lnTo>
                    <a:lnTo>
                      <a:pt x="573" y="108"/>
                    </a:lnTo>
                    <a:lnTo>
                      <a:pt x="575" y="110"/>
                    </a:lnTo>
                    <a:lnTo>
                      <a:pt x="576" y="110"/>
                    </a:lnTo>
                    <a:lnTo>
                      <a:pt x="577" y="111"/>
                    </a:lnTo>
                    <a:lnTo>
                      <a:pt x="578" y="111"/>
                    </a:lnTo>
                    <a:lnTo>
                      <a:pt x="579" y="112"/>
                    </a:lnTo>
                    <a:lnTo>
                      <a:pt x="579" y="113"/>
                    </a:lnTo>
                    <a:lnTo>
                      <a:pt x="581" y="113"/>
                    </a:lnTo>
                    <a:lnTo>
                      <a:pt x="582" y="115"/>
                    </a:lnTo>
                    <a:lnTo>
                      <a:pt x="583" y="115"/>
                    </a:lnTo>
                    <a:lnTo>
                      <a:pt x="583" y="116"/>
                    </a:lnTo>
                    <a:lnTo>
                      <a:pt x="584" y="116"/>
                    </a:lnTo>
                    <a:lnTo>
                      <a:pt x="585" y="117"/>
                    </a:lnTo>
                    <a:lnTo>
                      <a:pt x="587" y="117"/>
                    </a:lnTo>
                    <a:lnTo>
                      <a:pt x="587" y="118"/>
                    </a:lnTo>
                    <a:lnTo>
                      <a:pt x="588" y="118"/>
                    </a:lnTo>
                    <a:lnTo>
                      <a:pt x="588" y="119"/>
                    </a:lnTo>
                    <a:lnTo>
                      <a:pt x="589" y="119"/>
                    </a:lnTo>
                    <a:lnTo>
                      <a:pt x="590" y="121"/>
                    </a:lnTo>
                    <a:lnTo>
                      <a:pt x="591" y="122"/>
                    </a:lnTo>
                    <a:lnTo>
                      <a:pt x="593" y="123"/>
                    </a:lnTo>
                    <a:lnTo>
                      <a:pt x="594" y="124"/>
                    </a:lnTo>
                    <a:lnTo>
                      <a:pt x="595" y="125"/>
                    </a:lnTo>
                    <a:lnTo>
                      <a:pt x="596" y="127"/>
                    </a:lnTo>
                    <a:lnTo>
                      <a:pt x="597" y="128"/>
                    </a:lnTo>
                    <a:lnTo>
                      <a:pt x="599" y="129"/>
                    </a:lnTo>
                    <a:lnTo>
                      <a:pt x="600" y="130"/>
                    </a:lnTo>
                    <a:lnTo>
                      <a:pt x="600" y="131"/>
                    </a:lnTo>
                    <a:lnTo>
                      <a:pt x="601" y="131"/>
                    </a:lnTo>
                    <a:lnTo>
                      <a:pt x="602" y="133"/>
                    </a:lnTo>
                    <a:lnTo>
                      <a:pt x="603" y="135"/>
                    </a:lnTo>
                    <a:lnTo>
                      <a:pt x="605" y="135"/>
                    </a:lnTo>
                    <a:lnTo>
                      <a:pt x="606" y="136"/>
                    </a:lnTo>
                    <a:lnTo>
                      <a:pt x="607" y="137"/>
                    </a:lnTo>
                    <a:lnTo>
                      <a:pt x="608" y="139"/>
                    </a:lnTo>
                    <a:lnTo>
                      <a:pt x="608" y="140"/>
                    </a:lnTo>
                    <a:lnTo>
                      <a:pt x="609" y="141"/>
                    </a:lnTo>
                    <a:lnTo>
                      <a:pt x="611" y="141"/>
                    </a:lnTo>
                    <a:lnTo>
                      <a:pt x="611" y="142"/>
                    </a:lnTo>
                    <a:lnTo>
                      <a:pt x="612" y="143"/>
                    </a:lnTo>
                    <a:lnTo>
                      <a:pt x="613" y="145"/>
                    </a:lnTo>
                    <a:lnTo>
                      <a:pt x="614" y="146"/>
                    </a:lnTo>
                    <a:lnTo>
                      <a:pt x="615" y="147"/>
                    </a:lnTo>
                    <a:lnTo>
                      <a:pt x="617" y="148"/>
                    </a:lnTo>
                    <a:lnTo>
                      <a:pt x="618" y="149"/>
                    </a:lnTo>
                    <a:lnTo>
                      <a:pt x="618" y="151"/>
                    </a:lnTo>
                    <a:lnTo>
                      <a:pt x="619" y="151"/>
                    </a:lnTo>
                    <a:lnTo>
                      <a:pt x="620" y="152"/>
                    </a:lnTo>
                    <a:lnTo>
                      <a:pt x="620" y="153"/>
                    </a:lnTo>
                    <a:lnTo>
                      <a:pt x="621" y="154"/>
                    </a:lnTo>
                    <a:lnTo>
                      <a:pt x="623" y="155"/>
                    </a:lnTo>
                    <a:lnTo>
                      <a:pt x="623" y="157"/>
                    </a:lnTo>
                    <a:lnTo>
                      <a:pt x="624" y="158"/>
                    </a:lnTo>
                    <a:lnTo>
                      <a:pt x="625" y="159"/>
                    </a:lnTo>
                    <a:lnTo>
                      <a:pt x="626" y="160"/>
                    </a:lnTo>
                    <a:lnTo>
                      <a:pt x="627" y="161"/>
                    </a:lnTo>
                    <a:lnTo>
                      <a:pt x="629" y="163"/>
                    </a:lnTo>
                    <a:lnTo>
                      <a:pt x="630" y="165"/>
                    </a:lnTo>
                    <a:lnTo>
                      <a:pt x="631" y="166"/>
                    </a:lnTo>
                    <a:lnTo>
                      <a:pt x="633" y="167"/>
                    </a:lnTo>
                    <a:lnTo>
                      <a:pt x="635" y="170"/>
                    </a:lnTo>
                    <a:lnTo>
                      <a:pt x="635" y="171"/>
                    </a:lnTo>
                    <a:lnTo>
                      <a:pt x="636" y="172"/>
                    </a:lnTo>
                    <a:lnTo>
                      <a:pt x="637" y="173"/>
                    </a:lnTo>
                    <a:lnTo>
                      <a:pt x="638" y="175"/>
                    </a:lnTo>
                    <a:lnTo>
                      <a:pt x="639" y="176"/>
                    </a:lnTo>
                    <a:lnTo>
                      <a:pt x="639" y="177"/>
                    </a:lnTo>
                    <a:lnTo>
                      <a:pt x="641" y="177"/>
                    </a:lnTo>
                    <a:lnTo>
                      <a:pt x="642" y="178"/>
                    </a:lnTo>
                    <a:lnTo>
                      <a:pt x="642" y="179"/>
                    </a:lnTo>
                    <a:lnTo>
                      <a:pt x="643" y="181"/>
                    </a:lnTo>
                    <a:lnTo>
                      <a:pt x="644" y="181"/>
                    </a:lnTo>
                    <a:lnTo>
                      <a:pt x="644" y="182"/>
                    </a:lnTo>
                    <a:lnTo>
                      <a:pt x="645" y="183"/>
                    </a:lnTo>
                    <a:lnTo>
                      <a:pt x="645" y="184"/>
                    </a:lnTo>
                    <a:lnTo>
                      <a:pt x="647" y="185"/>
                    </a:lnTo>
                    <a:lnTo>
                      <a:pt x="648" y="185"/>
                    </a:lnTo>
                    <a:lnTo>
                      <a:pt x="648" y="187"/>
                    </a:lnTo>
                    <a:lnTo>
                      <a:pt x="649" y="188"/>
                    </a:lnTo>
                    <a:lnTo>
                      <a:pt x="650" y="189"/>
                    </a:lnTo>
                    <a:lnTo>
                      <a:pt x="650" y="190"/>
                    </a:lnTo>
                    <a:lnTo>
                      <a:pt x="651" y="191"/>
                    </a:lnTo>
                    <a:lnTo>
                      <a:pt x="653" y="193"/>
                    </a:lnTo>
                    <a:lnTo>
                      <a:pt x="653" y="194"/>
                    </a:lnTo>
                    <a:lnTo>
                      <a:pt x="654" y="195"/>
                    </a:lnTo>
                    <a:lnTo>
                      <a:pt x="655" y="196"/>
                    </a:lnTo>
                    <a:lnTo>
                      <a:pt x="656" y="199"/>
                    </a:lnTo>
                    <a:lnTo>
                      <a:pt x="657" y="200"/>
                    </a:lnTo>
                    <a:lnTo>
                      <a:pt x="659" y="202"/>
                    </a:lnTo>
                    <a:lnTo>
                      <a:pt x="660" y="203"/>
                    </a:lnTo>
                    <a:lnTo>
                      <a:pt x="661" y="206"/>
                    </a:lnTo>
                    <a:lnTo>
                      <a:pt x="663" y="207"/>
                    </a:lnTo>
                    <a:lnTo>
                      <a:pt x="665" y="209"/>
                    </a:lnTo>
                    <a:lnTo>
                      <a:pt x="665" y="211"/>
                    </a:lnTo>
                    <a:lnTo>
                      <a:pt x="666" y="212"/>
                    </a:lnTo>
                    <a:lnTo>
                      <a:pt x="667" y="213"/>
                    </a:lnTo>
                    <a:lnTo>
                      <a:pt x="668" y="215"/>
                    </a:lnTo>
                    <a:lnTo>
                      <a:pt x="669" y="217"/>
                    </a:lnTo>
                    <a:lnTo>
                      <a:pt x="669" y="218"/>
                    </a:lnTo>
                    <a:lnTo>
                      <a:pt x="671" y="219"/>
                    </a:lnTo>
                    <a:lnTo>
                      <a:pt x="672" y="220"/>
                    </a:lnTo>
                    <a:lnTo>
                      <a:pt x="673" y="221"/>
                    </a:lnTo>
                    <a:lnTo>
                      <a:pt x="674" y="223"/>
                    </a:lnTo>
                    <a:lnTo>
                      <a:pt x="674" y="224"/>
                    </a:lnTo>
                    <a:lnTo>
                      <a:pt x="675" y="225"/>
                    </a:lnTo>
                    <a:lnTo>
                      <a:pt x="677" y="226"/>
                    </a:lnTo>
                    <a:lnTo>
                      <a:pt x="678" y="227"/>
                    </a:lnTo>
                    <a:lnTo>
                      <a:pt x="678" y="229"/>
                    </a:lnTo>
                    <a:lnTo>
                      <a:pt x="679" y="230"/>
                    </a:lnTo>
                    <a:lnTo>
                      <a:pt x="680" y="231"/>
                    </a:lnTo>
                    <a:lnTo>
                      <a:pt x="680" y="232"/>
                    </a:lnTo>
                    <a:lnTo>
                      <a:pt x="681" y="233"/>
                    </a:lnTo>
                    <a:lnTo>
                      <a:pt x="683" y="235"/>
                    </a:lnTo>
                    <a:lnTo>
                      <a:pt x="684" y="236"/>
                    </a:lnTo>
                    <a:lnTo>
                      <a:pt x="685" y="238"/>
                    </a:lnTo>
                    <a:lnTo>
                      <a:pt x="686" y="239"/>
                    </a:lnTo>
                    <a:lnTo>
                      <a:pt x="687" y="241"/>
                    </a:lnTo>
                    <a:lnTo>
                      <a:pt x="689" y="243"/>
                    </a:lnTo>
                    <a:lnTo>
                      <a:pt x="690" y="244"/>
                    </a:lnTo>
                    <a:lnTo>
                      <a:pt x="691" y="247"/>
                    </a:lnTo>
                    <a:lnTo>
                      <a:pt x="692" y="249"/>
                    </a:lnTo>
                    <a:lnTo>
                      <a:pt x="693" y="250"/>
                    </a:lnTo>
                    <a:lnTo>
                      <a:pt x="695" y="253"/>
                    </a:lnTo>
                    <a:lnTo>
                      <a:pt x="696" y="254"/>
                    </a:lnTo>
                    <a:lnTo>
                      <a:pt x="697" y="255"/>
                    </a:lnTo>
                    <a:lnTo>
                      <a:pt x="698" y="256"/>
                    </a:lnTo>
                    <a:lnTo>
                      <a:pt x="699" y="257"/>
                    </a:lnTo>
                    <a:lnTo>
                      <a:pt x="701" y="260"/>
                    </a:lnTo>
                    <a:lnTo>
                      <a:pt x="701" y="261"/>
                    </a:lnTo>
                    <a:lnTo>
                      <a:pt x="702" y="262"/>
                    </a:lnTo>
                    <a:lnTo>
                      <a:pt x="703" y="262"/>
                    </a:lnTo>
                    <a:lnTo>
                      <a:pt x="703" y="263"/>
                    </a:lnTo>
                    <a:lnTo>
                      <a:pt x="704" y="265"/>
                    </a:lnTo>
                    <a:lnTo>
                      <a:pt x="704" y="266"/>
                    </a:lnTo>
                    <a:lnTo>
                      <a:pt x="705" y="267"/>
                    </a:lnTo>
                    <a:lnTo>
                      <a:pt x="707" y="268"/>
                    </a:lnTo>
                    <a:lnTo>
                      <a:pt x="708" y="269"/>
                    </a:lnTo>
                    <a:lnTo>
                      <a:pt x="708" y="271"/>
                    </a:lnTo>
                    <a:lnTo>
                      <a:pt x="709" y="272"/>
                    </a:lnTo>
                    <a:lnTo>
                      <a:pt x="710" y="273"/>
                    </a:lnTo>
                    <a:lnTo>
                      <a:pt x="710" y="274"/>
                    </a:lnTo>
                    <a:lnTo>
                      <a:pt x="711" y="275"/>
                    </a:lnTo>
                    <a:lnTo>
                      <a:pt x="711" y="277"/>
                    </a:lnTo>
                    <a:lnTo>
                      <a:pt x="713" y="278"/>
                    </a:lnTo>
                    <a:lnTo>
                      <a:pt x="713" y="279"/>
                    </a:lnTo>
                    <a:lnTo>
                      <a:pt x="714" y="280"/>
                    </a:lnTo>
                    <a:lnTo>
                      <a:pt x="715" y="281"/>
                    </a:lnTo>
                    <a:lnTo>
                      <a:pt x="715" y="283"/>
                    </a:lnTo>
                    <a:lnTo>
                      <a:pt x="716" y="285"/>
                    </a:lnTo>
                    <a:lnTo>
                      <a:pt x="717" y="286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287">
                <a:extLst>
                  <a:ext uri="{FF2B5EF4-FFF2-40B4-BE49-F238E27FC236}">
                    <a16:creationId xmlns:a16="http://schemas.microsoft.com/office/drawing/2014/main" id="{0837580C-A37E-426E-A909-36469038FB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14" y="954"/>
                <a:ext cx="430" cy="173"/>
              </a:xfrm>
              <a:custGeom>
                <a:avLst/>
                <a:gdLst>
                  <a:gd name="T0" fmla="*/ 1 w 717"/>
                  <a:gd name="T1" fmla="*/ 1 h 286"/>
                  <a:gd name="T2" fmla="*/ 1 w 717"/>
                  <a:gd name="T3" fmla="*/ 1 h 286"/>
                  <a:gd name="T4" fmla="*/ 1 w 717"/>
                  <a:gd name="T5" fmla="*/ 1 h 286"/>
                  <a:gd name="T6" fmla="*/ 1 w 717"/>
                  <a:gd name="T7" fmla="*/ 1 h 286"/>
                  <a:gd name="T8" fmla="*/ 1 w 717"/>
                  <a:gd name="T9" fmla="*/ 1 h 286"/>
                  <a:gd name="T10" fmla="*/ 1 w 717"/>
                  <a:gd name="T11" fmla="*/ 1 h 286"/>
                  <a:gd name="T12" fmla="*/ 1 w 717"/>
                  <a:gd name="T13" fmla="*/ 1 h 286"/>
                  <a:gd name="T14" fmla="*/ 1 w 717"/>
                  <a:gd name="T15" fmla="*/ 1 h 286"/>
                  <a:gd name="T16" fmla="*/ 1 w 717"/>
                  <a:gd name="T17" fmla="*/ 1 h 286"/>
                  <a:gd name="T18" fmla="*/ 1 w 717"/>
                  <a:gd name="T19" fmla="*/ 1 h 286"/>
                  <a:gd name="T20" fmla="*/ 1 w 717"/>
                  <a:gd name="T21" fmla="*/ 1 h 286"/>
                  <a:gd name="T22" fmla="*/ 1 w 717"/>
                  <a:gd name="T23" fmla="*/ 1 h 286"/>
                  <a:gd name="T24" fmla="*/ 1 w 717"/>
                  <a:gd name="T25" fmla="*/ 1 h 286"/>
                  <a:gd name="T26" fmla="*/ 1 w 717"/>
                  <a:gd name="T27" fmla="*/ 1 h 286"/>
                  <a:gd name="T28" fmla="*/ 1 w 717"/>
                  <a:gd name="T29" fmla="*/ 1 h 286"/>
                  <a:gd name="T30" fmla="*/ 1 w 717"/>
                  <a:gd name="T31" fmla="*/ 1 h 286"/>
                  <a:gd name="T32" fmla="*/ 1 w 717"/>
                  <a:gd name="T33" fmla="*/ 1 h 286"/>
                  <a:gd name="T34" fmla="*/ 1 w 717"/>
                  <a:gd name="T35" fmla="*/ 1 h 286"/>
                  <a:gd name="T36" fmla="*/ 1 w 717"/>
                  <a:gd name="T37" fmla="*/ 1 h 286"/>
                  <a:gd name="T38" fmla="*/ 1 w 717"/>
                  <a:gd name="T39" fmla="*/ 1 h 286"/>
                  <a:gd name="T40" fmla="*/ 1 w 717"/>
                  <a:gd name="T41" fmla="*/ 1 h 286"/>
                  <a:gd name="T42" fmla="*/ 1 w 717"/>
                  <a:gd name="T43" fmla="*/ 1 h 286"/>
                  <a:gd name="T44" fmla="*/ 1 w 717"/>
                  <a:gd name="T45" fmla="*/ 1 h 286"/>
                  <a:gd name="T46" fmla="*/ 1 w 717"/>
                  <a:gd name="T47" fmla="*/ 1 h 286"/>
                  <a:gd name="T48" fmla="*/ 1 w 717"/>
                  <a:gd name="T49" fmla="*/ 1 h 286"/>
                  <a:gd name="T50" fmla="*/ 1 w 717"/>
                  <a:gd name="T51" fmla="*/ 1 h 286"/>
                  <a:gd name="T52" fmla="*/ 1 w 717"/>
                  <a:gd name="T53" fmla="*/ 1 h 286"/>
                  <a:gd name="T54" fmla="*/ 1 w 717"/>
                  <a:gd name="T55" fmla="*/ 1 h 286"/>
                  <a:gd name="T56" fmla="*/ 1 w 717"/>
                  <a:gd name="T57" fmla="*/ 1 h 286"/>
                  <a:gd name="T58" fmla="*/ 1 w 717"/>
                  <a:gd name="T59" fmla="*/ 1 h 286"/>
                  <a:gd name="T60" fmla="*/ 1 w 717"/>
                  <a:gd name="T61" fmla="*/ 1 h 286"/>
                  <a:gd name="T62" fmla="*/ 1 w 717"/>
                  <a:gd name="T63" fmla="*/ 1 h 286"/>
                  <a:gd name="T64" fmla="*/ 1 w 717"/>
                  <a:gd name="T65" fmla="*/ 1 h 286"/>
                  <a:gd name="T66" fmla="*/ 1 w 717"/>
                  <a:gd name="T67" fmla="*/ 1 h 286"/>
                  <a:gd name="T68" fmla="*/ 1 w 717"/>
                  <a:gd name="T69" fmla="*/ 1 h 286"/>
                  <a:gd name="T70" fmla="*/ 1 w 717"/>
                  <a:gd name="T71" fmla="*/ 1 h 286"/>
                  <a:gd name="T72" fmla="*/ 1 w 717"/>
                  <a:gd name="T73" fmla="*/ 1 h 286"/>
                  <a:gd name="T74" fmla="*/ 1 w 717"/>
                  <a:gd name="T75" fmla="*/ 1 h 286"/>
                  <a:gd name="T76" fmla="*/ 1 w 717"/>
                  <a:gd name="T77" fmla="*/ 1 h 286"/>
                  <a:gd name="T78" fmla="*/ 1 w 717"/>
                  <a:gd name="T79" fmla="*/ 1 h 286"/>
                  <a:gd name="T80" fmla="*/ 1 w 717"/>
                  <a:gd name="T81" fmla="*/ 1 h 286"/>
                  <a:gd name="T82" fmla="*/ 1 w 717"/>
                  <a:gd name="T83" fmla="*/ 1 h 286"/>
                  <a:gd name="T84" fmla="*/ 1 w 717"/>
                  <a:gd name="T85" fmla="*/ 1 h 286"/>
                  <a:gd name="T86" fmla="*/ 1 w 717"/>
                  <a:gd name="T87" fmla="*/ 1 h 286"/>
                  <a:gd name="T88" fmla="*/ 1 w 717"/>
                  <a:gd name="T89" fmla="*/ 1 h 286"/>
                  <a:gd name="T90" fmla="*/ 1 w 717"/>
                  <a:gd name="T91" fmla="*/ 1 h 286"/>
                  <a:gd name="T92" fmla="*/ 1 w 717"/>
                  <a:gd name="T93" fmla="*/ 1 h 286"/>
                  <a:gd name="T94" fmla="*/ 1 w 717"/>
                  <a:gd name="T95" fmla="*/ 1 h 286"/>
                  <a:gd name="T96" fmla="*/ 1 w 717"/>
                  <a:gd name="T97" fmla="*/ 1 h 286"/>
                  <a:gd name="T98" fmla="*/ 1 w 717"/>
                  <a:gd name="T99" fmla="*/ 1 h 286"/>
                  <a:gd name="T100" fmla="*/ 1 w 717"/>
                  <a:gd name="T101" fmla="*/ 1 h 286"/>
                  <a:gd name="T102" fmla="*/ 1 w 717"/>
                  <a:gd name="T103" fmla="*/ 1 h 286"/>
                  <a:gd name="T104" fmla="*/ 1 w 717"/>
                  <a:gd name="T105" fmla="*/ 1 h 286"/>
                  <a:gd name="T106" fmla="*/ 1 w 717"/>
                  <a:gd name="T107" fmla="*/ 1 h 286"/>
                  <a:gd name="T108" fmla="*/ 1 w 717"/>
                  <a:gd name="T109" fmla="*/ 1 h 286"/>
                  <a:gd name="T110" fmla="*/ 1 w 717"/>
                  <a:gd name="T111" fmla="*/ 1 h 286"/>
                  <a:gd name="T112" fmla="*/ 1 w 717"/>
                  <a:gd name="T113" fmla="*/ 1 h 286"/>
                  <a:gd name="T114" fmla="*/ 1 w 717"/>
                  <a:gd name="T115" fmla="*/ 1 h 286"/>
                  <a:gd name="T116" fmla="*/ 1 w 717"/>
                  <a:gd name="T117" fmla="*/ 1 h 286"/>
                  <a:gd name="T118" fmla="*/ 1 w 717"/>
                  <a:gd name="T119" fmla="*/ 1 h 286"/>
                  <a:gd name="T120" fmla="*/ 1 w 717"/>
                  <a:gd name="T121" fmla="*/ 1 h 28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17" h="286">
                    <a:moveTo>
                      <a:pt x="0" y="286"/>
                    </a:moveTo>
                    <a:lnTo>
                      <a:pt x="27" y="286"/>
                    </a:lnTo>
                    <a:lnTo>
                      <a:pt x="54" y="286"/>
                    </a:lnTo>
                    <a:lnTo>
                      <a:pt x="78" y="286"/>
                    </a:lnTo>
                    <a:lnTo>
                      <a:pt x="99" y="286"/>
                    </a:lnTo>
                    <a:lnTo>
                      <a:pt x="121" y="286"/>
                    </a:lnTo>
                    <a:lnTo>
                      <a:pt x="140" y="286"/>
                    </a:lnTo>
                    <a:lnTo>
                      <a:pt x="158" y="286"/>
                    </a:lnTo>
                    <a:lnTo>
                      <a:pt x="175" y="286"/>
                    </a:lnTo>
                    <a:lnTo>
                      <a:pt x="191" y="286"/>
                    </a:lnTo>
                    <a:lnTo>
                      <a:pt x="205" y="286"/>
                    </a:lnTo>
                    <a:lnTo>
                      <a:pt x="217" y="286"/>
                    </a:lnTo>
                    <a:lnTo>
                      <a:pt x="229" y="286"/>
                    </a:lnTo>
                    <a:lnTo>
                      <a:pt x="240" y="286"/>
                    </a:lnTo>
                    <a:lnTo>
                      <a:pt x="249" y="286"/>
                    </a:lnTo>
                    <a:lnTo>
                      <a:pt x="259" y="286"/>
                    </a:lnTo>
                    <a:lnTo>
                      <a:pt x="267" y="286"/>
                    </a:lnTo>
                    <a:lnTo>
                      <a:pt x="273" y="286"/>
                    </a:lnTo>
                    <a:lnTo>
                      <a:pt x="281" y="285"/>
                    </a:lnTo>
                    <a:lnTo>
                      <a:pt x="287" y="285"/>
                    </a:lnTo>
                    <a:lnTo>
                      <a:pt x="291" y="285"/>
                    </a:lnTo>
                    <a:lnTo>
                      <a:pt x="296" y="285"/>
                    </a:lnTo>
                    <a:lnTo>
                      <a:pt x="300" y="285"/>
                    </a:lnTo>
                    <a:lnTo>
                      <a:pt x="303" y="285"/>
                    </a:lnTo>
                    <a:lnTo>
                      <a:pt x="306" y="285"/>
                    </a:lnTo>
                    <a:lnTo>
                      <a:pt x="309" y="285"/>
                    </a:lnTo>
                    <a:lnTo>
                      <a:pt x="312" y="285"/>
                    </a:lnTo>
                    <a:lnTo>
                      <a:pt x="314" y="285"/>
                    </a:lnTo>
                    <a:lnTo>
                      <a:pt x="315" y="285"/>
                    </a:lnTo>
                    <a:lnTo>
                      <a:pt x="318" y="285"/>
                    </a:lnTo>
                    <a:lnTo>
                      <a:pt x="319" y="285"/>
                    </a:lnTo>
                    <a:lnTo>
                      <a:pt x="321" y="285"/>
                    </a:lnTo>
                    <a:lnTo>
                      <a:pt x="324" y="284"/>
                    </a:lnTo>
                    <a:lnTo>
                      <a:pt x="325" y="284"/>
                    </a:lnTo>
                    <a:lnTo>
                      <a:pt x="327" y="284"/>
                    </a:lnTo>
                    <a:lnTo>
                      <a:pt x="329" y="284"/>
                    </a:lnTo>
                    <a:lnTo>
                      <a:pt x="331" y="284"/>
                    </a:lnTo>
                    <a:lnTo>
                      <a:pt x="332" y="284"/>
                    </a:lnTo>
                    <a:lnTo>
                      <a:pt x="333" y="284"/>
                    </a:lnTo>
                    <a:lnTo>
                      <a:pt x="335" y="284"/>
                    </a:lnTo>
                    <a:lnTo>
                      <a:pt x="336" y="284"/>
                    </a:lnTo>
                    <a:lnTo>
                      <a:pt x="338" y="284"/>
                    </a:lnTo>
                    <a:lnTo>
                      <a:pt x="339" y="284"/>
                    </a:lnTo>
                    <a:lnTo>
                      <a:pt x="341" y="282"/>
                    </a:lnTo>
                    <a:lnTo>
                      <a:pt x="342" y="282"/>
                    </a:lnTo>
                    <a:lnTo>
                      <a:pt x="343" y="282"/>
                    </a:lnTo>
                    <a:lnTo>
                      <a:pt x="344" y="282"/>
                    </a:lnTo>
                    <a:lnTo>
                      <a:pt x="345" y="282"/>
                    </a:lnTo>
                    <a:lnTo>
                      <a:pt x="347" y="282"/>
                    </a:lnTo>
                    <a:lnTo>
                      <a:pt x="348" y="282"/>
                    </a:lnTo>
                    <a:lnTo>
                      <a:pt x="349" y="282"/>
                    </a:lnTo>
                    <a:lnTo>
                      <a:pt x="350" y="282"/>
                    </a:lnTo>
                    <a:lnTo>
                      <a:pt x="351" y="281"/>
                    </a:lnTo>
                    <a:lnTo>
                      <a:pt x="353" y="281"/>
                    </a:lnTo>
                    <a:lnTo>
                      <a:pt x="354" y="281"/>
                    </a:lnTo>
                    <a:lnTo>
                      <a:pt x="355" y="281"/>
                    </a:lnTo>
                    <a:lnTo>
                      <a:pt x="356" y="281"/>
                    </a:lnTo>
                    <a:lnTo>
                      <a:pt x="357" y="281"/>
                    </a:lnTo>
                    <a:lnTo>
                      <a:pt x="360" y="281"/>
                    </a:lnTo>
                    <a:lnTo>
                      <a:pt x="361" y="280"/>
                    </a:lnTo>
                    <a:lnTo>
                      <a:pt x="362" y="280"/>
                    </a:lnTo>
                    <a:lnTo>
                      <a:pt x="365" y="280"/>
                    </a:lnTo>
                    <a:lnTo>
                      <a:pt x="366" y="280"/>
                    </a:lnTo>
                    <a:lnTo>
                      <a:pt x="368" y="279"/>
                    </a:lnTo>
                    <a:lnTo>
                      <a:pt x="369" y="279"/>
                    </a:lnTo>
                    <a:lnTo>
                      <a:pt x="372" y="279"/>
                    </a:lnTo>
                    <a:lnTo>
                      <a:pt x="373" y="279"/>
                    </a:lnTo>
                    <a:lnTo>
                      <a:pt x="374" y="279"/>
                    </a:lnTo>
                    <a:lnTo>
                      <a:pt x="377" y="279"/>
                    </a:lnTo>
                    <a:lnTo>
                      <a:pt x="378" y="278"/>
                    </a:lnTo>
                    <a:lnTo>
                      <a:pt x="379" y="278"/>
                    </a:lnTo>
                    <a:lnTo>
                      <a:pt x="380" y="278"/>
                    </a:lnTo>
                    <a:lnTo>
                      <a:pt x="381" y="278"/>
                    </a:lnTo>
                    <a:lnTo>
                      <a:pt x="383" y="278"/>
                    </a:lnTo>
                    <a:lnTo>
                      <a:pt x="384" y="278"/>
                    </a:lnTo>
                    <a:lnTo>
                      <a:pt x="385" y="276"/>
                    </a:lnTo>
                    <a:lnTo>
                      <a:pt x="386" y="276"/>
                    </a:lnTo>
                    <a:lnTo>
                      <a:pt x="387" y="276"/>
                    </a:lnTo>
                    <a:lnTo>
                      <a:pt x="389" y="276"/>
                    </a:lnTo>
                    <a:lnTo>
                      <a:pt x="390" y="275"/>
                    </a:lnTo>
                    <a:lnTo>
                      <a:pt x="391" y="275"/>
                    </a:lnTo>
                    <a:lnTo>
                      <a:pt x="392" y="275"/>
                    </a:lnTo>
                    <a:lnTo>
                      <a:pt x="393" y="275"/>
                    </a:lnTo>
                    <a:lnTo>
                      <a:pt x="395" y="274"/>
                    </a:lnTo>
                    <a:lnTo>
                      <a:pt x="396" y="274"/>
                    </a:lnTo>
                    <a:lnTo>
                      <a:pt x="397" y="274"/>
                    </a:lnTo>
                    <a:lnTo>
                      <a:pt x="398" y="273"/>
                    </a:lnTo>
                    <a:lnTo>
                      <a:pt x="399" y="273"/>
                    </a:lnTo>
                    <a:lnTo>
                      <a:pt x="402" y="272"/>
                    </a:lnTo>
                    <a:lnTo>
                      <a:pt x="403" y="272"/>
                    </a:lnTo>
                    <a:lnTo>
                      <a:pt x="405" y="272"/>
                    </a:lnTo>
                    <a:lnTo>
                      <a:pt x="407" y="270"/>
                    </a:lnTo>
                    <a:lnTo>
                      <a:pt x="409" y="269"/>
                    </a:lnTo>
                    <a:lnTo>
                      <a:pt x="411" y="269"/>
                    </a:lnTo>
                    <a:lnTo>
                      <a:pt x="414" y="268"/>
                    </a:lnTo>
                    <a:lnTo>
                      <a:pt x="415" y="268"/>
                    </a:lnTo>
                    <a:lnTo>
                      <a:pt x="417" y="267"/>
                    </a:lnTo>
                    <a:lnTo>
                      <a:pt x="420" y="267"/>
                    </a:lnTo>
                    <a:lnTo>
                      <a:pt x="421" y="266"/>
                    </a:lnTo>
                    <a:lnTo>
                      <a:pt x="422" y="266"/>
                    </a:lnTo>
                    <a:lnTo>
                      <a:pt x="425" y="266"/>
                    </a:lnTo>
                    <a:lnTo>
                      <a:pt x="426" y="264"/>
                    </a:lnTo>
                    <a:lnTo>
                      <a:pt x="427" y="264"/>
                    </a:lnTo>
                    <a:lnTo>
                      <a:pt x="428" y="263"/>
                    </a:lnTo>
                    <a:lnTo>
                      <a:pt x="429" y="263"/>
                    </a:lnTo>
                    <a:lnTo>
                      <a:pt x="431" y="263"/>
                    </a:lnTo>
                    <a:lnTo>
                      <a:pt x="432" y="262"/>
                    </a:lnTo>
                    <a:lnTo>
                      <a:pt x="433" y="262"/>
                    </a:lnTo>
                    <a:lnTo>
                      <a:pt x="434" y="262"/>
                    </a:lnTo>
                    <a:lnTo>
                      <a:pt x="435" y="261"/>
                    </a:lnTo>
                    <a:lnTo>
                      <a:pt x="437" y="261"/>
                    </a:lnTo>
                    <a:lnTo>
                      <a:pt x="438" y="260"/>
                    </a:lnTo>
                    <a:lnTo>
                      <a:pt x="439" y="260"/>
                    </a:lnTo>
                    <a:lnTo>
                      <a:pt x="440" y="258"/>
                    </a:lnTo>
                    <a:lnTo>
                      <a:pt x="441" y="258"/>
                    </a:lnTo>
                    <a:lnTo>
                      <a:pt x="443" y="258"/>
                    </a:lnTo>
                    <a:lnTo>
                      <a:pt x="444" y="257"/>
                    </a:lnTo>
                    <a:lnTo>
                      <a:pt x="445" y="257"/>
                    </a:lnTo>
                    <a:lnTo>
                      <a:pt x="446" y="256"/>
                    </a:lnTo>
                    <a:lnTo>
                      <a:pt x="447" y="255"/>
                    </a:lnTo>
                    <a:lnTo>
                      <a:pt x="450" y="255"/>
                    </a:lnTo>
                    <a:lnTo>
                      <a:pt x="451" y="254"/>
                    </a:lnTo>
                    <a:lnTo>
                      <a:pt x="452" y="252"/>
                    </a:lnTo>
                    <a:lnTo>
                      <a:pt x="455" y="252"/>
                    </a:lnTo>
                    <a:lnTo>
                      <a:pt x="456" y="251"/>
                    </a:lnTo>
                    <a:lnTo>
                      <a:pt x="458" y="250"/>
                    </a:lnTo>
                    <a:lnTo>
                      <a:pt x="459" y="249"/>
                    </a:lnTo>
                    <a:lnTo>
                      <a:pt x="462" y="249"/>
                    </a:lnTo>
                    <a:lnTo>
                      <a:pt x="463" y="248"/>
                    </a:lnTo>
                    <a:lnTo>
                      <a:pt x="464" y="246"/>
                    </a:lnTo>
                    <a:lnTo>
                      <a:pt x="467" y="246"/>
                    </a:lnTo>
                    <a:lnTo>
                      <a:pt x="468" y="245"/>
                    </a:lnTo>
                    <a:lnTo>
                      <a:pt x="469" y="245"/>
                    </a:lnTo>
                    <a:lnTo>
                      <a:pt x="470" y="244"/>
                    </a:lnTo>
                    <a:lnTo>
                      <a:pt x="471" y="244"/>
                    </a:lnTo>
                    <a:lnTo>
                      <a:pt x="473" y="243"/>
                    </a:lnTo>
                    <a:lnTo>
                      <a:pt x="474" y="243"/>
                    </a:lnTo>
                    <a:lnTo>
                      <a:pt x="475" y="242"/>
                    </a:lnTo>
                    <a:lnTo>
                      <a:pt x="476" y="242"/>
                    </a:lnTo>
                    <a:lnTo>
                      <a:pt x="477" y="240"/>
                    </a:lnTo>
                    <a:lnTo>
                      <a:pt x="479" y="239"/>
                    </a:lnTo>
                    <a:lnTo>
                      <a:pt x="480" y="239"/>
                    </a:lnTo>
                    <a:lnTo>
                      <a:pt x="481" y="239"/>
                    </a:lnTo>
                    <a:lnTo>
                      <a:pt x="482" y="238"/>
                    </a:lnTo>
                    <a:lnTo>
                      <a:pt x="483" y="237"/>
                    </a:lnTo>
                    <a:lnTo>
                      <a:pt x="485" y="237"/>
                    </a:lnTo>
                    <a:lnTo>
                      <a:pt x="486" y="236"/>
                    </a:lnTo>
                    <a:lnTo>
                      <a:pt x="487" y="236"/>
                    </a:lnTo>
                    <a:lnTo>
                      <a:pt x="488" y="234"/>
                    </a:lnTo>
                    <a:lnTo>
                      <a:pt x="489" y="233"/>
                    </a:lnTo>
                    <a:lnTo>
                      <a:pt x="491" y="233"/>
                    </a:lnTo>
                    <a:lnTo>
                      <a:pt x="493" y="232"/>
                    </a:lnTo>
                    <a:lnTo>
                      <a:pt x="494" y="231"/>
                    </a:lnTo>
                    <a:lnTo>
                      <a:pt x="495" y="230"/>
                    </a:lnTo>
                    <a:lnTo>
                      <a:pt x="498" y="230"/>
                    </a:lnTo>
                    <a:lnTo>
                      <a:pt x="499" y="228"/>
                    </a:lnTo>
                    <a:lnTo>
                      <a:pt x="500" y="227"/>
                    </a:lnTo>
                    <a:lnTo>
                      <a:pt x="503" y="227"/>
                    </a:lnTo>
                    <a:lnTo>
                      <a:pt x="504" y="226"/>
                    </a:lnTo>
                    <a:lnTo>
                      <a:pt x="505" y="225"/>
                    </a:lnTo>
                    <a:lnTo>
                      <a:pt x="506" y="225"/>
                    </a:lnTo>
                    <a:lnTo>
                      <a:pt x="507" y="224"/>
                    </a:lnTo>
                    <a:lnTo>
                      <a:pt x="509" y="224"/>
                    </a:lnTo>
                    <a:lnTo>
                      <a:pt x="509" y="222"/>
                    </a:lnTo>
                    <a:lnTo>
                      <a:pt x="510" y="222"/>
                    </a:lnTo>
                    <a:lnTo>
                      <a:pt x="511" y="221"/>
                    </a:lnTo>
                    <a:lnTo>
                      <a:pt x="512" y="221"/>
                    </a:lnTo>
                    <a:lnTo>
                      <a:pt x="513" y="220"/>
                    </a:lnTo>
                    <a:lnTo>
                      <a:pt x="515" y="220"/>
                    </a:lnTo>
                    <a:lnTo>
                      <a:pt x="515" y="219"/>
                    </a:lnTo>
                    <a:lnTo>
                      <a:pt x="516" y="219"/>
                    </a:lnTo>
                    <a:lnTo>
                      <a:pt x="517" y="219"/>
                    </a:lnTo>
                    <a:lnTo>
                      <a:pt x="517" y="218"/>
                    </a:lnTo>
                    <a:lnTo>
                      <a:pt x="518" y="218"/>
                    </a:lnTo>
                    <a:lnTo>
                      <a:pt x="519" y="216"/>
                    </a:lnTo>
                    <a:lnTo>
                      <a:pt x="521" y="215"/>
                    </a:lnTo>
                    <a:lnTo>
                      <a:pt x="522" y="215"/>
                    </a:lnTo>
                    <a:lnTo>
                      <a:pt x="523" y="214"/>
                    </a:lnTo>
                    <a:lnTo>
                      <a:pt x="524" y="214"/>
                    </a:lnTo>
                    <a:lnTo>
                      <a:pt x="524" y="213"/>
                    </a:lnTo>
                    <a:lnTo>
                      <a:pt x="525" y="213"/>
                    </a:lnTo>
                    <a:lnTo>
                      <a:pt x="527" y="212"/>
                    </a:lnTo>
                    <a:lnTo>
                      <a:pt x="529" y="210"/>
                    </a:lnTo>
                    <a:lnTo>
                      <a:pt x="530" y="209"/>
                    </a:lnTo>
                    <a:lnTo>
                      <a:pt x="531" y="209"/>
                    </a:lnTo>
                    <a:lnTo>
                      <a:pt x="533" y="208"/>
                    </a:lnTo>
                    <a:lnTo>
                      <a:pt x="534" y="207"/>
                    </a:lnTo>
                    <a:lnTo>
                      <a:pt x="535" y="207"/>
                    </a:lnTo>
                    <a:lnTo>
                      <a:pt x="536" y="206"/>
                    </a:lnTo>
                    <a:lnTo>
                      <a:pt x="537" y="204"/>
                    </a:lnTo>
                    <a:lnTo>
                      <a:pt x="539" y="204"/>
                    </a:lnTo>
                    <a:lnTo>
                      <a:pt x="540" y="203"/>
                    </a:lnTo>
                    <a:lnTo>
                      <a:pt x="541" y="202"/>
                    </a:lnTo>
                    <a:lnTo>
                      <a:pt x="542" y="202"/>
                    </a:lnTo>
                    <a:lnTo>
                      <a:pt x="543" y="201"/>
                    </a:lnTo>
                    <a:lnTo>
                      <a:pt x="545" y="201"/>
                    </a:lnTo>
                    <a:lnTo>
                      <a:pt x="545" y="200"/>
                    </a:lnTo>
                    <a:lnTo>
                      <a:pt x="546" y="200"/>
                    </a:lnTo>
                    <a:lnTo>
                      <a:pt x="547" y="198"/>
                    </a:lnTo>
                    <a:lnTo>
                      <a:pt x="548" y="197"/>
                    </a:lnTo>
                    <a:lnTo>
                      <a:pt x="549" y="197"/>
                    </a:lnTo>
                    <a:lnTo>
                      <a:pt x="549" y="196"/>
                    </a:lnTo>
                    <a:lnTo>
                      <a:pt x="551" y="196"/>
                    </a:lnTo>
                    <a:lnTo>
                      <a:pt x="551" y="195"/>
                    </a:lnTo>
                    <a:lnTo>
                      <a:pt x="552" y="195"/>
                    </a:lnTo>
                    <a:lnTo>
                      <a:pt x="553" y="194"/>
                    </a:lnTo>
                    <a:lnTo>
                      <a:pt x="554" y="192"/>
                    </a:lnTo>
                    <a:lnTo>
                      <a:pt x="555" y="191"/>
                    </a:lnTo>
                    <a:lnTo>
                      <a:pt x="557" y="191"/>
                    </a:lnTo>
                    <a:lnTo>
                      <a:pt x="557" y="190"/>
                    </a:lnTo>
                    <a:lnTo>
                      <a:pt x="558" y="190"/>
                    </a:lnTo>
                    <a:lnTo>
                      <a:pt x="559" y="189"/>
                    </a:lnTo>
                    <a:lnTo>
                      <a:pt x="560" y="188"/>
                    </a:lnTo>
                    <a:lnTo>
                      <a:pt x="561" y="188"/>
                    </a:lnTo>
                    <a:lnTo>
                      <a:pt x="561" y="186"/>
                    </a:lnTo>
                    <a:lnTo>
                      <a:pt x="563" y="186"/>
                    </a:lnTo>
                    <a:lnTo>
                      <a:pt x="564" y="185"/>
                    </a:lnTo>
                    <a:lnTo>
                      <a:pt x="565" y="185"/>
                    </a:lnTo>
                    <a:lnTo>
                      <a:pt x="565" y="184"/>
                    </a:lnTo>
                    <a:lnTo>
                      <a:pt x="566" y="184"/>
                    </a:lnTo>
                    <a:lnTo>
                      <a:pt x="566" y="183"/>
                    </a:lnTo>
                    <a:lnTo>
                      <a:pt x="567" y="183"/>
                    </a:lnTo>
                    <a:lnTo>
                      <a:pt x="569" y="182"/>
                    </a:lnTo>
                    <a:lnTo>
                      <a:pt x="570" y="182"/>
                    </a:lnTo>
                    <a:lnTo>
                      <a:pt x="570" y="180"/>
                    </a:lnTo>
                    <a:lnTo>
                      <a:pt x="571" y="180"/>
                    </a:lnTo>
                    <a:lnTo>
                      <a:pt x="572" y="179"/>
                    </a:lnTo>
                    <a:lnTo>
                      <a:pt x="573" y="179"/>
                    </a:lnTo>
                    <a:lnTo>
                      <a:pt x="573" y="178"/>
                    </a:lnTo>
                    <a:lnTo>
                      <a:pt x="575" y="178"/>
                    </a:lnTo>
                    <a:lnTo>
                      <a:pt x="576" y="177"/>
                    </a:lnTo>
                    <a:lnTo>
                      <a:pt x="577" y="177"/>
                    </a:lnTo>
                    <a:lnTo>
                      <a:pt x="578" y="176"/>
                    </a:lnTo>
                    <a:lnTo>
                      <a:pt x="579" y="174"/>
                    </a:lnTo>
                    <a:lnTo>
                      <a:pt x="581" y="173"/>
                    </a:lnTo>
                    <a:lnTo>
                      <a:pt x="582" y="173"/>
                    </a:lnTo>
                    <a:lnTo>
                      <a:pt x="583" y="172"/>
                    </a:lnTo>
                    <a:lnTo>
                      <a:pt x="584" y="171"/>
                    </a:lnTo>
                    <a:lnTo>
                      <a:pt x="585" y="171"/>
                    </a:lnTo>
                    <a:lnTo>
                      <a:pt x="585" y="170"/>
                    </a:lnTo>
                    <a:lnTo>
                      <a:pt x="587" y="170"/>
                    </a:lnTo>
                    <a:lnTo>
                      <a:pt x="587" y="168"/>
                    </a:lnTo>
                    <a:lnTo>
                      <a:pt x="588" y="168"/>
                    </a:lnTo>
                    <a:lnTo>
                      <a:pt x="589" y="167"/>
                    </a:lnTo>
                    <a:lnTo>
                      <a:pt x="590" y="166"/>
                    </a:lnTo>
                    <a:lnTo>
                      <a:pt x="591" y="165"/>
                    </a:lnTo>
                    <a:lnTo>
                      <a:pt x="593" y="165"/>
                    </a:lnTo>
                    <a:lnTo>
                      <a:pt x="593" y="164"/>
                    </a:lnTo>
                    <a:lnTo>
                      <a:pt x="594" y="162"/>
                    </a:lnTo>
                    <a:lnTo>
                      <a:pt x="595" y="161"/>
                    </a:lnTo>
                    <a:lnTo>
                      <a:pt x="596" y="161"/>
                    </a:lnTo>
                    <a:lnTo>
                      <a:pt x="596" y="160"/>
                    </a:lnTo>
                    <a:lnTo>
                      <a:pt x="597" y="159"/>
                    </a:lnTo>
                    <a:lnTo>
                      <a:pt x="599" y="158"/>
                    </a:lnTo>
                    <a:lnTo>
                      <a:pt x="600" y="158"/>
                    </a:lnTo>
                    <a:lnTo>
                      <a:pt x="600" y="156"/>
                    </a:lnTo>
                    <a:lnTo>
                      <a:pt x="601" y="155"/>
                    </a:lnTo>
                    <a:lnTo>
                      <a:pt x="602" y="154"/>
                    </a:lnTo>
                    <a:lnTo>
                      <a:pt x="603" y="153"/>
                    </a:lnTo>
                    <a:lnTo>
                      <a:pt x="605" y="152"/>
                    </a:lnTo>
                    <a:lnTo>
                      <a:pt x="606" y="150"/>
                    </a:lnTo>
                    <a:lnTo>
                      <a:pt x="607" y="149"/>
                    </a:lnTo>
                    <a:lnTo>
                      <a:pt x="608" y="148"/>
                    </a:lnTo>
                    <a:lnTo>
                      <a:pt x="608" y="147"/>
                    </a:lnTo>
                    <a:lnTo>
                      <a:pt x="609" y="147"/>
                    </a:lnTo>
                    <a:lnTo>
                      <a:pt x="611" y="146"/>
                    </a:lnTo>
                    <a:lnTo>
                      <a:pt x="611" y="144"/>
                    </a:lnTo>
                    <a:lnTo>
                      <a:pt x="612" y="144"/>
                    </a:lnTo>
                    <a:lnTo>
                      <a:pt x="612" y="143"/>
                    </a:lnTo>
                    <a:lnTo>
                      <a:pt x="613" y="142"/>
                    </a:lnTo>
                    <a:lnTo>
                      <a:pt x="614" y="141"/>
                    </a:lnTo>
                    <a:lnTo>
                      <a:pt x="615" y="141"/>
                    </a:lnTo>
                    <a:lnTo>
                      <a:pt x="615" y="140"/>
                    </a:lnTo>
                    <a:lnTo>
                      <a:pt x="617" y="138"/>
                    </a:lnTo>
                    <a:lnTo>
                      <a:pt x="618" y="137"/>
                    </a:lnTo>
                    <a:lnTo>
                      <a:pt x="618" y="136"/>
                    </a:lnTo>
                    <a:lnTo>
                      <a:pt x="619" y="136"/>
                    </a:lnTo>
                    <a:lnTo>
                      <a:pt x="620" y="135"/>
                    </a:lnTo>
                    <a:lnTo>
                      <a:pt x="620" y="134"/>
                    </a:lnTo>
                    <a:lnTo>
                      <a:pt x="621" y="132"/>
                    </a:lnTo>
                    <a:lnTo>
                      <a:pt x="623" y="131"/>
                    </a:lnTo>
                    <a:lnTo>
                      <a:pt x="624" y="130"/>
                    </a:lnTo>
                    <a:lnTo>
                      <a:pt x="625" y="128"/>
                    </a:lnTo>
                    <a:lnTo>
                      <a:pt x="626" y="126"/>
                    </a:lnTo>
                    <a:lnTo>
                      <a:pt x="627" y="125"/>
                    </a:lnTo>
                    <a:lnTo>
                      <a:pt x="629" y="124"/>
                    </a:lnTo>
                    <a:lnTo>
                      <a:pt x="630" y="122"/>
                    </a:lnTo>
                    <a:lnTo>
                      <a:pt x="631" y="120"/>
                    </a:lnTo>
                    <a:lnTo>
                      <a:pt x="633" y="119"/>
                    </a:lnTo>
                    <a:lnTo>
                      <a:pt x="635" y="118"/>
                    </a:lnTo>
                    <a:lnTo>
                      <a:pt x="635" y="117"/>
                    </a:lnTo>
                    <a:lnTo>
                      <a:pt x="636" y="114"/>
                    </a:lnTo>
                    <a:lnTo>
                      <a:pt x="637" y="113"/>
                    </a:lnTo>
                    <a:lnTo>
                      <a:pt x="638" y="112"/>
                    </a:lnTo>
                    <a:lnTo>
                      <a:pt x="639" y="112"/>
                    </a:lnTo>
                    <a:lnTo>
                      <a:pt x="639" y="111"/>
                    </a:lnTo>
                    <a:lnTo>
                      <a:pt x="641" y="110"/>
                    </a:lnTo>
                    <a:lnTo>
                      <a:pt x="642" y="108"/>
                    </a:lnTo>
                    <a:lnTo>
                      <a:pt x="642" y="107"/>
                    </a:lnTo>
                    <a:lnTo>
                      <a:pt x="643" y="106"/>
                    </a:lnTo>
                    <a:lnTo>
                      <a:pt x="644" y="106"/>
                    </a:lnTo>
                    <a:lnTo>
                      <a:pt x="644" y="105"/>
                    </a:lnTo>
                    <a:lnTo>
                      <a:pt x="645" y="104"/>
                    </a:lnTo>
                    <a:lnTo>
                      <a:pt x="645" y="102"/>
                    </a:lnTo>
                    <a:lnTo>
                      <a:pt x="647" y="102"/>
                    </a:lnTo>
                    <a:lnTo>
                      <a:pt x="648" y="101"/>
                    </a:lnTo>
                    <a:lnTo>
                      <a:pt x="648" y="100"/>
                    </a:lnTo>
                    <a:lnTo>
                      <a:pt x="649" y="99"/>
                    </a:lnTo>
                    <a:lnTo>
                      <a:pt x="650" y="98"/>
                    </a:lnTo>
                    <a:lnTo>
                      <a:pt x="650" y="96"/>
                    </a:lnTo>
                    <a:lnTo>
                      <a:pt x="651" y="95"/>
                    </a:lnTo>
                    <a:lnTo>
                      <a:pt x="653" y="94"/>
                    </a:lnTo>
                    <a:lnTo>
                      <a:pt x="653" y="93"/>
                    </a:lnTo>
                    <a:lnTo>
                      <a:pt x="654" y="92"/>
                    </a:lnTo>
                    <a:lnTo>
                      <a:pt x="655" y="90"/>
                    </a:lnTo>
                    <a:lnTo>
                      <a:pt x="656" y="88"/>
                    </a:lnTo>
                    <a:lnTo>
                      <a:pt x="657" y="87"/>
                    </a:lnTo>
                    <a:lnTo>
                      <a:pt x="659" y="84"/>
                    </a:lnTo>
                    <a:lnTo>
                      <a:pt x="660" y="83"/>
                    </a:lnTo>
                    <a:lnTo>
                      <a:pt x="661" y="81"/>
                    </a:lnTo>
                    <a:lnTo>
                      <a:pt x="663" y="80"/>
                    </a:lnTo>
                    <a:lnTo>
                      <a:pt x="665" y="77"/>
                    </a:lnTo>
                    <a:lnTo>
                      <a:pt x="665" y="76"/>
                    </a:lnTo>
                    <a:lnTo>
                      <a:pt x="666" y="75"/>
                    </a:lnTo>
                    <a:lnTo>
                      <a:pt x="667" y="74"/>
                    </a:lnTo>
                    <a:lnTo>
                      <a:pt x="668" y="72"/>
                    </a:lnTo>
                    <a:lnTo>
                      <a:pt x="669" y="71"/>
                    </a:lnTo>
                    <a:lnTo>
                      <a:pt x="669" y="70"/>
                    </a:lnTo>
                    <a:lnTo>
                      <a:pt x="671" y="69"/>
                    </a:lnTo>
                    <a:lnTo>
                      <a:pt x="672" y="68"/>
                    </a:lnTo>
                    <a:lnTo>
                      <a:pt x="672" y="66"/>
                    </a:lnTo>
                    <a:lnTo>
                      <a:pt x="673" y="65"/>
                    </a:lnTo>
                    <a:lnTo>
                      <a:pt x="674" y="64"/>
                    </a:lnTo>
                    <a:lnTo>
                      <a:pt x="674" y="63"/>
                    </a:lnTo>
                    <a:lnTo>
                      <a:pt x="675" y="62"/>
                    </a:lnTo>
                    <a:lnTo>
                      <a:pt x="677" y="62"/>
                    </a:lnTo>
                    <a:lnTo>
                      <a:pt x="677" y="60"/>
                    </a:lnTo>
                    <a:lnTo>
                      <a:pt x="678" y="59"/>
                    </a:lnTo>
                    <a:lnTo>
                      <a:pt x="678" y="58"/>
                    </a:lnTo>
                    <a:lnTo>
                      <a:pt x="679" y="57"/>
                    </a:lnTo>
                    <a:lnTo>
                      <a:pt x="680" y="56"/>
                    </a:lnTo>
                    <a:lnTo>
                      <a:pt x="680" y="54"/>
                    </a:lnTo>
                    <a:lnTo>
                      <a:pt x="681" y="53"/>
                    </a:lnTo>
                    <a:lnTo>
                      <a:pt x="683" y="52"/>
                    </a:lnTo>
                    <a:lnTo>
                      <a:pt x="684" y="51"/>
                    </a:lnTo>
                    <a:lnTo>
                      <a:pt x="685" y="50"/>
                    </a:lnTo>
                    <a:lnTo>
                      <a:pt x="686" y="47"/>
                    </a:lnTo>
                    <a:lnTo>
                      <a:pt x="687" y="46"/>
                    </a:lnTo>
                    <a:lnTo>
                      <a:pt x="689" y="45"/>
                    </a:lnTo>
                    <a:lnTo>
                      <a:pt x="690" y="42"/>
                    </a:lnTo>
                    <a:lnTo>
                      <a:pt x="691" y="40"/>
                    </a:lnTo>
                    <a:lnTo>
                      <a:pt x="692" y="39"/>
                    </a:lnTo>
                    <a:lnTo>
                      <a:pt x="693" y="36"/>
                    </a:lnTo>
                    <a:lnTo>
                      <a:pt x="695" y="35"/>
                    </a:lnTo>
                    <a:lnTo>
                      <a:pt x="696" y="33"/>
                    </a:lnTo>
                    <a:lnTo>
                      <a:pt x="697" y="32"/>
                    </a:lnTo>
                    <a:lnTo>
                      <a:pt x="698" y="30"/>
                    </a:lnTo>
                    <a:lnTo>
                      <a:pt x="699" y="29"/>
                    </a:lnTo>
                    <a:lnTo>
                      <a:pt x="701" y="28"/>
                    </a:lnTo>
                    <a:lnTo>
                      <a:pt x="701" y="27"/>
                    </a:lnTo>
                    <a:lnTo>
                      <a:pt x="702" y="26"/>
                    </a:lnTo>
                    <a:lnTo>
                      <a:pt x="703" y="24"/>
                    </a:lnTo>
                    <a:lnTo>
                      <a:pt x="703" y="23"/>
                    </a:lnTo>
                    <a:lnTo>
                      <a:pt x="704" y="22"/>
                    </a:lnTo>
                    <a:lnTo>
                      <a:pt x="704" y="21"/>
                    </a:lnTo>
                    <a:lnTo>
                      <a:pt x="705" y="20"/>
                    </a:lnTo>
                    <a:lnTo>
                      <a:pt x="707" y="20"/>
                    </a:lnTo>
                    <a:lnTo>
                      <a:pt x="707" y="18"/>
                    </a:lnTo>
                    <a:lnTo>
                      <a:pt x="708" y="17"/>
                    </a:lnTo>
                    <a:lnTo>
                      <a:pt x="708" y="16"/>
                    </a:lnTo>
                    <a:lnTo>
                      <a:pt x="709" y="16"/>
                    </a:lnTo>
                    <a:lnTo>
                      <a:pt x="709" y="15"/>
                    </a:lnTo>
                    <a:lnTo>
                      <a:pt x="710" y="14"/>
                    </a:lnTo>
                    <a:lnTo>
                      <a:pt x="710" y="12"/>
                    </a:lnTo>
                    <a:lnTo>
                      <a:pt x="711" y="11"/>
                    </a:lnTo>
                    <a:lnTo>
                      <a:pt x="711" y="10"/>
                    </a:lnTo>
                    <a:lnTo>
                      <a:pt x="713" y="9"/>
                    </a:lnTo>
                    <a:lnTo>
                      <a:pt x="713" y="8"/>
                    </a:lnTo>
                    <a:lnTo>
                      <a:pt x="714" y="6"/>
                    </a:lnTo>
                    <a:lnTo>
                      <a:pt x="715" y="5"/>
                    </a:lnTo>
                    <a:lnTo>
                      <a:pt x="715" y="4"/>
                    </a:lnTo>
                    <a:lnTo>
                      <a:pt x="716" y="3"/>
                    </a:lnTo>
                    <a:lnTo>
                      <a:pt x="717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288">
                <a:extLst>
                  <a:ext uri="{FF2B5EF4-FFF2-40B4-BE49-F238E27FC236}">
                    <a16:creationId xmlns:a16="http://schemas.microsoft.com/office/drawing/2014/main" id="{C8CE1B4E-0A4C-40E2-9D41-15AE6D71BA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08" y="782"/>
                <a:ext cx="52" cy="172"/>
              </a:xfrm>
              <a:custGeom>
                <a:avLst/>
                <a:gdLst>
                  <a:gd name="T0" fmla="*/ 1 w 85"/>
                  <a:gd name="T1" fmla="*/ 1 h 287"/>
                  <a:gd name="T2" fmla="*/ 1 w 85"/>
                  <a:gd name="T3" fmla="*/ 1 h 287"/>
                  <a:gd name="T4" fmla="*/ 1 w 85"/>
                  <a:gd name="T5" fmla="*/ 1 h 287"/>
                  <a:gd name="T6" fmla="*/ 1 w 85"/>
                  <a:gd name="T7" fmla="*/ 1 h 287"/>
                  <a:gd name="T8" fmla="*/ 1 w 85"/>
                  <a:gd name="T9" fmla="*/ 1 h 287"/>
                  <a:gd name="T10" fmla="*/ 1 w 85"/>
                  <a:gd name="T11" fmla="*/ 1 h 287"/>
                  <a:gd name="T12" fmla="*/ 1 w 85"/>
                  <a:gd name="T13" fmla="*/ 1 h 287"/>
                  <a:gd name="T14" fmla="*/ 1 w 85"/>
                  <a:gd name="T15" fmla="*/ 1 h 287"/>
                  <a:gd name="T16" fmla="*/ 1 w 85"/>
                  <a:gd name="T17" fmla="*/ 1 h 287"/>
                  <a:gd name="T18" fmla="*/ 1 w 85"/>
                  <a:gd name="T19" fmla="*/ 1 h 287"/>
                  <a:gd name="T20" fmla="*/ 1 w 85"/>
                  <a:gd name="T21" fmla="*/ 1 h 287"/>
                  <a:gd name="T22" fmla="*/ 1 w 85"/>
                  <a:gd name="T23" fmla="*/ 1 h 287"/>
                  <a:gd name="T24" fmla="*/ 1 w 85"/>
                  <a:gd name="T25" fmla="*/ 1 h 287"/>
                  <a:gd name="T26" fmla="*/ 1 w 85"/>
                  <a:gd name="T27" fmla="*/ 1 h 287"/>
                  <a:gd name="T28" fmla="*/ 1 w 85"/>
                  <a:gd name="T29" fmla="*/ 1 h 287"/>
                  <a:gd name="T30" fmla="*/ 1 w 85"/>
                  <a:gd name="T31" fmla="*/ 1 h 287"/>
                  <a:gd name="T32" fmla="*/ 1 w 85"/>
                  <a:gd name="T33" fmla="*/ 1 h 287"/>
                  <a:gd name="T34" fmla="*/ 1 w 85"/>
                  <a:gd name="T35" fmla="*/ 1 h 287"/>
                  <a:gd name="T36" fmla="*/ 1 w 85"/>
                  <a:gd name="T37" fmla="*/ 1 h 287"/>
                  <a:gd name="T38" fmla="*/ 1 w 85"/>
                  <a:gd name="T39" fmla="*/ 1 h 287"/>
                  <a:gd name="T40" fmla="*/ 1 w 85"/>
                  <a:gd name="T41" fmla="*/ 1 h 287"/>
                  <a:gd name="T42" fmla="*/ 1 w 85"/>
                  <a:gd name="T43" fmla="*/ 1 h 287"/>
                  <a:gd name="T44" fmla="*/ 1 w 85"/>
                  <a:gd name="T45" fmla="*/ 1 h 287"/>
                  <a:gd name="T46" fmla="*/ 1 w 85"/>
                  <a:gd name="T47" fmla="*/ 1 h 287"/>
                  <a:gd name="T48" fmla="*/ 1 w 85"/>
                  <a:gd name="T49" fmla="*/ 1 h 287"/>
                  <a:gd name="T50" fmla="*/ 1 w 85"/>
                  <a:gd name="T51" fmla="*/ 1 h 287"/>
                  <a:gd name="T52" fmla="*/ 1 w 85"/>
                  <a:gd name="T53" fmla="*/ 1 h 287"/>
                  <a:gd name="T54" fmla="*/ 1 w 85"/>
                  <a:gd name="T55" fmla="*/ 1 h 287"/>
                  <a:gd name="T56" fmla="*/ 1 w 85"/>
                  <a:gd name="T57" fmla="*/ 1 h 287"/>
                  <a:gd name="T58" fmla="*/ 1 w 85"/>
                  <a:gd name="T59" fmla="*/ 1 h 287"/>
                  <a:gd name="T60" fmla="*/ 1 w 85"/>
                  <a:gd name="T61" fmla="*/ 1 h 287"/>
                  <a:gd name="T62" fmla="*/ 1 w 85"/>
                  <a:gd name="T63" fmla="*/ 1 h 287"/>
                  <a:gd name="T64" fmla="*/ 1 w 85"/>
                  <a:gd name="T65" fmla="*/ 1 h 287"/>
                  <a:gd name="T66" fmla="*/ 1 w 85"/>
                  <a:gd name="T67" fmla="*/ 1 h 287"/>
                  <a:gd name="T68" fmla="*/ 1 w 85"/>
                  <a:gd name="T69" fmla="*/ 1 h 287"/>
                  <a:gd name="T70" fmla="*/ 1 w 85"/>
                  <a:gd name="T71" fmla="*/ 1 h 287"/>
                  <a:gd name="T72" fmla="*/ 1 w 85"/>
                  <a:gd name="T73" fmla="*/ 1 h 287"/>
                  <a:gd name="T74" fmla="*/ 1 w 85"/>
                  <a:gd name="T75" fmla="*/ 1 h 287"/>
                  <a:gd name="T76" fmla="*/ 1 w 85"/>
                  <a:gd name="T77" fmla="*/ 1 h 287"/>
                  <a:gd name="T78" fmla="*/ 1 w 85"/>
                  <a:gd name="T79" fmla="*/ 1 h 287"/>
                  <a:gd name="T80" fmla="*/ 1 w 85"/>
                  <a:gd name="T81" fmla="*/ 1 h 287"/>
                  <a:gd name="T82" fmla="*/ 1 w 85"/>
                  <a:gd name="T83" fmla="*/ 1 h 287"/>
                  <a:gd name="T84" fmla="*/ 1 w 85"/>
                  <a:gd name="T85" fmla="*/ 1 h 287"/>
                  <a:gd name="T86" fmla="*/ 1 w 85"/>
                  <a:gd name="T87" fmla="*/ 1 h 287"/>
                  <a:gd name="T88" fmla="*/ 1 w 85"/>
                  <a:gd name="T89" fmla="*/ 1 h 287"/>
                  <a:gd name="T90" fmla="*/ 1 w 85"/>
                  <a:gd name="T91" fmla="*/ 1 h 287"/>
                  <a:gd name="T92" fmla="*/ 1 w 85"/>
                  <a:gd name="T93" fmla="*/ 1 h 287"/>
                  <a:gd name="T94" fmla="*/ 1 w 85"/>
                  <a:gd name="T95" fmla="*/ 1 h 287"/>
                  <a:gd name="T96" fmla="*/ 1 w 85"/>
                  <a:gd name="T97" fmla="*/ 1 h 287"/>
                  <a:gd name="T98" fmla="*/ 1 w 85"/>
                  <a:gd name="T99" fmla="*/ 1 h 287"/>
                  <a:gd name="T100" fmla="*/ 1 w 85"/>
                  <a:gd name="T101" fmla="*/ 1 h 287"/>
                  <a:gd name="T102" fmla="*/ 1 w 85"/>
                  <a:gd name="T103" fmla="*/ 1 h 287"/>
                  <a:gd name="T104" fmla="*/ 1 w 85"/>
                  <a:gd name="T105" fmla="*/ 1 h 287"/>
                  <a:gd name="T106" fmla="*/ 1 w 85"/>
                  <a:gd name="T107" fmla="*/ 1 h 287"/>
                  <a:gd name="T108" fmla="*/ 1 w 85"/>
                  <a:gd name="T109" fmla="*/ 1 h 287"/>
                  <a:gd name="T110" fmla="*/ 1 w 85"/>
                  <a:gd name="T111" fmla="*/ 1 h 287"/>
                  <a:gd name="T112" fmla="*/ 1 w 85"/>
                  <a:gd name="T113" fmla="*/ 1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0"/>
                    </a:moveTo>
                    <a:lnTo>
                      <a:pt x="2" y="4"/>
                    </a:lnTo>
                    <a:lnTo>
                      <a:pt x="3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8" y="15"/>
                    </a:lnTo>
                    <a:lnTo>
                      <a:pt x="9" y="17"/>
                    </a:lnTo>
                    <a:lnTo>
                      <a:pt x="10" y="20"/>
                    </a:lnTo>
                    <a:lnTo>
                      <a:pt x="12" y="21"/>
                    </a:lnTo>
                    <a:lnTo>
                      <a:pt x="12" y="23"/>
                    </a:lnTo>
                    <a:lnTo>
                      <a:pt x="13" y="24"/>
                    </a:lnTo>
                    <a:lnTo>
                      <a:pt x="14" y="27"/>
                    </a:lnTo>
                    <a:lnTo>
                      <a:pt x="15" y="28"/>
                    </a:lnTo>
                    <a:lnTo>
                      <a:pt x="15" y="29"/>
                    </a:lnTo>
                    <a:lnTo>
                      <a:pt x="16" y="30"/>
                    </a:lnTo>
                    <a:lnTo>
                      <a:pt x="18" y="33"/>
                    </a:lnTo>
                    <a:lnTo>
                      <a:pt x="18" y="34"/>
                    </a:lnTo>
                    <a:lnTo>
                      <a:pt x="19" y="35"/>
                    </a:lnTo>
                    <a:lnTo>
                      <a:pt x="19" y="36"/>
                    </a:lnTo>
                    <a:lnTo>
                      <a:pt x="20" y="38"/>
                    </a:lnTo>
                    <a:lnTo>
                      <a:pt x="20" y="39"/>
                    </a:lnTo>
                    <a:lnTo>
                      <a:pt x="21" y="40"/>
                    </a:lnTo>
                    <a:lnTo>
                      <a:pt x="21" y="41"/>
                    </a:lnTo>
                    <a:lnTo>
                      <a:pt x="22" y="42"/>
                    </a:lnTo>
                    <a:lnTo>
                      <a:pt x="22" y="44"/>
                    </a:lnTo>
                    <a:lnTo>
                      <a:pt x="24" y="45"/>
                    </a:lnTo>
                    <a:lnTo>
                      <a:pt x="24" y="46"/>
                    </a:lnTo>
                    <a:lnTo>
                      <a:pt x="25" y="47"/>
                    </a:lnTo>
                    <a:lnTo>
                      <a:pt x="25" y="48"/>
                    </a:lnTo>
                    <a:lnTo>
                      <a:pt x="26" y="51"/>
                    </a:lnTo>
                    <a:lnTo>
                      <a:pt x="26" y="52"/>
                    </a:lnTo>
                    <a:lnTo>
                      <a:pt x="27" y="53"/>
                    </a:lnTo>
                    <a:lnTo>
                      <a:pt x="27" y="56"/>
                    </a:lnTo>
                    <a:lnTo>
                      <a:pt x="28" y="57"/>
                    </a:lnTo>
                    <a:lnTo>
                      <a:pt x="28" y="58"/>
                    </a:lnTo>
                    <a:lnTo>
                      <a:pt x="30" y="59"/>
                    </a:lnTo>
                    <a:lnTo>
                      <a:pt x="30" y="60"/>
                    </a:lnTo>
                    <a:lnTo>
                      <a:pt x="31" y="62"/>
                    </a:lnTo>
                    <a:lnTo>
                      <a:pt x="31" y="63"/>
                    </a:lnTo>
                    <a:lnTo>
                      <a:pt x="31" y="64"/>
                    </a:lnTo>
                    <a:lnTo>
                      <a:pt x="32" y="65"/>
                    </a:lnTo>
                    <a:lnTo>
                      <a:pt x="32" y="66"/>
                    </a:lnTo>
                    <a:lnTo>
                      <a:pt x="32" y="68"/>
                    </a:lnTo>
                    <a:lnTo>
                      <a:pt x="33" y="69"/>
                    </a:lnTo>
                    <a:lnTo>
                      <a:pt x="33" y="70"/>
                    </a:lnTo>
                    <a:lnTo>
                      <a:pt x="34" y="71"/>
                    </a:lnTo>
                    <a:lnTo>
                      <a:pt x="34" y="72"/>
                    </a:lnTo>
                    <a:lnTo>
                      <a:pt x="36" y="74"/>
                    </a:lnTo>
                    <a:lnTo>
                      <a:pt x="36" y="75"/>
                    </a:lnTo>
                    <a:lnTo>
                      <a:pt x="36" y="76"/>
                    </a:lnTo>
                    <a:lnTo>
                      <a:pt x="37" y="77"/>
                    </a:lnTo>
                    <a:lnTo>
                      <a:pt x="37" y="78"/>
                    </a:lnTo>
                    <a:lnTo>
                      <a:pt x="37" y="80"/>
                    </a:lnTo>
                    <a:lnTo>
                      <a:pt x="38" y="81"/>
                    </a:lnTo>
                    <a:lnTo>
                      <a:pt x="38" y="82"/>
                    </a:lnTo>
                    <a:lnTo>
                      <a:pt x="38" y="83"/>
                    </a:lnTo>
                    <a:lnTo>
                      <a:pt x="39" y="84"/>
                    </a:lnTo>
                    <a:lnTo>
                      <a:pt x="39" y="86"/>
                    </a:lnTo>
                    <a:lnTo>
                      <a:pt x="40" y="88"/>
                    </a:lnTo>
                    <a:lnTo>
                      <a:pt x="40" y="89"/>
                    </a:lnTo>
                    <a:lnTo>
                      <a:pt x="42" y="92"/>
                    </a:lnTo>
                    <a:lnTo>
                      <a:pt x="43" y="93"/>
                    </a:lnTo>
                    <a:lnTo>
                      <a:pt x="43" y="95"/>
                    </a:lnTo>
                    <a:lnTo>
                      <a:pt x="44" y="98"/>
                    </a:lnTo>
                    <a:lnTo>
                      <a:pt x="44" y="99"/>
                    </a:lnTo>
                    <a:lnTo>
                      <a:pt x="45" y="100"/>
                    </a:lnTo>
                    <a:lnTo>
                      <a:pt x="46" y="102"/>
                    </a:lnTo>
                    <a:lnTo>
                      <a:pt x="46" y="104"/>
                    </a:lnTo>
                    <a:lnTo>
                      <a:pt x="46" y="105"/>
                    </a:lnTo>
                    <a:lnTo>
                      <a:pt x="48" y="106"/>
                    </a:lnTo>
                    <a:lnTo>
                      <a:pt x="48" y="107"/>
                    </a:lnTo>
                    <a:lnTo>
                      <a:pt x="49" y="108"/>
                    </a:lnTo>
                    <a:lnTo>
                      <a:pt x="49" y="110"/>
                    </a:lnTo>
                    <a:lnTo>
                      <a:pt x="49" y="111"/>
                    </a:lnTo>
                    <a:lnTo>
                      <a:pt x="50" y="112"/>
                    </a:lnTo>
                    <a:lnTo>
                      <a:pt x="50" y="113"/>
                    </a:lnTo>
                    <a:lnTo>
                      <a:pt x="50" y="115"/>
                    </a:lnTo>
                    <a:lnTo>
                      <a:pt x="51" y="115"/>
                    </a:lnTo>
                    <a:lnTo>
                      <a:pt x="51" y="116"/>
                    </a:lnTo>
                    <a:lnTo>
                      <a:pt x="51" y="117"/>
                    </a:lnTo>
                    <a:lnTo>
                      <a:pt x="51" y="118"/>
                    </a:lnTo>
                    <a:lnTo>
                      <a:pt x="52" y="119"/>
                    </a:lnTo>
                    <a:lnTo>
                      <a:pt x="52" y="121"/>
                    </a:lnTo>
                    <a:lnTo>
                      <a:pt x="52" y="122"/>
                    </a:lnTo>
                    <a:lnTo>
                      <a:pt x="54" y="123"/>
                    </a:lnTo>
                    <a:lnTo>
                      <a:pt x="54" y="124"/>
                    </a:lnTo>
                    <a:lnTo>
                      <a:pt x="54" y="125"/>
                    </a:lnTo>
                    <a:lnTo>
                      <a:pt x="55" y="127"/>
                    </a:lnTo>
                    <a:lnTo>
                      <a:pt x="55" y="128"/>
                    </a:lnTo>
                    <a:lnTo>
                      <a:pt x="55" y="130"/>
                    </a:lnTo>
                    <a:lnTo>
                      <a:pt x="56" y="131"/>
                    </a:lnTo>
                    <a:lnTo>
                      <a:pt x="56" y="133"/>
                    </a:lnTo>
                    <a:lnTo>
                      <a:pt x="57" y="135"/>
                    </a:lnTo>
                    <a:lnTo>
                      <a:pt x="57" y="136"/>
                    </a:lnTo>
                    <a:lnTo>
                      <a:pt x="58" y="139"/>
                    </a:lnTo>
                    <a:lnTo>
                      <a:pt x="58" y="141"/>
                    </a:lnTo>
                    <a:lnTo>
                      <a:pt x="60" y="142"/>
                    </a:lnTo>
                    <a:lnTo>
                      <a:pt x="60" y="145"/>
                    </a:lnTo>
                    <a:lnTo>
                      <a:pt x="61" y="146"/>
                    </a:lnTo>
                    <a:lnTo>
                      <a:pt x="61" y="147"/>
                    </a:lnTo>
                    <a:lnTo>
                      <a:pt x="61" y="148"/>
                    </a:lnTo>
                    <a:lnTo>
                      <a:pt x="62" y="149"/>
                    </a:lnTo>
                    <a:lnTo>
                      <a:pt x="62" y="151"/>
                    </a:lnTo>
                    <a:lnTo>
                      <a:pt x="62" y="152"/>
                    </a:lnTo>
                    <a:lnTo>
                      <a:pt x="63" y="153"/>
                    </a:lnTo>
                    <a:lnTo>
                      <a:pt x="63" y="154"/>
                    </a:lnTo>
                    <a:lnTo>
                      <a:pt x="63" y="155"/>
                    </a:lnTo>
                    <a:lnTo>
                      <a:pt x="63" y="157"/>
                    </a:lnTo>
                    <a:lnTo>
                      <a:pt x="64" y="158"/>
                    </a:lnTo>
                    <a:lnTo>
                      <a:pt x="64" y="159"/>
                    </a:lnTo>
                    <a:lnTo>
                      <a:pt x="64" y="160"/>
                    </a:lnTo>
                    <a:lnTo>
                      <a:pt x="66" y="161"/>
                    </a:lnTo>
                    <a:lnTo>
                      <a:pt x="66" y="163"/>
                    </a:lnTo>
                    <a:lnTo>
                      <a:pt x="66" y="164"/>
                    </a:lnTo>
                    <a:lnTo>
                      <a:pt x="67" y="165"/>
                    </a:lnTo>
                    <a:lnTo>
                      <a:pt x="67" y="166"/>
                    </a:lnTo>
                    <a:lnTo>
                      <a:pt x="67" y="167"/>
                    </a:lnTo>
                    <a:lnTo>
                      <a:pt x="67" y="169"/>
                    </a:lnTo>
                    <a:lnTo>
                      <a:pt x="68" y="170"/>
                    </a:lnTo>
                    <a:lnTo>
                      <a:pt x="68" y="172"/>
                    </a:lnTo>
                    <a:lnTo>
                      <a:pt x="69" y="173"/>
                    </a:lnTo>
                    <a:lnTo>
                      <a:pt x="69" y="175"/>
                    </a:lnTo>
                    <a:lnTo>
                      <a:pt x="69" y="177"/>
                    </a:lnTo>
                    <a:lnTo>
                      <a:pt x="70" y="178"/>
                    </a:lnTo>
                    <a:lnTo>
                      <a:pt x="70" y="181"/>
                    </a:lnTo>
                    <a:lnTo>
                      <a:pt x="72" y="183"/>
                    </a:lnTo>
                    <a:lnTo>
                      <a:pt x="72" y="184"/>
                    </a:lnTo>
                    <a:lnTo>
                      <a:pt x="73" y="187"/>
                    </a:lnTo>
                    <a:lnTo>
                      <a:pt x="73" y="188"/>
                    </a:lnTo>
                    <a:lnTo>
                      <a:pt x="74" y="189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5" y="194"/>
                    </a:lnTo>
                    <a:lnTo>
                      <a:pt x="75" y="195"/>
                    </a:lnTo>
                    <a:lnTo>
                      <a:pt x="75" y="196"/>
                    </a:lnTo>
                    <a:lnTo>
                      <a:pt x="76" y="196"/>
                    </a:lnTo>
                    <a:lnTo>
                      <a:pt x="76" y="197"/>
                    </a:lnTo>
                    <a:lnTo>
                      <a:pt x="76" y="199"/>
                    </a:lnTo>
                    <a:lnTo>
                      <a:pt x="76" y="200"/>
                    </a:lnTo>
                    <a:lnTo>
                      <a:pt x="76" y="201"/>
                    </a:lnTo>
                    <a:lnTo>
                      <a:pt x="78" y="202"/>
                    </a:lnTo>
                    <a:lnTo>
                      <a:pt x="78" y="203"/>
                    </a:lnTo>
                    <a:lnTo>
                      <a:pt x="78" y="205"/>
                    </a:lnTo>
                    <a:lnTo>
                      <a:pt x="78" y="206"/>
                    </a:lnTo>
                    <a:lnTo>
                      <a:pt x="78" y="207"/>
                    </a:lnTo>
                    <a:lnTo>
                      <a:pt x="78" y="208"/>
                    </a:lnTo>
                    <a:lnTo>
                      <a:pt x="79" y="209"/>
                    </a:lnTo>
                    <a:lnTo>
                      <a:pt x="79" y="211"/>
                    </a:lnTo>
                    <a:lnTo>
                      <a:pt x="79" y="212"/>
                    </a:lnTo>
                    <a:lnTo>
                      <a:pt x="79" y="213"/>
                    </a:lnTo>
                    <a:lnTo>
                      <a:pt x="79" y="214"/>
                    </a:lnTo>
                    <a:lnTo>
                      <a:pt x="79" y="215"/>
                    </a:lnTo>
                    <a:lnTo>
                      <a:pt x="79" y="218"/>
                    </a:lnTo>
                    <a:lnTo>
                      <a:pt x="79" y="219"/>
                    </a:lnTo>
                    <a:lnTo>
                      <a:pt x="79" y="220"/>
                    </a:lnTo>
                    <a:lnTo>
                      <a:pt x="79" y="223"/>
                    </a:lnTo>
                    <a:lnTo>
                      <a:pt x="80" y="224"/>
                    </a:lnTo>
                    <a:lnTo>
                      <a:pt x="80" y="226"/>
                    </a:lnTo>
                    <a:lnTo>
                      <a:pt x="80" y="227"/>
                    </a:lnTo>
                    <a:lnTo>
                      <a:pt x="80" y="229"/>
                    </a:lnTo>
                    <a:lnTo>
                      <a:pt x="80" y="230"/>
                    </a:lnTo>
                    <a:lnTo>
                      <a:pt x="80" y="231"/>
                    </a:lnTo>
                    <a:lnTo>
                      <a:pt x="80" y="232"/>
                    </a:lnTo>
                    <a:lnTo>
                      <a:pt x="80" y="233"/>
                    </a:lnTo>
                    <a:lnTo>
                      <a:pt x="80" y="235"/>
                    </a:lnTo>
                    <a:lnTo>
                      <a:pt x="80" y="236"/>
                    </a:lnTo>
                    <a:lnTo>
                      <a:pt x="81" y="237"/>
                    </a:lnTo>
                    <a:lnTo>
                      <a:pt x="81" y="238"/>
                    </a:lnTo>
                    <a:lnTo>
                      <a:pt x="81" y="239"/>
                    </a:lnTo>
                    <a:lnTo>
                      <a:pt x="81" y="241"/>
                    </a:lnTo>
                    <a:lnTo>
                      <a:pt x="81" y="242"/>
                    </a:lnTo>
                    <a:lnTo>
                      <a:pt x="81" y="243"/>
                    </a:lnTo>
                    <a:lnTo>
                      <a:pt x="81" y="244"/>
                    </a:lnTo>
                    <a:lnTo>
                      <a:pt x="82" y="245"/>
                    </a:lnTo>
                    <a:lnTo>
                      <a:pt x="82" y="247"/>
                    </a:lnTo>
                    <a:lnTo>
                      <a:pt x="82" y="248"/>
                    </a:lnTo>
                    <a:lnTo>
                      <a:pt x="82" y="249"/>
                    </a:lnTo>
                    <a:lnTo>
                      <a:pt x="82" y="250"/>
                    </a:lnTo>
                    <a:lnTo>
                      <a:pt x="84" y="251"/>
                    </a:lnTo>
                    <a:lnTo>
                      <a:pt x="84" y="253"/>
                    </a:lnTo>
                    <a:lnTo>
                      <a:pt x="84" y="254"/>
                    </a:lnTo>
                    <a:lnTo>
                      <a:pt x="84" y="255"/>
                    </a:lnTo>
                    <a:lnTo>
                      <a:pt x="84" y="256"/>
                    </a:lnTo>
                    <a:lnTo>
                      <a:pt x="84" y="257"/>
                    </a:lnTo>
                    <a:lnTo>
                      <a:pt x="85" y="257"/>
                    </a:lnTo>
                    <a:lnTo>
                      <a:pt x="85" y="259"/>
                    </a:lnTo>
                    <a:lnTo>
                      <a:pt x="85" y="260"/>
                    </a:lnTo>
                    <a:lnTo>
                      <a:pt x="85" y="261"/>
                    </a:lnTo>
                    <a:lnTo>
                      <a:pt x="85" y="262"/>
                    </a:lnTo>
                    <a:lnTo>
                      <a:pt x="85" y="263"/>
                    </a:lnTo>
                    <a:lnTo>
                      <a:pt x="85" y="265"/>
                    </a:lnTo>
                    <a:lnTo>
                      <a:pt x="85" y="266"/>
                    </a:lnTo>
                    <a:lnTo>
                      <a:pt x="85" y="267"/>
                    </a:lnTo>
                    <a:lnTo>
                      <a:pt x="85" y="268"/>
                    </a:lnTo>
                    <a:lnTo>
                      <a:pt x="85" y="269"/>
                    </a:lnTo>
                    <a:lnTo>
                      <a:pt x="85" y="271"/>
                    </a:lnTo>
                    <a:lnTo>
                      <a:pt x="85" y="272"/>
                    </a:lnTo>
                    <a:lnTo>
                      <a:pt x="85" y="273"/>
                    </a:lnTo>
                    <a:lnTo>
                      <a:pt x="85" y="274"/>
                    </a:lnTo>
                    <a:lnTo>
                      <a:pt x="85" y="275"/>
                    </a:lnTo>
                    <a:lnTo>
                      <a:pt x="85" y="278"/>
                    </a:lnTo>
                    <a:lnTo>
                      <a:pt x="84" y="279"/>
                    </a:lnTo>
                    <a:lnTo>
                      <a:pt x="84" y="281"/>
                    </a:lnTo>
                    <a:lnTo>
                      <a:pt x="84" y="284"/>
                    </a:lnTo>
                    <a:lnTo>
                      <a:pt x="84" y="285"/>
                    </a:lnTo>
                    <a:lnTo>
                      <a:pt x="84" y="287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289">
                <a:extLst>
                  <a:ext uri="{FF2B5EF4-FFF2-40B4-BE49-F238E27FC236}">
                    <a16:creationId xmlns:a16="http://schemas.microsoft.com/office/drawing/2014/main" id="{996E765C-0964-46D7-878E-C6E06B871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08" y="954"/>
                <a:ext cx="52" cy="173"/>
              </a:xfrm>
              <a:custGeom>
                <a:avLst/>
                <a:gdLst>
                  <a:gd name="T0" fmla="*/ 1 w 85"/>
                  <a:gd name="T1" fmla="*/ 1 h 287"/>
                  <a:gd name="T2" fmla="*/ 1 w 85"/>
                  <a:gd name="T3" fmla="*/ 1 h 287"/>
                  <a:gd name="T4" fmla="*/ 1 w 85"/>
                  <a:gd name="T5" fmla="*/ 1 h 287"/>
                  <a:gd name="T6" fmla="*/ 1 w 85"/>
                  <a:gd name="T7" fmla="*/ 1 h 287"/>
                  <a:gd name="T8" fmla="*/ 1 w 85"/>
                  <a:gd name="T9" fmla="*/ 1 h 287"/>
                  <a:gd name="T10" fmla="*/ 1 w 85"/>
                  <a:gd name="T11" fmla="*/ 1 h 287"/>
                  <a:gd name="T12" fmla="*/ 1 w 85"/>
                  <a:gd name="T13" fmla="*/ 1 h 287"/>
                  <a:gd name="T14" fmla="*/ 1 w 85"/>
                  <a:gd name="T15" fmla="*/ 1 h 287"/>
                  <a:gd name="T16" fmla="*/ 1 w 85"/>
                  <a:gd name="T17" fmla="*/ 1 h 287"/>
                  <a:gd name="T18" fmla="*/ 1 w 85"/>
                  <a:gd name="T19" fmla="*/ 1 h 287"/>
                  <a:gd name="T20" fmla="*/ 1 w 85"/>
                  <a:gd name="T21" fmla="*/ 1 h 287"/>
                  <a:gd name="T22" fmla="*/ 1 w 85"/>
                  <a:gd name="T23" fmla="*/ 1 h 287"/>
                  <a:gd name="T24" fmla="*/ 1 w 85"/>
                  <a:gd name="T25" fmla="*/ 1 h 287"/>
                  <a:gd name="T26" fmla="*/ 1 w 85"/>
                  <a:gd name="T27" fmla="*/ 1 h 287"/>
                  <a:gd name="T28" fmla="*/ 1 w 85"/>
                  <a:gd name="T29" fmla="*/ 1 h 287"/>
                  <a:gd name="T30" fmla="*/ 1 w 85"/>
                  <a:gd name="T31" fmla="*/ 1 h 287"/>
                  <a:gd name="T32" fmla="*/ 1 w 85"/>
                  <a:gd name="T33" fmla="*/ 1 h 287"/>
                  <a:gd name="T34" fmla="*/ 1 w 85"/>
                  <a:gd name="T35" fmla="*/ 1 h 287"/>
                  <a:gd name="T36" fmla="*/ 1 w 85"/>
                  <a:gd name="T37" fmla="*/ 1 h 287"/>
                  <a:gd name="T38" fmla="*/ 1 w 85"/>
                  <a:gd name="T39" fmla="*/ 1 h 287"/>
                  <a:gd name="T40" fmla="*/ 1 w 85"/>
                  <a:gd name="T41" fmla="*/ 1 h 287"/>
                  <a:gd name="T42" fmla="*/ 1 w 85"/>
                  <a:gd name="T43" fmla="*/ 1 h 287"/>
                  <a:gd name="T44" fmla="*/ 1 w 85"/>
                  <a:gd name="T45" fmla="*/ 1 h 287"/>
                  <a:gd name="T46" fmla="*/ 1 w 85"/>
                  <a:gd name="T47" fmla="*/ 1 h 287"/>
                  <a:gd name="T48" fmla="*/ 1 w 85"/>
                  <a:gd name="T49" fmla="*/ 1 h 287"/>
                  <a:gd name="T50" fmla="*/ 1 w 85"/>
                  <a:gd name="T51" fmla="*/ 1 h 287"/>
                  <a:gd name="T52" fmla="*/ 1 w 85"/>
                  <a:gd name="T53" fmla="*/ 1 h 287"/>
                  <a:gd name="T54" fmla="*/ 1 w 85"/>
                  <a:gd name="T55" fmla="*/ 1 h 287"/>
                  <a:gd name="T56" fmla="*/ 1 w 85"/>
                  <a:gd name="T57" fmla="*/ 1 h 287"/>
                  <a:gd name="T58" fmla="*/ 1 w 85"/>
                  <a:gd name="T59" fmla="*/ 1 h 287"/>
                  <a:gd name="T60" fmla="*/ 1 w 85"/>
                  <a:gd name="T61" fmla="*/ 1 h 287"/>
                  <a:gd name="T62" fmla="*/ 1 w 85"/>
                  <a:gd name="T63" fmla="*/ 1 h 287"/>
                  <a:gd name="T64" fmla="*/ 1 w 85"/>
                  <a:gd name="T65" fmla="*/ 1 h 287"/>
                  <a:gd name="T66" fmla="*/ 1 w 85"/>
                  <a:gd name="T67" fmla="*/ 1 h 287"/>
                  <a:gd name="T68" fmla="*/ 1 w 85"/>
                  <a:gd name="T69" fmla="*/ 1 h 287"/>
                  <a:gd name="T70" fmla="*/ 1 w 85"/>
                  <a:gd name="T71" fmla="*/ 1 h 287"/>
                  <a:gd name="T72" fmla="*/ 1 w 85"/>
                  <a:gd name="T73" fmla="*/ 1 h 287"/>
                  <a:gd name="T74" fmla="*/ 1 w 85"/>
                  <a:gd name="T75" fmla="*/ 1 h 287"/>
                  <a:gd name="T76" fmla="*/ 1 w 85"/>
                  <a:gd name="T77" fmla="*/ 1 h 287"/>
                  <a:gd name="T78" fmla="*/ 1 w 85"/>
                  <a:gd name="T79" fmla="*/ 1 h 287"/>
                  <a:gd name="T80" fmla="*/ 1 w 85"/>
                  <a:gd name="T81" fmla="*/ 1 h 287"/>
                  <a:gd name="T82" fmla="*/ 1 w 85"/>
                  <a:gd name="T83" fmla="*/ 1 h 287"/>
                  <a:gd name="T84" fmla="*/ 1 w 85"/>
                  <a:gd name="T85" fmla="*/ 1 h 287"/>
                  <a:gd name="T86" fmla="*/ 1 w 85"/>
                  <a:gd name="T87" fmla="*/ 1 h 287"/>
                  <a:gd name="T88" fmla="*/ 1 w 85"/>
                  <a:gd name="T89" fmla="*/ 1 h 287"/>
                  <a:gd name="T90" fmla="*/ 1 w 85"/>
                  <a:gd name="T91" fmla="*/ 1 h 287"/>
                  <a:gd name="T92" fmla="*/ 1 w 85"/>
                  <a:gd name="T93" fmla="*/ 1 h 287"/>
                  <a:gd name="T94" fmla="*/ 1 w 85"/>
                  <a:gd name="T95" fmla="*/ 1 h 287"/>
                  <a:gd name="T96" fmla="*/ 1 w 85"/>
                  <a:gd name="T97" fmla="*/ 1 h 287"/>
                  <a:gd name="T98" fmla="*/ 1 w 85"/>
                  <a:gd name="T99" fmla="*/ 1 h 287"/>
                  <a:gd name="T100" fmla="*/ 1 w 85"/>
                  <a:gd name="T101" fmla="*/ 1 h 287"/>
                  <a:gd name="T102" fmla="*/ 1 w 85"/>
                  <a:gd name="T103" fmla="*/ 1 h 287"/>
                  <a:gd name="T104" fmla="*/ 1 w 85"/>
                  <a:gd name="T105" fmla="*/ 1 h 287"/>
                  <a:gd name="T106" fmla="*/ 1 w 85"/>
                  <a:gd name="T107" fmla="*/ 1 h 287"/>
                  <a:gd name="T108" fmla="*/ 1 w 85"/>
                  <a:gd name="T109" fmla="*/ 1 h 287"/>
                  <a:gd name="T110" fmla="*/ 1 w 85"/>
                  <a:gd name="T111" fmla="*/ 1 h 287"/>
                  <a:gd name="T112" fmla="*/ 1 w 85"/>
                  <a:gd name="T113" fmla="*/ 1 h 28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5" h="287">
                    <a:moveTo>
                      <a:pt x="0" y="287"/>
                    </a:moveTo>
                    <a:lnTo>
                      <a:pt x="2" y="283"/>
                    </a:lnTo>
                    <a:lnTo>
                      <a:pt x="3" y="281"/>
                    </a:lnTo>
                    <a:lnTo>
                      <a:pt x="4" y="277"/>
                    </a:lnTo>
                    <a:lnTo>
                      <a:pt x="6" y="275"/>
                    </a:lnTo>
                    <a:lnTo>
                      <a:pt x="8" y="273"/>
                    </a:lnTo>
                    <a:lnTo>
                      <a:pt x="9" y="270"/>
                    </a:lnTo>
                    <a:lnTo>
                      <a:pt x="10" y="268"/>
                    </a:lnTo>
                    <a:lnTo>
                      <a:pt x="12" y="267"/>
                    </a:lnTo>
                    <a:lnTo>
                      <a:pt x="12" y="264"/>
                    </a:lnTo>
                    <a:lnTo>
                      <a:pt x="13" y="263"/>
                    </a:lnTo>
                    <a:lnTo>
                      <a:pt x="14" y="261"/>
                    </a:lnTo>
                    <a:lnTo>
                      <a:pt x="15" y="259"/>
                    </a:lnTo>
                    <a:lnTo>
                      <a:pt x="15" y="258"/>
                    </a:lnTo>
                    <a:lnTo>
                      <a:pt x="16" y="257"/>
                    </a:lnTo>
                    <a:lnTo>
                      <a:pt x="18" y="256"/>
                    </a:lnTo>
                    <a:lnTo>
                      <a:pt x="18" y="255"/>
                    </a:lnTo>
                    <a:lnTo>
                      <a:pt x="19" y="253"/>
                    </a:lnTo>
                    <a:lnTo>
                      <a:pt x="19" y="252"/>
                    </a:lnTo>
                    <a:lnTo>
                      <a:pt x="20" y="251"/>
                    </a:lnTo>
                    <a:lnTo>
                      <a:pt x="20" y="250"/>
                    </a:lnTo>
                    <a:lnTo>
                      <a:pt x="20" y="249"/>
                    </a:lnTo>
                    <a:lnTo>
                      <a:pt x="21" y="247"/>
                    </a:lnTo>
                    <a:lnTo>
                      <a:pt x="21" y="246"/>
                    </a:lnTo>
                    <a:lnTo>
                      <a:pt x="22" y="245"/>
                    </a:lnTo>
                    <a:lnTo>
                      <a:pt x="22" y="244"/>
                    </a:lnTo>
                    <a:lnTo>
                      <a:pt x="24" y="243"/>
                    </a:lnTo>
                    <a:lnTo>
                      <a:pt x="24" y="241"/>
                    </a:lnTo>
                    <a:lnTo>
                      <a:pt x="25" y="240"/>
                    </a:lnTo>
                    <a:lnTo>
                      <a:pt x="25" y="239"/>
                    </a:lnTo>
                    <a:lnTo>
                      <a:pt x="26" y="238"/>
                    </a:lnTo>
                    <a:lnTo>
                      <a:pt x="26" y="235"/>
                    </a:lnTo>
                    <a:lnTo>
                      <a:pt x="27" y="234"/>
                    </a:lnTo>
                    <a:lnTo>
                      <a:pt x="27" y="233"/>
                    </a:lnTo>
                    <a:lnTo>
                      <a:pt x="28" y="231"/>
                    </a:lnTo>
                    <a:lnTo>
                      <a:pt x="28" y="229"/>
                    </a:lnTo>
                    <a:lnTo>
                      <a:pt x="30" y="228"/>
                    </a:lnTo>
                    <a:lnTo>
                      <a:pt x="30" y="227"/>
                    </a:lnTo>
                    <a:lnTo>
                      <a:pt x="31" y="226"/>
                    </a:lnTo>
                    <a:lnTo>
                      <a:pt x="31" y="225"/>
                    </a:lnTo>
                    <a:lnTo>
                      <a:pt x="31" y="223"/>
                    </a:lnTo>
                    <a:lnTo>
                      <a:pt x="32" y="222"/>
                    </a:lnTo>
                    <a:lnTo>
                      <a:pt x="32" y="221"/>
                    </a:lnTo>
                    <a:lnTo>
                      <a:pt x="32" y="220"/>
                    </a:lnTo>
                    <a:lnTo>
                      <a:pt x="33" y="220"/>
                    </a:lnTo>
                    <a:lnTo>
                      <a:pt x="33" y="219"/>
                    </a:lnTo>
                    <a:lnTo>
                      <a:pt x="33" y="217"/>
                    </a:lnTo>
                    <a:lnTo>
                      <a:pt x="34" y="216"/>
                    </a:lnTo>
                    <a:lnTo>
                      <a:pt x="34" y="215"/>
                    </a:lnTo>
                    <a:lnTo>
                      <a:pt x="36" y="214"/>
                    </a:lnTo>
                    <a:lnTo>
                      <a:pt x="36" y="213"/>
                    </a:lnTo>
                    <a:lnTo>
                      <a:pt x="36" y="211"/>
                    </a:lnTo>
                    <a:lnTo>
                      <a:pt x="37" y="210"/>
                    </a:lnTo>
                    <a:lnTo>
                      <a:pt x="37" y="209"/>
                    </a:lnTo>
                    <a:lnTo>
                      <a:pt x="38" y="208"/>
                    </a:lnTo>
                    <a:lnTo>
                      <a:pt x="38" y="205"/>
                    </a:lnTo>
                    <a:lnTo>
                      <a:pt x="38" y="204"/>
                    </a:lnTo>
                    <a:lnTo>
                      <a:pt x="39" y="203"/>
                    </a:lnTo>
                    <a:lnTo>
                      <a:pt x="39" y="202"/>
                    </a:lnTo>
                    <a:lnTo>
                      <a:pt x="40" y="201"/>
                    </a:lnTo>
                    <a:lnTo>
                      <a:pt x="40" y="198"/>
                    </a:lnTo>
                    <a:lnTo>
                      <a:pt x="42" y="197"/>
                    </a:lnTo>
                    <a:lnTo>
                      <a:pt x="43" y="195"/>
                    </a:lnTo>
                    <a:lnTo>
                      <a:pt x="43" y="192"/>
                    </a:lnTo>
                    <a:lnTo>
                      <a:pt x="44" y="191"/>
                    </a:lnTo>
                    <a:lnTo>
                      <a:pt x="44" y="189"/>
                    </a:lnTo>
                    <a:lnTo>
                      <a:pt x="45" y="187"/>
                    </a:lnTo>
                    <a:lnTo>
                      <a:pt x="46" y="186"/>
                    </a:lnTo>
                    <a:lnTo>
                      <a:pt x="46" y="184"/>
                    </a:lnTo>
                    <a:lnTo>
                      <a:pt x="46" y="183"/>
                    </a:lnTo>
                    <a:lnTo>
                      <a:pt x="48" y="181"/>
                    </a:lnTo>
                    <a:lnTo>
                      <a:pt x="48" y="180"/>
                    </a:lnTo>
                    <a:lnTo>
                      <a:pt x="49" y="179"/>
                    </a:lnTo>
                    <a:lnTo>
                      <a:pt x="49" y="178"/>
                    </a:lnTo>
                    <a:lnTo>
                      <a:pt x="49" y="177"/>
                    </a:lnTo>
                    <a:lnTo>
                      <a:pt x="50" y="175"/>
                    </a:lnTo>
                    <a:lnTo>
                      <a:pt x="50" y="174"/>
                    </a:lnTo>
                    <a:lnTo>
                      <a:pt x="51" y="173"/>
                    </a:lnTo>
                    <a:lnTo>
                      <a:pt x="51" y="172"/>
                    </a:lnTo>
                    <a:lnTo>
                      <a:pt x="51" y="171"/>
                    </a:lnTo>
                    <a:lnTo>
                      <a:pt x="51" y="169"/>
                    </a:lnTo>
                    <a:lnTo>
                      <a:pt x="52" y="168"/>
                    </a:lnTo>
                    <a:lnTo>
                      <a:pt x="52" y="167"/>
                    </a:lnTo>
                    <a:lnTo>
                      <a:pt x="52" y="166"/>
                    </a:lnTo>
                    <a:lnTo>
                      <a:pt x="54" y="165"/>
                    </a:lnTo>
                    <a:lnTo>
                      <a:pt x="54" y="163"/>
                    </a:lnTo>
                    <a:lnTo>
                      <a:pt x="54" y="162"/>
                    </a:lnTo>
                    <a:lnTo>
                      <a:pt x="55" y="161"/>
                    </a:lnTo>
                    <a:lnTo>
                      <a:pt x="55" y="160"/>
                    </a:lnTo>
                    <a:lnTo>
                      <a:pt x="55" y="159"/>
                    </a:lnTo>
                    <a:lnTo>
                      <a:pt x="56" y="156"/>
                    </a:lnTo>
                    <a:lnTo>
                      <a:pt x="56" y="155"/>
                    </a:lnTo>
                    <a:lnTo>
                      <a:pt x="57" y="153"/>
                    </a:lnTo>
                    <a:lnTo>
                      <a:pt x="57" y="150"/>
                    </a:lnTo>
                    <a:lnTo>
                      <a:pt x="58" y="149"/>
                    </a:lnTo>
                    <a:lnTo>
                      <a:pt x="58" y="147"/>
                    </a:lnTo>
                    <a:lnTo>
                      <a:pt x="60" y="145"/>
                    </a:lnTo>
                    <a:lnTo>
                      <a:pt x="60" y="144"/>
                    </a:lnTo>
                    <a:lnTo>
                      <a:pt x="61" y="142"/>
                    </a:lnTo>
                    <a:lnTo>
                      <a:pt x="61" y="141"/>
                    </a:lnTo>
                    <a:lnTo>
                      <a:pt x="61" y="139"/>
                    </a:lnTo>
                    <a:lnTo>
                      <a:pt x="62" y="138"/>
                    </a:lnTo>
                    <a:lnTo>
                      <a:pt x="62" y="137"/>
                    </a:lnTo>
                    <a:lnTo>
                      <a:pt x="62" y="136"/>
                    </a:lnTo>
                    <a:lnTo>
                      <a:pt x="63" y="135"/>
                    </a:lnTo>
                    <a:lnTo>
                      <a:pt x="63" y="133"/>
                    </a:lnTo>
                    <a:lnTo>
                      <a:pt x="63" y="132"/>
                    </a:lnTo>
                    <a:lnTo>
                      <a:pt x="63" y="131"/>
                    </a:lnTo>
                    <a:lnTo>
                      <a:pt x="64" y="130"/>
                    </a:lnTo>
                    <a:lnTo>
                      <a:pt x="64" y="129"/>
                    </a:lnTo>
                    <a:lnTo>
                      <a:pt x="64" y="127"/>
                    </a:lnTo>
                    <a:lnTo>
                      <a:pt x="66" y="126"/>
                    </a:lnTo>
                    <a:lnTo>
                      <a:pt x="66" y="125"/>
                    </a:lnTo>
                    <a:lnTo>
                      <a:pt x="66" y="124"/>
                    </a:lnTo>
                    <a:lnTo>
                      <a:pt x="67" y="123"/>
                    </a:lnTo>
                    <a:lnTo>
                      <a:pt x="67" y="121"/>
                    </a:lnTo>
                    <a:lnTo>
                      <a:pt x="67" y="120"/>
                    </a:lnTo>
                    <a:lnTo>
                      <a:pt x="67" y="119"/>
                    </a:lnTo>
                    <a:lnTo>
                      <a:pt x="68" y="118"/>
                    </a:lnTo>
                    <a:lnTo>
                      <a:pt x="68" y="117"/>
                    </a:lnTo>
                    <a:lnTo>
                      <a:pt x="69" y="114"/>
                    </a:lnTo>
                    <a:lnTo>
                      <a:pt x="69" y="113"/>
                    </a:lnTo>
                    <a:lnTo>
                      <a:pt x="69" y="112"/>
                    </a:lnTo>
                    <a:lnTo>
                      <a:pt x="70" y="109"/>
                    </a:lnTo>
                    <a:lnTo>
                      <a:pt x="70" y="107"/>
                    </a:lnTo>
                    <a:lnTo>
                      <a:pt x="72" y="106"/>
                    </a:lnTo>
                    <a:lnTo>
                      <a:pt x="72" y="103"/>
                    </a:lnTo>
                    <a:lnTo>
                      <a:pt x="73" y="102"/>
                    </a:lnTo>
                    <a:lnTo>
                      <a:pt x="73" y="100"/>
                    </a:lnTo>
                    <a:lnTo>
                      <a:pt x="74" y="99"/>
                    </a:lnTo>
                    <a:lnTo>
                      <a:pt x="74" y="97"/>
                    </a:lnTo>
                    <a:lnTo>
                      <a:pt x="74" y="96"/>
                    </a:lnTo>
                    <a:lnTo>
                      <a:pt x="75" y="95"/>
                    </a:lnTo>
                    <a:lnTo>
                      <a:pt x="75" y="94"/>
                    </a:lnTo>
                    <a:lnTo>
                      <a:pt x="75" y="93"/>
                    </a:lnTo>
                    <a:lnTo>
                      <a:pt x="76" y="91"/>
                    </a:lnTo>
                    <a:lnTo>
                      <a:pt x="76" y="90"/>
                    </a:lnTo>
                    <a:lnTo>
                      <a:pt x="76" y="89"/>
                    </a:lnTo>
                    <a:lnTo>
                      <a:pt x="76" y="88"/>
                    </a:lnTo>
                    <a:lnTo>
                      <a:pt x="76" y="87"/>
                    </a:lnTo>
                    <a:lnTo>
                      <a:pt x="78" y="87"/>
                    </a:lnTo>
                    <a:lnTo>
                      <a:pt x="78" y="85"/>
                    </a:lnTo>
                    <a:lnTo>
                      <a:pt x="78" y="84"/>
                    </a:lnTo>
                    <a:lnTo>
                      <a:pt x="78" y="83"/>
                    </a:lnTo>
                    <a:lnTo>
                      <a:pt x="78" y="82"/>
                    </a:lnTo>
                    <a:lnTo>
                      <a:pt x="78" y="81"/>
                    </a:lnTo>
                    <a:lnTo>
                      <a:pt x="78" y="79"/>
                    </a:lnTo>
                    <a:lnTo>
                      <a:pt x="79" y="78"/>
                    </a:lnTo>
                    <a:lnTo>
                      <a:pt x="79" y="77"/>
                    </a:lnTo>
                    <a:lnTo>
                      <a:pt x="79" y="76"/>
                    </a:lnTo>
                    <a:lnTo>
                      <a:pt x="79" y="75"/>
                    </a:lnTo>
                    <a:lnTo>
                      <a:pt x="79" y="73"/>
                    </a:lnTo>
                    <a:lnTo>
                      <a:pt x="79" y="72"/>
                    </a:lnTo>
                    <a:lnTo>
                      <a:pt x="79" y="70"/>
                    </a:lnTo>
                    <a:lnTo>
                      <a:pt x="79" y="69"/>
                    </a:lnTo>
                    <a:lnTo>
                      <a:pt x="79" y="66"/>
                    </a:lnTo>
                    <a:lnTo>
                      <a:pt x="79" y="65"/>
                    </a:lnTo>
                    <a:lnTo>
                      <a:pt x="80" y="64"/>
                    </a:lnTo>
                    <a:lnTo>
                      <a:pt x="80" y="61"/>
                    </a:lnTo>
                    <a:lnTo>
                      <a:pt x="80" y="60"/>
                    </a:lnTo>
                    <a:lnTo>
                      <a:pt x="80" y="59"/>
                    </a:lnTo>
                    <a:lnTo>
                      <a:pt x="80" y="58"/>
                    </a:lnTo>
                    <a:lnTo>
                      <a:pt x="80" y="57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3"/>
                    </a:lnTo>
                    <a:lnTo>
                      <a:pt x="82" y="43"/>
                    </a:lnTo>
                    <a:lnTo>
                      <a:pt x="82" y="42"/>
                    </a:lnTo>
                    <a:lnTo>
                      <a:pt x="82" y="41"/>
                    </a:lnTo>
                    <a:lnTo>
                      <a:pt x="82" y="40"/>
                    </a:lnTo>
                    <a:lnTo>
                      <a:pt x="82" y="39"/>
                    </a:lnTo>
                    <a:lnTo>
                      <a:pt x="82" y="37"/>
                    </a:lnTo>
                    <a:lnTo>
                      <a:pt x="82" y="36"/>
                    </a:lnTo>
                    <a:lnTo>
                      <a:pt x="84" y="36"/>
                    </a:lnTo>
                    <a:lnTo>
                      <a:pt x="84" y="35"/>
                    </a:lnTo>
                    <a:lnTo>
                      <a:pt x="84" y="34"/>
                    </a:lnTo>
                    <a:lnTo>
                      <a:pt x="84" y="33"/>
                    </a:lnTo>
                    <a:lnTo>
                      <a:pt x="84" y="31"/>
                    </a:lnTo>
                    <a:lnTo>
                      <a:pt x="84" y="30"/>
                    </a:lnTo>
                    <a:lnTo>
                      <a:pt x="85" y="30"/>
                    </a:lnTo>
                    <a:lnTo>
                      <a:pt x="85" y="29"/>
                    </a:lnTo>
                    <a:lnTo>
                      <a:pt x="85" y="28"/>
                    </a:lnTo>
                    <a:lnTo>
                      <a:pt x="85" y="27"/>
                    </a:lnTo>
                    <a:lnTo>
                      <a:pt x="85" y="25"/>
                    </a:lnTo>
                    <a:lnTo>
                      <a:pt x="85" y="24"/>
                    </a:lnTo>
                    <a:lnTo>
                      <a:pt x="85" y="23"/>
                    </a:lnTo>
                    <a:lnTo>
                      <a:pt x="85" y="22"/>
                    </a:lnTo>
                    <a:lnTo>
                      <a:pt x="85" y="21"/>
                    </a:lnTo>
                    <a:lnTo>
                      <a:pt x="85" y="19"/>
                    </a:lnTo>
                    <a:lnTo>
                      <a:pt x="85" y="18"/>
                    </a:lnTo>
                    <a:lnTo>
                      <a:pt x="85" y="17"/>
                    </a:lnTo>
                    <a:lnTo>
                      <a:pt x="85" y="15"/>
                    </a:lnTo>
                    <a:lnTo>
                      <a:pt x="85" y="13"/>
                    </a:lnTo>
                    <a:lnTo>
                      <a:pt x="85" y="12"/>
                    </a:lnTo>
                    <a:lnTo>
                      <a:pt x="85" y="10"/>
                    </a:lnTo>
                    <a:lnTo>
                      <a:pt x="84" y="9"/>
                    </a:lnTo>
                    <a:lnTo>
                      <a:pt x="84" y="6"/>
                    </a:lnTo>
                    <a:lnTo>
                      <a:pt x="84" y="5"/>
                    </a:lnTo>
                    <a:lnTo>
                      <a:pt x="84" y="3"/>
                    </a:lnTo>
                    <a:lnTo>
                      <a:pt x="84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9" name="Line 290">
              <a:extLst>
                <a:ext uri="{FF2B5EF4-FFF2-40B4-BE49-F238E27FC236}">
                  <a16:creationId xmlns:a16="http://schemas.microsoft.com/office/drawing/2014/main" id="{A6370B4E-0D21-4346-A4A2-96A799947BA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62513" y="4870450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291">
              <a:extLst>
                <a:ext uri="{FF2B5EF4-FFF2-40B4-BE49-F238E27FC236}">
                  <a16:creationId xmlns:a16="http://schemas.microsoft.com/office/drawing/2014/main" id="{052B1752-A03D-43B2-B59E-5D62605E4A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33938" y="5278438"/>
              <a:ext cx="295275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292">
              <a:extLst>
                <a:ext uri="{FF2B5EF4-FFF2-40B4-BE49-F238E27FC236}">
                  <a16:creationId xmlns:a16="http://schemas.microsoft.com/office/drawing/2014/main" id="{2D75765B-52D6-42C6-9A7D-0AD4C90960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518150" y="5073650"/>
              <a:ext cx="28733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293">
              <a:extLst>
                <a:ext uri="{FF2B5EF4-FFF2-40B4-BE49-F238E27FC236}">
                  <a16:creationId xmlns:a16="http://schemas.microsoft.com/office/drawing/2014/main" id="{DD7F7D2A-5BC0-4A61-A689-1BFC8945CD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29213" y="4575175"/>
              <a:ext cx="388937" cy="998538"/>
            </a:xfrm>
            <a:custGeom>
              <a:avLst/>
              <a:gdLst>
                <a:gd name="T0" fmla="*/ 2147483646 w 505"/>
                <a:gd name="T1" fmla="*/ 2147483646 h 1297"/>
                <a:gd name="T2" fmla="*/ 2147483646 w 505"/>
                <a:gd name="T3" fmla="*/ 2147483646 h 1297"/>
                <a:gd name="T4" fmla="*/ 0 w 505"/>
                <a:gd name="T5" fmla="*/ 0 h 1297"/>
                <a:gd name="T6" fmla="*/ 0 w 505"/>
                <a:gd name="T7" fmla="*/ 2147483646 h 1297"/>
                <a:gd name="T8" fmla="*/ 2147483646 w 505"/>
                <a:gd name="T9" fmla="*/ 2147483646 h 12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5" h="1297">
                  <a:moveTo>
                    <a:pt x="505" y="1033"/>
                  </a:moveTo>
                  <a:lnTo>
                    <a:pt x="505" y="264"/>
                  </a:lnTo>
                  <a:lnTo>
                    <a:pt x="0" y="0"/>
                  </a:lnTo>
                  <a:lnTo>
                    <a:pt x="0" y="1297"/>
                  </a:lnTo>
                  <a:lnTo>
                    <a:pt x="505" y="103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294">
              <a:extLst>
                <a:ext uri="{FF2B5EF4-FFF2-40B4-BE49-F238E27FC236}">
                  <a16:creationId xmlns:a16="http://schemas.microsoft.com/office/drawing/2014/main" id="{FE461663-AD2C-4C7C-8E44-F0EC8D5F6A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13363" y="4279900"/>
              <a:ext cx="3175" cy="387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Rectangle 295">
              <a:extLst>
                <a:ext uri="{FF2B5EF4-FFF2-40B4-BE49-F238E27FC236}">
                  <a16:creationId xmlns:a16="http://schemas.microsoft.com/office/drawing/2014/main" id="{DDE2D7DF-A165-4D45-BBE1-0B708356CB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969000" y="4991100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15" name="Line 296">
              <a:extLst>
                <a:ext uri="{FF2B5EF4-FFF2-40B4-BE49-F238E27FC236}">
                  <a16:creationId xmlns:a16="http://schemas.microsoft.com/office/drawing/2014/main" id="{F128234D-3CC0-4CC2-B556-AC48322357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33938" y="4279900"/>
              <a:ext cx="4794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297">
              <a:extLst>
                <a:ext uri="{FF2B5EF4-FFF2-40B4-BE49-F238E27FC236}">
                  <a16:creationId xmlns:a16="http://schemas.microsoft.com/office/drawing/2014/main" id="{45BC3B94-EDB8-417A-B8E8-63D10A81A3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9313" y="4189413"/>
              <a:ext cx="1301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17" name="Rectangle 298">
              <a:extLst>
                <a:ext uri="{FF2B5EF4-FFF2-40B4-BE49-F238E27FC236}">
                  <a16:creationId xmlns:a16="http://schemas.microsoft.com/office/drawing/2014/main" id="{2DC41203-5451-4704-9891-8A3191E825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70413" y="4749800"/>
              <a:ext cx="1412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18" name="Rectangle 299">
              <a:extLst>
                <a:ext uri="{FF2B5EF4-FFF2-40B4-BE49-F238E27FC236}">
                  <a16:creationId xmlns:a16="http://schemas.microsoft.com/office/drawing/2014/main" id="{C58CD9B3-384E-45CF-BB40-58D87A7A56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9788" y="483870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dirty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 dirty="0">
                <a:latin typeface="Times" panose="02020603050405020304" pitchFamily="18" charset="0"/>
              </a:endParaRPr>
            </a:p>
          </p:txBody>
        </p:sp>
        <p:sp>
          <p:nvSpPr>
            <p:cNvPr id="119" name="Rectangle 300">
              <a:extLst>
                <a:ext uri="{FF2B5EF4-FFF2-40B4-BE49-F238E27FC236}">
                  <a16:creationId xmlns:a16="http://schemas.microsoft.com/office/drawing/2014/main" id="{DFD7DB74-A80A-4782-A332-374C133A3F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70413" y="5148263"/>
              <a:ext cx="14128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20" name="Rectangle 301">
              <a:extLst>
                <a:ext uri="{FF2B5EF4-FFF2-40B4-BE49-F238E27FC236}">
                  <a16:creationId xmlns:a16="http://schemas.microsoft.com/office/drawing/2014/main" id="{F2CDBA2B-29AA-4257-A3D5-395F76CDC9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49788" y="5235575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21" name="Rectangle 302">
              <a:extLst>
                <a:ext uri="{FF2B5EF4-FFF2-40B4-BE49-F238E27FC236}">
                  <a16:creationId xmlns:a16="http://schemas.microsoft.com/office/drawing/2014/main" id="{7C9B243F-1E15-44D2-8AC7-7FD4C23BA8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05413" y="4827588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22" name="Rectangle 303">
              <a:extLst>
                <a:ext uri="{FF2B5EF4-FFF2-40B4-BE49-F238E27FC236}">
                  <a16:creationId xmlns:a16="http://schemas.microsoft.com/office/drawing/2014/main" id="{D2DE392E-155B-40DC-BF5B-2E2B0B7181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05413" y="5219700"/>
              <a:ext cx="1524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23" name="Rectangle 304">
              <a:extLst>
                <a:ext uri="{FF2B5EF4-FFF2-40B4-BE49-F238E27FC236}">
                  <a16:creationId xmlns:a16="http://schemas.microsoft.com/office/drawing/2014/main" id="{E03CB1B6-B995-4ED8-99A4-DF3F6322D1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6738" y="5853113"/>
              <a:ext cx="207327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Helvetica" panose="020B0604020202020204" pitchFamily="34" charset="0"/>
                </a:rPr>
                <a:t>(c) Graphical symbol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24" name="Rectangle 305">
              <a:extLst>
                <a:ext uri="{FF2B5EF4-FFF2-40B4-BE49-F238E27FC236}">
                  <a16:creationId xmlns:a16="http://schemas.microsoft.com/office/drawing/2014/main" id="{CC6EF40A-862E-48C3-875E-948220B11A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1738" y="5895975"/>
              <a:ext cx="938212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Helvetica" panose="020B0604020202020204" pitchFamily="34" charset="0"/>
                </a:rPr>
                <a:t>(b) Circuit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</p:grpSp>
      <p:grpSp>
        <p:nvGrpSpPr>
          <p:cNvPr id="139" name="Group 46">
            <a:extLst>
              <a:ext uri="{FF2B5EF4-FFF2-40B4-BE49-F238E27FC236}">
                <a16:creationId xmlns:a16="http://schemas.microsoft.com/office/drawing/2014/main" id="{B3088AF7-7E8D-4F40-A9EC-1E3ED3FE4D66}"/>
              </a:ext>
            </a:extLst>
          </p:cNvPr>
          <p:cNvGrpSpPr>
            <a:grpSpLocks/>
          </p:cNvGrpSpPr>
          <p:nvPr/>
        </p:nvGrpSpPr>
        <p:grpSpPr bwMode="auto">
          <a:xfrm>
            <a:off x="4063889" y="2870174"/>
            <a:ext cx="4433887" cy="609600"/>
            <a:chOff x="533400" y="4495800"/>
            <a:chExt cx="4433230" cy="609600"/>
          </a:xfrm>
        </p:grpSpPr>
        <p:sp>
          <p:nvSpPr>
            <p:cNvPr id="140" name="TextBox 36">
              <a:extLst>
                <a:ext uri="{FF2B5EF4-FFF2-40B4-BE49-F238E27FC236}">
                  <a16:creationId xmlns:a16="http://schemas.microsoft.com/office/drawing/2014/main" id="{D8C06D62-116A-4A1E-A5C8-51E911A08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4495800"/>
              <a:ext cx="2334125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 i="1" dirty="0">
                  <a:latin typeface="Times" panose="02020603050405020304" pitchFamily="18" charset="0"/>
                </a:rPr>
                <a:t>f (s, x</a:t>
              </a:r>
              <a:r>
                <a:rPr lang="en-US" altLang="en-US" sz="3200" b="0" i="1" baseline="-25000" dirty="0">
                  <a:latin typeface="Times" panose="02020603050405020304" pitchFamily="18" charset="0"/>
                </a:rPr>
                <a:t>1,</a:t>
              </a:r>
              <a:r>
                <a:rPr lang="en-US" altLang="en-US" sz="3200" b="0" i="1" dirty="0">
                  <a:latin typeface="Times" panose="02020603050405020304" pitchFamily="18" charset="0"/>
                </a:rPr>
                <a:t> x</a:t>
              </a:r>
              <a:r>
                <a:rPr lang="en-US" altLang="en-US" sz="3200" b="0" i="1" baseline="-25000" dirty="0">
                  <a:latin typeface="Times" panose="02020603050405020304" pitchFamily="18" charset="0"/>
                </a:rPr>
                <a:t>2</a:t>
              </a:r>
              <a:r>
                <a:rPr lang="en-US" altLang="en-US" sz="3200" b="0" i="1" dirty="0">
                  <a:latin typeface="Times" panose="02020603050405020304" pitchFamily="18" charset="0"/>
                </a:rPr>
                <a:t>) =</a:t>
              </a:r>
              <a:endParaRPr lang="en-US" altLang="en-US" sz="3200" b="0" i="1" baseline="-25000" dirty="0">
                <a:latin typeface="Times" panose="02020603050405020304" pitchFamily="18" charset="0"/>
              </a:endParaRPr>
            </a:p>
          </p:txBody>
        </p:sp>
        <p:grpSp>
          <p:nvGrpSpPr>
            <p:cNvPr id="141" name="Group 37">
              <a:extLst>
                <a:ext uri="{FF2B5EF4-FFF2-40B4-BE49-F238E27FC236}">
                  <a16:creationId xmlns:a16="http://schemas.microsoft.com/office/drawing/2014/main" id="{CAD25F1F-7FCF-4F12-8C15-D6284B02BA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447" y="4520624"/>
              <a:ext cx="865581" cy="584776"/>
              <a:chOff x="5791200" y="2667000"/>
              <a:chExt cx="865581" cy="584776"/>
            </a:xfrm>
          </p:grpSpPr>
          <p:sp>
            <p:nvSpPr>
              <p:cNvPr id="144" name="TextBox 43">
                <a:extLst>
                  <a:ext uri="{FF2B5EF4-FFF2-40B4-BE49-F238E27FC236}">
                    <a16:creationId xmlns:a16="http://schemas.microsoft.com/office/drawing/2014/main" id="{BA470B64-7E2D-4643-ACF2-0422E2B810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200" y="2667000"/>
                <a:ext cx="86558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3200" b="0" i="1">
                    <a:latin typeface="Times" panose="02020603050405020304" pitchFamily="18" charset="0"/>
                  </a:rPr>
                  <a:t>s x</a:t>
                </a:r>
                <a:r>
                  <a:rPr lang="en-US" altLang="en-US" sz="3200" b="0" i="1" baseline="-25000">
                    <a:latin typeface="Times" panose="02020603050405020304" pitchFamily="18" charset="0"/>
                  </a:rPr>
                  <a:t>1</a:t>
                </a:r>
                <a:r>
                  <a:rPr lang="en-US" altLang="en-US" sz="3200" b="0" i="1">
                    <a:latin typeface="Times" panose="02020603050405020304" pitchFamily="18" charset="0"/>
                  </a:rPr>
                  <a:t> </a:t>
                </a:r>
                <a:r>
                  <a:rPr lang="en-US" altLang="en-US" sz="3200" b="0" i="1" baseline="-25000">
                    <a:latin typeface="Times" panose="02020603050405020304" pitchFamily="18" charset="0"/>
                  </a:rPr>
                  <a:t>  </a:t>
                </a:r>
              </a:p>
            </p:txBody>
          </p:sp>
          <p:cxnSp>
            <p:nvCxnSpPr>
              <p:cNvPr id="145" name="Straight Connector 70">
                <a:extLst>
                  <a:ext uri="{FF2B5EF4-FFF2-40B4-BE49-F238E27FC236}">
                    <a16:creationId xmlns:a16="http://schemas.microsoft.com/office/drawing/2014/main" id="{173A661A-0F70-487C-90D8-D61DFDB8ED2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67224" y="2819976"/>
                <a:ext cx="22856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42" name="TextBox 41">
              <a:extLst>
                <a:ext uri="{FF2B5EF4-FFF2-40B4-BE49-F238E27FC236}">
                  <a16:creationId xmlns:a16="http://schemas.microsoft.com/office/drawing/2014/main" id="{B03FAC18-B800-444A-B251-67D8E5D84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520624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 i="1">
                  <a:latin typeface="Times" panose="02020603050405020304" pitchFamily="18" charset="0"/>
                </a:rPr>
                <a:t>s x</a:t>
              </a:r>
              <a:r>
                <a:rPr lang="en-US" altLang="en-US" sz="3200" b="0" i="1" baseline="-2500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143" name="TextBox 39">
              <a:extLst>
                <a:ext uri="{FF2B5EF4-FFF2-40B4-BE49-F238E27FC236}">
                  <a16:creationId xmlns:a16="http://schemas.microsoft.com/office/drawing/2014/main" id="{A5D592E2-52CB-48E5-8728-1B13D57F4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4520624"/>
              <a:ext cx="544089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 i="1">
                  <a:latin typeface="Times" panose="02020603050405020304" pitchFamily="18" charset="0"/>
                </a:rPr>
                <a:t>+</a:t>
              </a:r>
              <a:endParaRPr lang="en-US" altLang="en-US" sz="3200" b="0" i="1" baseline="-2500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B274B19F-D1BC-4109-9C0B-D3569A8CE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609600"/>
          </a:xfrm>
        </p:spPr>
        <p:txBody>
          <a:bodyPr/>
          <a:lstStyle/>
          <a:p>
            <a:r>
              <a:rPr lang="en-US" altLang="en-US" sz="3000" dirty="0"/>
              <a:t>4-1 Multiplexer: Graphical Symbol and Truth Table</a:t>
            </a:r>
          </a:p>
        </p:txBody>
      </p:sp>
      <p:pic>
        <p:nvPicPr>
          <p:cNvPr id="26626" name="Picture 54" descr="Screen shot 2013-09-11 at 2.25.52 PM.png">
            <a:extLst>
              <a:ext uri="{FF2B5EF4-FFF2-40B4-BE49-F238E27FC236}">
                <a16:creationId xmlns:a16="http://schemas.microsoft.com/office/drawing/2014/main" id="{CF8C8EB8-6F92-4921-A217-B814EED4A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066800"/>
            <a:ext cx="6953250" cy="402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125">
            <a:extLst>
              <a:ext uri="{FF2B5EF4-FFF2-40B4-BE49-F238E27FC236}">
                <a16:creationId xmlns:a16="http://schemas.microsoft.com/office/drawing/2014/main" id="{ACC7AB7F-DCE1-4097-AAD4-D01D4993E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4.2a-b from the textbook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>
            <a:extLst>
              <a:ext uri="{FF2B5EF4-FFF2-40B4-BE49-F238E27FC236}">
                <a16:creationId xmlns:a16="http://schemas.microsoft.com/office/drawing/2014/main" id="{08EC8885-086E-4812-9F32-ADAD0E776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Multiplexers Are Special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">
            <a:extLst>
              <a:ext uri="{FF2B5EF4-FFF2-40B4-BE49-F238E27FC236}">
                <a16:creationId xmlns:a16="http://schemas.microsoft.com/office/drawing/2014/main" id="{4C61ECA4-4FF8-41BC-94F6-3C65D17FB8BC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2663825"/>
            <a:ext cx="2257425" cy="623888"/>
            <a:chOff x="1919288" y="3403600"/>
            <a:chExt cx="2257425" cy="623888"/>
          </a:xfrm>
        </p:grpSpPr>
        <p:sp>
          <p:nvSpPr>
            <p:cNvPr id="54309" name="Line 3">
              <a:extLst>
                <a:ext uri="{FF2B5EF4-FFF2-40B4-BE49-F238E27FC236}">
                  <a16:creationId xmlns:a16="http://schemas.microsoft.com/office/drawing/2014/main" id="{C0253A56-4415-4569-AF51-C75AA8E6D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53853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0" name="Line 4">
              <a:extLst>
                <a:ext uri="{FF2B5EF4-FFF2-40B4-BE49-F238E27FC236}">
                  <a16:creationId xmlns:a16="http://schemas.microsoft.com/office/drawing/2014/main" id="{8D3BFE7A-21F9-4280-AD1E-3428EA5BF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81158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1" name="Line 5">
              <a:extLst>
                <a:ext uri="{FF2B5EF4-FFF2-40B4-BE49-F238E27FC236}">
                  <a16:creationId xmlns:a16="http://schemas.microsoft.com/office/drawing/2014/main" id="{DBBE801B-502C-4449-BB38-707035D8F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9913" y="3686175"/>
              <a:ext cx="146050" cy="1588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2" name="Freeform 6">
              <a:extLst>
                <a:ext uri="{FF2B5EF4-FFF2-40B4-BE49-F238E27FC236}">
                  <a16:creationId xmlns:a16="http://schemas.microsoft.com/office/drawing/2014/main" id="{BE55B30D-F76D-4D3E-896D-2BF4464F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435350"/>
              <a:ext cx="628650" cy="249238"/>
            </a:xfrm>
            <a:custGeom>
              <a:avLst/>
              <a:gdLst>
                <a:gd name="T0" fmla="*/ 2147483646 w 791"/>
                <a:gd name="T1" fmla="*/ 0 h 316"/>
                <a:gd name="T2" fmla="*/ 2147483646 w 791"/>
                <a:gd name="T3" fmla="*/ 2147483646 h 316"/>
                <a:gd name="T4" fmla="*/ 2147483646 w 791"/>
                <a:gd name="T5" fmla="*/ 2147483646 h 316"/>
                <a:gd name="T6" fmla="*/ 2147483646 w 791"/>
                <a:gd name="T7" fmla="*/ 2147483646 h 316"/>
                <a:gd name="T8" fmla="*/ 2147483646 w 791"/>
                <a:gd name="T9" fmla="*/ 2147483646 h 316"/>
                <a:gd name="T10" fmla="*/ 2147483646 w 791"/>
                <a:gd name="T11" fmla="*/ 2147483646 h 316"/>
                <a:gd name="T12" fmla="*/ 2147483646 w 791"/>
                <a:gd name="T13" fmla="*/ 2147483646 h 316"/>
                <a:gd name="T14" fmla="*/ 2147483646 w 791"/>
                <a:gd name="T15" fmla="*/ 2147483646 h 316"/>
                <a:gd name="T16" fmla="*/ 2147483646 w 791"/>
                <a:gd name="T17" fmla="*/ 2147483646 h 316"/>
                <a:gd name="T18" fmla="*/ 2147483646 w 791"/>
                <a:gd name="T19" fmla="*/ 2147483646 h 316"/>
                <a:gd name="T20" fmla="*/ 2147483646 w 791"/>
                <a:gd name="T21" fmla="*/ 2147483646 h 316"/>
                <a:gd name="T22" fmla="*/ 2147483646 w 791"/>
                <a:gd name="T23" fmla="*/ 2147483646 h 316"/>
                <a:gd name="T24" fmla="*/ 2147483646 w 791"/>
                <a:gd name="T25" fmla="*/ 2147483646 h 316"/>
                <a:gd name="T26" fmla="*/ 2147483646 w 791"/>
                <a:gd name="T27" fmla="*/ 2147483646 h 316"/>
                <a:gd name="T28" fmla="*/ 2147483646 w 791"/>
                <a:gd name="T29" fmla="*/ 2147483646 h 316"/>
                <a:gd name="T30" fmla="*/ 2147483646 w 791"/>
                <a:gd name="T31" fmla="*/ 2147483646 h 316"/>
                <a:gd name="T32" fmla="*/ 2147483646 w 791"/>
                <a:gd name="T33" fmla="*/ 2147483646 h 316"/>
                <a:gd name="T34" fmla="*/ 2147483646 w 791"/>
                <a:gd name="T35" fmla="*/ 2147483646 h 316"/>
                <a:gd name="T36" fmla="*/ 2147483646 w 791"/>
                <a:gd name="T37" fmla="*/ 2147483646 h 316"/>
                <a:gd name="T38" fmla="*/ 2147483646 w 791"/>
                <a:gd name="T39" fmla="*/ 2147483646 h 316"/>
                <a:gd name="T40" fmla="*/ 2147483646 w 791"/>
                <a:gd name="T41" fmla="*/ 2147483646 h 316"/>
                <a:gd name="T42" fmla="*/ 2147483646 w 791"/>
                <a:gd name="T43" fmla="*/ 2147483646 h 316"/>
                <a:gd name="T44" fmla="*/ 2147483646 w 791"/>
                <a:gd name="T45" fmla="*/ 2147483646 h 316"/>
                <a:gd name="T46" fmla="*/ 2147483646 w 791"/>
                <a:gd name="T47" fmla="*/ 2147483646 h 316"/>
                <a:gd name="T48" fmla="*/ 2147483646 w 791"/>
                <a:gd name="T49" fmla="*/ 2147483646 h 316"/>
                <a:gd name="T50" fmla="*/ 2147483646 w 791"/>
                <a:gd name="T51" fmla="*/ 2147483646 h 316"/>
                <a:gd name="T52" fmla="*/ 2147483646 w 791"/>
                <a:gd name="T53" fmla="*/ 2147483646 h 316"/>
                <a:gd name="T54" fmla="*/ 2147483646 w 791"/>
                <a:gd name="T55" fmla="*/ 2147483646 h 316"/>
                <a:gd name="T56" fmla="*/ 2147483646 w 791"/>
                <a:gd name="T57" fmla="*/ 2147483646 h 316"/>
                <a:gd name="T58" fmla="*/ 2147483646 w 791"/>
                <a:gd name="T59" fmla="*/ 2147483646 h 316"/>
                <a:gd name="T60" fmla="*/ 2147483646 w 791"/>
                <a:gd name="T61" fmla="*/ 2147483646 h 316"/>
                <a:gd name="T62" fmla="*/ 2147483646 w 791"/>
                <a:gd name="T63" fmla="*/ 2147483646 h 316"/>
                <a:gd name="T64" fmla="*/ 2147483646 w 791"/>
                <a:gd name="T65" fmla="*/ 2147483646 h 316"/>
                <a:gd name="T66" fmla="*/ 2147483646 w 791"/>
                <a:gd name="T67" fmla="*/ 2147483646 h 316"/>
                <a:gd name="T68" fmla="*/ 2147483646 w 791"/>
                <a:gd name="T69" fmla="*/ 2147483646 h 316"/>
                <a:gd name="T70" fmla="*/ 2147483646 w 791"/>
                <a:gd name="T71" fmla="*/ 2147483646 h 316"/>
                <a:gd name="T72" fmla="*/ 2147483646 w 791"/>
                <a:gd name="T73" fmla="*/ 2147483646 h 316"/>
                <a:gd name="T74" fmla="*/ 2147483646 w 791"/>
                <a:gd name="T75" fmla="*/ 2147483646 h 316"/>
                <a:gd name="T76" fmla="*/ 2147483646 w 791"/>
                <a:gd name="T77" fmla="*/ 2147483646 h 316"/>
                <a:gd name="T78" fmla="*/ 2147483646 w 791"/>
                <a:gd name="T79" fmla="*/ 2147483646 h 316"/>
                <a:gd name="T80" fmla="*/ 2147483646 w 791"/>
                <a:gd name="T81" fmla="*/ 2147483646 h 316"/>
                <a:gd name="T82" fmla="*/ 2147483646 w 791"/>
                <a:gd name="T83" fmla="*/ 2147483646 h 316"/>
                <a:gd name="T84" fmla="*/ 2147483646 w 791"/>
                <a:gd name="T85" fmla="*/ 2147483646 h 316"/>
                <a:gd name="T86" fmla="*/ 2147483646 w 791"/>
                <a:gd name="T87" fmla="*/ 2147483646 h 316"/>
                <a:gd name="T88" fmla="*/ 2147483646 w 791"/>
                <a:gd name="T89" fmla="*/ 2147483646 h 316"/>
                <a:gd name="T90" fmla="*/ 2147483646 w 791"/>
                <a:gd name="T91" fmla="*/ 2147483646 h 316"/>
                <a:gd name="T92" fmla="*/ 2147483646 w 791"/>
                <a:gd name="T93" fmla="*/ 2147483646 h 316"/>
                <a:gd name="T94" fmla="*/ 2147483646 w 791"/>
                <a:gd name="T95" fmla="*/ 2147483646 h 316"/>
                <a:gd name="T96" fmla="*/ 2147483646 w 791"/>
                <a:gd name="T97" fmla="*/ 2147483646 h 316"/>
                <a:gd name="T98" fmla="*/ 2147483646 w 791"/>
                <a:gd name="T99" fmla="*/ 2147483646 h 316"/>
                <a:gd name="T100" fmla="*/ 2147483646 w 791"/>
                <a:gd name="T101" fmla="*/ 2147483646 h 316"/>
                <a:gd name="T102" fmla="*/ 2147483646 w 791"/>
                <a:gd name="T103" fmla="*/ 2147483646 h 316"/>
                <a:gd name="T104" fmla="*/ 2147483646 w 791"/>
                <a:gd name="T105" fmla="*/ 2147483646 h 316"/>
                <a:gd name="T106" fmla="*/ 2147483646 w 791"/>
                <a:gd name="T107" fmla="*/ 2147483646 h 316"/>
                <a:gd name="T108" fmla="*/ 2147483646 w 791"/>
                <a:gd name="T109" fmla="*/ 2147483646 h 316"/>
                <a:gd name="T110" fmla="*/ 2147483646 w 791"/>
                <a:gd name="T111" fmla="*/ 2147483646 h 316"/>
                <a:gd name="T112" fmla="*/ 2147483646 w 791"/>
                <a:gd name="T113" fmla="*/ 2147483646 h 316"/>
                <a:gd name="T114" fmla="*/ 2147483646 w 791"/>
                <a:gd name="T115" fmla="*/ 2147483646 h 316"/>
                <a:gd name="T116" fmla="*/ 2147483646 w 791"/>
                <a:gd name="T117" fmla="*/ 2147483646 h 316"/>
                <a:gd name="T118" fmla="*/ 2147483646 w 791"/>
                <a:gd name="T119" fmla="*/ 2147483646 h 316"/>
                <a:gd name="T120" fmla="*/ 2147483646 w 791"/>
                <a:gd name="T121" fmla="*/ 2147483646 h 3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6">
                  <a:moveTo>
                    <a:pt x="0" y="0"/>
                  </a:moveTo>
                  <a:lnTo>
                    <a:pt x="31" y="0"/>
                  </a:lnTo>
                  <a:lnTo>
                    <a:pt x="59" y="0"/>
                  </a:lnTo>
                  <a:lnTo>
                    <a:pt x="85" y="0"/>
                  </a:lnTo>
                  <a:lnTo>
                    <a:pt x="110" y="0"/>
                  </a:lnTo>
                  <a:lnTo>
                    <a:pt x="133" y="0"/>
                  </a:lnTo>
                  <a:lnTo>
                    <a:pt x="15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0"/>
                  </a:lnTo>
                  <a:lnTo>
                    <a:pt x="225" y="0"/>
                  </a:lnTo>
                  <a:lnTo>
                    <a:pt x="240" y="0"/>
                  </a:lnTo>
                  <a:lnTo>
                    <a:pt x="253" y="0"/>
                  </a:lnTo>
                  <a:lnTo>
                    <a:pt x="265" y="2"/>
                  </a:lnTo>
                  <a:lnTo>
                    <a:pt x="276" y="2"/>
                  </a:lnTo>
                  <a:lnTo>
                    <a:pt x="285" y="2"/>
                  </a:lnTo>
                  <a:lnTo>
                    <a:pt x="294" y="2"/>
                  </a:lnTo>
                  <a:lnTo>
                    <a:pt x="302" y="2"/>
                  </a:lnTo>
                  <a:lnTo>
                    <a:pt x="309" y="2"/>
                  </a:lnTo>
                  <a:lnTo>
                    <a:pt x="316" y="2"/>
                  </a:lnTo>
                  <a:lnTo>
                    <a:pt x="321" y="2"/>
                  </a:lnTo>
                  <a:lnTo>
                    <a:pt x="326" y="2"/>
                  </a:lnTo>
                  <a:lnTo>
                    <a:pt x="330" y="2"/>
                  </a:lnTo>
                  <a:lnTo>
                    <a:pt x="334" y="2"/>
                  </a:lnTo>
                  <a:lnTo>
                    <a:pt x="338" y="2"/>
                  </a:lnTo>
                  <a:lnTo>
                    <a:pt x="341" y="2"/>
                  </a:lnTo>
                  <a:lnTo>
                    <a:pt x="343" y="2"/>
                  </a:lnTo>
                  <a:lnTo>
                    <a:pt x="346" y="2"/>
                  </a:lnTo>
                  <a:lnTo>
                    <a:pt x="349" y="2"/>
                  </a:lnTo>
                  <a:lnTo>
                    <a:pt x="350" y="2"/>
                  </a:lnTo>
                  <a:lnTo>
                    <a:pt x="353" y="2"/>
                  </a:lnTo>
                  <a:lnTo>
                    <a:pt x="354" y="3"/>
                  </a:lnTo>
                  <a:lnTo>
                    <a:pt x="357" y="3"/>
                  </a:lnTo>
                  <a:lnTo>
                    <a:pt x="359" y="3"/>
                  </a:lnTo>
                  <a:lnTo>
                    <a:pt x="361" y="3"/>
                  </a:lnTo>
                  <a:lnTo>
                    <a:pt x="363" y="3"/>
                  </a:lnTo>
                  <a:lnTo>
                    <a:pt x="365" y="3"/>
                  </a:lnTo>
                  <a:lnTo>
                    <a:pt x="366" y="3"/>
                  </a:lnTo>
                  <a:lnTo>
                    <a:pt x="369" y="3"/>
                  </a:lnTo>
                  <a:lnTo>
                    <a:pt x="370" y="3"/>
                  </a:lnTo>
                  <a:lnTo>
                    <a:pt x="371" y="3"/>
                  </a:lnTo>
                  <a:lnTo>
                    <a:pt x="372" y="3"/>
                  </a:lnTo>
                  <a:lnTo>
                    <a:pt x="374" y="4"/>
                  </a:lnTo>
                  <a:lnTo>
                    <a:pt x="375" y="4"/>
                  </a:lnTo>
                  <a:lnTo>
                    <a:pt x="376" y="4"/>
                  </a:lnTo>
                  <a:lnTo>
                    <a:pt x="378" y="4"/>
                  </a:lnTo>
                  <a:lnTo>
                    <a:pt x="379" y="4"/>
                  </a:lnTo>
                  <a:lnTo>
                    <a:pt x="380" y="4"/>
                  </a:lnTo>
                  <a:lnTo>
                    <a:pt x="382" y="4"/>
                  </a:lnTo>
                  <a:lnTo>
                    <a:pt x="383" y="4"/>
                  </a:lnTo>
                  <a:lnTo>
                    <a:pt x="384" y="4"/>
                  </a:lnTo>
                  <a:lnTo>
                    <a:pt x="386" y="4"/>
                  </a:lnTo>
                  <a:lnTo>
                    <a:pt x="386" y="6"/>
                  </a:lnTo>
                  <a:lnTo>
                    <a:pt x="387" y="6"/>
                  </a:lnTo>
                  <a:lnTo>
                    <a:pt x="388" y="6"/>
                  </a:lnTo>
                  <a:lnTo>
                    <a:pt x="390" y="6"/>
                  </a:lnTo>
                  <a:lnTo>
                    <a:pt x="391" y="6"/>
                  </a:lnTo>
                  <a:lnTo>
                    <a:pt x="394" y="6"/>
                  </a:lnTo>
                  <a:lnTo>
                    <a:pt x="395" y="6"/>
                  </a:lnTo>
                  <a:lnTo>
                    <a:pt x="396" y="7"/>
                  </a:lnTo>
                  <a:lnTo>
                    <a:pt x="398" y="7"/>
                  </a:lnTo>
                  <a:lnTo>
                    <a:pt x="400" y="7"/>
                  </a:lnTo>
                  <a:lnTo>
                    <a:pt x="402" y="7"/>
                  </a:lnTo>
                  <a:lnTo>
                    <a:pt x="404" y="7"/>
                  </a:lnTo>
                  <a:lnTo>
                    <a:pt x="406" y="8"/>
                  </a:lnTo>
                  <a:lnTo>
                    <a:pt x="408" y="8"/>
                  </a:lnTo>
                  <a:lnTo>
                    <a:pt x="410" y="8"/>
                  </a:lnTo>
                  <a:lnTo>
                    <a:pt x="412" y="8"/>
                  </a:lnTo>
                  <a:lnTo>
                    <a:pt x="414" y="8"/>
                  </a:lnTo>
                  <a:lnTo>
                    <a:pt x="415" y="10"/>
                  </a:lnTo>
                  <a:lnTo>
                    <a:pt x="416" y="10"/>
                  </a:lnTo>
                  <a:lnTo>
                    <a:pt x="418" y="10"/>
                  </a:lnTo>
                  <a:lnTo>
                    <a:pt x="419" y="10"/>
                  </a:lnTo>
                  <a:lnTo>
                    <a:pt x="420" y="10"/>
                  </a:lnTo>
                  <a:lnTo>
                    <a:pt x="421" y="10"/>
                  </a:lnTo>
                  <a:lnTo>
                    <a:pt x="423" y="11"/>
                  </a:lnTo>
                  <a:lnTo>
                    <a:pt x="424" y="11"/>
                  </a:lnTo>
                  <a:lnTo>
                    <a:pt x="425" y="11"/>
                  </a:lnTo>
                  <a:lnTo>
                    <a:pt x="427" y="11"/>
                  </a:lnTo>
                  <a:lnTo>
                    <a:pt x="428" y="11"/>
                  </a:lnTo>
                  <a:lnTo>
                    <a:pt x="428" y="12"/>
                  </a:lnTo>
                  <a:lnTo>
                    <a:pt x="429" y="12"/>
                  </a:lnTo>
                  <a:lnTo>
                    <a:pt x="431" y="12"/>
                  </a:lnTo>
                  <a:lnTo>
                    <a:pt x="432" y="12"/>
                  </a:lnTo>
                  <a:lnTo>
                    <a:pt x="433" y="14"/>
                  </a:lnTo>
                  <a:lnTo>
                    <a:pt x="435" y="14"/>
                  </a:lnTo>
                  <a:lnTo>
                    <a:pt x="436" y="14"/>
                  </a:lnTo>
                  <a:lnTo>
                    <a:pt x="437" y="14"/>
                  </a:lnTo>
                  <a:lnTo>
                    <a:pt x="440" y="15"/>
                  </a:lnTo>
                  <a:lnTo>
                    <a:pt x="441" y="15"/>
                  </a:lnTo>
                  <a:lnTo>
                    <a:pt x="443" y="16"/>
                  </a:lnTo>
                  <a:lnTo>
                    <a:pt x="445" y="16"/>
                  </a:lnTo>
                  <a:lnTo>
                    <a:pt x="447" y="18"/>
                  </a:lnTo>
                  <a:lnTo>
                    <a:pt x="449" y="18"/>
                  </a:lnTo>
                  <a:lnTo>
                    <a:pt x="451" y="19"/>
                  </a:lnTo>
                  <a:lnTo>
                    <a:pt x="453" y="19"/>
                  </a:lnTo>
                  <a:lnTo>
                    <a:pt x="456" y="20"/>
                  </a:lnTo>
                  <a:lnTo>
                    <a:pt x="459" y="20"/>
                  </a:lnTo>
                  <a:lnTo>
                    <a:pt x="460" y="22"/>
                  </a:lnTo>
                  <a:lnTo>
                    <a:pt x="463" y="22"/>
                  </a:lnTo>
                  <a:lnTo>
                    <a:pt x="464" y="23"/>
                  </a:lnTo>
                  <a:lnTo>
                    <a:pt x="467" y="23"/>
                  </a:lnTo>
                  <a:lnTo>
                    <a:pt x="468" y="24"/>
                  </a:lnTo>
                  <a:lnTo>
                    <a:pt x="469" y="24"/>
                  </a:lnTo>
                  <a:lnTo>
                    <a:pt x="471" y="24"/>
                  </a:lnTo>
                  <a:lnTo>
                    <a:pt x="472" y="26"/>
                  </a:lnTo>
                  <a:lnTo>
                    <a:pt x="473" y="26"/>
                  </a:lnTo>
                  <a:lnTo>
                    <a:pt x="474" y="26"/>
                  </a:lnTo>
                  <a:lnTo>
                    <a:pt x="476" y="27"/>
                  </a:lnTo>
                  <a:lnTo>
                    <a:pt x="477" y="27"/>
                  </a:lnTo>
                  <a:lnTo>
                    <a:pt x="478" y="27"/>
                  </a:lnTo>
                  <a:lnTo>
                    <a:pt x="480" y="28"/>
                  </a:lnTo>
                  <a:lnTo>
                    <a:pt x="481" y="28"/>
                  </a:lnTo>
                  <a:lnTo>
                    <a:pt x="482" y="28"/>
                  </a:lnTo>
                  <a:lnTo>
                    <a:pt x="484" y="30"/>
                  </a:lnTo>
                  <a:lnTo>
                    <a:pt x="485" y="31"/>
                  </a:lnTo>
                  <a:lnTo>
                    <a:pt x="486" y="31"/>
                  </a:lnTo>
                  <a:lnTo>
                    <a:pt x="488" y="32"/>
                  </a:lnTo>
                  <a:lnTo>
                    <a:pt x="489" y="32"/>
                  </a:lnTo>
                  <a:lnTo>
                    <a:pt x="490" y="34"/>
                  </a:lnTo>
                  <a:lnTo>
                    <a:pt x="492" y="34"/>
                  </a:lnTo>
                  <a:lnTo>
                    <a:pt x="494" y="35"/>
                  </a:lnTo>
                  <a:lnTo>
                    <a:pt x="496" y="35"/>
                  </a:lnTo>
                  <a:lnTo>
                    <a:pt x="497" y="36"/>
                  </a:lnTo>
                  <a:lnTo>
                    <a:pt x="500" y="38"/>
                  </a:lnTo>
                  <a:lnTo>
                    <a:pt x="501" y="38"/>
                  </a:lnTo>
                  <a:lnTo>
                    <a:pt x="504" y="39"/>
                  </a:lnTo>
                  <a:lnTo>
                    <a:pt x="505" y="40"/>
                  </a:lnTo>
                  <a:lnTo>
                    <a:pt x="508" y="41"/>
                  </a:lnTo>
                  <a:lnTo>
                    <a:pt x="509" y="41"/>
                  </a:lnTo>
                  <a:lnTo>
                    <a:pt x="512" y="43"/>
                  </a:lnTo>
                  <a:lnTo>
                    <a:pt x="513" y="44"/>
                  </a:lnTo>
                  <a:lnTo>
                    <a:pt x="514" y="44"/>
                  </a:lnTo>
                  <a:lnTo>
                    <a:pt x="516" y="45"/>
                  </a:lnTo>
                  <a:lnTo>
                    <a:pt x="517" y="45"/>
                  </a:lnTo>
                  <a:lnTo>
                    <a:pt x="518" y="47"/>
                  </a:lnTo>
                  <a:lnTo>
                    <a:pt x="520" y="47"/>
                  </a:lnTo>
                  <a:lnTo>
                    <a:pt x="521" y="48"/>
                  </a:lnTo>
                  <a:lnTo>
                    <a:pt x="522" y="48"/>
                  </a:lnTo>
                  <a:lnTo>
                    <a:pt x="523" y="49"/>
                  </a:lnTo>
                  <a:lnTo>
                    <a:pt x="525" y="49"/>
                  </a:lnTo>
                  <a:lnTo>
                    <a:pt x="526" y="51"/>
                  </a:lnTo>
                  <a:lnTo>
                    <a:pt x="527" y="51"/>
                  </a:lnTo>
                  <a:lnTo>
                    <a:pt x="529" y="52"/>
                  </a:lnTo>
                  <a:lnTo>
                    <a:pt x="530" y="53"/>
                  </a:lnTo>
                  <a:lnTo>
                    <a:pt x="531" y="53"/>
                  </a:lnTo>
                  <a:lnTo>
                    <a:pt x="533" y="53"/>
                  </a:lnTo>
                  <a:lnTo>
                    <a:pt x="534" y="55"/>
                  </a:lnTo>
                  <a:lnTo>
                    <a:pt x="535" y="55"/>
                  </a:lnTo>
                  <a:lnTo>
                    <a:pt x="537" y="56"/>
                  </a:lnTo>
                  <a:lnTo>
                    <a:pt x="538" y="56"/>
                  </a:lnTo>
                  <a:lnTo>
                    <a:pt x="539" y="57"/>
                  </a:lnTo>
                  <a:lnTo>
                    <a:pt x="541" y="59"/>
                  </a:lnTo>
                  <a:lnTo>
                    <a:pt x="542" y="59"/>
                  </a:lnTo>
                  <a:lnTo>
                    <a:pt x="543" y="60"/>
                  </a:lnTo>
                  <a:lnTo>
                    <a:pt x="545" y="61"/>
                  </a:lnTo>
                  <a:lnTo>
                    <a:pt x="547" y="63"/>
                  </a:lnTo>
                  <a:lnTo>
                    <a:pt x="549" y="63"/>
                  </a:lnTo>
                  <a:lnTo>
                    <a:pt x="551" y="64"/>
                  </a:lnTo>
                  <a:lnTo>
                    <a:pt x="553" y="65"/>
                  </a:lnTo>
                  <a:lnTo>
                    <a:pt x="554" y="67"/>
                  </a:lnTo>
                  <a:lnTo>
                    <a:pt x="555" y="67"/>
                  </a:lnTo>
                  <a:lnTo>
                    <a:pt x="557" y="68"/>
                  </a:lnTo>
                  <a:lnTo>
                    <a:pt x="558" y="68"/>
                  </a:lnTo>
                  <a:lnTo>
                    <a:pt x="559" y="69"/>
                  </a:lnTo>
                  <a:lnTo>
                    <a:pt x="561" y="69"/>
                  </a:lnTo>
                  <a:lnTo>
                    <a:pt x="562" y="71"/>
                  </a:lnTo>
                  <a:lnTo>
                    <a:pt x="563" y="71"/>
                  </a:lnTo>
                  <a:lnTo>
                    <a:pt x="563" y="72"/>
                  </a:lnTo>
                  <a:lnTo>
                    <a:pt x="565" y="72"/>
                  </a:lnTo>
                  <a:lnTo>
                    <a:pt x="566" y="73"/>
                  </a:lnTo>
                  <a:lnTo>
                    <a:pt x="567" y="73"/>
                  </a:lnTo>
                  <a:lnTo>
                    <a:pt x="569" y="75"/>
                  </a:lnTo>
                  <a:lnTo>
                    <a:pt x="570" y="76"/>
                  </a:lnTo>
                  <a:lnTo>
                    <a:pt x="571" y="76"/>
                  </a:lnTo>
                  <a:lnTo>
                    <a:pt x="573" y="77"/>
                  </a:lnTo>
                  <a:lnTo>
                    <a:pt x="574" y="77"/>
                  </a:lnTo>
                  <a:lnTo>
                    <a:pt x="574" y="79"/>
                  </a:lnTo>
                  <a:lnTo>
                    <a:pt x="575" y="79"/>
                  </a:lnTo>
                  <a:lnTo>
                    <a:pt x="576" y="80"/>
                  </a:lnTo>
                  <a:lnTo>
                    <a:pt x="578" y="80"/>
                  </a:lnTo>
                  <a:lnTo>
                    <a:pt x="579" y="81"/>
                  </a:lnTo>
                  <a:lnTo>
                    <a:pt x="580" y="81"/>
                  </a:lnTo>
                  <a:lnTo>
                    <a:pt x="582" y="83"/>
                  </a:lnTo>
                  <a:lnTo>
                    <a:pt x="583" y="84"/>
                  </a:lnTo>
                  <a:lnTo>
                    <a:pt x="584" y="84"/>
                  </a:lnTo>
                  <a:lnTo>
                    <a:pt x="586" y="85"/>
                  </a:lnTo>
                  <a:lnTo>
                    <a:pt x="587" y="87"/>
                  </a:lnTo>
                  <a:lnTo>
                    <a:pt x="588" y="88"/>
                  </a:lnTo>
                  <a:lnTo>
                    <a:pt x="590" y="88"/>
                  </a:lnTo>
                  <a:lnTo>
                    <a:pt x="591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5" y="92"/>
                  </a:lnTo>
                  <a:lnTo>
                    <a:pt x="596" y="92"/>
                  </a:lnTo>
                  <a:lnTo>
                    <a:pt x="596" y="93"/>
                  </a:lnTo>
                  <a:lnTo>
                    <a:pt x="598" y="93"/>
                  </a:lnTo>
                  <a:lnTo>
                    <a:pt x="599" y="94"/>
                  </a:lnTo>
                  <a:lnTo>
                    <a:pt x="600" y="94"/>
                  </a:lnTo>
                  <a:lnTo>
                    <a:pt x="602" y="96"/>
                  </a:lnTo>
                  <a:lnTo>
                    <a:pt x="602" y="97"/>
                  </a:lnTo>
                  <a:lnTo>
                    <a:pt x="603" y="97"/>
                  </a:lnTo>
                  <a:lnTo>
                    <a:pt x="604" y="98"/>
                  </a:lnTo>
                  <a:lnTo>
                    <a:pt x="606" y="98"/>
                  </a:lnTo>
                  <a:lnTo>
                    <a:pt x="607" y="100"/>
                  </a:lnTo>
                  <a:lnTo>
                    <a:pt x="608" y="101"/>
                  </a:lnTo>
                  <a:lnTo>
                    <a:pt x="610" y="102"/>
                  </a:lnTo>
                  <a:lnTo>
                    <a:pt x="611" y="102"/>
                  </a:lnTo>
                  <a:lnTo>
                    <a:pt x="611" y="104"/>
                  </a:lnTo>
                  <a:lnTo>
                    <a:pt x="612" y="104"/>
                  </a:lnTo>
                  <a:lnTo>
                    <a:pt x="614" y="105"/>
                  </a:lnTo>
                  <a:lnTo>
                    <a:pt x="615" y="106"/>
                  </a:lnTo>
                  <a:lnTo>
                    <a:pt x="616" y="108"/>
                  </a:lnTo>
                  <a:lnTo>
                    <a:pt x="618" y="108"/>
                  </a:lnTo>
                  <a:lnTo>
                    <a:pt x="618" y="109"/>
                  </a:lnTo>
                  <a:lnTo>
                    <a:pt x="619" y="109"/>
                  </a:lnTo>
                  <a:lnTo>
                    <a:pt x="619" y="110"/>
                  </a:lnTo>
                  <a:lnTo>
                    <a:pt x="620" y="110"/>
                  </a:lnTo>
                  <a:lnTo>
                    <a:pt x="622" y="112"/>
                  </a:lnTo>
                  <a:lnTo>
                    <a:pt x="623" y="112"/>
                  </a:lnTo>
                  <a:lnTo>
                    <a:pt x="623" y="113"/>
                  </a:lnTo>
                  <a:lnTo>
                    <a:pt x="624" y="113"/>
                  </a:lnTo>
                  <a:lnTo>
                    <a:pt x="625" y="114"/>
                  </a:lnTo>
                  <a:lnTo>
                    <a:pt x="627" y="116"/>
                  </a:lnTo>
                  <a:lnTo>
                    <a:pt x="628" y="116"/>
                  </a:lnTo>
                  <a:lnTo>
                    <a:pt x="628" y="117"/>
                  </a:lnTo>
                  <a:lnTo>
                    <a:pt x="629" y="117"/>
                  </a:lnTo>
                  <a:lnTo>
                    <a:pt x="631" y="118"/>
                  </a:lnTo>
                  <a:lnTo>
                    <a:pt x="632" y="118"/>
                  </a:lnTo>
                  <a:lnTo>
                    <a:pt x="633" y="120"/>
                  </a:lnTo>
                  <a:lnTo>
                    <a:pt x="635" y="121"/>
                  </a:lnTo>
                  <a:lnTo>
                    <a:pt x="636" y="122"/>
                  </a:lnTo>
                  <a:lnTo>
                    <a:pt x="637" y="122"/>
                  </a:lnTo>
                  <a:lnTo>
                    <a:pt x="639" y="124"/>
                  </a:lnTo>
                  <a:lnTo>
                    <a:pt x="640" y="124"/>
                  </a:lnTo>
                  <a:lnTo>
                    <a:pt x="640" y="125"/>
                  </a:lnTo>
                  <a:lnTo>
                    <a:pt x="641" y="126"/>
                  </a:lnTo>
                  <a:lnTo>
                    <a:pt x="643" y="126"/>
                  </a:lnTo>
                  <a:lnTo>
                    <a:pt x="644" y="128"/>
                  </a:lnTo>
                  <a:lnTo>
                    <a:pt x="645" y="128"/>
                  </a:lnTo>
                  <a:lnTo>
                    <a:pt x="645" y="129"/>
                  </a:lnTo>
                  <a:lnTo>
                    <a:pt x="647" y="129"/>
                  </a:lnTo>
                  <a:lnTo>
                    <a:pt x="647" y="130"/>
                  </a:lnTo>
                  <a:lnTo>
                    <a:pt x="648" y="130"/>
                  </a:lnTo>
                  <a:lnTo>
                    <a:pt x="649" y="132"/>
                  </a:lnTo>
                  <a:lnTo>
                    <a:pt x="651" y="133"/>
                  </a:lnTo>
                  <a:lnTo>
                    <a:pt x="652" y="134"/>
                  </a:lnTo>
                  <a:lnTo>
                    <a:pt x="653" y="136"/>
                  </a:lnTo>
                  <a:lnTo>
                    <a:pt x="655" y="137"/>
                  </a:lnTo>
                  <a:lnTo>
                    <a:pt x="656" y="137"/>
                  </a:lnTo>
                  <a:lnTo>
                    <a:pt x="656" y="138"/>
                  </a:lnTo>
                  <a:lnTo>
                    <a:pt x="657" y="140"/>
                  </a:lnTo>
                  <a:lnTo>
                    <a:pt x="659" y="140"/>
                  </a:lnTo>
                  <a:lnTo>
                    <a:pt x="659" y="141"/>
                  </a:lnTo>
                  <a:lnTo>
                    <a:pt x="660" y="142"/>
                  </a:lnTo>
                  <a:lnTo>
                    <a:pt x="661" y="143"/>
                  </a:lnTo>
                  <a:lnTo>
                    <a:pt x="663" y="143"/>
                  </a:lnTo>
                  <a:lnTo>
                    <a:pt x="664" y="145"/>
                  </a:lnTo>
                  <a:lnTo>
                    <a:pt x="664" y="146"/>
                  </a:lnTo>
                  <a:lnTo>
                    <a:pt x="665" y="147"/>
                  </a:lnTo>
                  <a:lnTo>
                    <a:pt x="667" y="149"/>
                  </a:lnTo>
                  <a:lnTo>
                    <a:pt x="668" y="150"/>
                  </a:lnTo>
                  <a:lnTo>
                    <a:pt x="669" y="151"/>
                  </a:lnTo>
                  <a:lnTo>
                    <a:pt x="671" y="153"/>
                  </a:lnTo>
                  <a:lnTo>
                    <a:pt x="672" y="154"/>
                  </a:lnTo>
                  <a:lnTo>
                    <a:pt x="673" y="155"/>
                  </a:lnTo>
                  <a:lnTo>
                    <a:pt x="674" y="157"/>
                  </a:lnTo>
                  <a:lnTo>
                    <a:pt x="676" y="158"/>
                  </a:lnTo>
                  <a:lnTo>
                    <a:pt x="676" y="159"/>
                  </a:lnTo>
                  <a:lnTo>
                    <a:pt x="677" y="159"/>
                  </a:lnTo>
                  <a:lnTo>
                    <a:pt x="677" y="161"/>
                  </a:lnTo>
                  <a:lnTo>
                    <a:pt x="678" y="162"/>
                  </a:lnTo>
                  <a:lnTo>
                    <a:pt x="680" y="163"/>
                  </a:lnTo>
                  <a:lnTo>
                    <a:pt x="681" y="163"/>
                  </a:lnTo>
                  <a:lnTo>
                    <a:pt x="681" y="165"/>
                  </a:lnTo>
                  <a:lnTo>
                    <a:pt x="682" y="166"/>
                  </a:lnTo>
                  <a:lnTo>
                    <a:pt x="684" y="167"/>
                  </a:lnTo>
                  <a:lnTo>
                    <a:pt x="685" y="169"/>
                  </a:lnTo>
                  <a:lnTo>
                    <a:pt x="685" y="170"/>
                  </a:lnTo>
                  <a:lnTo>
                    <a:pt x="686" y="171"/>
                  </a:lnTo>
                  <a:lnTo>
                    <a:pt x="688" y="173"/>
                  </a:lnTo>
                  <a:lnTo>
                    <a:pt x="689" y="174"/>
                  </a:lnTo>
                  <a:lnTo>
                    <a:pt x="690" y="175"/>
                  </a:lnTo>
                  <a:lnTo>
                    <a:pt x="692" y="177"/>
                  </a:lnTo>
                  <a:lnTo>
                    <a:pt x="693" y="178"/>
                  </a:lnTo>
                  <a:lnTo>
                    <a:pt x="694" y="179"/>
                  </a:lnTo>
                  <a:lnTo>
                    <a:pt x="696" y="182"/>
                  </a:lnTo>
                  <a:lnTo>
                    <a:pt x="697" y="183"/>
                  </a:lnTo>
                  <a:lnTo>
                    <a:pt x="698" y="185"/>
                  </a:lnTo>
                  <a:lnTo>
                    <a:pt x="700" y="186"/>
                  </a:lnTo>
                  <a:lnTo>
                    <a:pt x="701" y="189"/>
                  </a:lnTo>
                  <a:lnTo>
                    <a:pt x="702" y="190"/>
                  </a:lnTo>
                  <a:lnTo>
                    <a:pt x="704" y="191"/>
                  </a:lnTo>
                  <a:lnTo>
                    <a:pt x="704" y="193"/>
                  </a:lnTo>
                  <a:lnTo>
                    <a:pt x="705" y="194"/>
                  </a:lnTo>
                  <a:lnTo>
                    <a:pt x="706" y="194"/>
                  </a:lnTo>
                  <a:lnTo>
                    <a:pt x="708" y="195"/>
                  </a:lnTo>
                  <a:lnTo>
                    <a:pt x="708" y="196"/>
                  </a:lnTo>
                  <a:lnTo>
                    <a:pt x="709" y="198"/>
                  </a:lnTo>
                  <a:lnTo>
                    <a:pt x="709" y="199"/>
                  </a:lnTo>
                  <a:lnTo>
                    <a:pt x="710" y="199"/>
                  </a:lnTo>
                  <a:lnTo>
                    <a:pt x="712" y="200"/>
                  </a:lnTo>
                  <a:lnTo>
                    <a:pt x="712" y="202"/>
                  </a:lnTo>
                  <a:lnTo>
                    <a:pt x="713" y="203"/>
                  </a:lnTo>
                  <a:lnTo>
                    <a:pt x="713" y="204"/>
                  </a:lnTo>
                  <a:lnTo>
                    <a:pt x="714" y="204"/>
                  </a:lnTo>
                  <a:lnTo>
                    <a:pt x="716" y="206"/>
                  </a:lnTo>
                  <a:lnTo>
                    <a:pt x="716" y="207"/>
                  </a:lnTo>
                  <a:lnTo>
                    <a:pt x="717" y="208"/>
                  </a:lnTo>
                  <a:lnTo>
                    <a:pt x="718" y="210"/>
                  </a:lnTo>
                  <a:lnTo>
                    <a:pt x="718" y="211"/>
                  </a:lnTo>
                  <a:lnTo>
                    <a:pt x="720" y="212"/>
                  </a:lnTo>
                  <a:lnTo>
                    <a:pt x="721" y="214"/>
                  </a:lnTo>
                  <a:lnTo>
                    <a:pt x="722" y="215"/>
                  </a:lnTo>
                  <a:lnTo>
                    <a:pt x="724" y="216"/>
                  </a:lnTo>
                  <a:lnTo>
                    <a:pt x="725" y="219"/>
                  </a:lnTo>
                  <a:lnTo>
                    <a:pt x="726" y="220"/>
                  </a:lnTo>
                  <a:lnTo>
                    <a:pt x="727" y="223"/>
                  </a:lnTo>
                  <a:lnTo>
                    <a:pt x="729" y="224"/>
                  </a:lnTo>
                  <a:lnTo>
                    <a:pt x="730" y="227"/>
                  </a:lnTo>
                  <a:lnTo>
                    <a:pt x="731" y="228"/>
                  </a:lnTo>
                  <a:lnTo>
                    <a:pt x="733" y="231"/>
                  </a:lnTo>
                  <a:lnTo>
                    <a:pt x="734" y="232"/>
                  </a:lnTo>
                  <a:lnTo>
                    <a:pt x="735" y="234"/>
                  </a:lnTo>
                  <a:lnTo>
                    <a:pt x="737" y="235"/>
                  </a:lnTo>
                  <a:lnTo>
                    <a:pt x="737" y="238"/>
                  </a:lnTo>
                  <a:lnTo>
                    <a:pt x="738" y="239"/>
                  </a:lnTo>
                  <a:lnTo>
                    <a:pt x="739" y="240"/>
                  </a:lnTo>
                  <a:lnTo>
                    <a:pt x="741" y="242"/>
                  </a:lnTo>
                  <a:lnTo>
                    <a:pt x="742" y="243"/>
                  </a:lnTo>
                  <a:lnTo>
                    <a:pt x="743" y="244"/>
                  </a:lnTo>
                  <a:lnTo>
                    <a:pt x="743" y="245"/>
                  </a:lnTo>
                  <a:lnTo>
                    <a:pt x="745" y="247"/>
                  </a:lnTo>
                  <a:lnTo>
                    <a:pt x="745" y="248"/>
                  </a:lnTo>
                  <a:lnTo>
                    <a:pt x="746" y="249"/>
                  </a:lnTo>
                  <a:lnTo>
                    <a:pt x="747" y="249"/>
                  </a:lnTo>
                  <a:lnTo>
                    <a:pt x="747" y="251"/>
                  </a:lnTo>
                  <a:lnTo>
                    <a:pt x="749" y="252"/>
                  </a:lnTo>
                  <a:lnTo>
                    <a:pt x="749" y="253"/>
                  </a:lnTo>
                  <a:lnTo>
                    <a:pt x="750" y="255"/>
                  </a:lnTo>
                  <a:lnTo>
                    <a:pt x="751" y="256"/>
                  </a:lnTo>
                  <a:lnTo>
                    <a:pt x="753" y="257"/>
                  </a:lnTo>
                  <a:lnTo>
                    <a:pt x="753" y="259"/>
                  </a:lnTo>
                  <a:lnTo>
                    <a:pt x="754" y="260"/>
                  </a:lnTo>
                  <a:lnTo>
                    <a:pt x="755" y="263"/>
                  </a:lnTo>
                  <a:lnTo>
                    <a:pt x="757" y="264"/>
                  </a:lnTo>
                  <a:lnTo>
                    <a:pt x="758" y="265"/>
                  </a:lnTo>
                  <a:lnTo>
                    <a:pt x="759" y="268"/>
                  </a:lnTo>
                  <a:lnTo>
                    <a:pt x="761" y="269"/>
                  </a:lnTo>
                  <a:lnTo>
                    <a:pt x="762" y="272"/>
                  </a:lnTo>
                  <a:lnTo>
                    <a:pt x="763" y="273"/>
                  </a:lnTo>
                  <a:lnTo>
                    <a:pt x="766" y="276"/>
                  </a:lnTo>
                  <a:lnTo>
                    <a:pt x="767" y="277"/>
                  </a:lnTo>
                  <a:lnTo>
                    <a:pt x="769" y="280"/>
                  </a:lnTo>
                  <a:lnTo>
                    <a:pt x="770" y="281"/>
                  </a:lnTo>
                  <a:lnTo>
                    <a:pt x="770" y="283"/>
                  </a:lnTo>
                  <a:lnTo>
                    <a:pt x="771" y="284"/>
                  </a:lnTo>
                  <a:lnTo>
                    <a:pt x="773" y="285"/>
                  </a:lnTo>
                  <a:lnTo>
                    <a:pt x="774" y="287"/>
                  </a:lnTo>
                  <a:lnTo>
                    <a:pt x="774" y="288"/>
                  </a:lnTo>
                  <a:lnTo>
                    <a:pt x="775" y="289"/>
                  </a:lnTo>
                  <a:lnTo>
                    <a:pt x="776" y="291"/>
                  </a:lnTo>
                  <a:lnTo>
                    <a:pt x="776" y="292"/>
                  </a:lnTo>
                  <a:lnTo>
                    <a:pt x="778" y="293"/>
                  </a:lnTo>
                  <a:lnTo>
                    <a:pt x="778" y="295"/>
                  </a:lnTo>
                  <a:lnTo>
                    <a:pt x="779" y="295"/>
                  </a:lnTo>
                  <a:lnTo>
                    <a:pt x="779" y="296"/>
                  </a:lnTo>
                  <a:lnTo>
                    <a:pt x="780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83" y="301"/>
                  </a:lnTo>
                  <a:lnTo>
                    <a:pt x="783" y="302"/>
                  </a:lnTo>
                  <a:lnTo>
                    <a:pt x="784" y="304"/>
                  </a:lnTo>
                  <a:lnTo>
                    <a:pt x="786" y="305"/>
                  </a:lnTo>
                  <a:lnTo>
                    <a:pt x="786" y="306"/>
                  </a:lnTo>
                  <a:lnTo>
                    <a:pt x="787" y="308"/>
                  </a:lnTo>
                  <a:lnTo>
                    <a:pt x="787" y="309"/>
                  </a:lnTo>
                  <a:lnTo>
                    <a:pt x="788" y="310"/>
                  </a:lnTo>
                  <a:lnTo>
                    <a:pt x="790" y="312"/>
                  </a:lnTo>
                  <a:lnTo>
                    <a:pt x="790" y="313"/>
                  </a:lnTo>
                  <a:lnTo>
                    <a:pt x="791" y="316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3" name="Freeform 7">
              <a:extLst>
                <a:ext uri="{FF2B5EF4-FFF2-40B4-BE49-F238E27FC236}">
                  <a16:creationId xmlns:a16="http://schemas.microsoft.com/office/drawing/2014/main" id="{C2021025-E59E-47B1-9862-4BBEC7476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686175"/>
              <a:ext cx="628650" cy="250825"/>
            </a:xfrm>
            <a:custGeom>
              <a:avLst/>
              <a:gdLst>
                <a:gd name="T0" fmla="*/ 2147483646 w 791"/>
                <a:gd name="T1" fmla="*/ 2147483646 h 315"/>
                <a:gd name="T2" fmla="*/ 2147483646 w 791"/>
                <a:gd name="T3" fmla="*/ 2147483646 h 315"/>
                <a:gd name="T4" fmla="*/ 2147483646 w 791"/>
                <a:gd name="T5" fmla="*/ 2147483646 h 315"/>
                <a:gd name="T6" fmla="*/ 2147483646 w 791"/>
                <a:gd name="T7" fmla="*/ 2147483646 h 315"/>
                <a:gd name="T8" fmla="*/ 2147483646 w 791"/>
                <a:gd name="T9" fmla="*/ 2147483646 h 315"/>
                <a:gd name="T10" fmla="*/ 2147483646 w 791"/>
                <a:gd name="T11" fmla="*/ 2147483646 h 315"/>
                <a:gd name="T12" fmla="*/ 2147483646 w 791"/>
                <a:gd name="T13" fmla="*/ 2147483646 h 315"/>
                <a:gd name="T14" fmla="*/ 2147483646 w 791"/>
                <a:gd name="T15" fmla="*/ 2147483646 h 315"/>
                <a:gd name="T16" fmla="*/ 2147483646 w 791"/>
                <a:gd name="T17" fmla="*/ 2147483646 h 315"/>
                <a:gd name="T18" fmla="*/ 2147483646 w 791"/>
                <a:gd name="T19" fmla="*/ 2147483646 h 315"/>
                <a:gd name="T20" fmla="*/ 2147483646 w 791"/>
                <a:gd name="T21" fmla="*/ 2147483646 h 315"/>
                <a:gd name="T22" fmla="*/ 2147483646 w 791"/>
                <a:gd name="T23" fmla="*/ 2147483646 h 315"/>
                <a:gd name="T24" fmla="*/ 2147483646 w 791"/>
                <a:gd name="T25" fmla="*/ 2147483646 h 315"/>
                <a:gd name="T26" fmla="*/ 2147483646 w 791"/>
                <a:gd name="T27" fmla="*/ 2147483646 h 315"/>
                <a:gd name="T28" fmla="*/ 2147483646 w 791"/>
                <a:gd name="T29" fmla="*/ 2147483646 h 315"/>
                <a:gd name="T30" fmla="*/ 2147483646 w 791"/>
                <a:gd name="T31" fmla="*/ 2147483646 h 315"/>
                <a:gd name="T32" fmla="*/ 2147483646 w 791"/>
                <a:gd name="T33" fmla="*/ 2147483646 h 315"/>
                <a:gd name="T34" fmla="*/ 2147483646 w 791"/>
                <a:gd name="T35" fmla="*/ 2147483646 h 315"/>
                <a:gd name="T36" fmla="*/ 2147483646 w 791"/>
                <a:gd name="T37" fmla="*/ 2147483646 h 315"/>
                <a:gd name="T38" fmla="*/ 2147483646 w 791"/>
                <a:gd name="T39" fmla="*/ 2147483646 h 315"/>
                <a:gd name="T40" fmla="*/ 2147483646 w 791"/>
                <a:gd name="T41" fmla="*/ 2147483646 h 315"/>
                <a:gd name="T42" fmla="*/ 2147483646 w 791"/>
                <a:gd name="T43" fmla="*/ 2147483646 h 315"/>
                <a:gd name="T44" fmla="*/ 2147483646 w 791"/>
                <a:gd name="T45" fmla="*/ 2147483646 h 315"/>
                <a:gd name="T46" fmla="*/ 2147483646 w 791"/>
                <a:gd name="T47" fmla="*/ 2147483646 h 315"/>
                <a:gd name="T48" fmla="*/ 2147483646 w 791"/>
                <a:gd name="T49" fmla="*/ 2147483646 h 315"/>
                <a:gd name="T50" fmla="*/ 2147483646 w 791"/>
                <a:gd name="T51" fmla="*/ 2147483646 h 315"/>
                <a:gd name="T52" fmla="*/ 2147483646 w 791"/>
                <a:gd name="T53" fmla="*/ 2147483646 h 315"/>
                <a:gd name="T54" fmla="*/ 2147483646 w 791"/>
                <a:gd name="T55" fmla="*/ 2147483646 h 315"/>
                <a:gd name="T56" fmla="*/ 2147483646 w 791"/>
                <a:gd name="T57" fmla="*/ 2147483646 h 315"/>
                <a:gd name="T58" fmla="*/ 2147483646 w 791"/>
                <a:gd name="T59" fmla="*/ 2147483646 h 315"/>
                <a:gd name="T60" fmla="*/ 2147483646 w 791"/>
                <a:gd name="T61" fmla="*/ 2147483646 h 315"/>
                <a:gd name="T62" fmla="*/ 2147483646 w 791"/>
                <a:gd name="T63" fmla="*/ 2147483646 h 315"/>
                <a:gd name="T64" fmla="*/ 2147483646 w 791"/>
                <a:gd name="T65" fmla="*/ 2147483646 h 315"/>
                <a:gd name="T66" fmla="*/ 2147483646 w 791"/>
                <a:gd name="T67" fmla="*/ 2147483646 h 315"/>
                <a:gd name="T68" fmla="*/ 2147483646 w 791"/>
                <a:gd name="T69" fmla="*/ 2147483646 h 315"/>
                <a:gd name="T70" fmla="*/ 2147483646 w 791"/>
                <a:gd name="T71" fmla="*/ 2147483646 h 315"/>
                <a:gd name="T72" fmla="*/ 2147483646 w 791"/>
                <a:gd name="T73" fmla="*/ 2147483646 h 315"/>
                <a:gd name="T74" fmla="*/ 2147483646 w 791"/>
                <a:gd name="T75" fmla="*/ 2147483646 h 315"/>
                <a:gd name="T76" fmla="*/ 2147483646 w 791"/>
                <a:gd name="T77" fmla="*/ 2147483646 h 315"/>
                <a:gd name="T78" fmla="*/ 2147483646 w 791"/>
                <a:gd name="T79" fmla="*/ 2147483646 h 315"/>
                <a:gd name="T80" fmla="*/ 2147483646 w 791"/>
                <a:gd name="T81" fmla="*/ 2147483646 h 315"/>
                <a:gd name="T82" fmla="*/ 2147483646 w 791"/>
                <a:gd name="T83" fmla="*/ 2147483646 h 315"/>
                <a:gd name="T84" fmla="*/ 2147483646 w 791"/>
                <a:gd name="T85" fmla="*/ 2147483646 h 315"/>
                <a:gd name="T86" fmla="*/ 2147483646 w 791"/>
                <a:gd name="T87" fmla="*/ 2147483646 h 315"/>
                <a:gd name="T88" fmla="*/ 2147483646 w 791"/>
                <a:gd name="T89" fmla="*/ 2147483646 h 315"/>
                <a:gd name="T90" fmla="*/ 2147483646 w 791"/>
                <a:gd name="T91" fmla="*/ 2147483646 h 315"/>
                <a:gd name="T92" fmla="*/ 2147483646 w 791"/>
                <a:gd name="T93" fmla="*/ 2147483646 h 315"/>
                <a:gd name="T94" fmla="*/ 2147483646 w 791"/>
                <a:gd name="T95" fmla="*/ 2147483646 h 315"/>
                <a:gd name="T96" fmla="*/ 2147483646 w 791"/>
                <a:gd name="T97" fmla="*/ 2147483646 h 315"/>
                <a:gd name="T98" fmla="*/ 2147483646 w 791"/>
                <a:gd name="T99" fmla="*/ 2147483646 h 315"/>
                <a:gd name="T100" fmla="*/ 2147483646 w 791"/>
                <a:gd name="T101" fmla="*/ 2147483646 h 315"/>
                <a:gd name="T102" fmla="*/ 2147483646 w 791"/>
                <a:gd name="T103" fmla="*/ 2147483646 h 315"/>
                <a:gd name="T104" fmla="*/ 2147483646 w 791"/>
                <a:gd name="T105" fmla="*/ 2147483646 h 315"/>
                <a:gd name="T106" fmla="*/ 2147483646 w 791"/>
                <a:gd name="T107" fmla="*/ 2147483646 h 315"/>
                <a:gd name="T108" fmla="*/ 2147483646 w 791"/>
                <a:gd name="T109" fmla="*/ 2147483646 h 315"/>
                <a:gd name="T110" fmla="*/ 2147483646 w 791"/>
                <a:gd name="T111" fmla="*/ 2147483646 h 315"/>
                <a:gd name="T112" fmla="*/ 2147483646 w 791"/>
                <a:gd name="T113" fmla="*/ 2147483646 h 315"/>
                <a:gd name="T114" fmla="*/ 2147483646 w 791"/>
                <a:gd name="T115" fmla="*/ 2147483646 h 315"/>
                <a:gd name="T116" fmla="*/ 2147483646 w 791"/>
                <a:gd name="T117" fmla="*/ 2147483646 h 315"/>
                <a:gd name="T118" fmla="*/ 2147483646 w 791"/>
                <a:gd name="T119" fmla="*/ 2147483646 h 315"/>
                <a:gd name="T120" fmla="*/ 2147483646 w 791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5">
                  <a:moveTo>
                    <a:pt x="0" y="315"/>
                  </a:moveTo>
                  <a:lnTo>
                    <a:pt x="31" y="315"/>
                  </a:lnTo>
                  <a:lnTo>
                    <a:pt x="59" y="315"/>
                  </a:lnTo>
                  <a:lnTo>
                    <a:pt x="85" y="315"/>
                  </a:lnTo>
                  <a:lnTo>
                    <a:pt x="110" y="315"/>
                  </a:lnTo>
                  <a:lnTo>
                    <a:pt x="133" y="315"/>
                  </a:lnTo>
                  <a:lnTo>
                    <a:pt x="154" y="315"/>
                  </a:lnTo>
                  <a:lnTo>
                    <a:pt x="174" y="315"/>
                  </a:lnTo>
                  <a:lnTo>
                    <a:pt x="192" y="315"/>
                  </a:lnTo>
                  <a:lnTo>
                    <a:pt x="210" y="315"/>
                  </a:lnTo>
                  <a:lnTo>
                    <a:pt x="225" y="315"/>
                  </a:lnTo>
                  <a:lnTo>
                    <a:pt x="240" y="315"/>
                  </a:lnTo>
                  <a:lnTo>
                    <a:pt x="253" y="315"/>
                  </a:lnTo>
                  <a:lnTo>
                    <a:pt x="265" y="315"/>
                  </a:lnTo>
                  <a:lnTo>
                    <a:pt x="276" y="315"/>
                  </a:lnTo>
                  <a:lnTo>
                    <a:pt x="285" y="315"/>
                  </a:lnTo>
                  <a:lnTo>
                    <a:pt x="294" y="314"/>
                  </a:lnTo>
                  <a:lnTo>
                    <a:pt x="302" y="314"/>
                  </a:lnTo>
                  <a:lnTo>
                    <a:pt x="309" y="314"/>
                  </a:lnTo>
                  <a:lnTo>
                    <a:pt x="316" y="314"/>
                  </a:lnTo>
                  <a:lnTo>
                    <a:pt x="321" y="314"/>
                  </a:lnTo>
                  <a:lnTo>
                    <a:pt x="326" y="314"/>
                  </a:lnTo>
                  <a:lnTo>
                    <a:pt x="330" y="314"/>
                  </a:lnTo>
                  <a:lnTo>
                    <a:pt x="334" y="314"/>
                  </a:lnTo>
                  <a:lnTo>
                    <a:pt x="338" y="314"/>
                  </a:lnTo>
                  <a:lnTo>
                    <a:pt x="341" y="314"/>
                  </a:lnTo>
                  <a:lnTo>
                    <a:pt x="343" y="314"/>
                  </a:lnTo>
                  <a:lnTo>
                    <a:pt x="346" y="314"/>
                  </a:lnTo>
                  <a:lnTo>
                    <a:pt x="349" y="314"/>
                  </a:lnTo>
                  <a:lnTo>
                    <a:pt x="350" y="314"/>
                  </a:lnTo>
                  <a:lnTo>
                    <a:pt x="353" y="314"/>
                  </a:lnTo>
                  <a:lnTo>
                    <a:pt x="354" y="314"/>
                  </a:lnTo>
                  <a:lnTo>
                    <a:pt x="357" y="313"/>
                  </a:lnTo>
                  <a:lnTo>
                    <a:pt x="359" y="313"/>
                  </a:lnTo>
                  <a:lnTo>
                    <a:pt x="361" y="313"/>
                  </a:lnTo>
                  <a:lnTo>
                    <a:pt x="363" y="313"/>
                  </a:lnTo>
                  <a:lnTo>
                    <a:pt x="365" y="313"/>
                  </a:lnTo>
                  <a:lnTo>
                    <a:pt x="366" y="313"/>
                  </a:lnTo>
                  <a:lnTo>
                    <a:pt x="369" y="313"/>
                  </a:lnTo>
                  <a:lnTo>
                    <a:pt x="370" y="313"/>
                  </a:lnTo>
                  <a:lnTo>
                    <a:pt x="371" y="313"/>
                  </a:lnTo>
                  <a:lnTo>
                    <a:pt x="372" y="313"/>
                  </a:lnTo>
                  <a:lnTo>
                    <a:pt x="374" y="313"/>
                  </a:lnTo>
                  <a:lnTo>
                    <a:pt x="375" y="311"/>
                  </a:lnTo>
                  <a:lnTo>
                    <a:pt x="376" y="311"/>
                  </a:lnTo>
                  <a:lnTo>
                    <a:pt x="378" y="311"/>
                  </a:lnTo>
                  <a:lnTo>
                    <a:pt x="379" y="311"/>
                  </a:lnTo>
                  <a:lnTo>
                    <a:pt x="380" y="311"/>
                  </a:lnTo>
                  <a:lnTo>
                    <a:pt x="382" y="311"/>
                  </a:lnTo>
                  <a:lnTo>
                    <a:pt x="383" y="311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87" y="310"/>
                  </a:lnTo>
                  <a:lnTo>
                    <a:pt x="388" y="310"/>
                  </a:lnTo>
                  <a:lnTo>
                    <a:pt x="390" y="310"/>
                  </a:lnTo>
                  <a:lnTo>
                    <a:pt x="391" y="310"/>
                  </a:lnTo>
                  <a:lnTo>
                    <a:pt x="394" y="310"/>
                  </a:lnTo>
                  <a:lnTo>
                    <a:pt x="395" y="310"/>
                  </a:lnTo>
                  <a:lnTo>
                    <a:pt x="396" y="309"/>
                  </a:lnTo>
                  <a:lnTo>
                    <a:pt x="398" y="309"/>
                  </a:lnTo>
                  <a:lnTo>
                    <a:pt x="400" y="309"/>
                  </a:lnTo>
                  <a:lnTo>
                    <a:pt x="402" y="309"/>
                  </a:lnTo>
                  <a:lnTo>
                    <a:pt x="404" y="309"/>
                  </a:lnTo>
                  <a:lnTo>
                    <a:pt x="406" y="307"/>
                  </a:lnTo>
                  <a:lnTo>
                    <a:pt x="408" y="307"/>
                  </a:lnTo>
                  <a:lnTo>
                    <a:pt x="410" y="307"/>
                  </a:lnTo>
                  <a:lnTo>
                    <a:pt x="412" y="307"/>
                  </a:lnTo>
                  <a:lnTo>
                    <a:pt x="414" y="307"/>
                  </a:lnTo>
                  <a:lnTo>
                    <a:pt x="415" y="306"/>
                  </a:lnTo>
                  <a:lnTo>
                    <a:pt x="416" y="306"/>
                  </a:lnTo>
                  <a:lnTo>
                    <a:pt x="418" y="306"/>
                  </a:lnTo>
                  <a:lnTo>
                    <a:pt x="419" y="306"/>
                  </a:lnTo>
                  <a:lnTo>
                    <a:pt x="420" y="306"/>
                  </a:lnTo>
                  <a:lnTo>
                    <a:pt x="421" y="306"/>
                  </a:lnTo>
                  <a:lnTo>
                    <a:pt x="423" y="305"/>
                  </a:lnTo>
                  <a:lnTo>
                    <a:pt x="424" y="305"/>
                  </a:lnTo>
                  <a:lnTo>
                    <a:pt x="425" y="305"/>
                  </a:lnTo>
                  <a:lnTo>
                    <a:pt x="427" y="305"/>
                  </a:lnTo>
                  <a:lnTo>
                    <a:pt x="428" y="305"/>
                  </a:lnTo>
                  <a:lnTo>
                    <a:pt x="429" y="303"/>
                  </a:lnTo>
                  <a:lnTo>
                    <a:pt x="431" y="303"/>
                  </a:lnTo>
                  <a:lnTo>
                    <a:pt x="432" y="303"/>
                  </a:lnTo>
                  <a:lnTo>
                    <a:pt x="433" y="303"/>
                  </a:lnTo>
                  <a:lnTo>
                    <a:pt x="435" y="302"/>
                  </a:lnTo>
                  <a:lnTo>
                    <a:pt x="436" y="302"/>
                  </a:lnTo>
                  <a:lnTo>
                    <a:pt x="437" y="302"/>
                  </a:lnTo>
                  <a:lnTo>
                    <a:pt x="440" y="301"/>
                  </a:lnTo>
                  <a:lnTo>
                    <a:pt x="441" y="301"/>
                  </a:lnTo>
                  <a:lnTo>
                    <a:pt x="443" y="299"/>
                  </a:lnTo>
                  <a:lnTo>
                    <a:pt x="445" y="299"/>
                  </a:lnTo>
                  <a:lnTo>
                    <a:pt x="447" y="298"/>
                  </a:lnTo>
                  <a:lnTo>
                    <a:pt x="449" y="298"/>
                  </a:lnTo>
                  <a:lnTo>
                    <a:pt x="451" y="297"/>
                  </a:lnTo>
                  <a:lnTo>
                    <a:pt x="453" y="297"/>
                  </a:lnTo>
                  <a:lnTo>
                    <a:pt x="456" y="295"/>
                  </a:lnTo>
                  <a:lnTo>
                    <a:pt x="459" y="295"/>
                  </a:lnTo>
                  <a:lnTo>
                    <a:pt x="460" y="294"/>
                  </a:lnTo>
                  <a:lnTo>
                    <a:pt x="463" y="294"/>
                  </a:lnTo>
                  <a:lnTo>
                    <a:pt x="464" y="293"/>
                  </a:lnTo>
                  <a:lnTo>
                    <a:pt x="467" y="293"/>
                  </a:lnTo>
                  <a:lnTo>
                    <a:pt x="468" y="291"/>
                  </a:lnTo>
                  <a:lnTo>
                    <a:pt x="469" y="291"/>
                  </a:lnTo>
                  <a:lnTo>
                    <a:pt x="471" y="291"/>
                  </a:lnTo>
                  <a:lnTo>
                    <a:pt x="472" y="290"/>
                  </a:lnTo>
                  <a:lnTo>
                    <a:pt x="473" y="290"/>
                  </a:lnTo>
                  <a:lnTo>
                    <a:pt x="474" y="290"/>
                  </a:lnTo>
                  <a:lnTo>
                    <a:pt x="476" y="289"/>
                  </a:lnTo>
                  <a:lnTo>
                    <a:pt x="477" y="289"/>
                  </a:lnTo>
                  <a:lnTo>
                    <a:pt x="478" y="289"/>
                  </a:lnTo>
                  <a:lnTo>
                    <a:pt x="480" y="287"/>
                  </a:lnTo>
                  <a:lnTo>
                    <a:pt x="481" y="287"/>
                  </a:lnTo>
                  <a:lnTo>
                    <a:pt x="482" y="287"/>
                  </a:lnTo>
                  <a:lnTo>
                    <a:pt x="484" y="286"/>
                  </a:lnTo>
                  <a:lnTo>
                    <a:pt x="485" y="285"/>
                  </a:lnTo>
                  <a:lnTo>
                    <a:pt x="486" y="285"/>
                  </a:lnTo>
                  <a:lnTo>
                    <a:pt x="488" y="285"/>
                  </a:lnTo>
                  <a:lnTo>
                    <a:pt x="489" y="284"/>
                  </a:lnTo>
                  <a:lnTo>
                    <a:pt x="490" y="284"/>
                  </a:lnTo>
                  <a:lnTo>
                    <a:pt x="492" y="282"/>
                  </a:lnTo>
                  <a:lnTo>
                    <a:pt x="494" y="281"/>
                  </a:lnTo>
                  <a:lnTo>
                    <a:pt x="496" y="281"/>
                  </a:lnTo>
                  <a:lnTo>
                    <a:pt x="497" y="280"/>
                  </a:lnTo>
                  <a:lnTo>
                    <a:pt x="500" y="278"/>
                  </a:lnTo>
                  <a:lnTo>
                    <a:pt x="501" y="278"/>
                  </a:lnTo>
                  <a:lnTo>
                    <a:pt x="504" y="277"/>
                  </a:lnTo>
                  <a:lnTo>
                    <a:pt x="505" y="276"/>
                  </a:lnTo>
                  <a:lnTo>
                    <a:pt x="508" y="274"/>
                  </a:lnTo>
                  <a:lnTo>
                    <a:pt x="509" y="274"/>
                  </a:lnTo>
                  <a:lnTo>
                    <a:pt x="512" y="273"/>
                  </a:lnTo>
                  <a:lnTo>
                    <a:pt x="513" y="272"/>
                  </a:lnTo>
                  <a:lnTo>
                    <a:pt x="514" y="272"/>
                  </a:lnTo>
                  <a:lnTo>
                    <a:pt x="516" y="270"/>
                  </a:lnTo>
                  <a:lnTo>
                    <a:pt x="517" y="270"/>
                  </a:lnTo>
                  <a:lnTo>
                    <a:pt x="518" y="269"/>
                  </a:lnTo>
                  <a:lnTo>
                    <a:pt x="520" y="269"/>
                  </a:lnTo>
                  <a:lnTo>
                    <a:pt x="521" y="268"/>
                  </a:lnTo>
                  <a:lnTo>
                    <a:pt x="522" y="268"/>
                  </a:lnTo>
                  <a:lnTo>
                    <a:pt x="523" y="266"/>
                  </a:lnTo>
                  <a:lnTo>
                    <a:pt x="525" y="266"/>
                  </a:lnTo>
                  <a:lnTo>
                    <a:pt x="526" y="265"/>
                  </a:lnTo>
                  <a:lnTo>
                    <a:pt x="527" y="265"/>
                  </a:lnTo>
                  <a:lnTo>
                    <a:pt x="529" y="264"/>
                  </a:lnTo>
                  <a:lnTo>
                    <a:pt x="530" y="264"/>
                  </a:lnTo>
                  <a:lnTo>
                    <a:pt x="531" y="262"/>
                  </a:lnTo>
                  <a:lnTo>
                    <a:pt x="533" y="262"/>
                  </a:lnTo>
                  <a:lnTo>
                    <a:pt x="534" y="261"/>
                  </a:lnTo>
                  <a:lnTo>
                    <a:pt x="535" y="261"/>
                  </a:lnTo>
                  <a:lnTo>
                    <a:pt x="537" y="260"/>
                  </a:lnTo>
                  <a:lnTo>
                    <a:pt x="538" y="260"/>
                  </a:lnTo>
                  <a:lnTo>
                    <a:pt x="539" y="258"/>
                  </a:lnTo>
                  <a:lnTo>
                    <a:pt x="541" y="257"/>
                  </a:lnTo>
                  <a:lnTo>
                    <a:pt x="542" y="257"/>
                  </a:lnTo>
                  <a:lnTo>
                    <a:pt x="543" y="256"/>
                  </a:lnTo>
                  <a:lnTo>
                    <a:pt x="545" y="254"/>
                  </a:lnTo>
                  <a:lnTo>
                    <a:pt x="547" y="253"/>
                  </a:lnTo>
                  <a:lnTo>
                    <a:pt x="549" y="253"/>
                  </a:lnTo>
                  <a:lnTo>
                    <a:pt x="551" y="252"/>
                  </a:lnTo>
                  <a:lnTo>
                    <a:pt x="553" y="250"/>
                  </a:lnTo>
                  <a:lnTo>
                    <a:pt x="554" y="250"/>
                  </a:lnTo>
                  <a:lnTo>
                    <a:pt x="555" y="249"/>
                  </a:lnTo>
                  <a:lnTo>
                    <a:pt x="557" y="248"/>
                  </a:lnTo>
                  <a:lnTo>
                    <a:pt x="558" y="248"/>
                  </a:lnTo>
                  <a:lnTo>
                    <a:pt x="559" y="246"/>
                  </a:lnTo>
                  <a:lnTo>
                    <a:pt x="561" y="246"/>
                  </a:lnTo>
                  <a:lnTo>
                    <a:pt x="562" y="245"/>
                  </a:lnTo>
                  <a:lnTo>
                    <a:pt x="563" y="245"/>
                  </a:lnTo>
                  <a:lnTo>
                    <a:pt x="563" y="244"/>
                  </a:lnTo>
                  <a:lnTo>
                    <a:pt x="565" y="244"/>
                  </a:lnTo>
                  <a:lnTo>
                    <a:pt x="566" y="244"/>
                  </a:lnTo>
                  <a:lnTo>
                    <a:pt x="566" y="242"/>
                  </a:lnTo>
                  <a:lnTo>
                    <a:pt x="567" y="242"/>
                  </a:lnTo>
                  <a:lnTo>
                    <a:pt x="569" y="241"/>
                  </a:lnTo>
                  <a:lnTo>
                    <a:pt x="570" y="241"/>
                  </a:lnTo>
                  <a:lnTo>
                    <a:pt x="571" y="240"/>
                  </a:lnTo>
                  <a:lnTo>
                    <a:pt x="573" y="238"/>
                  </a:lnTo>
                  <a:lnTo>
                    <a:pt x="574" y="238"/>
                  </a:lnTo>
                  <a:lnTo>
                    <a:pt x="574" y="237"/>
                  </a:lnTo>
                  <a:lnTo>
                    <a:pt x="575" y="237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79" y="234"/>
                  </a:lnTo>
                  <a:lnTo>
                    <a:pt x="580" y="234"/>
                  </a:lnTo>
                  <a:lnTo>
                    <a:pt x="582" y="233"/>
                  </a:lnTo>
                  <a:lnTo>
                    <a:pt x="583" y="232"/>
                  </a:lnTo>
                  <a:lnTo>
                    <a:pt x="584" y="231"/>
                  </a:lnTo>
                  <a:lnTo>
                    <a:pt x="586" y="231"/>
                  </a:lnTo>
                  <a:lnTo>
                    <a:pt x="587" y="229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7"/>
                  </a:lnTo>
                  <a:lnTo>
                    <a:pt x="592" y="227"/>
                  </a:lnTo>
                  <a:lnTo>
                    <a:pt x="594" y="225"/>
                  </a:lnTo>
                  <a:lnTo>
                    <a:pt x="595" y="224"/>
                  </a:lnTo>
                  <a:lnTo>
                    <a:pt x="596" y="224"/>
                  </a:lnTo>
                  <a:lnTo>
                    <a:pt x="596" y="223"/>
                  </a:lnTo>
                  <a:lnTo>
                    <a:pt x="598" y="223"/>
                  </a:lnTo>
                  <a:lnTo>
                    <a:pt x="599" y="221"/>
                  </a:lnTo>
                  <a:lnTo>
                    <a:pt x="600" y="221"/>
                  </a:lnTo>
                  <a:lnTo>
                    <a:pt x="602" y="220"/>
                  </a:lnTo>
                  <a:lnTo>
                    <a:pt x="603" y="219"/>
                  </a:lnTo>
                  <a:lnTo>
                    <a:pt x="604" y="217"/>
                  </a:lnTo>
                  <a:lnTo>
                    <a:pt x="606" y="217"/>
                  </a:lnTo>
                  <a:lnTo>
                    <a:pt x="607" y="216"/>
                  </a:lnTo>
                  <a:lnTo>
                    <a:pt x="608" y="215"/>
                  </a:lnTo>
                  <a:lnTo>
                    <a:pt x="610" y="213"/>
                  </a:lnTo>
                  <a:lnTo>
                    <a:pt x="611" y="213"/>
                  </a:lnTo>
                  <a:lnTo>
                    <a:pt x="611" y="212"/>
                  </a:lnTo>
                  <a:lnTo>
                    <a:pt x="612" y="211"/>
                  </a:lnTo>
                  <a:lnTo>
                    <a:pt x="614" y="211"/>
                  </a:lnTo>
                  <a:lnTo>
                    <a:pt x="615" y="209"/>
                  </a:lnTo>
                  <a:lnTo>
                    <a:pt x="616" y="208"/>
                  </a:lnTo>
                  <a:lnTo>
                    <a:pt x="618" y="208"/>
                  </a:lnTo>
                  <a:lnTo>
                    <a:pt x="618" y="207"/>
                  </a:lnTo>
                  <a:lnTo>
                    <a:pt x="619" y="207"/>
                  </a:lnTo>
                  <a:lnTo>
                    <a:pt x="619" y="205"/>
                  </a:lnTo>
                  <a:lnTo>
                    <a:pt x="620" y="205"/>
                  </a:lnTo>
                  <a:lnTo>
                    <a:pt x="622" y="204"/>
                  </a:lnTo>
                  <a:lnTo>
                    <a:pt x="623" y="204"/>
                  </a:lnTo>
                  <a:lnTo>
                    <a:pt x="623" y="203"/>
                  </a:lnTo>
                  <a:lnTo>
                    <a:pt x="624" y="203"/>
                  </a:lnTo>
                  <a:lnTo>
                    <a:pt x="625" y="201"/>
                  </a:lnTo>
                  <a:lnTo>
                    <a:pt x="627" y="200"/>
                  </a:lnTo>
                  <a:lnTo>
                    <a:pt x="628" y="200"/>
                  </a:lnTo>
                  <a:lnTo>
                    <a:pt x="628" y="199"/>
                  </a:lnTo>
                  <a:lnTo>
                    <a:pt x="629" y="199"/>
                  </a:lnTo>
                  <a:lnTo>
                    <a:pt x="631" y="197"/>
                  </a:lnTo>
                  <a:lnTo>
                    <a:pt x="632" y="197"/>
                  </a:lnTo>
                  <a:lnTo>
                    <a:pt x="633" y="196"/>
                  </a:lnTo>
                  <a:lnTo>
                    <a:pt x="635" y="195"/>
                  </a:lnTo>
                  <a:lnTo>
                    <a:pt x="636" y="193"/>
                  </a:lnTo>
                  <a:lnTo>
                    <a:pt x="637" y="193"/>
                  </a:lnTo>
                  <a:lnTo>
                    <a:pt x="639" y="192"/>
                  </a:lnTo>
                  <a:lnTo>
                    <a:pt x="640" y="192"/>
                  </a:lnTo>
                  <a:lnTo>
                    <a:pt x="640" y="191"/>
                  </a:lnTo>
                  <a:lnTo>
                    <a:pt x="641" y="191"/>
                  </a:lnTo>
                  <a:lnTo>
                    <a:pt x="643" y="189"/>
                  </a:lnTo>
                  <a:lnTo>
                    <a:pt x="644" y="189"/>
                  </a:lnTo>
                  <a:lnTo>
                    <a:pt x="644" y="188"/>
                  </a:lnTo>
                  <a:lnTo>
                    <a:pt x="645" y="188"/>
                  </a:lnTo>
                  <a:lnTo>
                    <a:pt x="645" y="187"/>
                  </a:lnTo>
                  <a:lnTo>
                    <a:pt x="647" y="187"/>
                  </a:lnTo>
                  <a:lnTo>
                    <a:pt x="647" y="185"/>
                  </a:lnTo>
                  <a:lnTo>
                    <a:pt x="648" y="185"/>
                  </a:lnTo>
                  <a:lnTo>
                    <a:pt x="649" y="185"/>
                  </a:lnTo>
                  <a:lnTo>
                    <a:pt x="649" y="184"/>
                  </a:lnTo>
                  <a:lnTo>
                    <a:pt x="651" y="183"/>
                  </a:lnTo>
                  <a:lnTo>
                    <a:pt x="652" y="182"/>
                  </a:lnTo>
                  <a:lnTo>
                    <a:pt x="653" y="180"/>
                  </a:lnTo>
                  <a:lnTo>
                    <a:pt x="655" y="179"/>
                  </a:lnTo>
                  <a:lnTo>
                    <a:pt x="656" y="179"/>
                  </a:lnTo>
                  <a:lnTo>
                    <a:pt x="656" y="178"/>
                  </a:lnTo>
                  <a:lnTo>
                    <a:pt x="657" y="178"/>
                  </a:lnTo>
                  <a:lnTo>
                    <a:pt x="659" y="176"/>
                  </a:lnTo>
                  <a:lnTo>
                    <a:pt x="659" y="175"/>
                  </a:lnTo>
                  <a:lnTo>
                    <a:pt x="660" y="174"/>
                  </a:lnTo>
                  <a:lnTo>
                    <a:pt x="661" y="174"/>
                  </a:lnTo>
                  <a:lnTo>
                    <a:pt x="663" y="172"/>
                  </a:lnTo>
                  <a:lnTo>
                    <a:pt x="664" y="171"/>
                  </a:lnTo>
                  <a:lnTo>
                    <a:pt x="664" y="170"/>
                  </a:lnTo>
                  <a:lnTo>
                    <a:pt x="665" y="168"/>
                  </a:lnTo>
                  <a:lnTo>
                    <a:pt x="667" y="167"/>
                  </a:lnTo>
                  <a:lnTo>
                    <a:pt x="668" y="166"/>
                  </a:lnTo>
                  <a:lnTo>
                    <a:pt x="669" y="164"/>
                  </a:lnTo>
                  <a:lnTo>
                    <a:pt x="671" y="163"/>
                  </a:lnTo>
                  <a:lnTo>
                    <a:pt x="672" y="162"/>
                  </a:lnTo>
                  <a:lnTo>
                    <a:pt x="673" y="160"/>
                  </a:lnTo>
                  <a:lnTo>
                    <a:pt x="674" y="159"/>
                  </a:lnTo>
                  <a:lnTo>
                    <a:pt x="676" y="158"/>
                  </a:lnTo>
                  <a:lnTo>
                    <a:pt x="676" y="156"/>
                  </a:lnTo>
                  <a:lnTo>
                    <a:pt x="677" y="156"/>
                  </a:lnTo>
                  <a:lnTo>
                    <a:pt x="677" y="155"/>
                  </a:lnTo>
                  <a:lnTo>
                    <a:pt x="678" y="155"/>
                  </a:lnTo>
                  <a:lnTo>
                    <a:pt x="678" y="154"/>
                  </a:lnTo>
                  <a:lnTo>
                    <a:pt x="680" y="152"/>
                  </a:lnTo>
                  <a:lnTo>
                    <a:pt x="681" y="152"/>
                  </a:lnTo>
                  <a:lnTo>
                    <a:pt x="681" y="151"/>
                  </a:lnTo>
                  <a:lnTo>
                    <a:pt x="682" y="150"/>
                  </a:lnTo>
                  <a:lnTo>
                    <a:pt x="684" y="148"/>
                  </a:lnTo>
                  <a:lnTo>
                    <a:pt x="685" y="147"/>
                  </a:lnTo>
                  <a:lnTo>
                    <a:pt x="685" y="146"/>
                  </a:lnTo>
                  <a:lnTo>
                    <a:pt x="686" y="144"/>
                  </a:lnTo>
                  <a:lnTo>
                    <a:pt x="688" y="143"/>
                  </a:lnTo>
                  <a:lnTo>
                    <a:pt x="689" y="142"/>
                  </a:lnTo>
                  <a:lnTo>
                    <a:pt x="690" y="140"/>
                  </a:lnTo>
                  <a:lnTo>
                    <a:pt x="692" y="139"/>
                  </a:lnTo>
                  <a:lnTo>
                    <a:pt x="693" y="138"/>
                  </a:lnTo>
                  <a:lnTo>
                    <a:pt x="694" y="136"/>
                  </a:lnTo>
                  <a:lnTo>
                    <a:pt x="696" y="134"/>
                  </a:lnTo>
                  <a:lnTo>
                    <a:pt x="697" y="132"/>
                  </a:lnTo>
                  <a:lnTo>
                    <a:pt x="698" y="131"/>
                  </a:lnTo>
                  <a:lnTo>
                    <a:pt x="700" y="130"/>
                  </a:lnTo>
                  <a:lnTo>
                    <a:pt x="701" y="127"/>
                  </a:lnTo>
                  <a:lnTo>
                    <a:pt x="702" y="126"/>
                  </a:lnTo>
                  <a:lnTo>
                    <a:pt x="704" y="125"/>
                  </a:lnTo>
                  <a:lnTo>
                    <a:pt x="704" y="123"/>
                  </a:lnTo>
                  <a:lnTo>
                    <a:pt x="705" y="122"/>
                  </a:lnTo>
                  <a:lnTo>
                    <a:pt x="706" y="122"/>
                  </a:lnTo>
                  <a:lnTo>
                    <a:pt x="708" y="121"/>
                  </a:lnTo>
                  <a:lnTo>
                    <a:pt x="708" y="119"/>
                  </a:lnTo>
                  <a:lnTo>
                    <a:pt x="709" y="118"/>
                  </a:lnTo>
                  <a:lnTo>
                    <a:pt x="709" y="117"/>
                  </a:lnTo>
                  <a:lnTo>
                    <a:pt x="710" y="117"/>
                  </a:lnTo>
                  <a:lnTo>
                    <a:pt x="712" y="115"/>
                  </a:lnTo>
                  <a:lnTo>
                    <a:pt x="712" y="114"/>
                  </a:lnTo>
                  <a:lnTo>
                    <a:pt x="713" y="113"/>
                  </a:lnTo>
                  <a:lnTo>
                    <a:pt x="714" y="111"/>
                  </a:lnTo>
                  <a:lnTo>
                    <a:pt x="716" y="110"/>
                  </a:lnTo>
                  <a:lnTo>
                    <a:pt x="716" y="109"/>
                  </a:lnTo>
                  <a:lnTo>
                    <a:pt x="717" y="107"/>
                  </a:lnTo>
                  <a:lnTo>
                    <a:pt x="718" y="106"/>
                  </a:lnTo>
                  <a:lnTo>
                    <a:pt x="718" y="105"/>
                  </a:lnTo>
                  <a:lnTo>
                    <a:pt x="720" y="103"/>
                  </a:lnTo>
                  <a:lnTo>
                    <a:pt x="721" y="102"/>
                  </a:lnTo>
                  <a:lnTo>
                    <a:pt x="722" y="101"/>
                  </a:lnTo>
                  <a:lnTo>
                    <a:pt x="724" y="99"/>
                  </a:lnTo>
                  <a:lnTo>
                    <a:pt x="725" y="97"/>
                  </a:lnTo>
                  <a:lnTo>
                    <a:pt x="726" y="95"/>
                  </a:lnTo>
                  <a:lnTo>
                    <a:pt x="727" y="93"/>
                  </a:lnTo>
                  <a:lnTo>
                    <a:pt x="729" y="91"/>
                  </a:lnTo>
                  <a:lnTo>
                    <a:pt x="730" y="89"/>
                  </a:lnTo>
                  <a:lnTo>
                    <a:pt x="731" y="87"/>
                  </a:lnTo>
                  <a:lnTo>
                    <a:pt x="733" y="85"/>
                  </a:lnTo>
                  <a:lnTo>
                    <a:pt x="734" y="83"/>
                  </a:lnTo>
                  <a:lnTo>
                    <a:pt x="735" y="82"/>
                  </a:lnTo>
                  <a:lnTo>
                    <a:pt x="737" y="81"/>
                  </a:lnTo>
                  <a:lnTo>
                    <a:pt x="737" y="80"/>
                  </a:lnTo>
                  <a:lnTo>
                    <a:pt x="738" y="77"/>
                  </a:lnTo>
                  <a:lnTo>
                    <a:pt x="739" y="76"/>
                  </a:lnTo>
                  <a:lnTo>
                    <a:pt x="741" y="76"/>
                  </a:lnTo>
                  <a:lnTo>
                    <a:pt x="741" y="74"/>
                  </a:lnTo>
                  <a:lnTo>
                    <a:pt x="742" y="73"/>
                  </a:lnTo>
                  <a:lnTo>
                    <a:pt x="743" y="72"/>
                  </a:lnTo>
                  <a:lnTo>
                    <a:pt x="743" y="70"/>
                  </a:lnTo>
                  <a:lnTo>
                    <a:pt x="745" y="69"/>
                  </a:lnTo>
                  <a:lnTo>
                    <a:pt x="745" y="68"/>
                  </a:lnTo>
                  <a:lnTo>
                    <a:pt x="746" y="66"/>
                  </a:lnTo>
                  <a:lnTo>
                    <a:pt x="747" y="66"/>
                  </a:lnTo>
                  <a:lnTo>
                    <a:pt x="747" y="65"/>
                  </a:lnTo>
                  <a:lnTo>
                    <a:pt x="749" y="64"/>
                  </a:lnTo>
                  <a:lnTo>
                    <a:pt x="749" y="62"/>
                  </a:lnTo>
                  <a:lnTo>
                    <a:pt x="750" y="61"/>
                  </a:lnTo>
                  <a:lnTo>
                    <a:pt x="751" y="60"/>
                  </a:lnTo>
                  <a:lnTo>
                    <a:pt x="753" y="58"/>
                  </a:lnTo>
                  <a:lnTo>
                    <a:pt x="753" y="57"/>
                  </a:lnTo>
                  <a:lnTo>
                    <a:pt x="754" y="56"/>
                  </a:lnTo>
                  <a:lnTo>
                    <a:pt x="755" y="54"/>
                  </a:lnTo>
                  <a:lnTo>
                    <a:pt x="757" y="52"/>
                  </a:lnTo>
                  <a:lnTo>
                    <a:pt x="758" y="50"/>
                  </a:lnTo>
                  <a:lnTo>
                    <a:pt x="759" y="48"/>
                  </a:lnTo>
                  <a:lnTo>
                    <a:pt x="761" y="46"/>
                  </a:lnTo>
                  <a:lnTo>
                    <a:pt x="762" y="44"/>
                  </a:lnTo>
                  <a:lnTo>
                    <a:pt x="763" y="42"/>
                  </a:lnTo>
                  <a:lnTo>
                    <a:pt x="766" y="40"/>
                  </a:lnTo>
                  <a:lnTo>
                    <a:pt x="767" y="38"/>
                  </a:lnTo>
                  <a:lnTo>
                    <a:pt x="769" y="36"/>
                  </a:lnTo>
                  <a:lnTo>
                    <a:pt x="770" y="34"/>
                  </a:lnTo>
                  <a:lnTo>
                    <a:pt x="770" y="33"/>
                  </a:lnTo>
                  <a:lnTo>
                    <a:pt x="771" y="32"/>
                  </a:lnTo>
                  <a:lnTo>
                    <a:pt x="773" y="30"/>
                  </a:lnTo>
                  <a:lnTo>
                    <a:pt x="774" y="29"/>
                  </a:lnTo>
                  <a:lnTo>
                    <a:pt x="774" y="28"/>
                  </a:lnTo>
                  <a:lnTo>
                    <a:pt x="775" y="27"/>
                  </a:lnTo>
                  <a:lnTo>
                    <a:pt x="776" y="25"/>
                  </a:lnTo>
                  <a:lnTo>
                    <a:pt x="776" y="24"/>
                  </a:lnTo>
                  <a:lnTo>
                    <a:pt x="778" y="23"/>
                  </a:lnTo>
                  <a:lnTo>
                    <a:pt x="778" y="21"/>
                  </a:lnTo>
                  <a:lnTo>
                    <a:pt x="779" y="21"/>
                  </a:lnTo>
                  <a:lnTo>
                    <a:pt x="779" y="20"/>
                  </a:lnTo>
                  <a:lnTo>
                    <a:pt x="780" y="19"/>
                  </a:lnTo>
                  <a:lnTo>
                    <a:pt x="780" y="17"/>
                  </a:lnTo>
                  <a:lnTo>
                    <a:pt x="782" y="17"/>
                  </a:lnTo>
                  <a:lnTo>
                    <a:pt x="782" y="16"/>
                  </a:lnTo>
                  <a:lnTo>
                    <a:pt x="783" y="15"/>
                  </a:lnTo>
                  <a:lnTo>
                    <a:pt x="783" y="13"/>
                  </a:lnTo>
                  <a:lnTo>
                    <a:pt x="784" y="12"/>
                  </a:lnTo>
                  <a:lnTo>
                    <a:pt x="786" y="11"/>
                  </a:lnTo>
                  <a:lnTo>
                    <a:pt x="786" y="9"/>
                  </a:lnTo>
                  <a:lnTo>
                    <a:pt x="787" y="8"/>
                  </a:lnTo>
                  <a:lnTo>
                    <a:pt x="787" y="7"/>
                  </a:lnTo>
                  <a:lnTo>
                    <a:pt x="788" y="5"/>
                  </a:lnTo>
                  <a:lnTo>
                    <a:pt x="790" y="4"/>
                  </a:lnTo>
                  <a:lnTo>
                    <a:pt x="790" y="3"/>
                  </a:lnTo>
                  <a:lnTo>
                    <a:pt x="791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4" name="Freeform 8">
              <a:extLst>
                <a:ext uri="{FF2B5EF4-FFF2-40B4-BE49-F238E27FC236}">
                  <a16:creationId xmlns:a16="http://schemas.microsoft.com/office/drawing/2014/main" id="{FBD216AB-41F8-46D2-94E0-3D263E941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435350"/>
              <a:ext cx="73025" cy="250825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0"/>
                  </a:moveTo>
                  <a:lnTo>
                    <a:pt x="3" y="4"/>
                  </a:lnTo>
                  <a:lnTo>
                    <a:pt x="4" y="8"/>
                  </a:lnTo>
                  <a:lnTo>
                    <a:pt x="7" y="11"/>
                  </a:lnTo>
                  <a:lnTo>
                    <a:pt x="8" y="14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6"/>
                  </a:lnTo>
                  <a:lnTo>
                    <a:pt x="16" y="27"/>
                  </a:lnTo>
                  <a:lnTo>
                    <a:pt x="16" y="30"/>
                  </a:lnTo>
                  <a:lnTo>
                    <a:pt x="17" y="31"/>
                  </a:lnTo>
                  <a:lnTo>
                    <a:pt x="19" y="32"/>
                  </a:lnTo>
                  <a:lnTo>
                    <a:pt x="19" y="34"/>
                  </a:lnTo>
                  <a:lnTo>
                    <a:pt x="20" y="35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5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30" y="59"/>
                  </a:lnTo>
                  <a:lnTo>
                    <a:pt x="30" y="61"/>
                  </a:lnTo>
                  <a:lnTo>
                    <a:pt x="32" y="63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3" y="67"/>
                  </a:lnTo>
                  <a:lnTo>
                    <a:pt x="34" y="68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5"/>
                  </a:lnTo>
                  <a:lnTo>
                    <a:pt x="37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38" y="80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1" y="87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2" y="91"/>
                  </a:lnTo>
                  <a:lnTo>
                    <a:pt x="44" y="92"/>
                  </a:lnTo>
                  <a:lnTo>
                    <a:pt x="44" y="93"/>
                  </a:lnTo>
                  <a:lnTo>
                    <a:pt x="45" y="94"/>
                  </a:lnTo>
                  <a:lnTo>
                    <a:pt x="45" y="97"/>
                  </a:lnTo>
                  <a:lnTo>
                    <a:pt x="46" y="98"/>
                  </a:lnTo>
                  <a:lnTo>
                    <a:pt x="46" y="101"/>
                  </a:lnTo>
                  <a:lnTo>
                    <a:pt x="48" y="102"/>
                  </a:lnTo>
                  <a:lnTo>
                    <a:pt x="49" y="105"/>
                  </a:lnTo>
                  <a:lnTo>
                    <a:pt x="49" y="106"/>
                  </a:lnTo>
                  <a:lnTo>
                    <a:pt x="50" y="109"/>
                  </a:lnTo>
                  <a:lnTo>
                    <a:pt x="50" y="110"/>
                  </a:lnTo>
                  <a:lnTo>
                    <a:pt x="52" y="113"/>
                  </a:lnTo>
                  <a:lnTo>
                    <a:pt x="52" y="114"/>
                  </a:lnTo>
                  <a:lnTo>
                    <a:pt x="53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6" y="126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8" y="130"/>
                  </a:lnTo>
                  <a:lnTo>
                    <a:pt x="58" y="132"/>
                  </a:lnTo>
                  <a:lnTo>
                    <a:pt x="58" y="133"/>
                  </a:lnTo>
                  <a:lnTo>
                    <a:pt x="60" y="134"/>
                  </a:lnTo>
                  <a:lnTo>
                    <a:pt x="60" y="136"/>
                  </a:lnTo>
                  <a:lnTo>
                    <a:pt x="60" y="137"/>
                  </a:lnTo>
                  <a:lnTo>
                    <a:pt x="60" y="138"/>
                  </a:lnTo>
                  <a:lnTo>
                    <a:pt x="61" y="140"/>
                  </a:lnTo>
                  <a:lnTo>
                    <a:pt x="61" y="141"/>
                  </a:lnTo>
                  <a:lnTo>
                    <a:pt x="62" y="142"/>
                  </a:lnTo>
                  <a:lnTo>
                    <a:pt x="62" y="145"/>
                  </a:lnTo>
                  <a:lnTo>
                    <a:pt x="64" y="146"/>
                  </a:lnTo>
                  <a:lnTo>
                    <a:pt x="64" y="149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6" y="155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61"/>
                  </a:lnTo>
                  <a:lnTo>
                    <a:pt x="68" y="162"/>
                  </a:lnTo>
                  <a:lnTo>
                    <a:pt x="69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70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0" y="171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3" y="175"/>
                  </a:lnTo>
                  <a:lnTo>
                    <a:pt x="73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4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6" y="185"/>
                  </a:lnTo>
                  <a:lnTo>
                    <a:pt x="76" y="186"/>
                  </a:lnTo>
                  <a:lnTo>
                    <a:pt x="76" y="187"/>
                  </a:lnTo>
                  <a:lnTo>
                    <a:pt x="77" y="189"/>
                  </a:lnTo>
                  <a:lnTo>
                    <a:pt x="77" y="191"/>
                  </a:lnTo>
                  <a:lnTo>
                    <a:pt x="77" y="193"/>
                  </a:lnTo>
                  <a:lnTo>
                    <a:pt x="78" y="195"/>
                  </a:lnTo>
                  <a:lnTo>
                    <a:pt x="78" y="196"/>
                  </a:lnTo>
                  <a:lnTo>
                    <a:pt x="79" y="199"/>
                  </a:lnTo>
                  <a:lnTo>
                    <a:pt x="79" y="200"/>
                  </a:lnTo>
                  <a:lnTo>
                    <a:pt x="81" y="203"/>
                  </a:lnTo>
                  <a:lnTo>
                    <a:pt x="81" y="204"/>
                  </a:lnTo>
                  <a:lnTo>
                    <a:pt x="82" y="207"/>
                  </a:lnTo>
                  <a:lnTo>
                    <a:pt x="82" y="208"/>
                  </a:lnTo>
                  <a:lnTo>
                    <a:pt x="82" y="210"/>
                  </a:lnTo>
                  <a:lnTo>
                    <a:pt x="83" y="211"/>
                  </a:lnTo>
                  <a:lnTo>
                    <a:pt x="83" y="212"/>
                  </a:lnTo>
                  <a:lnTo>
                    <a:pt x="83" y="214"/>
                  </a:lnTo>
                  <a:lnTo>
                    <a:pt x="85" y="215"/>
                  </a:lnTo>
                  <a:lnTo>
                    <a:pt x="85" y="216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6" y="220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4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7" y="228"/>
                  </a:lnTo>
                  <a:lnTo>
                    <a:pt x="87" y="230"/>
                  </a:lnTo>
                  <a:lnTo>
                    <a:pt x="87" y="231"/>
                  </a:lnTo>
                  <a:lnTo>
                    <a:pt x="87" y="232"/>
                  </a:lnTo>
                  <a:lnTo>
                    <a:pt x="87" y="234"/>
                  </a:lnTo>
                  <a:lnTo>
                    <a:pt x="87" y="235"/>
                  </a:lnTo>
                  <a:lnTo>
                    <a:pt x="87" y="236"/>
                  </a:lnTo>
                  <a:lnTo>
                    <a:pt x="87" y="238"/>
                  </a:lnTo>
                  <a:lnTo>
                    <a:pt x="87" y="240"/>
                  </a:lnTo>
                  <a:lnTo>
                    <a:pt x="89" y="242"/>
                  </a:lnTo>
                  <a:lnTo>
                    <a:pt x="89" y="243"/>
                  </a:lnTo>
                  <a:lnTo>
                    <a:pt x="89" y="245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3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7"/>
                  </a:lnTo>
                  <a:lnTo>
                    <a:pt x="90" y="257"/>
                  </a:lnTo>
                  <a:lnTo>
                    <a:pt x="90" y="259"/>
                  </a:lnTo>
                  <a:lnTo>
                    <a:pt x="90" y="260"/>
                  </a:lnTo>
                  <a:lnTo>
                    <a:pt x="90" y="261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5"/>
                  </a:lnTo>
                  <a:lnTo>
                    <a:pt x="90" y="267"/>
                  </a:lnTo>
                  <a:lnTo>
                    <a:pt x="91" y="268"/>
                  </a:lnTo>
                  <a:lnTo>
                    <a:pt x="91" y="269"/>
                  </a:lnTo>
                  <a:lnTo>
                    <a:pt x="91" y="271"/>
                  </a:lnTo>
                  <a:lnTo>
                    <a:pt x="91" y="272"/>
                  </a:lnTo>
                  <a:lnTo>
                    <a:pt x="91" y="273"/>
                  </a:lnTo>
                  <a:lnTo>
                    <a:pt x="93" y="275"/>
                  </a:lnTo>
                  <a:lnTo>
                    <a:pt x="93" y="276"/>
                  </a:lnTo>
                  <a:lnTo>
                    <a:pt x="93" y="277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1"/>
                  </a:lnTo>
                  <a:lnTo>
                    <a:pt x="94" y="281"/>
                  </a:lnTo>
                  <a:lnTo>
                    <a:pt x="94" y="283"/>
                  </a:lnTo>
                  <a:lnTo>
                    <a:pt x="94" y="284"/>
                  </a:lnTo>
                  <a:lnTo>
                    <a:pt x="94" y="285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89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3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7"/>
                  </a:lnTo>
                  <a:lnTo>
                    <a:pt x="94" y="298"/>
                  </a:lnTo>
                  <a:lnTo>
                    <a:pt x="94" y="300"/>
                  </a:lnTo>
                  <a:lnTo>
                    <a:pt x="94" y="301"/>
                  </a:lnTo>
                  <a:lnTo>
                    <a:pt x="94" y="302"/>
                  </a:lnTo>
                  <a:lnTo>
                    <a:pt x="94" y="304"/>
                  </a:lnTo>
                  <a:lnTo>
                    <a:pt x="94" y="306"/>
                  </a:lnTo>
                  <a:lnTo>
                    <a:pt x="94" y="308"/>
                  </a:lnTo>
                  <a:lnTo>
                    <a:pt x="94" y="310"/>
                  </a:lnTo>
                  <a:lnTo>
                    <a:pt x="94" y="312"/>
                  </a:lnTo>
                  <a:lnTo>
                    <a:pt x="94" y="314"/>
                  </a:lnTo>
                  <a:lnTo>
                    <a:pt x="93" y="317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5" name="Freeform 9">
              <a:extLst>
                <a:ext uri="{FF2B5EF4-FFF2-40B4-BE49-F238E27FC236}">
                  <a16:creationId xmlns:a16="http://schemas.microsoft.com/office/drawing/2014/main" id="{882EEA5E-6FB2-43C1-A28D-D84F53C3E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684588"/>
              <a:ext cx="73025" cy="252412"/>
            </a:xfrm>
            <a:custGeom>
              <a:avLst/>
              <a:gdLst>
                <a:gd name="T0" fmla="*/ 2147483646 w 94"/>
                <a:gd name="T1" fmla="*/ 2147483646 h 316"/>
                <a:gd name="T2" fmla="*/ 2147483646 w 94"/>
                <a:gd name="T3" fmla="*/ 2147483646 h 316"/>
                <a:gd name="T4" fmla="*/ 2147483646 w 94"/>
                <a:gd name="T5" fmla="*/ 2147483646 h 316"/>
                <a:gd name="T6" fmla="*/ 2147483646 w 94"/>
                <a:gd name="T7" fmla="*/ 2147483646 h 316"/>
                <a:gd name="T8" fmla="*/ 2147483646 w 94"/>
                <a:gd name="T9" fmla="*/ 2147483646 h 316"/>
                <a:gd name="T10" fmla="*/ 2147483646 w 94"/>
                <a:gd name="T11" fmla="*/ 2147483646 h 316"/>
                <a:gd name="T12" fmla="*/ 2147483646 w 94"/>
                <a:gd name="T13" fmla="*/ 2147483646 h 316"/>
                <a:gd name="T14" fmla="*/ 2147483646 w 94"/>
                <a:gd name="T15" fmla="*/ 2147483646 h 316"/>
                <a:gd name="T16" fmla="*/ 2147483646 w 94"/>
                <a:gd name="T17" fmla="*/ 2147483646 h 316"/>
                <a:gd name="T18" fmla="*/ 2147483646 w 94"/>
                <a:gd name="T19" fmla="*/ 2147483646 h 316"/>
                <a:gd name="T20" fmla="*/ 2147483646 w 94"/>
                <a:gd name="T21" fmla="*/ 2147483646 h 316"/>
                <a:gd name="T22" fmla="*/ 2147483646 w 94"/>
                <a:gd name="T23" fmla="*/ 2147483646 h 316"/>
                <a:gd name="T24" fmla="*/ 2147483646 w 94"/>
                <a:gd name="T25" fmla="*/ 2147483646 h 316"/>
                <a:gd name="T26" fmla="*/ 2147483646 w 94"/>
                <a:gd name="T27" fmla="*/ 2147483646 h 316"/>
                <a:gd name="T28" fmla="*/ 2147483646 w 94"/>
                <a:gd name="T29" fmla="*/ 2147483646 h 316"/>
                <a:gd name="T30" fmla="*/ 2147483646 w 94"/>
                <a:gd name="T31" fmla="*/ 2147483646 h 316"/>
                <a:gd name="T32" fmla="*/ 2147483646 w 94"/>
                <a:gd name="T33" fmla="*/ 2147483646 h 316"/>
                <a:gd name="T34" fmla="*/ 2147483646 w 94"/>
                <a:gd name="T35" fmla="*/ 2147483646 h 316"/>
                <a:gd name="T36" fmla="*/ 2147483646 w 94"/>
                <a:gd name="T37" fmla="*/ 2147483646 h 316"/>
                <a:gd name="T38" fmla="*/ 2147483646 w 94"/>
                <a:gd name="T39" fmla="*/ 2147483646 h 316"/>
                <a:gd name="T40" fmla="*/ 2147483646 w 94"/>
                <a:gd name="T41" fmla="*/ 2147483646 h 316"/>
                <a:gd name="T42" fmla="*/ 2147483646 w 94"/>
                <a:gd name="T43" fmla="*/ 2147483646 h 316"/>
                <a:gd name="T44" fmla="*/ 2147483646 w 94"/>
                <a:gd name="T45" fmla="*/ 2147483646 h 316"/>
                <a:gd name="T46" fmla="*/ 2147483646 w 94"/>
                <a:gd name="T47" fmla="*/ 2147483646 h 316"/>
                <a:gd name="T48" fmla="*/ 2147483646 w 94"/>
                <a:gd name="T49" fmla="*/ 2147483646 h 316"/>
                <a:gd name="T50" fmla="*/ 2147483646 w 94"/>
                <a:gd name="T51" fmla="*/ 2147483646 h 316"/>
                <a:gd name="T52" fmla="*/ 2147483646 w 94"/>
                <a:gd name="T53" fmla="*/ 2147483646 h 316"/>
                <a:gd name="T54" fmla="*/ 2147483646 w 94"/>
                <a:gd name="T55" fmla="*/ 2147483646 h 316"/>
                <a:gd name="T56" fmla="*/ 2147483646 w 94"/>
                <a:gd name="T57" fmla="*/ 2147483646 h 316"/>
                <a:gd name="T58" fmla="*/ 2147483646 w 94"/>
                <a:gd name="T59" fmla="*/ 2147483646 h 316"/>
                <a:gd name="T60" fmla="*/ 2147483646 w 94"/>
                <a:gd name="T61" fmla="*/ 2147483646 h 316"/>
                <a:gd name="T62" fmla="*/ 2147483646 w 94"/>
                <a:gd name="T63" fmla="*/ 2147483646 h 316"/>
                <a:gd name="T64" fmla="*/ 2147483646 w 94"/>
                <a:gd name="T65" fmla="*/ 2147483646 h 316"/>
                <a:gd name="T66" fmla="*/ 2147483646 w 94"/>
                <a:gd name="T67" fmla="*/ 2147483646 h 316"/>
                <a:gd name="T68" fmla="*/ 2147483646 w 94"/>
                <a:gd name="T69" fmla="*/ 2147483646 h 316"/>
                <a:gd name="T70" fmla="*/ 2147483646 w 94"/>
                <a:gd name="T71" fmla="*/ 2147483646 h 316"/>
                <a:gd name="T72" fmla="*/ 2147483646 w 94"/>
                <a:gd name="T73" fmla="*/ 2147483646 h 316"/>
                <a:gd name="T74" fmla="*/ 2147483646 w 94"/>
                <a:gd name="T75" fmla="*/ 2147483646 h 316"/>
                <a:gd name="T76" fmla="*/ 2147483646 w 94"/>
                <a:gd name="T77" fmla="*/ 2147483646 h 316"/>
                <a:gd name="T78" fmla="*/ 2147483646 w 94"/>
                <a:gd name="T79" fmla="*/ 2147483646 h 316"/>
                <a:gd name="T80" fmla="*/ 2147483646 w 94"/>
                <a:gd name="T81" fmla="*/ 2147483646 h 316"/>
                <a:gd name="T82" fmla="*/ 2147483646 w 94"/>
                <a:gd name="T83" fmla="*/ 2147483646 h 316"/>
                <a:gd name="T84" fmla="*/ 2147483646 w 94"/>
                <a:gd name="T85" fmla="*/ 2147483646 h 316"/>
                <a:gd name="T86" fmla="*/ 2147483646 w 94"/>
                <a:gd name="T87" fmla="*/ 2147483646 h 316"/>
                <a:gd name="T88" fmla="*/ 2147483646 w 94"/>
                <a:gd name="T89" fmla="*/ 2147483646 h 316"/>
                <a:gd name="T90" fmla="*/ 2147483646 w 94"/>
                <a:gd name="T91" fmla="*/ 2147483646 h 316"/>
                <a:gd name="T92" fmla="*/ 2147483646 w 94"/>
                <a:gd name="T93" fmla="*/ 2147483646 h 316"/>
                <a:gd name="T94" fmla="*/ 2147483646 w 94"/>
                <a:gd name="T95" fmla="*/ 2147483646 h 316"/>
                <a:gd name="T96" fmla="*/ 2147483646 w 94"/>
                <a:gd name="T97" fmla="*/ 2147483646 h 316"/>
                <a:gd name="T98" fmla="*/ 2147483646 w 94"/>
                <a:gd name="T99" fmla="*/ 2147483646 h 316"/>
                <a:gd name="T100" fmla="*/ 2147483646 w 94"/>
                <a:gd name="T101" fmla="*/ 2147483646 h 316"/>
                <a:gd name="T102" fmla="*/ 2147483646 w 94"/>
                <a:gd name="T103" fmla="*/ 2147483646 h 316"/>
                <a:gd name="T104" fmla="*/ 2147483646 w 94"/>
                <a:gd name="T105" fmla="*/ 2147483646 h 316"/>
                <a:gd name="T106" fmla="*/ 2147483646 w 94"/>
                <a:gd name="T107" fmla="*/ 2147483646 h 316"/>
                <a:gd name="T108" fmla="*/ 2147483646 w 94"/>
                <a:gd name="T109" fmla="*/ 2147483646 h 316"/>
                <a:gd name="T110" fmla="*/ 2147483646 w 94"/>
                <a:gd name="T111" fmla="*/ 2147483646 h 316"/>
                <a:gd name="T112" fmla="*/ 2147483646 w 94"/>
                <a:gd name="T113" fmla="*/ 2147483646 h 3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6">
                  <a:moveTo>
                    <a:pt x="0" y="316"/>
                  </a:moveTo>
                  <a:lnTo>
                    <a:pt x="3" y="312"/>
                  </a:lnTo>
                  <a:lnTo>
                    <a:pt x="4" y="310"/>
                  </a:lnTo>
                  <a:lnTo>
                    <a:pt x="7" y="306"/>
                  </a:lnTo>
                  <a:lnTo>
                    <a:pt x="8" y="303"/>
                  </a:lnTo>
                  <a:lnTo>
                    <a:pt x="9" y="300"/>
                  </a:lnTo>
                  <a:lnTo>
                    <a:pt x="11" y="298"/>
                  </a:lnTo>
                  <a:lnTo>
                    <a:pt x="12" y="295"/>
                  </a:lnTo>
                  <a:lnTo>
                    <a:pt x="13" y="294"/>
                  </a:lnTo>
                  <a:lnTo>
                    <a:pt x="15" y="291"/>
                  </a:lnTo>
                  <a:lnTo>
                    <a:pt x="16" y="290"/>
                  </a:lnTo>
                  <a:lnTo>
                    <a:pt x="16" y="287"/>
                  </a:lnTo>
                  <a:lnTo>
                    <a:pt x="17" y="286"/>
                  </a:lnTo>
                  <a:lnTo>
                    <a:pt x="19" y="285"/>
                  </a:lnTo>
                  <a:lnTo>
                    <a:pt x="19" y="283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21" y="279"/>
                  </a:lnTo>
                  <a:lnTo>
                    <a:pt x="21" y="278"/>
                  </a:lnTo>
                  <a:lnTo>
                    <a:pt x="23" y="277"/>
                  </a:lnTo>
                  <a:lnTo>
                    <a:pt x="23" y="275"/>
                  </a:lnTo>
                  <a:lnTo>
                    <a:pt x="24" y="274"/>
                  </a:lnTo>
                  <a:lnTo>
                    <a:pt x="24" y="273"/>
                  </a:lnTo>
                  <a:lnTo>
                    <a:pt x="25" y="271"/>
                  </a:lnTo>
                  <a:lnTo>
                    <a:pt x="25" y="270"/>
                  </a:lnTo>
                  <a:lnTo>
                    <a:pt x="25" y="269"/>
                  </a:lnTo>
                  <a:lnTo>
                    <a:pt x="27" y="267"/>
                  </a:lnTo>
                  <a:lnTo>
                    <a:pt x="27" y="266"/>
                  </a:lnTo>
                  <a:lnTo>
                    <a:pt x="28" y="265"/>
                  </a:lnTo>
                  <a:lnTo>
                    <a:pt x="28" y="263"/>
                  </a:lnTo>
                  <a:lnTo>
                    <a:pt x="29" y="261"/>
                  </a:lnTo>
                  <a:lnTo>
                    <a:pt x="29" y="259"/>
                  </a:lnTo>
                  <a:lnTo>
                    <a:pt x="30" y="258"/>
                  </a:lnTo>
                  <a:lnTo>
                    <a:pt x="30" y="255"/>
                  </a:lnTo>
                  <a:lnTo>
                    <a:pt x="32" y="254"/>
                  </a:lnTo>
                  <a:lnTo>
                    <a:pt x="33" y="253"/>
                  </a:lnTo>
                  <a:lnTo>
                    <a:pt x="33" y="251"/>
                  </a:lnTo>
                  <a:lnTo>
                    <a:pt x="33" y="250"/>
                  </a:lnTo>
                  <a:lnTo>
                    <a:pt x="34" y="249"/>
                  </a:lnTo>
                  <a:lnTo>
                    <a:pt x="34" y="247"/>
                  </a:lnTo>
                  <a:lnTo>
                    <a:pt x="36" y="246"/>
                  </a:lnTo>
                  <a:lnTo>
                    <a:pt x="36" y="245"/>
                  </a:lnTo>
                  <a:lnTo>
                    <a:pt x="36" y="243"/>
                  </a:lnTo>
                  <a:lnTo>
                    <a:pt x="37" y="242"/>
                  </a:lnTo>
                  <a:lnTo>
                    <a:pt x="37" y="241"/>
                  </a:lnTo>
                  <a:lnTo>
                    <a:pt x="38" y="239"/>
                  </a:lnTo>
                  <a:lnTo>
                    <a:pt x="38" y="238"/>
                  </a:lnTo>
                  <a:lnTo>
                    <a:pt x="38" y="237"/>
                  </a:lnTo>
                  <a:lnTo>
                    <a:pt x="40" y="237"/>
                  </a:lnTo>
                  <a:lnTo>
                    <a:pt x="40" y="235"/>
                  </a:lnTo>
                  <a:lnTo>
                    <a:pt x="40" y="234"/>
                  </a:lnTo>
                  <a:lnTo>
                    <a:pt x="41" y="233"/>
                  </a:lnTo>
                  <a:lnTo>
                    <a:pt x="41" y="232"/>
                  </a:lnTo>
                  <a:lnTo>
                    <a:pt x="41" y="230"/>
                  </a:lnTo>
                  <a:lnTo>
                    <a:pt x="42" y="229"/>
                  </a:lnTo>
                  <a:lnTo>
                    <a:pt x="42" y="228"/>
                  </a:lnTo>
                  <a:lnTo>
                    <a:pt x="42" y="226"/>
                  </a:lnTo>
                  <a:lnTo>
                    <a:pt x="44" y="225"/>
                  </a:lnTo>
                  <a:lnTo>
                    <a:pt x="44" y="224"/>
                  </a:lnTo>
                  <a:lnTo>
                    <a:pt x="45" y="222"/>
                  </a:lnTo>
                  <a:lnTo>
                    <a:pt x="45" y="220"/>
                  </a:lnTo>
                  <a:lnTo>
                    <a:pt x="46" y="218"/>
                  </a:lnTo>
                  <a:lnTo>
                    <a:pt x="46" y="216"/>
                  </a:lnTo>
                  <a:lnTo>
                    <a:pt x="48" y="214"/>
                  </a:lnTo>
                  <a:lnTo>
                    <a:pt x="49" y="212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50" y="206"/>
                  </a:lnTo>
                  <a:lnTo>
                    <a:pt x="52" y="204"/>
                  </a:lnTo>
                  <a:lnTo>
                    <a:pt x="52" y="202"/>
                  </a:lnTo>
                  <a:lnTo>
                    <a:pt x="53" y="201"/>
                  </a:lnTo>
                  <a:lnTo>
                    <a:pt x="53" y="200"/>
                  </a:lnTo>
                  <a:lnTo>
                    <a:pt x="53" y="198"/>
                  </a:lnTo>
                  <a:lnTo>
                    <a:pt x="54" y="197"/>
                  </a:lnTo>
                  <a:lnTo>
                    <a:pt x="54" y="196"/>
                  </a:lnTo>
                  <a:lnTo>
                    <a:pt x="56" y="194"/>
                  </a:lnTo>
                  <a:lnTo>
                    <a:pt x="56" y="193"/>
                  </a:lnTo>
                  <a:lnTo>
                    <a:pt x="56" y="192"/>
                  </a:lnTo>
                  <a:lnTo>
                    <a:pt x="56" y="190"/>
                  </a:lnTo>
                  <a:lnTo>
                    <a:pt x="57" y="190"/>
                  </a:lnTo>
                  <a:lnTo>
                    <a:pt x="57" y="189"/>
                  </a:lnTo>
                  <a:lnTo>
                    <a:pt x="57" y="188"/>
                  </a:lnTo>
                  <a:lnTo>
                    <a:pt x="58" y="186"/>
                  </a:lnTo>
                  <a:lnTo>
                    <a:pt x="58" y="185"/>
                  </a:lnTo>
                  <a:lnTo>
                    <a:pt x="58" y="184"/>
                  </a:lnTo>
                  <a:lnTo>
                    <a:pt x="60" y="183"/>
                  </a:lnTo>
                  <a:lnTo>
                    <a:pt x="60" y="181"/>
                  </a:lnTo>
                  <a:lnTo>
                    <a:pt x="60" y="180"/>
                  </a:lnTo>
                  <a:lnTo>
                    <a:pt x="60" y="179"/>
                  </a:lnTo>
                  <a:lnTo>
                    <a:pt x="61" y="177"/>
                  </a:lnTo>
                  <a:lnTo>
                    <a:pt x="61" y="176"/>
                  </a:lnTo>
                  <a:lnTo>
                    <a:pt x="62" y="173"/>
                  </a:lnTo>
                  <a:lnTo>
                    <a:pt x="62" y="172"/>
                  </a:lnTo>
                  <a:lnTo>
                    <a:pt x="64" y="171"/>
                  </a:lnTo>
                  <a:lnTo>
                    <a:pt x="64" y="168"/>
                  </a:lnTo>
                  <a:lnTo>
                    <a:pt x="64" y="165"/>
                  </a:lnTo>
                  <a:lnTo>
                    <a:pt x="65" y="164"/>
                  </a:lnTo>
                  <a:lnTo>
                    <a:pt x="66" y="161"/>
                  </a:lnTo>
                  <a:lnTo>
                    <a:pt x="66" y="160"/>
                  </a:lnTo>
                  <a:lnTo>
                    <a:pt x="66" y="157"/>
                  </a:lnTo>
                  <a:lnTo>
                    <a:pt x="68" y="156"/>
                  </a:lnTo>
                  <a:lnTo>
                    <a:pt x="68" y="155"/>
                  </a:lnTo>
                  <a:lnTo>
                    <a:pt x="69" y="153"/>
                  </a:lnTo>
                  <a:lnTo>
                    <a:pt x="69" y="152"/>
                  </a:lnTo>
                  <a:lnTo>
                    <a:pt x="69" y="151"/>
                  </a:lnTo>
                  <a:lnTo>
                    <a:pt x="70" y="149"/>
                  </a:lnTo>
                  <a:lnTo>
                    <a:pt x="70" y="148"/>
                  </a:lnTo>
                  <a:lnTo>
                    <a:pt x="70" y="147"/>
                  </a:lnTo>
                  <a:lnTo>
                    <a:pt x="70" y="145"/>
                  </a:lnTo>
                  <a:lnTo>
                    <a:pt x="72" y="144"/>
                  </a:lnTo>
                  <a:lnTo>
                    <a:pt x="72" y="143"/>
                  </a:lnTo>
                  <a:lnTo>
                    <a:pt x="72" y="141"/>
                  </a:lnTo>
                  <a:lnTo>
                    <a:pt x="73" y="141"/>
                  </a:lnTo>
                  <a:lnTo>
                    <a:pt x="73" y="140"/>
                  </a:lnTo>
                  <a:lnTo>
                    <a:pt x="73" y="139"/>
                  </a:lnTo>
                  <a:lnTo>
                    <a:pt x="73" y="137"/>
                  </a:lnTo>
                  <a:lnTo>
                    <a:pt x="74" y="136"/>
                  </a:lnTo>
                  <a:lnTo>
                    <a:pt x="74" y="135"/>
                  </a:lnTo>
                  <a:lnTo>
                    <a:pt x="74" y="133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0"/>
                  </a:lnTo>
                  <a:lnTo>
                    <a:pt x="77" y="128"/>
                  </a:lnTo>
                  <a:lnTo>
                    <a:pt x="77" y="126"/>
                  </a:lnTo>
                  <a:lnTo>
                    <a:pt x="77" y="124"/>
                  </a:lnTo>
                  <a:lnTo>
                    <a:pt x="78" y="122"/>
                  </a:lnTo>
                  <a:lnTo>
                    <a:pt x="78" y="120"/>
                  </a:lnTo>
                  <a:lnTo>
                    <a:pt x="79" y="118"/>
                  </a:lnTo>
                  <a:lnTo>
                    <a:pt x="79" y="116"/>
                  </a:lnTo>
                  <a:lnTo>
                    <a:pt x="81" y="114"/>
                  </a:lnTo>
                  <a:lnTo>
                    <a:pt x="81" y="112"/>
                  </a:lnTo>
                  <a:lnTo>
                    <a:pt x="82" y="110"/>
                  </a:lnTo>
                  <a:lnTo>
                    <a:pt x="82" y="108"/>
                  </a:lnTo>
                  <a:lnTo>
                    <a:pt x="82" y="107"/>
                  </a:lnTo>
                  <a:lnTo>
                    <a:pt x="83" y="106"/>
                  </a:lnTo>
                  <a:lnTo>
                    <a:pt x="83" y="104"/>
                  </a:lnTo>
                  <a:lnTo>
                    <a:pt x="83" y="103"/>
                  </a:lnTo>
                  <a:lnTo>
                    <a:pt x="85" y="102"/>
                  </a:lnTo>
                  <a:lnTo>
                    <a:pt x="85" y="100"/>
                  </a:lnTo>
                  <a:lnTo>
                    <a:pt x="85" y="99"/>
                  </a:lnTo>
                  <a:lnTo>
                    <a:pt x="85" y="98"/>
                  </a:lnTo>
                  <a:lnTo>
                    <a:pt x="86" y="96"/>
                  </a:lnTo>
                  <a:lnTo>
                    <a:pt x="86" y="95"/>
                  </a:lnTo>
                  <a:lnTo>
                    <a:pt x="86" y="94"/>
                  </a:lnTo>
                  <a:lnTo>
                    <a:pt x="86" y="92"/>
                  </a:lnTo>
                  <a:lnTo>
                    <a:pt x="86" y="91"/>
                  </a:lnTo>
                  <a:lnTo>
                    <a:pt x="86" y="90"/>
                  </a:lnTo>
                  <a:lnTo>
                    <a:pt x="87" y="90"/>
                  </a:lnTo>
                  <a:lnTo>
                    <a:pt x="87" y="88"/>
                  </a:lnTo>
                  <a:lnTo>
                    <a:pt x="87" y="87"/>
                  </a:lnTo>
                  <a:lnTo>
                    <a:pt x="87" y="86"/>
                  </a:lnTo>
                  <a:lnTo>
                    <a:pt x="87" y="84"/>
                  </a:lnTo>
                  <a:lnTo>
                    <a:pt x="87" y="83"/>
                  </a:lnTo>
                  <a:lnTo>
                    <a:pt x="87" y="82"/>
                  </a:lnTo>
                  <a:lnTo>
                    <a:pt x="87" y="81"/>
                  </a:lnTo>
                  <a:lnTo>
                    <a:pt x="87" y="78"/>
                  </a:lnTo>
                  <a:lnTo>
                    <a:pt x="87" y="77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1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59"/>
                  </a:lnTo>
                  <a:lnTo>
                    <a:pt x="90" y="59"/>
                  </a:lnTo>
                  <a:lnTo>
                    <a:pt x="90" y="58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91" y="49"/>
                  </a:lnTo>
                  <a:lnTo>
                    <a:pt x="91" y="47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1" y="43"/>
                  </a:lnTo>
                  <a:lnTo>
                    <a:pt x="93" y="42"/>
                  </a:lnTo>
                  <a:lnTo>
                    <a:pt x="93" y="41"/>
                  </a:lnTo>
                  <a:lnTo>
                    <a:pt x="93" y="39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5"/>
                  </a:lnTo>
                  <a:lnTo>
                    <a:pt x="94" y="35"/>
                  </a:lnTo>
                  <a:lnTo>
                    <a:pt x="94" y="34"/>
                  </a:lnTo>
                  <a:lnTo>
                    <a:pt x="94" y="33"/>
                  </a:lnTo>
                  <a:lnTo>
                    <a:pt x="94" y="31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4"/>
                  </a:lnTo>
                  <a:lnTo>
                    <a:pt x="94" y="13"/>
                  </a:lnTo>
                  <a:lnTo>
                    <a:pt x="94" y="10"/>
                  </a:lnTo>
                  <a:lnTo>
                    <a:pt x="94" y="9"/>
                  </a:lnTo>
                  <a:lnTo>
                    <a:pt x="94" y="6"/>
                  </a:lnTo>
                  <a:lnTo>
                    <a:pt x="94" y="5"/>
                  </a:lnTo>
                  <a:lnTo>
                    <a:pt x="94" y="2"/>
                  </a:lnTo>
                  <a:lnTo>
                    <a:pt x="93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6" name="Rectangle 48">
              <a:extLst>
                <a:ext uri="{FF2B5EF4-FFF2-40B4-BE49-F238E27FC236}">
                  <a16:creationId xmlns:a16="http://schemas.microsoft.com/office/drawing/2014/main" id="{F1E2BC1F-6B0A-4D5E-AAF9-D656B2E5A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40360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7" name="Rectangle 49">
              <a:extLst>
                <a:ext uri="{FF2B5EF4-FFF2-40B4-BE49-F238E27FC236}">
                  <a16:creationId xmlns:a16="http://schemas.microsoft.com/office/drawing/2014/main" id="{6BBB2840-3A92-4481-92ED-FF2048071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502025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8" name="Rectangle 50">
              <a:extLst>
                <a:ext uri="{FF2B5EF4-FFF2-40B4-BE49-F238E27FC236}">
                  <a16:creationId xmlns:a16="http://schemas.microsoft.com/office/drawing/2014/main" id="{2896E73B-0FE1-4B2E-A14C-4F45B2658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6861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9" name="Rectangle 51">
              <a:extLst>
                <a:ext uri="{FF2B5EF4-FFF2-40B4-BE49-F238E27FC236}">
                  <a16:creationId xmlns:a16="http://schemas.microsoft.com/office/drawing/2014/main" id="{718F4A61-D106-45AD-9414-7FD097409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786188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0" name="Rectangle 52">
              <a:extLst>
                <a:ext uri="{FF2B5EF4-FFF2-40B4-BE49-F238E27FC236}">
                  <a16:creationId xmlns:a16="http://schemas.microsoft.com/office/drawing/2014/main" id="{F3FA0452-F9B9-43B9-BED6-4A50BC267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1" name="Rectangle 53">
              <a:extLst>
                <a:ext uri="{FF2B5EF4-FFF2-40B4-BE49-F238E27FC236}">
                  <a16:creationId xmlns:a16="http://schemas.microsoft.com/office/drawing/2014/main" id="{95B65D46-25C5-4D7F-856C-EC49AAB70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38" y="3660775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2" name="Rectangle 54">
              <a:extLst>
                <a:ext uri="{FF2B5EF4-FFF2-40B4-BE49-F238E27FC236}">
                  <a16:creationId xmlns:a16="http://schemas.microsoft.com/office/drawing/2014/main" id="{1677A071-1184-489B-85F5-732B0F9B4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3" name="Rectangle 55">
              <a:extLst>
                <a:ext uri="{FF2B5EF4-FFF2-40B4-BE49-F238E27FC236}">
                  <a16:creationId xmlns:a16="http://schemas.microsoft.com/office/drawing/2014/main" id="{0AB2ECB1-1EBC-442D-BDB2-3A45DE343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513" y="3660775"/>
              <a:ext cx="203200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4" name="Line 56">
              <a:extLst>
                <a:ext uri="{FF2B5EF4-FFF2-40B4-BE49-F238E27FC236}">
                  <a16:creationId xmlns:a16="http://schemas.microsoft.com/office/drawing/2014/main" id="{73ADCA54-5C48-4B9E-B9D6-36F6A2ACB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36861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5" name="Rectangle 66">
              <a:extLst>
                <a:ext uri="{FF2B5EF4-FFF2-40B4-BE49-F238E27FC236}">
                  <a16:creationId xmlns:a16="http://schemas.microsoft.com/office/drawing/2014/main" id="{D65DBCBA-4891-4858-8C18-9121D3536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100" y="3562350"/>
              <a:ext cx="24606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+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54274" name="Rectangle 94">
            <a:extLst>
              <a:ext uri="{FF2B5EF4-FFF2-40B4-BE49-F238E27FC236}">
                <a16:creationId xmlns:a16="http://schemas.microsoft.com/office/drawing/2014/main" id="{2C39E1C3-1BC7-495D-A357-0B8E6DC7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4111625"/>
            <a:ext cx="1116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AND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54275" name="Group 1">
            <a:extLst>
              <a:ext uri="{FF2B5EF4-FFF2-40B4-BE49-F238E27FC236}">
                <a16:creationId xmlns:a16="http://schemas.microsoft.com/office/drawing/2014/main" id="{AD68F241-7DBA-4483-9CDA-E799F5108B00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2740025"/>
            <a:ext cx="1611313" cy="441325"/>
            <a:chOff x="654050" y="2740025"/>
            <a:chExt cx="1610727" cy="441325"/>
          </a:xfrm>
        </p:grpSpPr>
        <p:sp>
          <p:nvSpPr>
            <p:cNvPr id="54302" name="Line 16">
              <a:extLst>
                <a:ext uri="{FF2B5EF4-FFF2-40B4-BE49-F238E27FC236}">
                  <a16:creationId xmlns:a16="http://schemas.microsoft.com/office/drawing/2014/main" id="{E309051A-1083-4FEE-BA4F-CA8CF9116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9900" y="2949575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3" name="Line 17">
              <a:extLst>
                <a:ext uri="{FF2B5EF4-FFF2-40B4-BE49-F238E27FC236}">
                  <a16:creationId xmlns:a16="http://schemas.microsoft.com/office/drawing/2014/main" id="{5F800B5E-4E95-4500-8A85-423106C81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949575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4" name="Freeform 18">
              <a:extLst>
                <a:ext uri="{FF2B5EF4-FFF2-40B4-BE49-F238E27FC236}">
                  <a16:creationId xmlns:a16="http://schemas.microsoft.com/office/drawing/2014/main" id="{4AF1D9FA-C6D5-4996-9F20-A6BFD19C9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7" y="2740025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5" name="Freeform 19">
              <a:extLst>
                <a:ext uri="{FF2B5EF4-FFF2-40B4-BE49-F238E27FC236}">
                  <a16:creationId xmlns:a16="http://schemas.microsoft.com/office/drawing/2014/main" id="{CF7899E0-A1BC-41CC-9946-9E388DDC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900" y="2890837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6" name="Rectangle 96">
              <a:extLst>
                <a:ext uri="{FF2B5EF4-FFF2-40B4-BE49-F238E27FC236}">
                  <a16:creationId xmlns:a16="http://schemas.microsoft.com/office/drawing/2014/main" id="{21F6E9AF-2C70-4155-83AD-39FD4A8B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" y="2846387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07" name="Line 97">
              <a:extLst>
                <a:ext uri="{FF2B5EF4-FFF2-40B4-BE49-F238E27FC236}">
                  <a16:creationId xmlns:a16="http://schemas.microsoft.com/office/drawing/2014/main" id="{430C9DF9-06B6-480F-9927-74FA43349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7138" y="2842419"/>
              <a:ext cx="126527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8" name="Rectangle 98">
              <a:extLst>
                <a:ext uri="{FF2B5EF4-FFF2-40B4-BE49-F238E27FC236}">
                  <a16:creationId xmlns:a16="http://schemas.microsoft.com/office/drawing/2014/main" id="{EF7D526E-B8D8-45F5-8722-C172FF044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014" y="28194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54276" name="Group 1">
            <a:extLst>
              <a:ext uri="{FF2B5EF4-FFF2-40B4-BE49-F238E27FC236}">
                <a16:creationId xmlns:a16="http://schemas.microsoft.com/office/drawing/2014/main" id="{C5135D5D-BD51-4553-8A60-964583EC4B9C}"/>
              </a:ext>
            </a:extLst>
          </p:cNvPr>
          <p:cNvGrpSpPr>
            <a:grpSpLocks/>
          </p:cNvGrpSpPr>
          <p:nvPr/>
        </p:nvGrpSpPr>
        <p:grpSpPr bwMode="auto">
          <a:xfrm>
            <a:off x="3438525" y="2663825"/>
            <a:ext cx="2151063" cy="625475"/>
            <a:chOff x="1916113" y="752475"/>
            <a:chExt cx="2150269" cy="625475"/>
          </a:xfrm>
        </p:grpSpPr>
        <p:sp>
          <p:nvSpPr>
            <p:cNvPr id="54281" name="Freeform 10">
              <a:extLst>
                <a:ext uri="{FF2B5EF4-FFF2-40B4-BE49-F238E27FC236}">
                  <a16:creationId xmlns:a16="http://schemas.microsoft.com/office/drawing/2014/main" id="{BFBD6F18-43C5-4E52-A264-3995C1A0C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993775"/>
              <a:ext cx="168275" cy="1588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282" name="Line 11">
              <a:extLst>
                <a:ext uri="{FF2B5EF4-FFF2-40B4-BE49-F238E27FC236}">
                  <a16:creationId xmlns:a16="http://schemas.microsoft.com/office/drawing/2014/main" id="{3B90E9AA-D3DB-4CD0-83B8-3038BF6EF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993775"/>
              <a:ext cx="168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Freeform 12">
              <a:extLst>
                <a:ext uri="{FF2B5EF4-FFF2-40B4-BE49-F238E27FC236}">
                  <a16:creationId xmlns:a16="http://schemas.microsoft.com/office/drawing/2014/main" id="{E6F92A32-0F18-4214-8BE5-6F122096E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1162050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4" name="Line 13">
              <a:extLst>
                <a:ext uri="{FF2B5EF4-FFF2-40B4-BE49-F238E27FC236}">
                  <a16:creationId xmlns:a16="http://schemas.microsoft.com/office/drawing/2014/main" id="{59312E4C-D46C-42D0-AAFD-C50E44318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1162050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5" name="Freeform 14">
              <a:extLst>
                <a:ext uri="{FF2B5EF4-FFF2-40B4-BE49-F238E27FC236}">
                  <a16:creationId xmlns:a16="http://schemas.microsoft.com/office/drawing/2014/main" id="{7F028CE0-3CFB-49F3-BA23-F7A81D594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847725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6" name="Line 15">
              <a:extLst>
                <a:ext uri="{FF2B5EF4-FFF2-40B4-BE49-F238E27FC236}">
                  <a16:creationId xmlns:a16="http://schemas.microsoft.com/office/drawing/2014/main" id="{A0D2646B-2138-4F84-91EE-10B4EAE6A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847725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7" name="Rectangle 73">
              <a:extLst>
                <a:ext uri="{FF2B5EF4-FFF2-40B4-BE49-F238E27FC236}">
                  <a16:creationId xmlns:a16="http://schemas.microsoft.com/office/drawing/2014/main" id="{47443079-351A-44BC-BDF1-9778477AB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7524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8" name="Rectangle 74">
              <a:extLst>
                <a:ext uri="{FF2B5EF4-FFF2-40B4-BE49-F238E27FC236}">
                  <a16:creationId xmlns:a16="http://schemas.microsoft.com/office/drawing/2014/main" id="{E8444686-95DE-4DDD-BB0A-F3FC5BB8F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852488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9" name="Rectangle 75">
              <a:extLst>
                <a:ext uri="{FF2B5EF4-FFF2-40B4-BE49-F238E27FC236}">
                  <a16:creationId xmlns:a16="http://schemas.microsoft.com/office/drawing/2014/main" id="{3E8A134F-DB37-4702-A0D8-DE7FB13ED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1036638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0" name="Rectangle 76">
              <a:extLst>
                <a:ext uri="{FF2B5EF4-FFF2-40B4-BE49-F238E27FC236}">
                  <a16:creationId xmlns:a16="http://schemas.microsoft.com/office/drawing/2014/main" id="{0BBE70FE-4657-41D8-9455-F00EC6680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1136650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1" name="Rectangle 77">
              <a:extLst>
                <a:ext uri="{FF2B5EF4-FFF2-40B4-BE49-F238E27FC236}">
                  <a16:creationId xmlns:a16="http://schemas.microsoft.com/office/drawing/2014/main" id="{E042CC91-81AD-43CF-9F7D-61DE49C54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2" name="Rectangle 78">
              <a:extLst>
                <a:ext uri="{FF2B5EF4-FFF2-40B4-BE49-F238E27FC236}">
                  <a16:creationId xmlns:a16="http://schemas.microsoft.com/office/drawing/2014/main" id="{6EE186C4-156D-4431-BCCD-1BDB1D78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750" y="985838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3" name="Rectangle 79">
              <a:extLst>
                <a:ext uri="{FF2B5EF4-FFF2-40B4-BE49-F238E27FC236}">
                  <a16:creationId xmlns:a16="http://schemas.microsoft.com/office/drawing/2014/main" id="{A5565101-DB3C-46FB-A063-2E5E19B42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4" name="Rectangle 80">
              <a:extLst>
                <a:ext uri="{FF2B5EF4-FFF2-40B4-BE49-F238E27FC236}">
                  <a16:creationId xmlns:a16="http://schemas.microsoft.com/office/drawing/2014/main" id="{8B576330-4C4C-463C-892C-28693254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594" y="993775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5" name="Line 81">
              <a:extLst>
                <a:ext uri="{FF2B5EF4-FFF2-40B4-BE49-F238E27FC236}">
                  <a16:creationId xmlns:a16="http://schemas.microsoft.com/office/drawing/2014/main" id="{DD68F496-E794-458F-B993-101485261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9937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296" name="Group 110">
              <a:extLst>
                <a:ext uri="{FF2B5EF4-FFF2-40B4-BE49-F238E27FC236}">
                  <a16:creationId xmlns:a16="http://schemas.microsoft.com/office/drawing/2014/main" id="{432D0652-FE58-4AD2-860E-F262831B8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754063"/>
              <a:ext cx="577850" cy="482600"/>
              <a:chOff x="3435" y="821"/>
              <a:chExt cx="421" cy="354"/>
            </a:xfrm>
          </p:grpSpPr>
          <p:sp>
            <p:nvSpPr>
              <p:cNvPr id="54297" name="Line 111">
                <a:extLst>
                  <a:ext uri="{FF2B5EF4-FFF2-40B4-BE49-F238E27FC236}">
                    <a16:creationId xmlns:a16="http://schemas.microsoft.com/office/drawing/2014/main" id="{736943A9-75EC-4020-ADF7-5EA6826AF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8" name="Line 112">
                <a:extLst>
                  <a:ext uri="{FF2B5EF4-FFF2-40B4-BE49-F238E27FC236}">
                    <a16:creationId xmlns:a16="http://schemas.microsoft.com/office/drawing/2014/main" id="{3C6BB3A5-A8AC-4788-964D-6293C16E2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9" name="Arc 113">
                <a:extLst>
                  <a:ext uri="{FF2B5EF4-FFF2-40B4-BE49-F238E27FC236}">
                    <a16:creationId xmlns:a16="http://schemas.microsoft.com/office/drawing/2014/main" id="{73A99BB4-0F39-42BF-B098-3E1E1F21F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0" name="Arc 114">
                <a:extLst>
                  <a:ext uri="{FF2B5EF4-FFF2-40B4-BE49-F238E27FC236}">
                    <a16:creationId xmlns:a16="http://schemas.microsoft.com/office/drawing/2014/main" id="{DE581DC3-F30D-4D8A-B6AF-0CAF83E0BF3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1" name="Line 115">
                <a:extLst>
                  <a:ext uri="{FF2B5EF4-FFF2-40B4-BE49-F238E27FC236}">
                    <a16:creationId xmlns:a16="http://schemas.microsoft.com/office/drawing/2014/main" id="{7C8322C7-9255-4417-A53A-F2E35A4B8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4277" name="Rectangle 2">
            <a:extLst>
              <a:ext uri="{FF2B5EF4-FFF2-40B4-BE49-F238E27FC236}">
                <a16:creationId xmlns:a16="http://schemas.microsoft.com/office/drawing/2014/main" id="{0EC5D29C-C3A1-449F-970E-1186F10D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The Three Basic Logic Gates</a:t>
            </a:r>
            <a:endParaRPr lang="en-US" altLang="en-US" sz="2800"/>
          </a:p>
        </p:txBody>
      </p:sp>
      <p:sp>
        <p:nvSpPr>
          <p:cNvPr id="54278" name="TextBox 125">
            <a:extLst>
              <a:ext uri="{FF2B5EF4-FFF2-40B4-BE49-F238E27FC236}">
                <a16:creationId xmlns:a16="http://schemas.microsoft.com/office/drawing/2014/main" id="{861F7B1C-CAE3-45EA-803B-1260EE84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2.8 from the textbook ]</a:t>
            </a:r>
          </a:p>
        </p:txBody>
      </p:sp>
      <p:sp>
        <p:nvSpPr>
          <p:cNvPr id="54279" name="Rectangle 94">
            <a:extLst>
              <a:ext uri="{FF2B5EF4-FFF2-40B4-BE49-F238E27FC236}">
                <a16:creationId xmlns:a16="http://schemas.microsoft.com/office/drawing/2014/main" id="{27D1C09B-05E7-4E87-B167-40D77888A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4187825"/>
            <a:ext cx="955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OR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4280" name="Rectangle 94">
            <a:extLst>
              <a:ext uri="{FF2B5EF4-FFF2-40B4-BE49-F238E27FC236}">
                <a16:creationId xmlns:a16="http://schemas.microsoft.com/office/drawing/2014/main" id="{1670780D-88DD-41C7-9AF5-7FE6F9C9B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1108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NOT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2" descr="Screen shot 2013-08-30 at 1.07.44 PM.png">
            <a:extLst>
              <a:ext uri="{FF2B5EF4-FFF2-40B4-BE49-F238E27FC236}">
                <a16:creationId xmlns:a16="http://schemas.microsoft.com/office/drawing/2014/main" id="{D68A5C11-4E23-4801-A5D4-5F3D98A5C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0" name="Title 1">
            <a:extLst>
              <a:ext uri="{FF2B5EF4-FFF2-40B4-BE49-F238E27FC236}">
                <a16:creationId xmlns:a16="http://schemas.microsoft.com/office/drawing/2014/main" id="{AA620EF3-DE02-4C8A-BB1A-B96846F9429D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4-to-1 Mux</a:t>
            </a:r>
          </a:p>
        </p:txBody>
      </p:sp>
      <p:cxnSp>
        <p:nvCxnSpPr>
          <p:cNvPr id="58371" name="Straight Connector 27">
            <a:extLst>
              <a:ext uri="{FF2B5EF4-FFF2-40B4-BE49-F238E27FC236}">
                <a16:creationId xmlns:a16="http://schemas.microsoft.com/office/drawing/2014/main" id="{E8C82F6D-0A8B-4199-9A37-C350515CDB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13716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8372" name="Picture 1" descr="Screen shot 2015-10-09 at 2.49.43 PM.png">
            <a:extLst>
              <a:ext uri="{FF2B5EF4-FFF2-40B4-BE49-F238E27FC236}">
                <a16:creationId xmlns:a16="http://schemas.microsoft.com/office/drawing/2014/main" id="{CF7D3A09-B9B9-417B-81E3-199A24617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3" name="Picture 2" descr="Screen shot 2015-10-09 at 2.48.44 PM.png">
            <a:extLst>
              <a:ext uri="{FF2B5EF4-FFF2-40B4-BE49-F238E27FC236}">
                <a16:creationId xmlns:a16="http://schemas.microsoft.com/office/drawing/2014/main" id="{8F5EED5D-BEFA-4F56-BD46-783DE1E52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71600"/>
            <a:ext cx="2660650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C53376-F313-498E-810A-BAF082CE1382}"/>
              </a:ext>
            </a:extLst>
          </p:cNvPr>
          <p:cNvSpPr/>
          <p:nvPr/>
        </p:nvSpPr>
        <p:spPr>
          <a:xfrm>
            <a:off x="5734052" y="1371600"/>
            <a:ext cx="590536" cy="270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591F33-8CDD-4CD8-9081-6A6E432A43E2}"/>
                  </a:ext>
                </a:extLst>
              </p14:cNvPr>
              <p14:cNvContentPartPr/>
              <p14:nvPr/>
            </p14:nvContentPartPr>
            <p14:xfrm>
              <a:off x="3160800" y="1552680"/>
              <a:ext cx="4040280" cy="2958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591F33-8CDD-4CD8-9081-6A6E432A43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51440" y="1543320"/>
                <a:ext cx="4059000" cy="297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2" descr="Screen shot 2013-08-30 at 1.07.44 PM.png">
            <a:extLst>
              <a:ext uri="{FF2B5EF4-FFF2-40B4-BE49-F238E27FC236}">
                <a16:creationId xmlns:a16="http://schemas.microsoft.com/office/drawing/2014/main" id="{67FF4880-43B0-4CFE-BEC2-DF3807989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Title 1">
            <a:extLst>
              <a:ext uri="{FF2B5EF4-FFF2-40B4-BE49-F238E27FC236}">
                <a16:creationId xmlns:a16="http://schemas.microsoft.com/office/drawing/2014/main" id="{BD9FF627-6ADC-4E9B-9286-A3005EC4EF1D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4-to-1 Mux</a:t>
            </a:r>
          </a:p>
        </p:txBody>
      </p:sp>
      <p:cxnSp>
        <p:nvCxnSpPr>
          <p:cNvPr id="59395" name="Straight Connector 27">
            <a:extLst>
              <a:ext uri="{FF2B5EF4-FFF2-40B4-BE49-F238E27FC236}">
                <a16:creationId xmlns:a16="http://schemas.microsoft.com/office/drawing/2014/main" id="{E76DD00F-32B2-4E92-B085-9B8A9D671F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8382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9396" name="Picture 1" descr="Screen shot 2015-10-09 at 2.49.43 PM.png">
            <a:extLst>
              <a:ext uri="{FF2B5EF4-FFF2-40B4-BE49-F238E27FC236}">
                <a16:creationId xmlns:a16="http://schemas.microsoft.com/office/drawing/2014/main" id="{CEA45996-9E2A-42D2-BB9D-724FFD5E8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2" descr="Screen shot 2015-10-09 at 2.48.44 PM.png">
            <a:extLst>
              <a:ext uri="{FF2B5EF4-FFF2-40B4-BE49-F238E27FC236}">
                <a16:creationId xmlns:a16="http://schemas.microsoft.com/office/drawing/2014/main" id="{35B8E108-E425-48C7-9AC0-BF34B8F2C6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133600"/>
            <a:ext cx="2660650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Rectangle 9">
            <a:extLst>
              <a:ext uri="{FF2B5EF4-FFF2-40B4-BE49-F238E27FC236}">
                <a16:creationId xmlns:a16="http://schemas.microsoft.com/office/drawing/2014/main" id="{9144958D-6895-4617-823D-DE4A0472A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3087688"/>
            <a:ext cx="457200" cy="1754187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9399" name="Rectangle 9">
            <a:extLst>
              <a:ext uri="{FF2B5EF4-FFF2-40B4-BE49-F238E27FC236}">
                <a16:creationId xmlns:a16="http://schemas.microsoft.com/office/drawing/2014/main" id="{FE33195B-7747-4866-B859-8CB6CEA2C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3114675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9400" name="TextBox 56">
            <a:extLst>
              <a:ext uri="{FF2B5EF4-FFF2-40B4-BE49-F238E27FC236}">
                <a16:creationId xmlns:a16="http://schemas.microsoft.com/office/drawing/2014/main" id="{69939FE7-C6B9-4464-A8A8-53B0D9BAD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181600"/>
            <a:ext cx="4138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8000"/>
                </a:solidFill>
                <a:latin typeface="Times" panose="02020603050405020304" pitchFamily="18" charset="0"/>
              </a:rPr>
              <a:t>These two are the same.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 descr="Screen shot 2013-08-30 at 1.07.44 PM.png">
            <a:extLst>
              <a:ext uri="{FF2B5EF4-FFF2-40B4-BE49-F238E27FC236}">
                <a16:creationId xmlns:a16="http://schemas.microsoft.com/office/drawing/2014/main" id="{E42EC7E0-6E21-4E57-AC69-D5BD70699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8" name="Title 1">
            <a:extLst>
              <a:ext uri="{FF2B5EF4-FFF2-40B4-BE49-F238E27FC236}">
                <a16:creationId xmlns:a16="http://schemas.microsoft.com/office/drawing/2014/main" id="{C7774DD2-4C02-42AA-AD5D-E90AB564AEA3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4-to-1 Mux</a:t>
            </a:r>
          </a:p>
        </p:txBody>
      </p:sp>
      <p:cxnSp>
        <p:nvCxnSpPr>
          <p:cNvPr id="60419" name="Straight Connector 27">
            <a:extLst>
              <a:ext uri="{FF2B5EF4-FFF2-40B4-BE49-F238E27FC236}">
                <a16:creationId xmlns:a16="http://schemas.microsoft.com/office/drawing/2014/main" id="{E960B373-90F8-4CDF-97E7-7C52273B712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6858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0420" name="Picture 1" descr="Screen shot 2015-10-09 at 2.49.43 PM.png">
            <a:extLst>
              <a:ext uri="{FF2B5EF4-FFF2-40B4-BE49-F238E27FC236}">
                <a16:creationId xmlns:a16="http://schemas.microsoft.com/office/drawing/2014/main" id="{234E66CE-BA20-43B8-8A8D-CD6222326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2" descr="Screen shot 2015-10-09 at 2.48.44 PM.png">
            <a:extLst>
              <a:ext uri="{FF2B5EF4-FFF2-40B4-BE49-F238E27FC236}">
                <a16:creationId xmlns:a16="http://schemas.microsoft.com/office/drawing/2014/main" id="{DEA6D09A-4B1A-442C-9966-1C7B93760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81200"/>
            <a:ext cx="2660650" cy="292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Rectangle 9">
            <a:extLst>
              <a:ext uri="{FF2B5EF4-FFF2-40B4-BE49-F238E27FC236}">
                <a16:creationId xmlns:a16="http://schemas.microsoft.com/office/drawing/2014/main" id="{F097FB66-03D4-4175-A6E1-3C0CB2B3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863" y="2935288"/>
            <a:ext cx="457200" cy="1754187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23" name="Rectangle 9">
            <a:extLst>
              <a:ext uri="{FF2B5EF4-FFF2-40B4-BE49-F238E27FC236}">
                <a16:creationId xmlns:a16="http://schemas.microsoft.com/office/drawing/2014/main" id="{AD2196B2-8DD3-4F3E-BEB8-37F49299B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2962275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24" name="TextBox 4">
            <a:extLst>
              <a:ext uri="{FF2B5EF4-FFF2-40B4-BE49-F238E27FC236}">
                <a16:creationId xmlns:a16="http://schemas.microsoft.com/office/drawing/2014/main" id="{24AD5DEB-3242-4620-8980-09637722B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029200"/>
            <a:ext cx="41386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8000"/>
                </a:solidFill>
                <a:latin typeface="Times" panose="02020603050405020304" pitchFamily="18" charset="0"/>
              </a:rPr>
              <a:t>These two are the same.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00FF"/>
                </a:solidFill>
                <a:latin typeface="Times" panose="02020603050405020304" pitchFamily="18" charset="0"/>
              </a:rPr>
              <a:t>And so are these two.</a:t>
            </a:r>
          </a:p>
        </p:txBody>
      </p:sp>
      <p:sp>
        <p:nvSpPr>
          <p:cNvPr id="60425" name="Rectangle 9">
            <a:extLst>
              <a:ext uri="{FF2B5EF4-FFF2-40B4-BE49-F238E27FC236}">
                <a16:creationId xmlns:a16="http://schemas.microsoft.com/office/drawing/2014/main" id="{C24BBF05-2AD0-4254-B326-82569BFC4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2339975"/>
            <a:ext cx="1228725" cy="436563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3366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26" name="Rectangle 9">
            <a:extLst>
              <a:ext uri="{FF2B5EF4-FFF2-40B4-BE49-F238E27FC236}">
                <a16:creationId xmlns:a16="http://schemas.microsoft.com/office/drawing/2014/main" id="{B3BF5D90-1A64-402B-B53F-6E58ACCCC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2057400"/>
            <a:ext cx="457200" cy="773113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3366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40FA63DB-BD51-4150-AC94-3C7302F1B177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OR Gate with 4-to-1 Mux</a:t>
            </a:r>
          </a:p>
        </p:txBody>
      </p:sp>
      <p:cxnSp>
        <p:nvCxnSpPr>
          <p:cNvPr id="61442" name="Straight Connector 24">
            <a:extLst>
              <a:ext uri="{FF2B5EF4-FFF2-40B4-BE49-F238E27FC236}">
                <a16:creationId xmlns:a16="http://schemas.microsoft.com/office/drawing/2014/main" id="{8455B885-A0F7-468B-8157-022DADF0E8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10668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1443" name="Picture 44" descr="Screen shot 2015-10-09 at 2.49.49 PM.png">
            <a:extLst>
              <a:ext uri="{FF2B5EF4-FFF2-40B4-BE49-F238E27FC236}">
                <a16:creationId xmlns:a16="http://schemas.microsoft.com/office/drawing/2014/main" id="{9F608D14-5354-47B1-BB07-0942E58B4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838200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444" name="Group 6">
            <a:extLst>
              <a:ext uri="{FF2B5EF4-FFF2-40B4-BE49-F238E27FC236}">
                <a16:creationId xmlns:a16="http://schemas.microsoft.com/office/drawing/2014/main" id="{D37771E2-AA09-440D-8D04-65B1A889B01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503488"/>
            <a:ext cx="3151188" cy="2478087"/>
            <a:chOff x="5257800" y="2209800"/>
            <a:chExt cx="3150547" cy="2477540"/>
          </a:xfrm>
        </p:grpSpPr>
        <p:pic>
          <p:nvPicPr>
            <p:cNvPr id="61446" name="Picture 49" descr="Screen shot 2013-08-30 at 1.07.44 PM.png">
              <a:extLst>
                <a:ext uri="{FF2B5EF4-FFF2-40B4-BE49-F238E27FC236}">
                  <a16:creationId xmlns:a16="http://schemas.microsoft.com/office/drawing/2014/main" id="{5324F6A7-8B1E-4911-8BC1-9C65793A0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447" name="Picture 47" descr="Screen shot 2013-08-30 at 1.08.35 PM.png">
              <a:extLst>
                <a:ext uri="{FF2B5EF4-FFF2-40B4-BE49-F238E27FC236}">
                  <a16:creationId xmlns:a16="http://schemas.microsoft.com/office/drawing/2014/main" id="{E0C1EAA4-2B65-4615-8AE0-774821A31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1445" name="Picture 49" descr="Screen shot 2015-10-09 at 2.48.54 PM.png">
            <a:extLst>
              <a:ext uri="{FF2B5EF4-FFF2-40B4-BE49-F238E27FC236}">
                <a16:creationId xmlns:a16="http://schemas.microsoft.com/office/drawing/2014/main" id="{9265B5F7-2DF9-4822-9D9D-2CE464561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942975"/>
            <a:ext cx="25923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68AFA4-3D63-499D-8D23-AC379CDBFF20}"/>
              </a:ext>
            </a:extLst>
          </p:cNvPr>
          <p:cNvSpPr/>
          <p:nvPr/>
        </p:nvSpPr>
        <p:spPr>
          <a:xfrm>
            <a:off x="5734052" y="942975"/>
            <a:ext cx="590536" cy="270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60A501-AA61-4BCF-84F6-C10F18EE93E7}"/>
                  </a:ext>
                </a:extLst>
              </p14:cNvPr>
              <p14:cNvContentPartPr/>
              <p14:nvPr/>
            </p14:nvContentPartPr>
            <p14:xfrm>
              <a:off x="3326040" y="1062000"/>
              <a:ext cx="3924360" cy="256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60A501-AA61-4BCF-84F6-C10F18EE93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16680" y="1052640"/>
                <a:ext cx="3943080" cy="258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131FEFC0-E8AE-429B-B317-E1B71ADDA001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OR Gate with 4-to-1 Mux</a:t>
            </a:r>
          </a:p>
        </p:txBody>
      </p:sp>
      <p:cxnSp>
        <p:nvCxnSpPr>
          <p:cNvPr id="62466" name="Straight Connector 24">
            <a:extLst>
              <a:ext uri="{FF2B5EF4-FFF2-40B4-BE49-F238E27FC236}">
                <a16:creationId xmlns:a16="http://schemas.microsoft.com/office/drawing/2014/main" id="{ADBD6ECE-1BAF-4D3C-BDAF-F402D3FB00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90575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2467" name="Picture 44" descr="Screen shot 2015-10-09 at 2.49.49 PM.png">
            <a:extLst>
              <a:ext uri="{FF2B5EF4-FFF2-40B4-BE49-F238E27FC236}">
                <a16:creationId xmlns:a16="http://schemas.microsoft.com/office/drawing/2014/main" id="{B71D4FBE-D840-434E-88F9-FCE0BF356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762000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468" name="Group 6">
            <a:extLst>
              <a:ext uri="{FF2B5EF4-FFF2-40B4-BE49-F238E27FC236}">
                <a16:creationId xmlns:a16="http://schemas.microsoft.com/office/drawing/2014/main" id="{67F0E2F8-2724-40EC-8F68-21B2C7743E24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427288"/>
            <a:ext cx="3151188" cy="2478087"/>
            <a:chOff x="5257800" y="2209800"/>
            <a:chExt cx="3150547" cy="2477540"/>
          </a:xfrm>
        </p:grpSpPr>
        <p:pic>
          <p:nvPicPr>
            <p:cNvPr id="62473" name="Picture 49" descr="Screen shot 2013-08-30 at 1.07.44 PM.png">
              <a:extLst>
                <a:ext uri="{FF2B5EF4-FFF2-40B4-BE49-F238E27FC236}">
                  <a16:creationId xmlns:a16="http://schemas.microsoft.com/office/drawing/2014/main" id="{90583CED-1CF5-4971-844E-00DB87DB9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4" name="Picture 47" descr="Screen shot 2013-08-30 at 1.08.35 PM.png">
              <a:extLst>
                <a:ext uri="{FF2B5EF4-FFF2-40B4-BE49-F238E27FC236}">
                  <a16:creationId xmlns:a16="http://schemas.microsoft.com/office/drawing/2014/main" id="{2CA78E27-5B43-44F1-B32D-3F27591A0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2469" name="Picture 49" descr="Screen shot 2015-10-09 at 2.48.54 PM.png">
            <a:extLst>
              <a:ext uri="{FF2B5EF4-FFF2-40B4-BE49-F238E27FC236}">
                <a16:creationId xmlns:a16="http://schemas.microsoft.com/office/drawing/2014/main" id="{D7B0FD24-19F7-41BB-B55D-67A2701543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066800"/>
            <a:ext cx="25923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8">
            <a:extLst>
              <a:ext uri="{FF2B5EF4-FFF2-40B4-BE49-F238E27FC236}">
                <a16:creationId xmlns:a16="http://schemas.microsoft.com/office/drawing/2014/main" id="{A1355726-2A25-4D7B-9408-6C881611C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133975"/>
            <a:ext cx="41386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8000"/>
                </a:solidFill>
                <a:latin typeface="Times" panose="02020603050405020304" pitchFamily="18" charset="0"/>
              </a:rPr>
              <a:t>These two are the same.</a:t>
            </a:r>
          </a:p>
        </p:txBody>
      </p:sp>
      <p:sp>
        <p:nvSpPr>
          <p:cNvPr id="62471" name="Rectangle 9">
            <a:extLst>
              <a:ext uri="{FF2B5EF4-FFF2-40B4-BE49-F238E27FC236}">
                <a16:creationId xmlns:a16="http://schemas.microsoft.com/office/drawing/2014/main" id="{F5C1C443-9AB9-469B-B927-AD767F37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149600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2472" name="Rectangle 9">
            <a:extLst>
              <a:ext uri="{FF2B5EF4-FFF2-40B4-BE49-F238E27FC236}">
                <a16:creationId xmlns:a16="http://schemas.microsoft.com/office/drawing/2014/main" id="{A3D61694-E75B-4D73-ACB4-8134E2786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2063750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462B9BB4-DC4F-46C5-9CE8-AAEBD959A705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OR Gate with 4-to-1 Mux</a:t>
            </a:r>
          </a:p>
        </p:txBody>
      </p:sp>
      <p:cxnSp>
        <p:nvCxnSpPr>
          <p:cNvPr id="63490" name="Straight Connector 24">
            <a:extLst>
              <a:ext uri="{FF2B5EF4-FFF2-40B4-BE49-F238E27FC236}">
                <a16:creationId xmlns:a16="http://schemas.microsoft.com/office/drawing/2014/main" id="{1498842F-08DB-409A-BA4E-765560035A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14375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3491" name="Picture 44" descr="Screen shot 2015-10-09 at 2.49.49 PM.png">
            <a:extLst>
              <a:ext uri="{FF2B5EF4-FFF2-40B4-BE49-F238E27FC236}">
                <a16:creationId xmlns:a16="http://schemas.microsoft.com/office/drawing/2014/main" id="{3361875E-C397-4649-A0E5-F1DF5E686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685800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3492" name="Group 6">
            <a:extLst>
              <a:ext uri="{FF2B5EF4-FFF2-40B4-BE49-F238E27FC236}">
                <a16:creationId xmlns:a16="http://schemas.microsoft.com/office/drawing/2014/main" id="{D97EA798-F112-469D-822B-A7C7B10D9413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351088"/>
            <a:ext cx="3151188" cy="2478087"/>
            <a:chOff x="5257800" y="2209800"/>
            <a:chExt cx="3150547" cy="2477540"/>
          </a:xfrm>
        </p:grpSpPr>
        <p:pic>
          <p:nvPicPr>
            <p:cNvPr id="63499" name="Picture 49" descr="Screen shot 2013-08-30 at 1.07.44 PM.png">
              <a:extLst>
                <a:ext uri="{FF2B5EF4-FFF2-40B4-BE49-F238E27FC236}">
                  <a16:creationId xmlns:a16="http://schemas.microsoft.com/office/drawing/2014/main" id="{80A327A6-DAC2-4012-B390-3613AD1F1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500" name="Picture 47" descr="Screen shot 2013-08-30 at 1.08.35 PM.png">
              <a:extLst>
                <a:ext uri="{FF2B5EF4-FFF2-40B4-BE49-F238E27FC236}">
                  <a16:creationId xmlns:a16="http://schemas.microsoft.com/office/drawing/2014/main" id="{62625F75-6112-4C0E-959D-CC96670ED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3" name="Picture 49" descr="Screen shot 2015-10-09 at 2.48.54 PM.png">
            <a:extLst>
              <a:ext uri="{FF2B5EF4-FFF2-40B4-BE49-F238E27FC236}">
                <a16:creationId xmlns:a16="http://schemas.microsoft.com/office/drawing/2014/main" id="{4EEB7C10-3E00-407D-9AA2-A4DAD0AA6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990600"/>
            <a:ext cx="2592388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TextBox 8">
            <a:extLst>
              <a:ext uri="{FF2B5EF4-FFF2-40B4-BE49-F238E27FC236}">
                <a16:creationId xmlns:a16="http://schemas.microsoft.com/office/drawing/2014/main" id="{B029FA4B-C86A-4D94-986A-9C818FEBB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057775"/>
            <a:ext cx="41386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8000"/>
                </a:solidFill>
                <a:latin typeface="Times" panose="02020603050405020304" pitchFamily="18" charset="0"/>
              </a:rPr>
              <a:t>These two are the same.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b="0">
                <a:solidFill>
                  <a:srgbClr val="0000FF"/>
                </a:solidFill>
                <a:latin typeface="Times" panose="02020603050405020304" pitchFamily="18" charset="0"/>
              </a:rPr>
              <a:t>And so are these two.</a:t>
            </a:r>
          </a:p>
        </p:txBody>
      </p:sp>
      <p:sp>
        <p:nvSpPr>
          <p:cNvPr id="63495" name="Rectangle 9">
            <a:extLst>
              <a:ext uri="{FF2B5EF4-FFF2-40B4-BE49-F238E27FC236}">
                <a16:creationId xmlns:a16="http://schemas.microsoft.com/office/drawing/2014/main" id="{F5F99ABE-3160-470B-98A2-E8A84FE2E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525" y="3073400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496" name="Rectangle 9">
            <a:extLst>
              <a:ext uri="{FF2B5EF4-FFF2-40B4-BE49-F238E27FC236}">
                <a16:creationId xmlns:a16="http://schemas.microsoft.com/office/drawing/2014/main" id="{C3AF3FFB-FEBC-452B-9AA8-4917393E8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1987550"/>
            <a:ext cx="457200" cy="1754188"/>
          </a:xfrm>
          <a:prstGeom prst="rect">
            <a:avLst/>
          </a:prstGeom>
          <a:solidFill>
            <a:srgbClr val="008000">
              <a:alpha val="20000"/>
            </a:srgbClr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497" name="Rectangle 11">
            <a:extLst>
              <a:ext uri="{FF2B5EF4-FFF2-40B4-BE49-F238E27FC236}">
                <a16:creationId xmlns:a16="http://schemas.microsoft.com/office/drawing/2014/main" id="{3A74E5C9-2F85-48E8-B580-B488BFA50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" y="2463800"/>
            <a:ext cx="1228725" cy="436563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3366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498" name="Rectangle 9">
            <a:extLst>
              <a:ext uri="{FF2B5EF4-FFF2-40B4-BE49-F238E27FC236}">
                <a16:creationId xmlns:a16="http://schemas.microsoft.com/office/drawing/2014/main" id="{4EC242C3-C23E-423E-BD47-E2907AF36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8" y="1050925"/>
            <a:ext cx="457200" cy="773113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rgbClr val="3366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8FA68F4A-2779-404F-A8D5-8337675A1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4-to-1 Mux</a:t>
            </a:r>
          </a:p>
        </p:txBody>
      </p:sp>
      <p:grpSp>
        <p:nvGrpSpPr>
          <p:cNvPr id="64514" name="Group 13">
            <a:extLst>
              <a:ext uri="{FF2B5EF4-FFF2-40B4-BE49-F238E27FC236}">
                <a16:creationId xmlns:a16="http://schemas.microsoft.com/office/drawing/2014/main" id="{5638D0E0-8B76-4361-83BA-07963C89F128}"/>
              </a:ext>
            </a:extLst>
          </p:cNvPr>
          <p:cNvGrpSpPr>
            <a:grpSpLocks/>
          </p:cNvGrpSpPr>
          <p:nvPr/>
        </p:nvGrpSpPr>
        <p:grpSpPr bwMode="auto">
          <a:xfrm>
            <a:off x="1246188" y="2827338"/>
            <a:ext cx="1600200" cy="1676400"/>
            <a:chOff x="5715000" y="2590800"/>
            <a:chExt cx="1600200" cy="1676400"/>
          </a:xfrm>
        </p:grpSpPr>
        <p:cxnSp>
          <p:nvCxnSpPr>
            <p:cNvPr id="64526" name="Straight Connector 11">
              <a:extLst>
                <a:ext uri="{FF2B5EF4-FFF2-40B4-BE49-F238E27FC236}">
                  <a16:creationId xmlns:a16="http://schemas.microsoft.com/office/drawing/2014/main" id="{F86FC6C1-53E9-4113-A484-03EBB6891F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2743200"/>
              <a:ext cx="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27" name="Straight Connector 12">
              <a:extLst>
                <a:ext uri="{FF2B5EF4-FFF2-40B4-BE49-F238E27FC236}">
                  <a16:creationId xmlns:a16="http://schemas.microsoft.com/office/drawing/2014/main" id="{F551210C-6C10-48FD-ADFF-E564C9C47B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1242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528" name="TextBox 9">
              <a:extLst>
                <a:ext uri="{FF2B5EF4-FFF2-40B4-BE49-F238E27FC236}">
                  <a16:creationId xmlns:a16="http://schemas.microsoft.com/office/drawing/2014/main" id="{EFFAAC40-C3F9-4B56-9428-5E9F7127B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64529" name="TextBox 74">
              <a:extLst>
                <a:ext uri="{FF2B5EF4-FFF2-40B4-BE49-F238E27FC236}">
                  <a16:creationId xmlns:a16="http://schemas.microsoft.com/office/drawing/2014/main" id="{8957B335-51E3-4653-9FD1-B69C188FE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705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cxnSp>
          <p:nvCxnSpPr>
            <p:cNvPr id="64530" name="Straight Connector 15">
              <a:extLst>
                <a:ext uri="{FF2B5EF4-FFF2-40B4-BE49-F238E27FC236}">
                  <a16:creationId xmlns:a16="http://schemas.microsoft.com/office/drawing/2014/main" id="{5216AD3B-1150-45AF-B4CD-C8DAEA7284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8000" y="2743200"/>
              <a:ext cx="228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531" name="TextBox 77">
              <a:extLst>
                <a:ext uri="{FF2B5EF4-FFF2-40B4-BE49-F238E27FC236}">
                  <a16:creationId xmlns:a16="http://schemas.microsoft.com/office/drawing/2014/main" id="{3D792421-00C0-4FA5-9A6F-7DD1685E4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2105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64532" name="TextBox 78">
              <a:extLst>
                <a:ext uri="{FF2B5EF4-FFF2-40B4-BE49-F238E27FC236}">
                  <a16:creationId xmlns:a16="http://schemas.microsoft.com/office/drawing/2014/main" id="{229028CC-FB28-4656-94DA-933657408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7439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64533" name="TextBox 80">
              <a:extLst>
                <a:ext uri="{FF2B5EF4-FFF2-40B4-BE49-F238E27FC236}">
                  <a16:creationId xmlns:a16="http://schemas.microsoft.com/office/drawing/2014/main" id="{D71BC6C2-468C-438A-A527-E2C6C31DC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2004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64534" name="TextBox 81">
              <a:extLst>
                <a:ext uri="{FF2B5EF4-FFF2-40B4-BE49-F238E27FC236}">
                  <a16:creationId xmlns:a16="http://schemas.microsoft.com/office/drawing/2014/main" id="{30740DF8-82EA-427E-B8DE-6B893AFAE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7338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cxnSp>
        <p:nvCxnSpPr>
          <p:cNvPr id="64515" name="Straight Connector 20">
            <a:extLst>
              <a:ext uri="{FF2B5EF4-FFF2-40B4-BE49-F238E27FC236}">
                <a16:creationId xmlns:a16="http://schemas.microsoft.com/office/drawing/2014/main" id="{A11C7D5B-1E68-4770-8C85-D2B545EB747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31574" y="541338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4516" name="Group 45">
            <a:extLst>
              <a:ext uri="{FF2B5EF4-FFF2-40B4-BE49-F238E27FC236}">
                <a16:creationId xmlns:a16="http://schemas.microsoft.com/office/drawing/2014/main" id="{4627F732-0B64-4C24-9A61-EA766C9EFB6D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1371600"/>
            <a:ext cx="1916112" cy="441325"/>
            <a:chOff x="1207819" y="2667000"/>
            <a:chExt cx="1916381" cy="441325"/>
          </a:xfrm>
        </p:grpSpPr>
        <p:sp>
          <p:nvSpPr>
            <p:cNvPr id="64518" name="Line 16">
              <a:extLst>
                <a:ext uri="{FF2B5EF4-FFF2-40B4-BE49-F238E27FC236}">
                  <a16:creationId xmlns:a16="http://schemas.microsoft.com/office/drawing/2014/main" id="{A37297CC-C5A4-4554-9A67-AD514F9A76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19" name="Line 17">
              <a:extLst>
                <a:ext uri="{FF2B5EF4-FFF2-40B4-BE49-F238E27FC236}">
                  <a16:creationId xmlns:a16="http://schemas.microsoft.com/office/drawing/2014/main" id="{169E0A08-A75A-4B79-A83B-FEC6F8C86F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0" name="Freeform 18">
              <a:extLst>
                <a:ext uri="{FF2B5EF4-FFF2-40B4-BE49-F238E27FC236}">
                  <a16:creationId xmlns:a16="http://schemas.microsoft.com/office/drawing/2014/main" id="{12CD29F7-0659-438F-905D-435DD0004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1" name="Freeform 19">
              <a:extLst>
                <a:ext uri="{FF2B5EF4-FFF2-40B4-BE49-F238E27FC236}">
                  <a16:creationId xmlns:a16="http://schemas.microsoft.com/office/drawing/2014/main" id="{3E3E251F-CB46-4B15-8F3A-7EF25A578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22" name="Rectangle 96">
              <a:extLst>
                <a:ext uri="{FF2B5EF4-FFF2-40B4-BE49-F238E27FC236}">
                  <a16:creationId xmlns:a16="http://schemas.microsoft.com/office/drawing/2014/main" id="{12E6CE14-3361-4B35-B60E-C218E230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64523" name="Group 39">
              <a:extLst>
                <a:ext uri="{FF2B5EF4-FFF2-40B4-BE49-F238E27FC236}">
                  <a16:creationId xmlns:a16="http://schemas.microsoft.com/office/drawing/2014/main" id="{C66051F6-6B12-431D-B652-C381854BF0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64524" name="Line 97">
                <a:extLst>
                  <a:ext uri="{FF2B5EF4-FFF2-40B4-BE49-F238E27FC236}">
                    <a16:creationId xmlns:a16="http://schemas.microsoft.com/office/drawing/2014/main" id="{B180C387-D01D-46AB-982F-EF3F29350E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5" name="Rectangle 96">
                <a:extLst>
                  <a:ext uri="{FF2B5EF4-FFF2-40B4-BE49-F238E27FC236}">
                    <a16:creationId xmlns:a16="http://schemas.microsoft.com/office/drawing/2014/main" id="{E491B5A8-9E55-4FFB-9B87-2CA8B272C0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pic>
        <p:nvPicPr>
          <p:cNvPr id="64517" name="Picture 2" descr="Screen shot 2015-10-09 at 3.23.02 PM.png">
            <a:extLst>
              <a:ext uri="{FF2B5EF4-FFF2-40B4-BE49-F238E27FC236}">
                <a16:creationId xmlns:a16="http://schemas.microsoft.com/office/drawing/2014/main" id="{3679122F-EA3B-42A6-875B-A758C6BBE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1143000"/>
            <a:ext cx="2740025" cy="312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928DB3-5ABD-43C6-B6F1-2685F7C26FE8}"/>
              </a:ext>
            </a:extLst>
          </p:cNvPr>
          <p:cNvSpPr/>
          <p:nvPr/>
        </p:nvSpPr>
        <p:spPr>
          <a:xfrm>
            <a:off x="5449617" y="1239838"/>
            <a:ext cx="1103583" cy="2705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E7B926-9C8E-4C8A-B1F5-53F1B7BF5E64}"/>
                  </a:ext>
                </a:extLst>
              </p14:cNvPr>
              <p14:cNvContentPartPr/>
              <p14:nvPr/>
            </p14:nvContentPartPr>
            <p14:xfrm>
              <a:off x="5591160" y="1270800"/>
              <a:ext cx="2145960" cy="5238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E7B926-9C8E-4C8A-B1F5-53F1B7BF5E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81800" y="1261440"/>
                <a:ext cx="2164680" cy="525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F29B3B1D-EEF7-4EA8-82AC-D24434C6B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4-to-1 Mux</a:t>
            </a:r>
          </a:p>
        </p:txBody>
      </p:sp>
      <p:cxnSp>
        <p:nvCxnSpPr>
          <p:cNvPr id="65538" name="Straight Connector 20">
            <a:extLst>
              <a:ext uri="{FF2B5EF4-FFF2-40B4-BE49-F238E27FC236}">
                <a16:creationId xmlns:a16="http://schemas.microsoft.com/office/drawing/2014/main" id="{3300CEBF-20BC-4509-B193-993ACF49F32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10668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5539" name="Group 45">
            <a:extLst>
              <a:ext uri="{FF2B5EF4-FFF2-40B4-BE49-F238E27FC236}">
                <a16:creationId xmlns:a16="http://schemas.microsoft.com/office/drawing/2014/main" id="{9C1D7B0B-976B-45D6-BDE0-1F66FB28E7E6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1295400"/>
            <a:ext cx="1916112" cy="441325"/>
            <a:chOff x="1207819" y="2667000"/>
            <a:chExt cx="1916381" cy="441325"/>
          </a:xfrm>
        </p:grpSpPr>
        <p:sp>
          <p:nvSpPr>
            <p:cNvPr id="65560" name="Line 16">
              <a:extLst>
                <a:ext uri="{FF2B5EF4-FFF2-40B4-BE49-F238E27FC236}">
                  <a16:creationId xmlns:a16="http://schemas.microsoft.com/office/drawing/2014/main" id="{747F7AC6-4A64-464E-BDD6-7D8A74DEE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61" name="Line 17">
              <a:extLst>
                <a:ext uri="{FF2B5EF4-FFF2-40B4-BE49-F238E27FC236}">
                  <a16:creationId xmlns:a16="http://schemas.microsoft.com/office/drawing/2014/main" id="{59AE2737-9DFB-46E9-8801-5AAAB970C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62" name="Freeform 18">
              <a:extLst>
                <a:ext uri="{FF2B5EF4-FFF2-40B4-BE49-F238E27FC236}">
                  <a16:creationId xmlns:a16="http://schemas.microsoft.com/office/drawing/2014/main" id="{9247A24E-C107-4395-B32D-59AA31537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63" name="Freeform 19">
              <a:extLst>
                <a:ext uri="{FF2B5EF4-FFF2-40B4-BE49-F238E27FC236}">
                  <a16:creationId xmlns:a16="http://schemas.microsoft.com/office/drawing/2014/main" id="{F2B4ADB4-231E-4375-B9B9-98AC90AE0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564" name="Rectangle 96">
              <a:extLst>
                <a:ext uri="{FF2B5EF4-FFF2-40B4-BE49-F238E27FC236}">
                  <a16:creationId xmlns:a16="http://schemas.microsoft.com/office/drawing/2014/main" id="{F6E9BB56-DC5D-40D4-BBB6-37C2C1BF8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65565" name="Group 39">
              <a:extLst>
                <a:ext uri="{FF2B5EF4-FFF2-40B4-BE49-F238E27FC236}">
                  <a16:creationId xmlns:a16="http://schemas.microsoft.com/office/drawing/2014/main" id="{04EBD327-DBE2-4F13-BE77-911543CF64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65566" name="Line 97">
                <a:extLst>
                  <a:ext uri="{FF2B5EF4-FFF2-40B4-BE49-F238E27FC236}">
                    <a16:creationId xmlns:a16="http://schemas.microsoft.com/office/drawing/2014/main" id="{0B5CEC3D-4336-44A1-A52E-EFC161378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67" name="Rectangle 96">
                <a:extLst>
                  <a:ext uri="{FF2B5EF4-FFF2-40B4-BE49-F238E27FC236}">
                    <a16:creationId xmlns:a16="http://schemas.microsoft.com/office/drawing/2014/main" id="{ECAC0EF3-C7A6-4352-8981-C2E636190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pic>
        <p:nvPicPr>
          <p:cNvPr id="65540" name="Picture 2" descr="Screen shot 2015-10-09 at 3.23.02 PM.png">
            <a:extLst>
              <a:ext uri="{FF2B5EF4-FFF2-40B4-BE49-F238E27FC236}">
                <a16:creationId xmlns:a16="http://schemas.microsoft.com/office/drawing/2014/main" id="{D89028C3-4151-4E13-9ABC-847F0865E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563" y="1835150"/>
            <a:ext cx="2740025" cy="312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Group 605">
            <a:extLst>
              <a:ext uri="{FF2B5EF4-FFF2-40B4-BE49-F238E27FC236}">
                <a16:creationId xmlns:a16="http://schemas.microsoft.com/office/drawing/2014/main" id="{CD062BC9-7AA2-F249-912B-314E699E3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303142"/>
              </p:ext>
            </p:extLst>
          </p:nvPr>
        </p:nvGraphicFramePr>
        <p:xfrm>
          <a:off x="1447800" y="2743200"/>
          <a:ext cx="1485900" cy="19208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27761688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52421432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061596649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x</a:t>
                      </a:r>
                      <a:endParaRPr kumimoji="0" lang="en-US" altLang="en-US" sz="24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y</a:t>
                      </a:r>
                      <a:endParaRPr kumimoji="0" lang="en-US" altLang="en-US" sz="24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f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907583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621884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22559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46962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59284"/>
                  </a:ext>
                </a:extLst>
              </a:tr>
            </a:tbl>
          </a:graphicData>
        </a:graphic>
      </p:graphicFrame>
      <p:sp>
        <p:nvSpPr>
          <p:cNvPr id="65559" name="TextBox 24">
            <a:extLst>
              <a:ext uri="{FF2B5EF4-FFF2-40B4-BE49-F238E27FC236}">
                <a16:creationId xmlns:a16="http://schemas.microsoft.com/office/drawing/2014/main" id="{93F53F65-BC09-40DC-8816-15505187E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5376863"/>
            <a:ext cx="3949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Introduce a dummy variable 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5" name="Picture 3" descr="Screen shot 2015-10-09 at 3.26.00 PM.png">
            <a:extLst>
              <a:ext uri="{FF2B5EF4-FFF2-40B4-BE49-F238E27FC236}">
                <a16:creationId xmlns:a16="http://schemas.microsoft.com/office/drawing/2014/main" id="{252C8175-F246-457F-823D-9FE477C54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95400"/>
            <a:ext cx="28860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6" name="Title 1">
            <a:extLst>
              <a:ext uri="{FF2B5EF4-FFF2-40B4-BE49-F238E27FC236}">
                <a16:creationId xmlns:a16="http://schemas.microsoft.com/office/drawing/2014/main" id="{8D116D05-E542-4C90-934D-5F5E1E926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4-to-1 Mux</a:t>
            </a:r>
          </a:p>
        </p:txBody>
      </p:sp>
      <p:cxnSp>
        <p:nvCxnSpPr>
          <p:cNvPr id="67587" name="Straight Connector 20">
            <a:extLst>
              <a:ext uri="{FF2B5EF4-FFF2-40B4-BE49-F238E27FC236}">
                <a16:creationId xmlns:a16="http://schemas.microsoft.com/office/drawing/2014/main" id="{929CFF0F-26F5-4C15-BE11-1B48D89651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62000"/>
            <a:ext cx="0" cy="38862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7588" name="Group 45">
            <a:extLst>
              <a:ext uri="{FF2B5EF4-FFF2-40B4-BE49-F238E27FC236}">
                <a16:creationId xmlns:a16="http://schemas.microsoft.com/office/drawing/2014/main" id="{82E24B66-B7DA-44DE-A7F4-FE79523AC23A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838200"/>
            <a:ext cx="1916112" cy="441325"/>
            <a:chOff x="1207819" y="2667000"/>
            <a:chExt cx="1916381" cy="441325"/>
          </a:xfrm>
        </p:grpSpPr>
        <p:sp>
          <p:nvSpPr>
            <p:cNvPr id="67608" name="Line 16">
              <a:extLst>
                <a:ext uri="{FF2B5EF4-FFF2-40B4-BE49-F238E27FC236}">
                  <a16:creationId xmlns:a16="http://schemas.microsoft.com/office/drawing/2014/main" id="{322294F7-EA0B-4D39-B9A1-1DB1ECA7B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09" name="Line 17">
              <a:extLst>
                <a:ext uri="{FF2B5EF4-FFF2-40B4-BE49-F238E27FC236}">
                  <a16:creationId xmlns:a16="http://schemas.microsoft.com/office/drawing/2014/main" id="{418772EA-37E0-4148-8B14-6EA127898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10" name="Freeform 18">
              <a:extLst>
                <a:ext uri="{FF2B5EF4-FFF2-40B4-BE49-F238E27FC236}">
                  <a16:creationId xmlns:a16="http://schemas.microsoft.com/office/drawing/2014/main" id="{C3CE1A54-5139-4F76-8709-73DDBB74D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11" name="Freeform 19">
              <a:extLst>
                <a:ext uri="{FF2B5EF4-FFF2-40B4-BE49-F238E27FC236}">
                  <a16:creationId xmlns:a16="http://schemas.microsoft.com/office/drawing/2014/main" id="{2477EC53-FA3E-41AF-8510-9F5C9CB32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612" name="Rectangle 96">
              <a:extLst>
                <a:ext uri="{FF2B5EF4-FFF2-40B4-BE49-F238E27FC236}">
                  <a16:creationId xmlns:a16="http://schemas.microsoft.com/office/drawing/2014/main" id="{1232DA6E-7F53-463E-96FF-CC9BA8485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67613" name="Group 39">
              <a:extLst>
                <a:ext uri="{FF2B5EF4-FFF2-40B4-BE49-F238E27FC236}">
                  <a16:creationId xmlns:a16="http://schemas.microsoft.com/office/drawing/2014/main" id="{5183931A-CF6A-4CF8-9967-A1CBDD848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67614" name="Line 97">
                <a:extLst>
                  <a:ext uri="{FF2B5EF4-FFF2-40B4-BE49-F238E27FC236}">
                    <a16:creationId xmlns:a16="http://schemas.microsoft.com/office/drawing/2014/main" id="{F9207677-3DA5-4411-9583-F0D6D1743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15" name="Rectangle 96">
                <a:extLst>
                  <a:ext uri="{FF2B5EF4-FFF2-40B4-BE49-F238E27FC236}">
                    <a16:creationId xmlns:a16="http://schemas.microsoft.com/office/drawing/2014/main" id="{70B15BAA-B792-4CE4-BCE8-E43D3F66C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graphicFrame>
        <p:nvGraphicFramePr>
          <p:cNvPr id="24" name="Group 605">
            <a:extLst>
              <a:ext uri="{FF2B5EF4-FFF2-40B4-BE49-F238E27FC236}">
                <a16:creationId xmlns:a16="http://schemas.microsoft.com/office/drawing/2014/main" id="{4F81D487-0CF3-7A4D-9195-8A93B87B2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749700"/>
              </p:ext>
            </p:extLst>
          </p:nvPr>
        </p:nvGraphicFramePr>
        <p:xfrm>
          <a:off x="1447800" y="2286000"/>
          <a:ext cx="1485900" cy="19208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5854581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38419397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724889188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x</a:t>
                      </a:r>
                      <a:endParaRPr kumimoji="0" lang="en-US" altLang="en-US" sz="24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y</a:t>
                      </a:r>
                      <a:endParaRPr kumimoji="0" lang="en-US" altLang="en-US" sz="24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f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46821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13011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46263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59590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619903"/>
                  </a:ext>
                </a:extLst>
              </a:tr>
            </a:tbl>
          </a:graphicData>
        </a:graphic>
      </p:graphicFrame>
      <p:sp>
        <p:nvSpPr>
          <p:cNvPr id="67607" name="TextBox 14">
            <a:extLst>
              <a:ext uri="{FF2B5EF4-FFF2-40B4-BE49-F238E27FC236}">
                <a16:creationId xmlns:a16="http://schemas.microsoft.com/office/drawing/2014/main" id="{85008894-9A11-4A06-8D35-65D5ED92C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4953000"/>
            <a:ext cx="629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Now set y to either 0 or 1 (both will work). Why?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505EE3BE-26BA-4F14-BA94-0667B1449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4-to-1 Mux</a:t>
            </a:r>
          </a:p>
        </p:txBody>
      </p:sp>
      <p:grpSp>
        <p:nvGrpSpPr>
          <p:cNvPr id="68610" name="Group 13">
            <a:extLst>
              <a:ext uri="{FF2B5EF4-FFF2-40B4-BE49-F238E27FC236}">
                <a16:creationId xmlns:a16="http://schemas.microsoft.com/office/drawing/2014/main" id="{0C3B3093-7BE7-41D2-824E-C46EB9BBD785}"/>
              </a:ext>
            </a:extLst>
          </p:cNvPr>
          <p:cNvGrpSpPr>
            <a:grpSpLocks/>
          </p:cNvGrpSpPr>
          <p:nvPr/>
        </p:nvGrpSpPr>
        <p:grpSpPr bwMode="auto">
          <a:xfrm>
            <a:off x="192274" y="2913217"/>
            <a:ext cx="1600200" cy="1676400"/>
            <a:chOff x="5715000" y="2590800"/>
            <a:chExt cx="1600200" cy="1676400"/>
          </a:xfrm>
        </p:grpSpPr>
        <p:cxnSp>
          <p:nvCxnSpPr>
            <p:cNvPr id="68624" name="Straight Connector 11">
              <a:extLst>
                <a:ext uri="{FF2B5EF4-FFF2-40B4-BE49-F238E27FC236}">
                  <a16:creationId xmlns:a16="http://schemas.microsoft.com/office/drawing/2014/main" id="{07C86979-1035-402D-B347-59E79C1F03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2743200"/>
              <a:ext cx="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25" name="Straight Connector 12">
              <a:extLst>
                <a:ext uri="{FF2B5EF4-FFF2-40B4-BE49-F238E27FC236}">
                  <a16:creationId xmlns:a16="http://schemas.microsoft.com/office/drawing/2014/main" id="{974F8B43-0734-495E-9DFF-255D747AFD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1242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626" name="TextBox 9">
              <a:extLst>
                <a:ext uri="{FF2B5EF4-FFF2-40B4-BE49-F238E27FC236}">
                  <a16:creationId xmlns:a16="http://schemas.microsoft.com/office/drawing/2014/main" id="{67CB76B9-FFCC-4B69-BF4F-98192F85C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68627" name="TextBox 74">
              <a:extLst>
                <a:ext uri="{FF2B5EF4-FFF2-40B4-BE49-F238E27FC236}">
                  <a16:creationId xmlns:a16="http://schemas.microsoft.com/office/drawing/2014/main" id="{9782D933-F65E-4CBD-A773-5D6C90B7F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705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cxnSp>
          <p:nvCxnSpPr>
            <p:cNvPr id="68628" name="Straight Connector 15">
              <a:extLst>
                <a:ext uri="{FF2B5EF4-FFF2-40B4-BE49-F238E27FC236}">
                  <a16:creationId xmlns:a16="http://schemas.microsoft.com/office/drawing/2014/main" id="{C28215D7-5712-4258-BDF4-F9631C84DC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8000" y="2743200"/>
              <a:ext cx="228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629" name="TextBox 77">
              <a:extLst>
                <a:ext uri="{FF2B5EF4-FFF2-40B4-BE49-F238E27FC236}">
                  <a16:creationId xmlns:a16="http://schemas.microsoft.com/office/drawing/2014/main" id="{211BB482-4375-4F4D-94ED-82B8978F3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2105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68630" name="TextBox 78">
              <a:extLst>
                <a:ext uri="{FF2B5EF4-FFF2-40B4-BE49-F238E27FC236}">
                  <a16:creationId xmlns:a16="http://schemas.microsoft.com/office/drawing/2014/main" id="{8F1833B1-E42D-4ABF-BD25-F122DF3D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7439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68631" name="TextBox 80">
              <a:extLst>
                <a:ext uri="{FF2B5EF4-FFF2-40B4-BE49-F238E27FC236}">
                  <a16:creationId xmlns:a16="http://schemas.microsoft.com/office/drawing/2014/main" id="{345679FC-F145-4981-BEA4-A2D675962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2004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68632" name="TextBox 81">
              <a:extLst>
                <a:ext uri="{FF2B5EF4-FFF2-40B4-BE49-F238E27FC236}">
                  <a16:creationId xmlns:a16="http://schemas.microsoft.com/office/drawing/2014/main" id="{F1A4B482-3687-4839-9335-8ECC36809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7338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cxnSp>
        <p:nvCxnSpPr>
          <p:cNvPr id="68611" name="Straight Connector 20">
            <a:extLst>
              <a:ext uri="{FF2B5EF4-FFF2-40B4-BE49-F238E27FC236}">
                <a16:creationId xmlns:a16="http://schemas.microsoft.com/office/drawing/2014/main" id="{3773F8ED-C433-4511-81C5-9B717036FCD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66208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8612" name="Group 45">
            <a:extLst>
              <a:ext uri="{FF2B5EF4-FFF2-40B4-BE49-F238E27FC236}">
                <a16:creationId xmlns:a16="http://schemas.microsoft.com/office/drawing/2014/main" id="{CDAD5E2E-708D-4931-A3EA-170B860B9ACE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1528208"/>
            <a:ext cx="1916112" cy="441325"/>
            <a:chOff x="1207819" y="2667000"/>
            <a:chExt cx="1916381" cy="441325"/>
          </a:xfrm>
        </p:grpSpPr>
        <p:sp>
          <p:nvSpPr>
            <p:cNvPr id="68616" name="Line 16">
              <a:extLst>
                <a:ext uri="{FF2B5EF4-FFF2-40B4-BE49-F238E27FC236}">
                  <a16:creationId xmlns:a16="http://schemas.microsoft.com/office/drawing/2014/main" id="{972C562F-34EA-463A-8B7F-96947153C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7" name="Line 17">
              <a:extLst>
                <a:ext uri="{FF2B5EF4-FFF2-40B4-BE49-F238E27FC236}">
                  <a16:creationId xmlns:a16="http://schemas.microsoft.com/office/drawing/2014/main" id="{4576480C-E6EC-45B5-B524-F86474DC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8" name="Freeform 18">
              <a:extLst>
                <a:ext uri="{FF2B5EF4-FFF2-40B4-BE49-F238E27FC236}">
                  <a16:creationId xmlns:a16="http://schemas.microsoft.com/office/drawing/2014/main" id="{A143A373-A844-4858-81BF-320FC16C4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9" name="Freeform 19">
              <a:extLst>
                <a:ext uri="{FF2B5EF4-FFF2-40B4-BE49-F238E27FC236}">
                  <a16:creationId xmlns:a16="http://schemas.microsoft.com/office/drawing/2014/main" id="{75A081C1-3FE6-43D0-9D0C-6D8779D4E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0" name="Rectangle 96">
              <a:extLst>
                <a:ext uri="{FF2B5EF4-FFF2-40B4-BE49-F238E27FC236}">
                  <a16:creationId xmlns:a16="http://schemas.microsoft.com/office/drawing/2014/main" id="{903BA9E3-6DA7-4D82-9C29-3B4CFFB42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68621" name="Group 39">
              <a:extLst>
                <a:ext uri="{FF2B5EF4-FFF2-40B4-BE49-F238E27FC236}">
                  <a16:creationId xmlns:a16="http://schemas.microsoft.com/office/drawing/2014/main" id="{D1A0A3C6-65F0-4529-8569-2BD777CC1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68622" name="Line 97">
                <a:extLst>
                  <a:ext uri="{FF2B5EF4-FFF2-40B4-BE49-F238E27FC236}">
                    <a16:creationId xmlns:a16="http://schemas.microsoft.com/office/drawing/2014/main" id="{E6081A3D-EC95-4B75-9B37-B2DC3130B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23" name="Rectangle 96">
                <a:extLst>
                  <a:ext uri="{FF2B5EF4-FFF2-40B4-BE49-F238E27FC236}">
                    <a16:creationId xmlns:a16="http://schemas.microsoft.com/office/drawing/2014/main" id="{AE1480A7-E47A-46D0-AD11-F2E141343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pic>
        <p:nvPicPr>
          <p:cNvPr id="68613" name="Picture 4" descr="Screen shot 2015-10-09 at 3.29.36 PM.png">
            <a:extLst>
              <a:ext uri="{FF2B5EF4-FFF2-40B4-BE49-F238E27FC236}">
                <a16:creationId xmlns:a16="http://schemas.microsoft.com/office/drawing/2014/main" id="{F16B8918-C09A-4214-8E34-1C775A47D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600" y="533400"/>
            <a:ext cx="2147663" cy="2404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5" descr="Screen shot 2015-10-09 at 3.29.46 PM.png">
            <a:extLst>
              <a:ext uri="{FF2B5EF4-FFF2-40B4-BE49-F238E27FC236}">
                <a16:creationId xmlns:a16="http://schemas.microsoft.com/office/drawing/2014/main" id="{0393D9A5-9280-4140-B4CF-7892E3D42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958" y="3203405"/>
            <a:ext cx="2127392" cy="24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5" name="TextBox 26">
            <a:extLst>
              <a:ext uri="{FF2B5EF4-FFF2-40B4-BE49-F238E27FC236}">
                <a16:creationId xmlns:a16="http://schemas.microsoft.com/office/drawing/2014/main" id="{04F4CBFD-F956-41E2-A461-596C6AEA1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643008"/>
            <a:ext cx="3368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Two alternative solutions.</a:t>
            </a:r>
          </a:p>
        </p:txBody>
      </p:sp>
      <p:graphicFrame>
        <p:nvGraphicFramePr>
          <p:cNvPr id="26" name="Group 605">
            <a:extLst>
              <a:ext uri="{FF2B5EF4-FFF2-40B4-BE49-F238E27FC236}">
                <a16:creationId xmlns:a16="http://schemas.microsoft.com/office/drawing/2014/main" id="{E7C45FC4-6825-43BE-B634-C98AD2160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719829"/>
              </p:ext>
            </p:extLst>
          </p:nvPr>
        </p:nvGraphicFramePr>
        <p:xfrm>
          <a:off x="2590658" y="3040540"/>
          <a:ext cx="1485900" cy="19208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5854581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38419397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3724889188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x</a:t>
                      </a:r>
                      <a:endParaRPr kumimoji="0" lang="en-US" altLang="en-US" sz="24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y</a:t>
                      </a:r>
                      <a:endParaRPr kumimoji="0" lang="en-US" altLang="en-US" sz="24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f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46821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13011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46263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59590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6199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">
            <a:extLst>
              <a:ext uri="{FF2B5EF4-FFF2-40B4-BE49-F238E27FC236}">
                <a16:creationId xmlns:a16="http://schemas.microsoft.com/office/drawing/2014/main" id="{4C61ECA4-4FF8-41BC-94F6-3C65D17FB8BC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914400"/>
            <a:ext cx="2257425" cy="623888"/>
            <a:chOff x="1919288" y="3403600"/>
            <a:chExt cx="2257425" cy="623888"/>
          </a:xfrm>
        </p:grpSpPr>
        <p:sp>
          <p:nvSpPr>
            <p:cNvPr id="54309" name="Line 3">
              <a:extLst>
                <a:ext uri="{FF2B5EF4-FFF2-40B4-BE49-F238E27FC236}">
                  <a16:creationId xmlns:a16="http://schemas.microsoft.com/office/drawing/2014/main" id="{C0253A56-4415-4569-AF51-C75AA8E6D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53853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0" name="Line 4">
              <a:extLst>
                <a:ext uri="{FF2B5EF4-FFF2-40B4-BE49-F238E27FC236}">
                  <a16:creationId xmlns:a16="http://schemas.microsoft.com/office/drawing/2014/main" id="{8D3BFE7A-21F9-4280-AD1E-3428EA5BF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81158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1" name="Line 5">
              <a:extLst>
                <a:ext uri="{FF2B5EF4-FFF2-40B4-BE49-F238E27FC236}">
                  <a16:creationId xmlns:a16="http://schemas.microsoft.com/office/drawing/2014/main" id="{DBBE801B-502C-4449-BB38-707035D8F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9913" y="3686175"/>
              <a:ext cx="146050" cy="1588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2" name="Freeform 6">
              <a:extLst>
                <a:ext uri="{FF2B5EF4-FFF2-40B4-BE49-F238E27FC236}">
                  <a16:creationId xmlns:a16="http://schemas.microsoft.com/office/drawing/2014/main" id="{BE55B30D-F76D-4D3E-896D-2BF4464F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435350"/>
              <a:ext cx="628650" cy="249238"/>
            </a:xfrm>
            <a:custGeom>
              <a:avLst/>
              <a:gdLst>
                <a:gd name="T0" fmla="*/ 2147483646 w 791"/>
                <a:gd name="T1" fmla="*/ 0 h 316"/>
                <a:gd name="T2" fmla="*/ 2147483646 w 791"/>
                <a:gd name="T3" fmla="*/ 2147483646 h 316"/>
                <a:gd name="T4" fmla="*/ 2147483646 w 791"/>
                <a:gd name="T5" fmla="*/ 2147483646 h 316"/>
                <a:gd name="T6" fmla="*/ 2147483646 w 791"/>
                <a:gd name="T7" fmla="*/ 2147483646 h 316"/>
                <a:gd name="T8" fmla="*/ 2147483646 w 791"/>
                <a:gd name="T9" fmla="*/ 2147483646 h 316"/>
                <a:gd name="T10" fmla="*/ 2147483646 w 791"/>
                <a:gd name="T11" fmla="*/ 2147483646 h 316"/>
                <a:gd name="T12" fmla="*/ 2147483646 w 791"/>
                <a:gd name="T13" fmla="*/ 2147483646 h 316"/>
                <a:gd name="T14" fmla="*/ 2147483646 w 791"/>
                <a:gd name="T15" fmla="*/ 2147483646 h 316"/>
                <a:gd name="T16" fmla="*/ 2147483646 w 791"/>
                <a:gd name="T17" fmla="*/ 2147483646 h 316"/>
                <a:gd name="T18" fmla="*/ 2147483646 w 791"/>
                <a:gd name="T19" fmla="*/ 2147483646 h 316"/>
                <a:gd name="T20" fmla="*/ 2147483646 w 791"/>
                <a:gd name="T21" fmla="*/ 2147483646 h 316"/>
                <a:gd name="T22" fmla="*/ 2147483646 w 791"/>
                <a:gd name="T23" fmla="*/ 2147483646 h 316"/>
                <a:gd name="T24" fmla="*/ 2147483646 w 791"/>
                <a:gd name="T25" fmla="*/ 2147483646 h 316"/>
                <a:gd name="T26" fmla="*/ 2147483646 w 791"/>
                <a:gd name="T27" fmla="*/ 2147483646 h 316"/>
                <a:gd name="T28" fmla="*/ 2147483646 w 791"/>
                <a:gd name="T29" fmla="*/ 2147483646 h 316"/>
                <a:gd name="T30" fmla="*/ 2147483646 w 791"/>
                <a:gd name="T31" fmla="*/ 2147483646 h 316"/>
                <a:gd name="T32" fmla="*/ 2147483646 w 791"/>
                <a:gd name="T33" fmla="*/ 2147483646 h 316"/>
                <a:gd name="T34" fmla="*/ 2147483646 w 791"/>
                <a:gd name="T35" fmla="*/ 2147483646 h 316"/>
                <a:gd name="T36" fmla="*/ 2147483646 w 791"/>
                <a:gd name="T37" fmla="*/ 2147483646 h 316"/>
                <a:gd name="T38" fmla="*/ 2147483646 w 791"/>
                <a:gd name="T39" fmla="*/ 2147483646 h 316"/>
                <a:gd name="T40" fmla="*/ 2147483646 w 791"/>
                <a:gd name="T41" fmla="*/ 2147483646 h 316"/>
                <a:gd name="T42" fmla="*/ 2147483646 w 791"/>
                <a:gd name="T43" fmla="*/ 2147483646 h 316"/>
                <a:gd name="T44" fmla="*/ 2147483646 w 791"/>
                <a:gd name="T45" fmla="*/ 2147483646 h 316"/>
                <a:gd name="T46" fmla="*/ 2147483646 w 791"/>
                <a:gd name="T47" fmla="*/ 2147483646 h 316"/>
                <a:gd name="T48" fmla="*/ 2147483646 w 791"/>
                <a:gd name="T49" fmla="*/ 2147483646 h 316"/>
                <a:gd name="T50" fmla="*/ 2147483646 w 791"/>
                <a:gd name="T51" fmla="*/ 2147483646 h 316"/>
                <a:gd name="T52" fmla="*/ 2147483646 w 791"/>
                <a:gd name="T53" fmla="*/ 2147483646 h 316"/>
                <a:gd name="T54" fmla="*/ 2147483646 w 791"/>
                <a:gd name="T55" fmla="*/ 2147483646 h 316"/>
                <a:gd name="T56" fmla="*/ 2147483646 w 791"/>
                <a:gd name="T57" fmla="*/ 2147483646 h 316"/>
                <a:gd name="T58" fmla="*/ 2147483646 w 791"/>
                <a:gd name="T59" fmla="*/ 2147483646 h 316"/>
                <a:gd name="T60" fmla="*/ 2147483646 w 791"/>
                <a:gd name="T61" fmla="*/ 2147483646 h 316"/>
                <a:gd name="T62" fmla="*/ 2147483646 w 791"/>
                <a:gd name="T63" fmla="*/ 2147483646 h 316"/>
                <a:gd name="T64" fmla="*/ 2147483646 w 791"/>
                <a:gd name="T65" fmla="*/ 2147483646 h 316"/>
                <a:gd name="T66" fmla="*/ 2147483646 w 791"/>
                <a:gd name="T67" fmla="*/ 2147483646 h 316"/>
                <a:gd name="T68" fmla="*/ 2147483646 w 791"/>
                <a:gd name="T69" fmla="*/ 2147483646 h 316"/>
                <a:gd name="T70" fmla="*/ 2147483646 w 791"/>
                <a:gd name="T71" fmla="*/ 2147483646 h 316"/>
                <a:gd name="T72" fmla="*/ 2147483646 w 791"/>
                <a:gd name="T73" fmla="*/ 2147483646 h 316"/>
                <a:gd name="T74" fmla="*/ 2147483646 w 791"/>
                <a:gd name="T75" fmla="*/ 2147483646 h 316"/>
                <a:gd name="T76" fmla="*/ 2147483646 w 791"/>
                <a:gd name="T77" fmla="*/ 2147483646 h 316"/>
                <a:gd name="T78" fmla="*/ 2147483646 w 791"/>
                <a:gd name="T79" fmla="*/ 2147483646 h 316"/>
                <a:gd name="T80" fmla="*/ 2147483646 w 791"/>
                <a:gd name="T81" fmla="*/ 2147483646 h 316"/>
                <a:gd name="T82" fmla="*/ 2147483646 w 791"/>
                <a:gd name="T83" fmla="*/ 2147483646 h 316"/>
                <a:gd name="T84" fmla="*/ 2147483646 w 791"/>
                <a:gd name="T85" fmla="*/ 2147483646 h 316"/>
                <a:gd name="T86" fmla="*/ 2147483646 w 791"/>
                <a:gd name="T87" fmla="*/ 2147483646 h 316"/>
                <a:gd name="T88" fmla="*/ 2147483646 w 791"/>
                <a:gd name="T89" fmla="*/ 2147483646 h 316"/>
                <a:gd name="T90" fmla="*/ 2147483646 w 791"/>
                <a:gd name="T91" fmla="*/ 2147483646 h 316"/>
                <a:gd name="T92" fmla="*/ 2147483646 w 791"/>
                <a:gd name="T93" fmla="*/ 2147483646 h 316"/>
                <a:gd name="T94" fmla="*/ 2147483646 w 791"/>
                <a:gd name="T95" fmla="*/ 2147483646 h 316"/>
                <a:gd name="T96" fmla="*/ 2147483646 w 791"/>
                <a:gd name="T97" fmla="*/ 2147483646 h 316"/>
                <a:gd name="T98" fmla="*/ 2147483646 w 791"/>
                <a:gd name="T99" fmla="*/ 2147483646 h 316"/>
                <a:gd name="T100" fmla="*/ 2147483646 w 791"/>
                <a:gd name="T101" fmla="*/ 2147483646 h 316"/>
                <a:gd name="T102" fmla="*/ 2147483646 w 791"/>
                <a:gd name="T103" fmla="*/ 2147483646 h 316"/>
                <a:gd name="T104" fmla="*/ 2147483646 w 791"/>
                <a:gd name="T105" fmla="*/ 2147483646 h 316"/>
                <a:gd name="T106" fmla="*/ 2147483646 w 791"/>
                <a:gd name="T107" fmla="*/ 2147483646 h 316"/>
                <a:gd name="T108" fmla="*/ 2147483646 w 791"/>
                <a:gd name="T109" fmla="*/ 2147483646 h 316"/>
                <a:gd name="T110" fmla="*/ 2147483646 w 791"/>
                <a:gd name="T111" fmla="*/ 2147483646 h 316"/>
                <a:gd name="T112" fmla="*/ 2147483646 w 791"/>
                <a:gd name="T113" fmla="*/ 2147483646 h 316"/>
                <a:gd name="T114" fmla="*/ 2147483646 w 791"/>
                <a:gd name="T115" fmla="*/ 2147483646 h 316"/>
                <a:gd name="T116" fmla="*/ 2147483646 w 791"/>
                <a:gd name="T117" fmla="*/ 2147483646 h 316"/>
                <a:gd name="T118" fmla="*/ 2147483646 w 791"/>
                <a:gd name="T119" fmla="*/ 2147483646 h 316"/>
                <a:gd name="T120" fmla="*/ 2147483646 w 791"/>
                <a:gd name="T121" fmla="*/ 2147483646 h 3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6">
                  <a:moveTo>
                    <a:pt x="0" y="0"/>
                  </a:moveTo>
                  <a:lnTo>
                    <a:pt x="31" y="0"/>
                  </a:lnTo>
                  <a:lnTo>
                    <a:pt x="59" y="0"/>
                  </a:lnTo>
                  <a:lnTo>
                    <a:pt x="85" y="0"/>
                  </a:lnTo>
                  <a:lnTo>
                    <a:pt x="110" y="0"/>
                  </a:lnTo>
                  <a:lnTo>
                    <a:pt x="133" y="0"/>
                  </a:lnTo>
                  <a:lnTo>
                    <a:pt x="15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0"/>
                  </a:lnTo>
                  <a:lnTo>
                    <a:pt x="225" y="0"/>
                  </a:lnTo>
                  <a:lnTo>
                    <a:pt x="240" y="0"/>
                  </a:lnTo>
                  <a:lnTo>
                    <a:pt x="253" y="0"/>
                  </a:lnTo>
                  <a:lnTo>
                    <a:pt x="265" y="2"/>
                  </a:lnTo>
                  <a:lnTo>
                    <a:pt x="276" y="2"/>
                  </a:lnTo>
                  <a:lnTo>
                    <a:pt x="285" y="2"/>
                  </a:lnTo>
                  <a:lnTo>
                    <a:pt x="294" y="2"/>
                  </a:lnTo>
                  <a:lnTo>
                    <a:pt x="302" y="2"/>
                  </a:lnTo>
                  <a:lnTo>
                    <a:pt x="309" y="2"/>
                  </a:lnTo>
                  <a:lnTo>
                    <a:pt x="316" y="2"/>
                  </a:lnTo>
                  <a:lnTo>
                    <a:pt x="321" y="2"/>
                  </a:lnTo>
                  <a:lnTo>
                    <a:pt x="326" y="2"/>
                  </a:lnTo>
                  <a:lnTo>
                    <a:pt x="330" y="2"/>
                  </a:lnTo>
                  <a:lnTo>
                    <a:pt x="334" y="2"/>
                  </a:lnTo>
                  <a:lnTo>
                    <a:pt x="338" y="2"/>
                  </a:lnTo>
                  <a:lnTo>
                    <a:pt x="341" y="2"/>
                  </a:lnTo>
                  <a:lnTo>
                    <a:pt x="343" y="2"/>
                  </a:lnTo>
                  <a:lnTo>
                    <a:pt x="346" y="2"/>
                  </a:lnTo>
                  <a:lnTo>
                    <a:pt x="349" y="2"/>
                  </a:lnTo>
                  <a:lnTo>
                    <a:pt x="350" y="2"/>
                  </a:lnTo>
                  <a:lnTo>
                    <a:pt x="353" y="2"/>
                  </a:lnTo>
                  <a:lnTo>
                    <a:pt x="354" y="3"/>
                  </a:lnTo>
                  <a:lnTo>
                    <a:pt x="357" y="3"/>
                  </a:lnTo>
                  <a:lnTo>
                    <a:pt x="359" y="3"/>
                  </a:lnTo>
                  <a:lnTo>
                    <a:pt x="361" y="3"/>
                  </a:lnTo>
                  <a:lnTo>
                    <a:pt x="363" y="3"/>
                  </a:lnTo>
                  <a:lnTo>
                    <a:pt x="365" y="3"/>
                  </a:lnTo>
                  <a:lnTo>
                    <a:pt x="366" y="3"/>
                  </a:lnTo>
                  <a:lnTo>
                    <a:pt x="369" y="3"/>
                  </a:lnTo>
                  <a:lnTo>
                    <a:pt x="370" y="3"/>
                  </a:lnTo>
                  <a:lnTo>
                    <a:pt x="371" y="3"/>
                  </a:lnTo>
                  <a:lnTo>
                    <a:pt x="372" y="3"/>
                  </a:lnTo>
                  <a:lnTo>
                    <a:pt x="374" y="4"/>
                  </a:lnTo>
                  <a:lnTo>
                    <a:pt x="375" y="4"/>
                  </a:lnTo>
                  <a:lnTo>
                    <a:pt x="376" y="4"/>
                  </a:lnTo>
                  <a:lnTo>
                    <a:pt x="378" y="4"/>
                  </a:lnTo>
                  <a:lnTo>
                    <a:pt x="379" y="4"/>
                  </a:lnTo>
                  <a:lnTo>
                    <a:pt x="380" y="4"/>
                  </a:lnTo>
                  <a:lnTo>
                    <a:pt x="382" y="4"/>
                  </a:lnTo>
                  <a:lnTo>
                    <a:pt x="383" y="4"/>
                  </a:lnTo>
                  <a:lnTo>
                    <a:pt x="384" y="4"/>
                  </a:lnTo>
                  <a:lnTo>
                    <a:pt x="386" y="4"/>
                  </a:lnTo>
                  <a:lnTo>
                    <a:pt x="386" y="6"/>
                  </a:lnTo>
                  <a:lnTo>
                    <a:pt x="387" y="6"/>
                  </a:lnTo>
                  <a:lnTo>
                    <a:pt x="388" y="6"/>
                  </a:lnTo>
                  <a:lnTo>
                    <a:pt x="390" y="6"/>
                  </a:lnTo>
                  <a:lnTo>
                    <a:pt x="391" y="6"/>
                  </a:lnTo>
                  <a:lnTo>
                    <a:pt x="394" y="6"/>
                  </a:lnTo>
                  <a:lnTo>
                    <a:pt x="395" y="6"/>
                  </a:lnTo>
                  <a:lnTo>
                    <a:pt x="396" y="7"/>
                  </a:lnTo>
                  <a:lnTo>
                    <a:pt x="398" y="7"/>
                  </a:lnTo>
                  <a:lnTo>
                    <a:pt x="400" y="7"/>
                  </a:lnTo>
                  <a:lnTo>
                    <a:pt x="402" y="7"/>
                  </a:lnTo>
                  <a:lnTo>
                    <a:pt x="404" y="7"/>
                  </a:lnTo>
                  <a:lnTo>
                    <a:pt x="406" y="8"/>
                  </a:lnTo>
                  <a:lnTo>
                    <a:pt x="408" y="8"/>
                  </a:lnTo>
                  <a:lnTo>
                    <a:pt x="410" y="8"/>
                  </a:lnTo>
                  <a:lnTo>
                    <a:pt x="412" y="8"/>
                  </a:lnTo>
                  <a:lnTo>
                    <a:pt x="414" y="8"/>
                  </a:lnTo>
                  <a:lnTo>
                    <a:pt x="415" y="10"/>
                  </a:lnTo>
                  <a:lnTo>
                    <a:pt x="416" y="10"/>
                  </a:lnTo>
                  <a:lnTo>
                    <a:pt x="418" y="10"/>
                  </a:lnTo>
                  <a:lnTo>
                    <a:pt x="419" y="10"/>
                  </a:lnTo>
                  <a:lnTo>
                    <a:pt x="420" y="10"/>
                  </a:lnTo>
                  <a:lnTo>
                    <a:pt x="421" y="10"/>
                  </a:lnTo>
                  <a:lnTo>
                    <a:pt x="423" y="11"/>
                  </a:lnTo>
                  <a:lnTo>
                    <a:pt x="424" y="11"/>
                  </a:lnTo>
                  <a:lnTo>
                    <a:pt x="425" y="11"/>
                  </a:lnTo>
                  <a:lnTo>
                    <a:pt x="427" y="11"/>
                  </a:lnTo>
                  <a:lnTo>
                    <a:pt x="428" y="11"/>
                  </a:lnTo>
                  <a:lnTo>
                    <a:pt x="428" y="12"/>
                  </a:lnTo>
                  <a:lnTo>
                    <a:pt x="429" y="12"/>
                  </a:lnTo>
                  <a:lnTo>
                    <a:pt x="431" y="12"/>
                  </a:lnTo>
                  <a:lnTo>
                    <a:pt x="432" y="12"/>
                  </a:lnTo>
                  <a:lnTo>
                    <a:pt x="433" y="14"/>
                  </a:lnTo>
                  <a:lnTo>
                    <a:pt x="435" y="14"/>
                  </a:lnTo>
                  <a:lnTo>
                    <a:pt x="436" y="14"/>
                  </a:lnTo>
                  <a:lnTo>
                    <a:pt x="437" y="14"/>
                  </a:lnTo>
                  <a:lnTo>
                    <a:pt x="440" y="15"/>
                  </a:lnTo>
                  <a:lnTo>
                    <a:pt x="441" y="15"/>
                  </a:lnTo>
                  <a:lnTo>
                    <a:pt x="443" y="16"/>
                  </a:lnTo>
                  <a:lnTo>
                    <a:pt x="445" y="16"/>
                  </a:lnTo>
                  <a:lnTo>
                    <a:pt x="447" y="18"/>
                  </a:lnTo>
                  <a:lnTo>
                    <a:pt x="449" y="18"/>
                  </a:lnTo>
                  <a:lnTo>
                    <a:pt x="451" y="19"/>
                  </a:lnTo>
                  <a:lnTo>
                    <a:pt x="453" y="19"/>
                  </a:lnTo>
                  <a:lnTo>
                    <a:pt x="456" y="20"/>
                  </a:lnTo>
                  <a:lnTo>
                    <a:pt x="459" y="20"/>
                  </a:lnTo>
                  <a:lnTo>
                    <a:pt x="460" y="22"/>
                  </a:lnTo>
                  <a:lnTo>
                    <a:pt x="463" y="22"/>
                  </a:lnTo>
                  <a:lnTo>
                    <a:pt x="464" y="23"/>
                  </a:lnTo>
                  <a:lnTo>
                    <a:pt x="467" y="23"/>
                  </a:lnTo>
                  <a:lnTo>
                    <a:pt x="468" y="24"/>
                  </a:lnTo>
                  <a:lnTo>
                    <a:pt x="469" y="24"/>
                  </a:lnTo>
                  <a:lnTo>
                    <a:pt x="471" y="24"/>
                  </a:lnTo>
                  <a:lnTo>
                    <a:pt x="472" y="26"/>
                  </a:lnTo>
                  <a:lnTo>
                    <a:pt x="473" y="26"/>
                  </a:lnTo>
                  <a:lnTo>
                    <a:pt x="474" y="26"/>
                  </a:lnTo>
                  <a:lnTo>
                    <a:pt x="476" y="27"/>
                  </a:lnTo>
                  <a:lnTo>
                    <a:pt x="477" y="27"/>
                  </a:lnTo>
                  <a:lnTo>
                    <a:pt x="478" y="27"/>
                  </a:lnTo>
                  <a:lnTo>
                    <a:pt x="480" y="28"/>
                  </a:lnTo>
                  <a:lnTo>
                    <a:pt x="481" y="28"/>
                  </a:lnTo>
                  <a:lnTo>
                    <a:pt x="482" y="28"/>
                  </a:lnTo>
                  <a:lnTo>
                    <a:pt x="484" y="30"/>
                  </a:lnTo>
                  <a:lnTo>
                    <a:pt x="485" y="31"/>
                  </a:lnTo>
                  <a:lnTo>
                    <a:pt x="486" y="31"/>
                  </a:lnTo>
                  <a:lnTo>
                    <a:pt x="488" y="32"/>
                  </a:lnTo>
                  <a:lnTo>
                    <a:pt x="489" y="32"/>
                  </a:lnTo>
                  <a:lnTo>
                    <a:pt x="490" y="34"/>
                  </a:lnTo>
                  <a:lnTo>
                    <a:pt x="492" y="34"/>
                  </a:lnTo>
                  <a:lnTo>
                    <a:pt x="494" y="35"/>
                  </a:lnTo>
                  <a:lnTo>
                    <a:pt x="496" y="35"/>
                  </a:lnTo>
                  <a:lnTo>
                    <a:pt x="497" y="36"/>
                  </a:lnTo>
                  <a:lnTo>
                    <a:pt x="500" y="38"/>
                  </a:lnTo>
                  <a:lnTo>
                    <a:pt x="501" y="38"/>
                  </a:lnTo>
                  <a:lnTo>
                    <a:pt x="504" y="39"/>
                  </a:lnTo>
                  <a:lnTo>
                    <a:pt x="505" y="40"/>
                  </a:lnTo>
                  <a:lnTo>
                    <a:pt x="508" y="41"/>
                  </a:lnTo>
                  <a:lnTo>
                    <a:pt x="509" y="41"/>
                  </a:lnTo>
                  <a:lnTo>
                    <a:pt x="512" y="43"/>
                  </a:lnTo>
                  <a:lnTo>
                    <a:pt x="513" y="44"/>
                  </a:lnTo>
                  <a:lnTo>
                    <a:pt x="514" y="44"/>
                  </a:lnTo>
                  <a:lnTo>
                    <a:pt x="516" y="45"/>
                  </a:lnTo>
                  <a:lnTo>
                    <a:pt x="517" y="45"/>
                  </a:lnTo>
                  <a:lnTo>
                    <a:pt x="518" y="47"/>
                  </a:lnTo>
                  <a:lnTo>
                    <a:pt x="520" y="47"/>
                  </a:lnTo>
                  <a:lnTo>
                    <a:pt x="521" y="48"/>
                  </a:lnTo>
                  <a:lnTo>
                    <a:pt x="522" y="48"/>
                  </a:lnTo>
                  <a:lnTo>
                    <a:pt x="523" y="49"/>
                  </a:lnTo>
                  <a:lnTo>
                    <a:pt x="525" y="49"/>
                  </a:lnTo>
                  <a:lnTo>
                    <a:pt x="526" y="51"/>
                  </a:lnTo>
                  <a:lnTo>
                    <a:pt x="527" y="51"/>
                  </a:lnTo>
                  <a:lnTo>
                    <a:pt x="529" y="52"/>
                  </a:lnTo>
                  <a:lnTo>
                    <a:pt x="530" y="53"/>
                  </a:lnTo>
                  <a:lnTo>
                    <a:pt x="531" y="53"/>
                  </a:lnTo>
                  <a:lnTo>
                    <a:pt x="533" y="53"/>
                  </a:lnTo>
                  <a:lnTo>
                    <a:pt x="534" y="55"/>
                  </a:lnTo>
                  <a:lnTo>
                    <a:pt x="535" y="55"/>
                  </a:lnTo>
                  <a:lnTo>
                    <a:pt x="537" y="56"/>
                  </a:lnTo>
                  <a:lnTo>
                    <a:pt x="538" y="56"/>
                  </a:lnTo>
                  <a:lnTo>
                    <a:pt x="539" y="57"/>
                  </a:lnTo>
                  <a:lnTo>
                    <a:pt x="541" y="59"/>
                  </a:lnTo>
                  <a:lnTo>
                    <a:pt x="542" y="59"/>
                  </a:lnTo>
                  <a:lnTo>
                    <a:pt x="543" y="60"/>
                  </a:lnTo>
                  <a:lnTo>
                    <a:pt x="545" y="61"/>
                  </a:lnTo>
                  <a:lnTo>
                    <a:pt x="547" y="63"/>
                  </a:lnTo>
                  <a:lnTo>
                    <a:pt x="549" y="63"/>
                  </a:lnTo>
                  <a:lnTo>
                    <a:pt x="551" y="64"/>
                  </a:lnTo>
                  <a:lnTo>
                    <a:pt x="553" y="65"/>
                  </a:lnTo>
                  <a:lnTo>
                    <a:pt x="554" y="67"/>
                  </a:lnTo>
                  <a:lnTo>
                    <a:pt x="555" y="67"/>
                  </a:lnTo>
                  <a:lnTo>
                    <a:pt x="557" y="68"/>
                  </a:lnTo>
                  <a:lnTo>
                    <a:pt x="558" y="68"/>
                  </a:lnTo>
                  <a:lnTo>
                    <a:pt x="559" y="69"/>
                  </a:lnTo>
                  <a:lnTo>
                    <a:pt x="561" y="69"/>
                  </a:lnTo>
                  <a:lnTo>
                    <a:pt x="562" y="71"/>
                  </a:lnTo>
                  <a:lnTo>
                    <a:pt x="563" y="71"/>
                  </a:lnTo>
                  <a:lnTo>
                    <a:pt x="563" y="72"/>
                  </a:lnTo>
                  <a:lnTo>
                    <a:pt x="565" y="72"/>
                  </a:lnTo>
                  <a:lnTo>
                    <a:pt x="566" y="73"/>
                  </a:lnTo>
                  <a:lnTo>
                    <a:pt x="567" y="73"/>
                  </a:lnTo>
                  <a:lnTo>
                    <a:pt x="569" y="75"/>
                  </a:lnTo>
                  <a:lnTo>
                    <a:pt x="570" y="76"/>
                  </a:lnTo>
                  <a:lnTo>
                    <a:pt x="571" y="76"/>
                  </a:lnTo>
                  <a:lnTo>
                    <a:pt x="573" y="77"/>
                  </a:lnTo>
                  <a:lnTo>
                    <a:pt x="574" y="77"/>
                  </a:lnTo>
                  <a:lnTo>
                    <a:pt x="574" y="79"/>
                  </a:lnTo>
                  <a:lnTo>
                    <a:pt x="575" y="79"/>
                  </a:lnTo>
                  <a:lnTo>
                    <a:pt x="576" y="80"/>
                  </a:lnTo>
                  <a:lnTo>
                    <a:pt x="578" y="80"/>
                  </a:lnTo>
                  <a:lnTo>
                    <a:pt x="579" y="81"/>
                  </a:lnTo>
                  <a:lnTo>
                    <a:pt x="580" y="81"/>
                  </a:lnTo>
                  <a:lnTo>
                    <a:pt x="582" y="83"/>
                  </a:lnTo>
                  <a:lnTo>
                    <a:pt x="583" y="84"/>
                  </a:lnTo>
                  <a:lnTo>
                    <a:pt x="584" y="84"/>
                  </a:lnTo>
                  <a:lnTo>
                    <a:pt x="586" y="85"/>
                  </a:lnTo>
                  <a:lnTo>
                    <a:pt x="587" y="87"/>
                  </a:lnTo>
                  <a:lnTo>
                    <a:pt x="588" y="88"/>
                  </a:lnTo>
                  <a:lnTo>
                    <a:pt x="590" y="88"/>
                  </a:lnTo>
                  <a:lnTo>
                    <a:pt x="591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5" y="92"/>
                  </a:lnTo>
                  <a:lnTo>
                    <a:pt x="596" y="92"/>
                  </a:lnTo>
                  <a:lnTo>
                    <a:pt x="596" y="93"/>
                  </a:lnTo>
                  <a:lnTo>
                    <a:pt x="598" y="93"/>
                  </a:lnTo>
                  <a:lnTo>
                    <a:pt x="599" y="94"/>
                  </a:lnTo>
                  <a:lnTo>
                    <a:pt x="600" y="94"/>
                  </a:lnTo>
                  <a:lnTo>
                    <a:pt x="602" y="96"/>
                  </a:lnTo>
                  <a:lnTo>
                    <a:pt x="602" y="97"/>
                  </a:lnTo>
                  <a:lnTo>
                    <a:pt x="603" y="97"/>
                  </a:lnTo>
                  <a:lnTo>
                    <a:pt x="604" y="98"/>
                  </a:lnTo>
                  <a:lnTo>
                    <a:pt x="606" y="98"/>
                  </a:lnTo>
                  <a:lnTo>
                    <a:pt x="607" y="100"/>
                  </a:lnTo>
                  <a:lnTo>
                    <a:pt x="608" y="101"/>
                  </a:lnTo>
                  <a:lnTo>
                    <a:pt x="610" y="102"/>
                  </a:lnTo>
                  <a:lnTo>
                    <a:pt x="611" y="102"/>
                  </a:lnTo>
                  <a:lnTo>
                    <a:pt x="611" y="104"/>
                  </a:lnTo>
                  <a:lnTo>
                    <a:pt x="612" y="104"/>
                  </a:lnTo>
                  <a:lnTo>
                    <a:pt x="614" y="105"/>
                  </a:lnTo>
                  <a:lnTo>
                    <a:pt x="615" y="106"/>
                  </a:lnTo>
                  <a:lnTo>
                    <a:pt x="616" y="108"/>
                  </a:lnTo>
                  <a:lnTo>
                    <a:pt x="618" y="108"/>
                  </a:lnTo>
                  <a:lnTo>
                    <a:pt x="618" y="109"/>
                  </a:lnTo>
                  <a:lnTo>
                    <a:pt x="619" y="109"/>
                  </a:lnTo>
                  <a:lnTo>
                    <a:pt x="619" y="110"/>
                  </a:lnTo>
                  <a:lnTo>
                    <a:pt x="620" y="110"/>
                  </a:lnTo>
                  <a:lnTo>
                    <a:pt x="622" y="112"/>
                  </a:lnTo>
                  <a:lnTo>
                    <a:pt x="623" y="112"/>
                  </a:lnTo>
                  <a:lnTo>
                    <a:pt x="623" y="113"/>
                  </a:lnTo>
                  <a:lnTo>
                    <a:pt x="624" y="113"/>
                  </a:lnTo>
                  <a:lnTo>
                    <a:pt x="625" y="114"/>
                  </a:lnTo>
                  <a:lnTo>
                    <a:pt x="627" y="116"/>
                  </a:lnTo>
                  <a:lnTo>
                    <a:pt x="628" y="116"/>
                  </a:lnTo>
                  <a:lnTo>
                    <a:pt x="628" y="117"/>
                  </a:lnTo>
                  <a:lnTo>
                    <a:pt x="629" y="117"/>
                  </a:lnTo>
                  <a:lnTo>
                    <a:pt x="631" y="118"/>
                  </a:lnTo>
                  <a:lnTo>
                    <a:pt x="632" y="118"/>
                  </a:lnTo>
                  <a:lnTo>
                    <a:pt x="633" y="120"/>
                  </a:lnTo>
                  <a:lnTo>
                    <a:pt x="635" y="121"/>
                  </a:lnTo>
                  <a:lnTo>
                    <a:pt x="636" y="122"/>
                  </a:lnTo>
                  <a:lnTo>
                    <a:pt x="637" y="122"/>
                  </a:lnTo>
                  <a:lnTo>
                    <a:pt x="639" y="124"/>
                  </a:lnTo>
                  <a:lnTo>
                    <a:pt x="640" y="124"/>
                  </a:lnTo>
                  <a:lnTo>
                    <a:pt x="640" y="125"/>
                  </a:lnTo>
                  <a:lnTo>
                    <a:pt x="641" y="126"/>
                  </a:lnTo>
                  <a:lnTo>
                    <a:pt x="643" y="126"/>
                  </a:lnTo>
                  <a:lnTo>
                    <a:pt x="644" y="128"/>
                  </a:lnTo>
                  <a:lnTo>
                    <a:pt x="645" y="128"/>
                  </a:lnTo>
                  <a:lnTo>
                    <a:pt x="645" y="129"/>
                  </a:lnTo>
                  <a:lnTo>
                    <a:pt x="647" y="129"/>
                  </a:lnTo>
                  <a:lnTo>
                    <a:pt x="647" y="130"/>
                  </a:lnTo>
                  <a:lnTo>
                    <a:pt x="648" y="130"/>
                  </a:lnTo>
                  <a:lnTo>
                    <a:pt x="649" y="132"/>
                  </a:lnTo>
                  <a:lnTo>
                    <a:pt x="651" y="133"/>
                  </a:lnTo>
                  <a:lnTo>
                    <a:pt x="652" y="134"/>
                  </a:lnTo>
                  <a:lnTo>
                    <a:pt x="653" y="136"/>
                  </a:lnTo>
                  <a:lnTo>
                    <a:pt x="655" y="137"/>
                  </a:lnTo>
                  <a:lnTo>
                    <a:pt x="656" y="137"/>
                  </a:lnTo>
                  <a:lnTo>
                    <a:pt x="656" y="138"/>
                  </a:lnTo>
                  <a:lnTo>
                    <a:pt x="657" y="140"/>
                  </a:lnTo>
                  <a:lnTo>
                    <a:pt x="659" y="140"/>
                  </a:lnTo>
                  <a:lnTo>
                    <a:pt x="659" y="141"/>
                  </a:lnTo>
                  <a:lnTo>
                    <a:pt x="660" y="142"/>
                  </a:lnTo>
                  <a:lnTo>
                    <a:pt x="661" y="143"/>
                  </a:lnTo>
                  <a:lnTo>
                    <a:pt x="663" y="143"/>
                  </a:lnTo>
                  <a:lnTo>
                    <a:pt x="664" y="145"/>
                  </a:lnTo>
                  <a:lnTo>
                    <a:pt x="664" y="146"/>
                  </a:lnTo>
                  <a:lnTo>
                    <a:pt x="665" y="147"/>
                  </a:lnTo>
                  <a:lnTo>
                    <a:pt x="667" y="149"/>
                  </a:lnTo>
                  <a:lnTo>
                    <a:pt x="668" y="150"/>
                  </a:lnTo>
                  <a:lnTo>
                    <a:pt x="669" y="151"/>
                  </a:lnTo>
                  <a:lnTo>
                    <a:pt x="671" y="153"/>
                  </a:lnTo>
                  <a:lnTo>
                    <a:pt x="672" y="154"/>
                  </a:lnTo>
                  <a:lnTo>
                    <a:pt x="673" y="155"/>
                  </a:lnTo>
                  <a:lnTo>
                    <a:pt x="674" y="157"/>
                  </a:lnTo>
                  <a:lnTo>
                    <a:pt x="676" y="158"/>
                  </a:lnTo>
                  <a:lnTo>
                    <a:pt x="676" y="159"/>
                  </a:lnTo>
                  <a:lnTo>
                    <a:pt x="677" y="159"/>
                  </a:lnTo>
                  <a:lnTo>
                    <a:pt x="677" y="161"/>
                  </a:lnTo>
                  <a:lnTo>
                    <a:pt x="678" y="162"/>
                  </a:lnTo>
                  <a:lnTo>
                    <a:pt x="680" y="163"/>
                  </a:lnTo>
                  <a:lnTo>
                    <a:pt x="681" y="163"/>
                  </a:lnTo>
                  <a:lnTo>
                    <a:pt x="681" y="165"/>
                  </a:lnTo>
                  <a:lnTo>
                    <a:pt x="682" y="166"/>
                  </a:lnTo>
                  <a:lnTo>
                    <a:pt x="684" y="167"/>
                  </a:lnTo>
                  <a:lnTo>
                    <a:pt x="685" y="169"/>
                  </a:lnTo>
                  <a:lnTo>
                    <a:pt x="685" y="170"/>
                  </a:lnTo>
                  <a:lnTo>
                    <a:pt x="686" y="171"/>
                  </a:lnTo>
                  <a:lnTo>
                    <a:pt x="688" y="173"/>
                  </a:lnTo>
                  <a:lnTo>
                    <a:pt x="689" y="174"/>
                  </a:lnTo>
                  <a:lnTo>
                    <a:pt x="690" y="175"/>
                  </a:lnTo>
                  <a:lnTo>
                    <a:pt x="692" y="177"/>
                  </a:lnTo>
                  <a:lnTo>
                    <a:pt x="693" y="178"/>
                  </a:lnTo>
                  <a:lnTo>
                    <a:pt x="694" y="179"/>
                  </a:lnTo>
                  <a:lnTo>
                    <a:pt x="696" y="182"/>
                  </a:lnTo>
                  <a:lnTo>
                    <a:pt x="697" y="183"/>
                  </a:lnTo>
                  <a:lnTo>
                    <a:pt x="698" y="185"/>
                  </a:lnTo>
                  <a:lnTo>
                    <a:pt x="700" y="186"/>
                  </a:lnTo>
                  <a:lnTo>
                    <a:pt x="701" y="189"/>
                  </a:lnTo>
                  <a:lnTo>
                    <a:pt x="702" y="190"/>
                  </a:lnTo>
                  <a:lnTo>
                    <a:pt x="704" y="191"/>
                  </a:lnTo>
                  <a:lnTo>
                    <a:pt x="704" y="193"/>
                  </a:lnTo>
                  <a:lnTo>
                    <a:pt x="705" y="194"/>
                  </a:lnTo>
                  <a:lnTo>
                    <a:pt x="706" y="194"/>
                  </a:lnTo>
                  <a:lnTo>
                    <a:pt x="708" y="195"/>
                  </a:lnTo>
                  <a:lnTo>
                    <a:pt x="708" y="196"/>
                  </a:lnTo>
                  <a:lnTo>
                    <a:pt x="709" y="198"/>
                  </a:lnTo>
                  <a:lnTo>
                    <a:pt x="709" y="199"/>
                  </a:lnTo>
                  <a:lnTo>
                    <a:pt x="710" y="199"/>
                  </a:lnTo>
                  <a:lnTo>
                    <a:pt x="712" y="200"/>
                  </a:lnTo>
                  <a:lnTo>
                    <a:pt x="712" y="202"/>
                  </a:lnTo>
                  <a:lnTo>
                    <a:pt x="713" y="203"/>
                  </a:lnTo>
                  <a:lnTo>
                    <a:pt x="713" y="204"/>
                  </a:lnTo>
                  <a:lnTo>
                    <a:pt x="714" y="204"/>
                  </a:lnTo>
                  <a:lnTo>
                    <a:pt x="716" y="206"/>
                  </a:lnTo>
                  <a:lnTo>
                    <a:pt x="716" y="207"/>
                  </a:lnTo>
                  <a:lnTo>
                    <a:pt x="717" y="208"/>
                  </a:lnTo>
                  <a:lnTo>
                    <a:pt x="718" y="210"/>
                  </a:lnTo>
                  <a:lnTo>
                    <a:pt x="718" y="211"/>
                  </a:lnTo>
                  <a:lnTo>
                    <a:pt x="720" y="212"/>
                  </a:lnTo>
                  <a:lnTo>
                    <a:pt x="721" y="214"/>
                  </a:lnTo>
                  <a:lnTo>
                    <a:pt x="722" y="215"/>
                  </a:lnTo>
                  <a:lnTo>
                    <a:pt x="724" y="216"/>
                  </a:lnTo>
                  <a:lnTo>
                    <a:pt x="725" y="219"/>
                  </a:lnTo>
                  <a:lnTo>
                    <a:pt x="726" y="220"/>
                  </a:lnTo>
                  <a:lnTo>
                    <a:pt x="727" y="223"/>
                  </a:lnTo>
                  <a:lnTo>
                    <a:pt x="729" y="224"/>
                  </a:lnTo>
                  <a:lnTo>
                    <a:pt x="730" y="227"/>
                  </a:lnTo>
                  <a:lnTo>
                    <a:pt x="731" y="228"/>
                  </a:lnTo>
                  <a:lnTo>
                    <a:pt x="733" y="231"/>
                  </a:lnTo>
                  <a:lnTo>
                    <a:pt x="734" y="232"/>
                  </a:lnTo>
                  <a:lnTo>
                    <a:pt x="735" y="234"/>
                  </a:lnTo>
                  <a:lnTo>
                    <a:pt x="737" y="235"/>
                  </a:lnTo>
                  <a:lnTo>
                    <a:pt x="737" y="238"/>
                  </a:lnTo>
                  <a:lnTo>
                    <a:pt x="738" y="239"/>
                  </a:lnTo>
                  <a:lnTo>
                    <a:pt x="739" y="240"/>
                  </a:lnTo>
                  <a:lnTo>
                    <a:pt x="741" y="242"/>
                  </a:lnTo>
                  <a:lnTo>
                    <a:pt x="742" y="243"/>
                  </a:lnTo>
                  <a:lnTo>
                    <a:pt x="743" y="244"/>
                  </a:lnTo>
                  <a:lnTo>
                    <a:pt x="743" y="245"/>
                  </a:lnTo>
                  <a:lnTo>
                    <a:pt x="745" y="247"/>
                  </a:lnTo>
                  <a:lnTo>
                    <a:pt x="745" y="248"/>
                  </a:lnTo>
                  <a:lnTo>
                    <a:pt x="746" y="249"/>
                  </a:lnTo>
                  <a:lnTo>
                    <a:pt x="747" y="249"/>
                  </a:lnTo>
                  <a:lnTo>
                    <a:pt x="747" y="251"/>
                  </a:lnTo>
                  <a:lnTo>
                    <a:pt x="749" y="252"/>
                  </a:lnTo>
                  <a:lnTo>
                    <a:pt x="749" y="253"/>
                  </a:lnTo>
                  <a:lnTo>
                    <a:pt x="750" y="255"/>
                  </a:lnTo>
                  <a:lnTo>
                    <a:pt x="751" y="256"/>
                  </a:lnTo>
                  <a:lnTo>
                    <a:pt x="753" y="257"/>
                  </a:lnTo>
                  <a:lnTo>
                    <a:pt x="753" y="259"/>
                  </a:lnTo>
                  <a:lnTo>
                    <a:pt x="754" y="260"/>
                  </a:lnTo>
                  <a:lnTo>
                    <a:pt x="755" y="263"/>
                  </a:lnTo>
                  <a:lnTo>
                    <a:pt x="757" y="264"/>
                  </a:lnTo>
                  <a:lnTo>
                    <a:pt x="758" y="265"/>
                  </a:lnTo>
                  <a:lnTo>
                    <a:pt x="759" y="268"/>
                  </a:lnTo>
                  <a:lnTo>
                    <a:pt x="761" y="269"/>
                  </a:lnTo>
                  <a:lnTo>
                    <a:pt x="762" y="272"/>
                  </a:lnTo>
                  <a:lnTo>
                    <a:pt x="763" y="273"/>
                  </a:lnTo>
                  <a:lnTo>
                    <a:pt x="766" y="276"/>
                  </a:lnTo>
                  <a:lnTo>
                    <a:pt x="767" y="277"/>
                  </a:lnTo>
                  <a:lnTo>
                    <a:pt x="769" y="280"/>
                  </a:lnTo>
                  <a:lnTo>
                    <a:pt x="770" y="281"/>
                  </a:lnTo>
                  <a:lnTo>
                    <a:pt x="770" y="283"/>
                  </a:lnTo>
                  <a:lnTo>
                    <a:pt x="771" y="284"/>
                  </a:lnTo>
                  <a:lnTo>
                    <a:pt x="773" y="285"/>
                  </a:lnTo>
                  <a:lnTo>
                    <a:pt x="774" y="287"/>
                  </a:lnTo>
                  <a:lnTo>
                    <a:pt x="774" y="288"/>
                  </a:lnTo>
                  <a:lnTo>
                    <a:pt x="775" y="289"/>
                  </a:lnTo>
                  <a:lnTo>
                    <a:pt x="776" y="291"/>
                  </a:lnTo>
                  <a:lnTo>
                    <a:pt x="776" y="292"/>
                  </a:lnTo>
                  <a:lnTo>
                    <a:pt x="778" y="293"/>
                  </a:lnTo>
                  <a:lnTo>
                    <a:pt x="778" y="295"/>
                  </a:lnTo>
                  <a:lnTo>
                    <a:pt x="779" y="295"/>
                  </a:lnTo>
                  <a:lnTo>
                    <a:pt x="779" y="296"/>
                  </a:lnTo>
                  <a:lnTo>
                    <a:pt x="780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83" y="301"/>
                  </a:lnTo>
                  <a:lnTo>
                    <a:pt x="783" y="302"/>
                  </a:lnTo>
                  <a:lnTo>
                    <a:pt x="784" y="304"/>
                  </a:lnTo>
                  <a:lnTo>
                    <a:pt x="786" y="305"/>
                  </a:lnTo>
                  <a:lnTo>
                    <a:pt x="786" y="306"/>
                  </a:lnTo>
                  <a:lnTo>
                    <a:pt x="787" y="308"/>
                  </a:lnTo>
                  <a:lnTo>
                    <a:pt x="787" y="309"/>
                  </a:lnTo>
                  <a:lnTo>
                    <a:pt x="788" y="310"/>
                  </a:lnTo>
                  <a:lnTo>
                    <a:pt x="790" y="312"/>
                  </a:lnTo>
                  <a:lnTo>
                    <a:pt x="790" y="313"/>
                  </a:lnTo>
                  <a:lnTo>
                    <a:pt x="791" y="316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3" name="Freeform 7">
              <a:extLst>
                <a:ext uri="{FF2B5EF4-FFF2-40B4-BE49-F238E27FC236}">
                  <a16:creationId xmlns:a16="http://schemas.microsoft.com/office/drawing/2014/main" id="{C2021025-E59E-47B1-9862-4BBEC7476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686175"/>
              <a:ext cx="628650" cy="250825"/>
            </a:xfrm>
            <a:custGeom>
              <a:avLst/>
              <a:gdLst>
                <a:gd name="T0" fmla="*/ 2147483646 w 791"/>
                <a:gd name="T1" fmla="*/ 2147483646 h 315"/>
                <a:gd name="T2" fmla="*/ 2147483646 w 791"/>
                <a:gd name="T3" fmla="*/ 2147483646 h 315"/>
                <a:gd name="T4" fmla="*/ 2147483646 w 791"/>
                <a:gd name="T5" fmla="*/ 2147483646 h 315"/>
                <a:gd name="T6" fmla="*/ 2147483646 w 791"/>
                <a:gd name="T7" fmla="*/ 2147483646 h 315"/>
                <a:gd name="T8" fmla="*/ 2147483646 w 791"/>
                <a:gd name="T9" fmla="*/ 2147483646 h 315"/>
                <a:gd name="T10" fmla="*/ 2147483646 w 791"/>
                <a:gd name="T11" fmla="*/ 2147483646 h 315"/>
                <a:gd name="T12" fmla="*/ 2147483646 w 791"/>
                <a:gd name="T13" fmla="*/ 2147483646 h 315"/>
                <a:gd name="T14" fmla="*/ 2147483646 w 791"/>
                <a:gd name="T15" fmla="*/ 2147483646 h 315"/>
                <a:gd name="T16" fmla="*/ 2147483646 w 791"/>
                <a:gd name="T17" fmla="*/ 2147483646 h 315"/>
                <a:gd name="T18" fmla="*/ 2147483646 w 791"/>
                <a:gd name="T19" fmla="*/ 2147483646 h 315"/>
                <a:gd name="T20" fmla="*/ 2147483646 w 791"/>
                <a:gd name="T21" fmla="*/ 2147483646 h 315"/>
                <a:gd name="T22" fmla="*/ 2147483646 w 791"/>
                <a:gd name="T23" fmla="*/ 2147483646 h 315"/>
                <a:gd name="T24" fmla="*/ 2147483646 w 791"/>
                <a:gd name="T25" fmla="*/ 2147483646 h 315"/>
                <a:gd name="T26" fmla="*/ 2147483646 w 791"/>
                <a:gd name="T27" fmla="*/ 2147483646 h 315"/>
                <a:gd name="T28" fmla="*/ 2147483646 w 791"/>
                <a:gd name="T29" fmla="*/ 2147483646 h 315"/>
                <a:gd name="T30" fmla="*/ 2147483646 w 791"/>
                <a:gd name="T31" fmla="*/ 2147483646 h 315"/>
                <a:gd name="T32" fmla="*/ 2147483646 w 791"/>
                <a:gd name="T33" fmla="*/ 2147483646 h 315"/>
                <a:gd name="T34" fmla="*/ 2147483646 w 791"/>
                <a:gd name="T35" fmla="*/ 2147483646 h 315"/>
                <a:gd name="T36" fmla="*/ 2147483646 w 791"/>
                <a:gd name="T37" fmla="*/ 2147483646 h 315"/>
                <a:gd name="T38" fmla="*/ 2147483646 w 791"/>
                <a:gd name="T39" fmla="*/ 2147483646 h 315"/>
                <a:gd name="T40" fmla="*/ 2147483646 w 791"/>
                <a:gd name="T41" fmla="*/ 2147483646 h 315"/>
                <a:gd name="T42" fmla="*/ 2147483646 w 791"/>
                <a:gd name="T43" fmla="*/ 2147483646 h 315"/>
                <a:gd name="T44" fmla="*/ 2147483646 w 791"/>
                <a:gd name="T45" fmla="*/ 2147483646 h 315"/>
                <a:gd name="T46" fmla="*/ 2147483646 w 791"/>
                <a:gd name="T47" fmla="*/ 2147483646 h 315"/>
                <a:gd name="T48" fmla="*/ 2147483646 w 791"/>
                <a:gd name="T49" fmla="*/ 2147483646 h 315"/>
                <a:gd name="T50" fmla="*/ 2147483646 w 791"/>
                <a:gd name="T51" fmla="*/ 2147483646 h 315"/>
                <a:gd name="T52" fmla="*/ 2147483646 w 791"/>
                <a:gd name="T53" fmla="*/ 2147483646 h 315"/>
                <a:gd name="T54" fmla="*/ 2147483646 w 791"/>
                <a:gd name="T55" fmla="*/ 2147483646 h 315"/>
                <a:gd name="T56" fmla="*/ 2147483646 w 791"/>
                <a:gd name="T57" fmla="*/ 2147483646 h 315"/>
                <a:gd name="T58" fmla="*/ 2147483646 w 791"/>
                <a:gd name="T59" fmla="*/ 2147483646 h 315"/>
                <a:gd name="T60" fmla="*/ 2147483646 w 791"/>
                <a:gd name="T61" fmla="*/ 2147483646 h 315"/>
                <a:gd name="T62" fmla="*/ 2147483646 w 791"/>
                <a:gd name="T63" fmla="*/ 2147483646 h 315"/>
                <a:gd name="T64" fmla="*/ 2147483646 w 791"/>
                <a:gd name="T65" fmla="*/ 2147483646 h 315"/>
                <a:gd name="T66" fmla="*/ 2147483646 w 791"/>
                <a:gd name="T67" fmla="*/ 2147483646 h 315"/>
                <a:gd name="T68" fmla="*/ 2147483646 w 791"/>
                <a:gd name="T69" fmla="*/ 2147483646 h 315"/>
                <a:gd name="T70" fmla="*/ 2147483646 w 791"/>
                <a:gd name="T71" fmla="*/ 2147483646 h 315"/>
                <a:gd name="T72" fmla="*/ 2147483646 w 791"/>
                <a:gd name="T73" fmla="*/ 2147483646 h 315"/>
                <a:gd name="T74" fmla="*/ 2147483646 w 791"/>
                <a:gd name="T75" fmla="*/ 2147483646 h 315"/>
                <a:gd name="T76" fmla="*/ 2147483646 w 791"/>
                <a:gd name="T77" fmla="*/ 2147483646 h 315"/>
                <a:gd name="T78" fmla="*/ 2147483646 w 791"/>
                <a:gd name="T79" fmla="*/ 2147483646 h 315"/>
                <a:gd name="T80" fmla="*/ 2147483646 w 791"/>
                <a:gd name="T81" fmla="*/ 2147483646 h 315"/>
                <a:gd name="T82" fmla="*/ 2147483646 w 791"/>
                <a:gd name="T83" fmla="*/ 2147483646 h 315"/>
                <a:gd name="T84" fmla="*/ 2147483646 w 791"/>
                <a:gd name="T85" fmla="*/ 2147483646 h 315"/>
                <a:gd name="T86" fmla="*/ 2147483646 w 791"/>
                <a:gd name="T87" fmla="*/ 2147483646 h 315"/>
                <a:gd name="T88" fmla="*/ 2147483646 w 791"/>
                <a:gd name="T89" fmla="*/ 2147483646 h 315"/>
                <a:gd name="T90" fmla="*/ 2147483646 w 791"/>
                <a:gd name="T91" fmla="*/ 2147483646 h 315"/>
                <a:gd name="T92" fmla="*/ 2147483646 w 791"/>
                <a:gd name="T93" fmla="*/ 2147483646 h 315"/>
                <a:gd name="T94" fmla="*/ 2147483646 w 791"/>
                <a:gd name="T95" fmla="*/ 2147483646 h 315"/>
                <a:gd name="T96" fmla="*/ 2147483646 w 791"/>
                <a:gd name="T97" fmla="*/ 2147483646 h 315"/>
                <a:gd name="T98" fmla="*/ 2147483646 w 791"/>
                <a:gd name="T99" fmla="*/ 2147483646 h 315"/>
                <a:gd name="T100" fmla="*/ 2147483646 w 791"/>
                <a:gd name="T101" fmla="*/ 2147483646 h 315"/>
                <a:gd name="T102" fmla="*/ 2147483646 w 791"/>
                <a:gd name="T103" fmla="*/ 2147483646 h 315"/>
                <a:gd name="T104" fmla="*/ 2147483646 w 791"/>
                <a:gd name="T105" fmla="*/ 2147483646 h 315"/>
                <a:gd name="T106" fmla="*/ 2147483646 w 791"/>
                <a:gd name="T107" fmla="*/ 2147483646 h 315"/>
                <a:gd name="T108" fmla="*/ 2147483646 w 791"/>
                <a:gd name="T109" fmla="*/ 2147483646 h 315"/>
                <a:gd name="T110" fmla="*/ 2147483646 w 791"/>
                <a:gd name="T111" fmla="*/ 2147483646 h 315"/>
                <a:gd name="T112" fmla="*/ 2147483646 w 791"/>
                <a:gd name="T113" fmla="*/ 2147483646 h 315"/>
                <a:gd name="T114" fmla="*/ 2147483646 w 791"/>
                <a:gd name="T115" fmla="*/ 2147483646 h 315"/>
                <a:gd name="T116" fmla="*/ 2147483646 w 791"/>
                <a:gd name="T117" fmla="*/ 2147483646 h 315"/>
                <a:gd name="T118" fmla="*/ 2147483646 w 791"/>
                <a:gd name="T119" fmla="*/ 2147483646 h 315"/>
                <a:gd name="T120" fmla="*/ 2147483646 w 791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5">
                  <a:moveTo>
                    <a:pt x="0" y="315"/>
                  </a:moveTo>
                  <a:lnTo>
                    <a:pt x="31" y="315"/>
                  </a:lnTo>
                  <a:lnTo>
                    <a:pt x="59" y="315"/>
                  </a:lnTo>
                  <a:lnTo>
                    <a:pt x="85" y="315"/>
                  </a:lnTo>
                  <a:lnTo>
                    <a:pt x="110" y="315"/>
                  </a:lnTo>
                  <a:lnTo>
                    <a:pt x="133" y="315"/>
                  </a:lnTo>
                  <a:lnTo>
                    <a:pt x="154" y="315"/>
                  </a:lnTo>
                  <a:lnTo>
                    <a:pt x="174" y="315"/>
                  </a:lnTo>
                  <a:lnTo>
                    <a:pt x="192" y="315"/>
                  </a:lnTo>
                  <a:lnTo>
                    <a:pt x="210" y="315"/>
                  </a:lnTo>
                  <a:lnTo>
                    <a:pt x="225" y="315"/>
                  </a:lnTo>
                  <a:lnTo>
                    <a:pt x="240" y="315"/>
                  </a:lnTo>
                  <a:lnTo>
                    <a:pt x="253" y="315"/>
                  </a:lnTo>
                  <a:lnTo>
                    <a:pt x="265" y="315"/>
                  </a:lnTo>
                  <a:lnTo>
                    <a:pt x="276" y="315"/>
                  </a:lnTo>
                  <a:lnTo>
                    <a:pt x="285" y="315"/>
                  </a:lnTo>
                  <a:lnTo>
                    <a:pt x="294" y="314"/>
                  </a:lnTo>
                  <a:lnTo>
                    <a:pt x="302" y="314"/>
                  </a:lnTo>
                  <a:lnTo>
                    <a:pt x="309" y="314"/>
                  </a:lnTo>
                  <a:lnTo>
                    <a:pt x="316" y="314"/>
                  </a:lnTo>
                  <a:lnTo>
                    <a:pt x="321" y="314"/>
                  </a:lnTo>
                  <a:lnTo>
                    <a:pt x="326" y="314"/>
                  </a:lnTo>
                  <a:lnTo>
                    <a:pt x="330" y="314"/>
                  </a:lnTo>
                  <a:lnTo>
                    <a:pt x="334" y="314"/>
                  </a:lnTo>
                  <a:lnTo>
                    <a:pt x="338" y="314"/>
                  </a:lnTo>
                  <a:lnTo>
                    <a:pt x="341" y="314"/>
                  </a:lnTo>
                  <a:lnTo>
                    <a:pt x="343" y="314"/>
                  </a:lnTo>
                  <a:lnTo>
                    <a:pt x="346" y="314"/>
                  </a:lnTo>
                  <a:lnTo>
                    <a:pt x="349" y="314"/>
                  </a:lnTo>
                  <a:lnTo>
                    <a:pt x="350" y="314"/>
                  </a:lnTo>
                  <a:lnTo>
                    <a:pt x="353" y="314"/>
                  </a:lnTo>
                  <a:lnTo>
                    <a:pt x="354" y="314"/>
                  </a:lnTo>
                  <a:lnTo>
                    <a:pt x="357" y="313"/>
                  </a:lnTo>
                  <a:lnTo>
                    <a:pt x="359" y="313"/>
                  </a:lnTo>
                  <a:lnTo>
                    <a:pt x="361" y="313"/>
                  </a:lnTo>
                  <a:lnTo>
                    <a:pt x="363" y="313"/>
                  </a:lnTo>
                  <a:lnTo>
                    <a:pt x="365" y="313"/>
                  </a:lnTo>
                  <a:lnTo>
                    <a:pt x="366" y="313"/>
                  </a:lnTo>
                  <a:lnTo>
                    <a:pt x="369" y="313"/>
                  </a:lnTo>
                  <a:lnTo>
                    <a:pt x="370" y="313"/>
                  </a:lnTo>
                  <a:lnTo>
                    <a:pt x="371" y="313"/>
                  </a:lnTo>
                  <a:lnTo>
                    <a:pt x="372" y="313"/>
                  </a:lnTo>
                  <a:lnTo>
                    <a:pt x="374" y="313"/>
                  </a:lnTo>
                  <a:lnTo>
                    <a:pt x="375" y="311"/>
                  </a:lnTo>
                  <a:lnTo>
                    <a:pt x="376" y="311"/>
                  </a:lnTo>
                  <a:lnTo>
                    <a:pt x="378" y="311"/>
                  </a:lnTo>
                  <a:lnTo>
                    <a:pt x="379" y="311"/>
                  </a:lnTo>
                  <a:lnTo>
                    <a:pt x="380" y="311"/>
                  </a:lnTo>
                  <a:lnTo>
                    <a:pt x="382" y="311"/>
                  </a:lnTo>
                  <a:lnTo>
                    <a:pt x="383" y="311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87" y="310"/>
                  </a:lnTo>
                  <a:lnTo>
                    <a:pt x="388" y="310"/>
                  </a:lnTo>
                  <a:lnTo>
                    <a:pt x="390" y="310"/>
                  </a:lnTo>
                  <a:lnTo>
                    <a:pt x="391" y="310"/>
                  </a:lnTo>
                  <a:lnTo>
                    <a:pt x="394" y="310"/>
                  </a:lnTo>
                  <a:lnTo>
                    <a:pt x="395" y="310"/>
                  </a:lnTo>
                  <a:lnTo>
                    <a:pt x="396" y="309"/>
                  </a:lnTo>
                  <a:lnTo>
                    <a:pt x="398" y="309"/>
                  </a:lnTo>
                  <a:lnTo>
                    <a:pt x="400" y="309"/>
                  </a:lnTo>
                  <a:lnTo>
                    <a:pt x="402" y="309"/>
                  </a:lnTo>
                  <a:lnTo>
                    <a:pt x="404" y="309"/>
                  </a:lnTo>
                  <a:lnTo>
                    <a:pt x="406" y="307"/>
                  </a:lnTo>
                  <a:lnTo>
                    <a:pt x="408" y="307"/>
                  </a:lnTo>
                  <a:lnTo>
                    <a:pt x="410" y="307"/>
                  </a:lnTo>
                  <a:lnTo>
                    <a:pt x="412" y="307"/>
                  </a:lnTo>
                  <a:lnTo>
                    <a:pt x="414" y="307"/>
                  </a:lnTo>
                  <a:lnTo>
                    <a:pt x="415" y="306"/>
                  </a:lnTo>
                  <a:lnTo>
                    <a:pt x="416" y="306"/>
                  </a:lnTo>
                  <a:lnTo>
                    <a:pt x="418" y="306"/>
                  </a:lnTo>
                  <a:lnTo>
                    <a:pt x="419" y="306"/>
                  </a:lnTo>
                  <a:lnTo>
                    <a:pt x="420" y="306"/>
                  </a:lnTo>
                  <a:lnTo>
                    <a:pt x="421" y="306"/>
                  </a:lnTo>
                  <a:lnTo>
                    <a:pt x="423" y="305"/>
                  </a:lnTo>
                  <a:lnTo>
                    <a:pt x="424" y="305"/>
                  </a:lnTo>
                  <a:lnTo>
                    <a:pt x="425" y="305"/>
                  </a:lnTo>
                  <a:lnTo>
                    <a:pt x="427" y="305"/>
                  </a:lnTo>
                  <a:lnTo>
                    <a:pt x="428" y="305"/>
                  </a:lnTo>
                  <a:lnTo>
                    <a:pt x="429" y="303"/>
                  </a:lnTo>
                  <a:lnTo>
                    <a:pt x="431" y="303"/>
                  </a:lnTo>
                  <a:lnTo>
                    <a:pt x="432" y="303"/>
                  </a:lnTo>
                  <a:lnTo>
                    <a:pt x="433" y="303"/>
                  </a:lnTo>
                  <a:lnTo>
                    <a:pt x="435" y="302"/>
                  </a:lnTo>
                  <a:lnTo>
                    <a:pt x="436" y="302"/>
                  </a:lnTo>
                  <a:lnTo>
                    <a:pt x="437" y="302"/>
                  </a:lnTo>
                  <a:lnTo>
                    <a:pt x="440" y="301"/>
                  </a:lnTo>
                  <a:lnTo>
                    <a:pt x="441" y="301"/>
                  </a:lnTo>
                  <a:lnTo>
                    <a:pt x="443" y="299"/>
                  </a:lnTo>
                  <a:lnTo>
                    <a:pt x="445" y="299"/>
                  </a:lnTo>
                  <a:lnTo>
                    <a:pt x="447" y="298"/>
                  </a:lnTo>
                  <a:lnTo>
                    <a:pt x="449" y="298"/>
                  </a:lnTo>
                  <a:lnTo>
                    <a:pt x="451" y="297"/>
                  </a:lnTo>
                  <a:lnTo>
                    <a:pt x="453" y="297"/>
                  </a:lnTo>
                  <a:lnTo>
                    <a:pt x="456" y="295"/>
                  </a:lnTo>
                  <a:lnTo>
                    <a:pt x="459" y="295"/>
                  </a:lnTo>
                  <a:lnTo>
                    <a:pt x="460" y="294"/>
                  </a:lnTo>
                  <a:lnTo>
                    <a:pt x="463" y="294"/>
                  </a:lnTo>
                  <a:lnTo>
                    <a:pt x="464" y="293"/>
                  </a:lnTo>
                  <a:lnTo>
                    <a:pt x="467" y="293"/>
                  </a:lnTo>
                  <a:lnTo>
                    <a:pt x="468" y="291"/>
                  </a:lnTo>
                  <a:lnTo>
                    <a:pt x="469" y="291"/>
                  </a:lnTo>
                  <a:lnTo>
                    <a:pt x="471" y="291"/>
                  </a:lnTo>
                  <a:lnTo>
                    <a:pt x="472" y="290"/>
                  </a:lnTo>
                  <a:lnTo>
                    <a:pt x="473" y="290"/>
                  </a:lnTo>
                  <a:lnTo>
                    <a:pt x="474" y="290"/>
                  </a:lnTo>
                  <a:lnTo>
                    <a:pt x="476" y="289"/>
                  </a:lnTo>
                  <a:lnTo>
                    <a:pt x="477" y="289"/>
                  </a:lnTo>
                  <a:lnTo>
                    <a:pt x="478" y="289"/>
                  </a:lnTo>
                  <a:lnTo>
                    <a:pt x="480" y="287"/>
                  </a:lnTo>
                  <a:lnTo>
                    <a:pt x="481" y="287"/>
                  </a:lnTo>
                  <a:lnTo>
                    <a:pt x="482" y="287"/>
                  </a:lnTo>
                  <a:lnTo>
                    <a:pt x="484" y="286"/>
                  </a:lnTo>
                  <a:lnTo>
                    <a:pt x="485" y="285"/>
                  </a:lnTo>
                  <a:lnTo>
                    <a:pt x="486" y="285"/>
                  </a:lnTo>
                  <a:lnTo>
                    <a:pt x="488" y="285"/>
                  </a:lnTo>
                  <a:lnTo>
                    <a:pt x="489" y="284"/>
                  </a:lnTo>
                  <a:lnTo>
                    <a:pt x="490" y="284"/>
                  </a:lnTo>
                  <a:lnTo>
                    <a:pt x="492" y="282"/>
                  </a:lnTo>
                  <a:lnTo>
                    <a:pt x="494" y="281"/>
                  </a:lnTo>
                  <a:lnTo>
                    <a:pt x="496" y="281"/>
                  </a:lnTo>
                  <a:lnTo>
                    <a:pt x="497" y="280"/>
                  </a:lnTo>
                  <a:lnTo>
                    <a:pt x="500" y="278"/>
                  </a:lnTo>
                  <a:lnTo>
                    <a:pt x="501" y="278"/>
                  </a:lnTo>
                  <a:lnTo>
                    <a:pt x="504" y="277"/>
                  </a:lnTo>
                  <a:lnTo>
                    <a:pt x="505" y="276"/>
                  </a:lnTo>
                  <a:lnTo>
                    <a:pt x="508" y="274"/>
                  </a:lnTo>
                  <a:lnTo>
                    <a:pt x="509" y="274"/>
                  </a:lnTo>
                  <a:lnTo>
                    <a:pt x="512" y="273"/>
                  </a:lnTo>
                  <a:lnTo>
                    <a:pt x="513" y="272"/>
                  </a:lnTo>
                  <a:lnTo>
                    <a:pt x="514" y="272"/>
                  </a:lnTo>
                  <a:lnTo>
                    <a:pt x="516" y="270"/>
                  </a:lnTo>
                  <a:lnTo>
                    <a:pt x="517" y="270"/>
                  </a:lnTo>
                  <a:lnTo>
                    <a:pt x="518" y="269"/>
                  </a:lnTo>
                  <a:lnTo>
                    <a:pt x="520" y="269"/>
                  </a:lnTo>
                  <a:lnTo>
                    <a:pt x="521" y="268"/>
                  </a:lnTo>
                  <a:lnTo>
                    <a:pt x="522" y="268"/>
                  </a:lnTo>
                  <a:lnTo>
                    <a:pt x="523" y="266"/>
                  </a:lnTo>
                  <a:lnTo>
                    <a:pt x="525" y="266"/>
                  </a:lnTo>
                  <a:lnTo>
                    <a:pt x="526" y="265"/>
                  </a:lnTo>
                  <a:lnTo>
                    <a:pt x="527" y="265"/>
                  </a:lnTo>
                  <a:lnTo>
                    <a:pt x="529" y="264"/>
                  </a:lnTo>
                  <a:lnTo>
                    <a:pt x="530" y="264"/>
                  </a:lnTo>
                  <a:lnTo>
                    <a:pt x="531" y="262"/>
                  </a:lnTo>
                  <a:lnTo>
                    <a:pt x="533" y="262"/>
                  </a:lnTo>
                  <a:lnTo>
                    <a:pt x="534" y="261"/>
                  </a:lnTo>
                  <a:lnTo>
                    <a:pt x="535" y="261"/>
                  </a:lnTo>
                  <a:lnTo>
                    <a:pt x="537" y="260"/>
                  </a:lnTo>
                  <a:lnTo>
                    <a:pt x="538" y="260"/>
                  </a:lnTo>
                  <a:lnTo>
                    <a:pt x="539" y="258"/>
                  </a:lnTo>
                  <a:lnTo>
                    <a:pt x="541" y="257"/>
                  </a:lnTo>
                  <a:lnTo>
                    <a:pt x="542" y="257"/>
                  </a:lnTo>
                  <a:lnTo>
                    <a:pt x="543" y="256"/>
                  </a:lnTo>
                  <a:lnTo>
                    <a:pt x="545" y="254"/>
                  </a:lnTo>
                  <a:lnTo>
                    <a:pt x="547" y="253"/>
                  </a:lnTo>
                  <a:lnTo>
                    <a:pt x="549" y="253"/>
                  </a:lnTo>
                  <a:lnTo>
                    <a:pt x="551" y="252"/>
                  </a:lnTo>
                  <a:lnTo>
                    <a:pt x="553" y="250"/>
                  </a:lnTo>
                  <a:lnTo>
                    <a:pt x="554" y="250"/>
                  </a:lnTo>
                  <a:lnTo>
                    <a:pt x="555" y="249"/>
                  </a:lnTo>
                  <a:lnTo>
                    <a:pt x="557" y="248"/>
                  </a:lnTo>
                  <a:lnTo>
                    <a:pt x="558" y="248"/>
                  </a:lnTo>
                  <a:lnTo>
                    <a:pt x="559" y="246"/>
                  </a:lnTo>
                  <a:lnTo>
                    <a:pt x="561" y="246"/>
                  </a:lnTo>
                  <a:lnTo>
                    <a:pt x="562" y="245"/>
                  </a:lnTo>
                  <a:lnTo>
                    <a:pt x="563" y="245"/>
                  </a:lnTo>
                  <a:lnTo>
                    <a:pt x="563" y="244"/>
                  </a:lnTo>
                  <a:lnTo>
                    <a:pt x="565" y="244"/>
                  </a:lnTo>
                  <a:lnTo>
                    <a:pt x="566" y="244"/>
                  </a:lnTo>
                  <a:lnTo>
                    <a:pt x="566" y="242"/>
                  </a:lnTo>
                  <a:lnTo>
                    <a:pt x="567" y="242"/>
                  </a:lnTo>
                  <a:lnTo>
                    <a:pt x="569" y="241"/>
                  </a:lnTo>
                  <a:lnTo>
                    <a:pt x="570" y="241"/>
                  </a:lnTo>
                  <a:lnTo>
                    <a:pt x="571" y="240"/>
                  </a:lnTo>
                  <a:lnTo>
                    <a:pt x="573" y="238"/>
                  </a:lnTo>
                  <a:lnTo>
                    <a:pt x="574" y="238"/>
                  </a:lnTo>
                  <a:lnTo>
                    <a:pt x="574" y="237"/>
                  </a:lnTo>
                  <a:lnTo>
                    <a:pt x="575" y="237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79" y="234"/>
                  </a:lnTo>
                  <a:lnTo>
                    <a:pt x="580" y="234"/>
                  </a:lnTo>
                  <a:lnTo>
                    <a:pt x="582" y="233"/>
                  </a:lnTo>
                  <a:lnTo>
                    <a:pt x="583" y="232"/>
                  </a:lnTo>
                  <a:lnTo>
                    <a:pt x="584" y="231"/>
                  </a:lnTo>
                  <a:lnTo>
                    <a:pt x="586" y="231"/>
                  </a:lnTo>
                  <a:lnTo>
                    <a:pt x="587" y="229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7"/>
                  </a:lnTo>
                  <a:lnTo>
                    <a:pt x="592" y="227"/>
                  </a:lnTo>
                  <a:lnTo>
                    <a:pt x="594" y="225"/>
                  </a:lnTo>
                  <a:lnTo>
                    <a:pt x="595" y="224"/>
                  </a:lnTo>
                  <a:lnTo>
                    <a:pt x="596" y="224"/>
                  </a:lnTo>
                  <a:lnTo>
                    <a:pt x="596" y="223"/>
                  </a:lnTo>
                  <a:lnTo>
                    <a:pt x="598" y="223"/>
                  </a:lnTo>
                  <a:lnTo>
                    <a:pt x="599" y="221"/>
                  </a:lnTo>
                  <a:lnTo>
                    <a:pt x="600" y="221"/>
                  </a:lnTo>
                  <a:lnTo>
                    <a:pt x="602" y="220"/>
                  </a:lnTo>
                  <a:lnTo>
                    <a:pt x="603" y="219"/>
                  </a:lnTo>
                  <a:lnTo>
                    <a:pt x="604" y="217"/>
                  </a:lnTo>
                  <a:lnTo>
                    <a:pt x="606" y="217"/>
                  </a:lnTo>
                  <a:lnTo>
                    <a:pt x="607" y="216"/>
                  </a:lnTo>
                  <a:lnTo>
                    <a:pt x="608" y="215"/>
                  </a:lnTo>
                  <a:lnTo>
                    <a:pt x="610" y="213"/>
                  </a:lnTo>
                  <a:lnTo>
                    <a:pt x="611" y="213"/>
                  </a:lnTo>
                  <a:lnTo>
                    <a:pt x="611" y="212"/>
                  </a:lnTo>
                  <a:lnTo>
                    <a:pt x="612" y="211"/>
                  </a:lnTo>
                  <a:lnTo>
                    <a:pt x="614" y="211"/>
                  </a:lnTo>
                  <a:lnTo>
                    <a:pt x="615" y="209"/>
                  </a:lnTo>
                  <a:lnTo>
                    <a:pt x="616" y="208"/>
                  </a:lnTo>
                  <a:lnTo>
                    <a:pt x="618" y="208"/>
                  </a:lnTo>
                  <a:lnTo>
                    <a:pt x="618" y="207"/>
                  </a:lnTo>
                  <a:lnTo>
                    <a:pt x="619" y="207"/>
                  </a:lnTo>
                  <a:lnTo>
                    <a:pt x="619" y="205"/>
                  </a:lnTo>
                  <a:lnTo>
                    <a:pt x="620" y="205"/>
                  </a:lnTo>
                  <a:lnTo>
                    <a:pt x="622" y="204"/>
                  </a:lnTo>
                  <a:lnTo>
                    <a:pt x="623" y="204"/>
                  </a:lnTo>
                  <a:lnTo>
                    <a:pt x="623" y="203"/>
                  </a:lnTo>
                  <a:lnTo>
                    <a:pt x="624" y="203"/>
                  </a:lnTo>
                  <a:lnTo>
                    <a:pt x="625" y="201"/>
                  </a:lnTo>
                  <a:lnTo>
                    <a:pt x="627" y="200"/>
                  </a:lnTo>
                  <a:lnTo>
                    <a:pt x="628" y="200"/>
                  </a:lnTo>
                  <a:lnTo>
                    <a:pt x="628" y="199"/>
                  </a:lnTo>
                  <a:lnTo>
                    <a:pt x="629" y="199"/>
                  </a:lnTo>
                  <a:lnTo>
                    <a:pt x="631" y="197"/>
                  </a:lnTo>
                  <a:lnTo>
                    <a:pt x="632" y="197"/>
                  </a:lnTo>
                  <a:lnTo>
                    <a:pt x="633" y="196"/>
                  </a:lnTo>
                  <a:lnTo>
                    <a:pt x="635" y="195"/>
                  </a:lnTo>
                  <a:lnTo>
                    <a:pt x="636" y="193"/>
                  </a:lnTo>
                  <a:lnTo>
                    <a:pt x="637" y="193"/>
                  </a:lnTo>
                  <a:lnTo>
                    <a:pt x="639" y="192"/>
                  </a:lnTo>
                  <a:lnTo>
                    <a:pt x="640" y="192"/>
                  </a:lnTo>
                  <a:lnTo>
                    <a:pt x="640" y="191"/>
                  </a:lnTo>
                  <a:lnTo>
                    <a:pt x="641" y="191"/>
                  </a:lnTo>
                  <a:lnTo>
                    <a:pt x="643" y="189"/>
                  </a:lnTo>
                  <a:lnTo>
                    <a:pt x="644" y="189"/>
                  </a:lnTo>
                  <a:lnTo>
                    <a:pt x="644" y="188"/>
                  </a:lnTo>
                  <a:lnTo>
                    <a:pt x="645" y="188"/>
                  </a:lnTo>
                  <a:lnTo>
                    <a:pt x="645" y="187"/>
                  </a:lnTo>
                  <a:lnTo>
                    <a:pt x="647" y="187"/>
                  </a:lnTo>
                  <a:lnTo>
                    <a:pt x="647" y="185"/>
                  </a:lnTo>
                  <a:lnTo>
                    <a:pt x="648" y="185"/>
                  </a:lnTo>
                  <a:lnTo>
                    <a:pt x="649" y="185"/>
                  </a:lnTo>
                  <a:lnTo>
                    <a:pt x="649" y="184"/>
                  </a:lnTo>
                  <a:lnTo>
                    <a:pt x="651" y="183"/>
                  </a:lnTo>
                  <a:lnTo>
                    <a:pt x="652" y="182"/>
                  </a:lnTo>
                  <a:lnTo>
                    <a:pt x="653" y="180"/>
                  </a:lnTo>
                  <a:lnTo>
                    <a:pt x="655" y="179"/>
                  </a:lnTo>
                  <a:lnTo>
                    <a:pt x="656" y="179"/>
                  </a:lnTo>
                  <a:lnTo>
                    <a:pt x="656" y="178"/>
                  </a:lnTo>
                  <a:lnTo>
                    <a:pt x="657" y="178"/>
                  </a:lnTo>
                  <a:lnTo>
                    <a:pt x="659" y="176"/>
                  </a:lnTo>
                  <a:lnTo>
                    <a:pt x="659" y="175"/>
                  </a:lnTo>
                  <a:lnTo>
                    <a:pt x="660" y="174"/>
                  </a:lnTo>
                  <a:lnTo>
                    <a:pt x="661" y="174"/>
                  </a:lnTo>
                  <a:lnTo>
                    <a:pt x="663" y="172"/>
                  </a:lnTo>
                  <a:lnTo>
                    <a:pt x="664" y="171"/>
                  </a:lnTo>
                  <a:lnTo>
                    <a:pt x="664" y="170"/>
                  </a:lnTo>
                  <a:lnTo>
                    <a:pt x="665" y="168"/>
                  </a:lnTo>
                  <a:lnTo>
                    <a:pt x="667" y="167"/>
                  </a:lnTo>
                  <a:lnTo>
                    <a:pt x="668" y="166"/>
                  </a:lnTo>
                  <a:lnTo>
                    <a:pt x="669" y="164"/>
                  </a:lnTo>
                  <a:lnTo>
                    <a:pt x="671" y="163"/>
                  </a:lnTo>
                  <a:lnTo>
                    <a:pt x="672" y="162"/>
                  </a:lnTo>
                  <a:lnTo>
                    <a:pt x="673" y="160"/>
                  </a:lnTo>
                  <a:lnTo>
                    <a:pt x="674" y="159"/>
                  </a:lnTo>
                  <a:lnTo>
                    <a:pt x="676" y="158"/>
                  </a:lnTo>
                  <a:lnTo>
                    <a:pt x="676" y="156"/>
                  </a:lnTo>
                  <a:lnTo>
                    <a:pt x="677" y="156"/>
                  </a:lnTo>
                  <a:lnTo>
                    <a:pt x="677" y="155"/>
                  </a:lnTo>
                  <a:lnTo>
                    <a:pt x="678" y="155"/>
                  </a:lnTo>
                  <a:lnTo>
                    <a:pt x="678" y="154"/>
                  </a:lnTo>
                  <a:lnTo>
                    <a:pt x="680" y="152"/>
                  </a:lnTo>
                  <a:lnTo>
                    <a:pt x="681" y="152"/>
                  </a:lnTo>
                  <a:lnTo>
                    <a:pt x="681" y="151"/>
                  </a:lnTo>
                  <a:lnTo>
                    <a:pt x="682" y="150"/>
                  </a:lnTo>
                  <a:lnTo>
                    <a:pt x="684" y="148"/>
                  </a:lnTo>
                  <a:lnTo>
                    <a:pt x="685" y="147"/>
                  </a:lnTo>
                  <a:lnTo>
                    <a:pt x="685" y="146"/>
                  </a:lnTo>
                  <a:lnTo>
                    <a:pt x="686" y="144"/>
                  </a:lnTo>
                  <a:lnTo>
                    <a:pt x="688" y="143"/>
                  </a:lnTo>
                  <a:lnTo>
                    <a:pt x="689" y="142"/>
                  </a:lnTo>
                  <a:lnTo>
                    <a:pt x="690" y="140"/>
                  </a:lnTo>
                  <a:lnTo>
                    <a:pt x="692" y="139"/>
                  </a:lnTo>
                  <a:lnTo>
                    <a:pt x="693" y="138"/>
                  </a:lnTo>
                  <a:lnTo>
                    <a:pt x="694" y="136"/>
                  </a:lnTo>
                  <a:lnTo>
                    <a:pt x="696" y="134"/>
                  </a:lnTo>
                  <a:lnTo>
                    <a:pt x="697" y="132"/>
                  </a:lnTo>
                  <a:lnTo>
                    <a:pt x="698" y="131"/>
                  </a:lnTo>
                  <a:lnTo>
                    <a:pt x="700" y="130"/>
                  </a:lnTo>
                  <a:lnTo>
                    <a:pt x="701" y="127"/>
                  </a:lnTo>
                  <a:lnTo>
                    <a:pt x="702" y="126"/>
                  </a:lnTo>
                  <a:lnTo>
                    <a:pt x="704" y="125"/>
                  </a:lnTo>
                  <a:lnTo>
                    <a:pt x="704" y="123"/>
                  </a:lnTo>
                  <a:lnTo>
                    <a:pt x="705" y="122"/>
                  </a:lnTo>
                  <a:lnTo>
                    <a:pt x="706" y="122"/>
                  </a:lnTo>
                  <a:lnTo>
                    <a:pt x="708" y="121"/>
                  </a:lnTo>
                  <a:lnTo>
                    <a:pt x="708" y="119"/>
                  </a:lnTo>
                  <a:lnTo>
                    <a:pt x="709" y="118"/>
                  </a:lnTo>
                  <a:lnTo>
                    <a:pt x="709" y="117"/>
                  </a:lnTo>
                  <a:lnTo>
                    <a:pt x="710" y="117"/>
                  </a:lnTo>
                  <a:lnTo>
                    <a:pt x="712" y="115"/>
                  </a:lnTo>
                  <a:lnTo>
                    <a:pt x="712" y="114"/>
                  </a:lnTo>
                  <a:lnTo>
                    <a:pt x="713" y="113"/>
                  </a:lnTo>
                  <a:lnTo>
                    <a:pt x="714" y="111"/>
                  </a:lnTo>
                  <a:lnTo>
                    <a:pt x="716" y="110"/>
                  </a:lnTo>
                  <a:lnTo>
                    <a:pt x="716" y="109"/>
                  </a:lnTo>
                  <a:lnTo>
                    <a:pt x="717" y="107"/>
                  </a:lnTo>
                  <a:lnTo>
                    <a:pt x="718" y="106"/>
                  </a:lnTo>
                  <a:lnTo>
                    <a:pt x="718" y="105"/>
                  </a:lnTo>
                  <a:lnTo>
                    <a:pt x="720" y="103"/>
                  </a:lnTo>
                  <a:lnTo>
                    <a:pt x="721" y="102"/>
                  </a:lnTo>
                  <a:lnTo>
                    <a:pt x="722" y="101"/>
                  </a:lnTo>
                  <a:lnTo>
                    <a:pt x="724" y="99"/>
                  </a:lnTo>
                  <a:lnTo>
                    <a:pt x="725" y="97"/>
                  </a:lnTo>
                  <a:lnTo>
                    <a:pt x="726" y="95"/>
                  </a:lnTo>
                  <a:lnTo>
                    <a:pt x="727" y="93"/>
                  </a:lnTo>
                  <a:lnTo>
                    <a:pt x="729" y="91"/>
                  </a:lnTo>
                  <a:lnTo>
                    <a:pt x="730" y="89"/>
                  </a:lnTo>
                  <a:lnTo>
                    <a:pt x="731" y="87"/>
                  </a:lnTo>
                  <a:lnTo>
                    <a:pt x="733" y="85"/>
                  </a:lnTo>
                  <a:lnTo>
                    <a:pt x="734" y="83"/>
                  </a:lnTo>
                  <a:lnTo>
                    <a:pt x="735" y="82"/>
                  </a:lnTo>
                  <a:lnTo>
                    <a:pt x="737" y="81"/>
                  </a:lnTo>
                  <a:lnTo>
                    <a:pt x="737" y="80"/>
                  </a:lnTo>
                  <a:lnTo>
                    <a:pt x="738" y="77"/>
                  </a:lnTo>
                  <a:lnTo>
                    <a:pt x="739" y="76"/>
                  </a:lnTo>
                  <a:lnTo>
                    <a:pt x="741" y="76"/>
                  </a:lnTo>
                  <a:lnTo>
                    <a:pt x="741" y="74"/>
                  </a:lnTo>
                  <a:lnTo>
                    <a:pt x="742" y="73"/>
                  </a:lnTo>
                  <a:lnTo>
                    <a:pt x="743" y="72"/>
                  </a:lnTo>
                  <a:lnTo>
                    <a:pt x="743" y="70"/>
                  </a:lnTo>
                  <a:lnTo>
                    <a:pt x="745" y="69"/>
                  </a:lnTo>
                  <a:lnTo>
                    <a:pt x="745" y="68"/>
                  </a:lnTo>
                  <a:lnTo>
                    <a:pt x="746" y="66"/>
                  </a:lnTo>
                  <a:lnTo>
                    <a:pt x="747" y="66"/>
                  </a:lnTo>
                  <a:lnTo>
                    <a:pt x="747" y="65"/>
                  </a:lnTo>
                  <a:lnTo>
                    <a:pt x="749" y="64"/>
                  </a:lnTo>
                  <a:lnTo>
                    <a:pt x="749" y="62"/>
                  </a:lnTo>
                  <a:lnTo>
                    <a:pt x="750" y="61"/>
                  </a:lnTo>
                  <a:lnTo>
                    <a:pt x="751" y="60"/>
                  </a:lnTo>
                  <a:lnTo>
                    <a:pt x="753" y="58"/>
                  </a:lnTo>
                  <a:lnTo>
                    <a:pt x="753" y="57"/>
                  </a:lnTo>
                  <a:lnTo>
                    <a:pt x="754" y="56"/>
                  </a:lnTo>
                  <a:lnTo>
                    <a:pt x="755" y="54"/>
                  </a:lnTo>
                  <a:lnTo>
                    <a:pt x="757" y="52"/>
                  </a:lnTo>
                  <a:lnTo>
                    <a:pt x="758" y="50"/>
                  </a:lnTo>
                  <a:lnTo>
                    <a:pt x="759" y="48"/>
                  </a:lnTo>
                  <a:lnTo>
                    <a:pt x="761" y="46"/>
                  </a:lnTo>
                  <a:lnTo>
                    <a:pt x="762" y="44"/>
                  </a:lnTo>
                  <a:lnTo>
                    <a:pt x="763" y="42"/>
                  </a:lnTo>
                  <a:lnTo>
                    <a:pt x="766" y="40"/>
                  </a:lnTo>
                  <a:lnTo>
                    <a:pt x="767" y="38"/>
                  </a:lnTo>
                  <a:lnTo>
                    <a:pt x="769" y="36"/>
                  </a:lnTo>
                  <a:lnTo>
                    <a:pt x="770" y="34"/>
                  </a:lnTo>
                  <a:lnTo>
                    <a:pt x="770" y="33"/>
                  </a:lnTo>
                  <a:lnTo>
                    <a:pt x="771" y="32"/>
                  </a:lnTo>
                  <a:lnTo>
                    <a:pt x="773" y="30"/>
                  </a:lnTo>
                  <a:lnTo>
                    <a:pt x="774" y="29"/>
                  </a:lnTo>
                  <a:lnTo>
                    <a:pt x="774" y="28"/>
                  </a:lnTo>
                  <a:lnTo>
                    <a:pt x="775" y="27"/>
                  </a:lnTo>
                  <a:lnTo>
                    <a:pt x="776" y="25"/>
                  </a:lnTo>
                  <a:lnTo>
                    <a:pt x="776" y="24"/>
                  </a:lnTo>
                  <a:lnTo>
                    <a:pt x="778" y="23"/>
                  </a:lnTo>
                  <a:lnTo>
                    <a:pt x="778" y="21"/>
                  </a:lnTo>
                  <a:lnTo>
                    <a:pt x="779" y="21"/>
                  </a:lnTo>
                  <a:lnTo>
                    <a:pt x="779" y="20"/>
                  </a:lnTo>
                  <a:lnTo>
                    <a:pt x="780" y="19"/>
                  </a:lnTo>
                  <a:lnTo>
                    <a:pt x="780" y="17"/>
                  </a:lnTo>
                  <a:lnTo>
                    <a:pt x="782" y="17"/>
                  </a:lnTo>
                  <a:lnTo>
                    <a:pt x="782" y="16"/>
                  </a:lnTo>
                  <a:lnTo>
                    <a:pt x="783" y="15"/>
                  </a:lnTo>
                  <a:lnTo>
                    <a:pt x="783" y="13"/>
                  </a:lnTo>
                  <a:lnTo>
                    <a:pt x="784" y="12"/>
                  </a:lnTo>
                  <a:lnTo>
                    <a:pt x="786" y="11"/>
                  </a:lnTo>
                  <a:lnTo>
                    <a:pt x="786" y="9"/>
                  </a:lnTo>
                  <a:lnTo>
                    <a:pt x="787" y="8"/>
                  </a:lnTo>
                  <a:lnTo>
                    <a:pt x="787" y="7"/>
                  </a:lnTo>
                  <a:lnTo>
                    <a:pt x="788" y="5"/>
                  </a:lnTo>
                  <a:lnTo>
                    <a:pt x="790" y="4"/>
                  </a:lnTo>
                  <a:lnTo>
                    <a:pt x="790" y="3"/>
                  </a:lnTo>
                  <a:lnTo>
                    <a:pt x="791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4" name="Freeform 8">
              <a:extLst>
                <a:ext uri="{FF2B5EF4-FFF2-40B4-BE49-F238E27FC236}">
                  <a16:creationId xmlns:a16="http://schemas.microsoft.com/office/drawing/2014/main" id="{FBD216AB-41F8-46D2-94E0-3D263E941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435350"/>
              <a:ext cx="73025" cy="250825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0"/>
                  </a:moveTo>
                  <a:lnTo>
                    <a:pt x="3" y="4"/>
                  </a:lnTo>
                  <a:lnTo>
                    <a:pt x="4" y="8"/>
                  </a:lnTo>
                  <a:lnTo>
                    <a:pt x="7" y="11"/>
                  </a:lnTo>
                  <a:lnTo>
                    <a:pt x="8" y="14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6"/>
                  </a:lnTo>
                  <a:lnTo>
                    <a:pt x="16" y="27"/>
                  </a:lnTo>
                  <a:lnTo>
                    <a:pt x="16" y="30"/>
                  </a:lnTo>
                  <a:lnTo>
                    <a:pt x="17" y="31"/>
                  </a:lnTo>
                  <a:lnTo>
                    <a:pt x="19" y="32"/>
                  </a:lnTo>
                  <a:lnTo>
                    <a:pt x="19" y="34"/>
                  </a:lnTo>
                  <a:lnTo>
                    <a:pt x="20" y="35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5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30" y="59"/>
                  </a:lnTo>
                  <a:lnTo>
                    <a:pt x="30" y="61"/>
                  </a:lnTo>
                  <a:lnTo>
                    <a:pt x="32" y="63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3" y="67"/>
                  </a:lnTo>
                  <a:lnTo>
                    <a:pt x="34" y="68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5"/>
                  </a:lnTo>
                  <a:lnTo>
                    <a:pt x="37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38" y="80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1" y="87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2" y="91"/>
                  </a:lnTo>
                  <a:lnTo>
                    <a:pt x="44" y="92"/>
                  </a:lnTo>
                  <a:lnTo>
                    <a:pt x="44" y="93"/>
                  </a:lnTo>
                  <a:lnTo>
                    <a:pt x="45" y="94"/>
                  </a:lnTo>
                  <a:lnTo>
                    <a:pt x="45" y="97"/>
                  </a:lnTo>
                  <a:lnTo>
                    <a:pt x="46" y="98"/>
                  </a:lnTo>
                  <a:lnTo>
                    <a:pt x="46" y="101"/>
                  </a:lnTo>
                  <a:lnTo>
                    <a:pt x="48" y="102"/>
                  </a:lnTo>
                  <a:lnTo>
                    <a:pt x="49" y="105"/>
                  </a:lnTo>
                  <a:lnTo>
                    <a:pt x="49" y="106"/>
                  </a:lnTo>
                  <a:lnTo>
                    <a:pt x="50" y="109"/>
                  </a:lnTo>
                  <a:lnTo>
                    <a:pt x="50" y="110"/>
                  </a:lnTo>
                  <a:lnTo>
                    <a:pt x="52" y="113"/>
                  </a:lnTo>
                  <a:lnTo>
                    <a:pt x="52" y="114"/>
                  </a:lnTo>
                  <a:lnTo>
                    <a:pt x="53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6" y="126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8" y="130"/>
                  </a:lnTo>
                  <a:lnTo>
                    <a:pt x="58" y="132"/>
                  </a:lnTo>
                  <a:lnTo>
                    <a:pt x="58" y="133"/>
                  </a:lnTo>
                  <a:lnTo>
                    <a:pt x="60" y="134"/>
                  </a:lnTo>
                  <a:lnTo>
                    <a:pt x="60" y="136"/>
                  </a:lnTo>
                  <a:lnTo>
                    <a:pt x="60" y="137"/>
                  </a:lnTo>
                  <a:lnTo>
                    <a:pt x="60" y="138"/>
                  </a:lnTo>
                  <a:lnTo>
                    <a:pt x="61" y="140"/>
                  </a:lnTo>
                  <a:lnTo>
                    <a:pt x="61" y="141"/>
                  </a:lnTo>
                  <a:lnTo>
                    <a:pt x="62" y="142"/>
                  </a:lnTo>
                  <a:lnTo>
                    <a:pt x="62" y="145"/>
                  </a:lnTo>
                  <a:lnTo>
                    <a:pt x="64" y="146"/>
                  </a:lnTo>
                  <a:lnTo>
                    <a:pt x="64" y="149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6" y="155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61"/>
                  </a:lnTo>
                  <a:lnTo>
                    <a:pt x="68" y="162"/>
                  </a:lnTo>
                  <a:lnTo>
                    <a:pt x="69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70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0" y="171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3" y="175"/>
                  </a:lnTo>
                  <a:lnTo>
                    <a:pt x="73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4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6" y="185"/>
                  </a:lnTo>
                  <a:lnTo>
                    <a:pt x="76" y="186"/>
                  </a:lnTo>
                  <a:lnTo>
                    <a:pt x="76" y="187"/>
                  </a:lnTo>
                  <a:lnTo>
                    <a:pt x="77" y="189"/>
                  </a:lnTo>
                  <a:lnTo>
                    <a:pt x="77" y="191"/>
                  </a:lnTo>
                  <a:lnTo>
                    <a:pt x="77" y="193"/>
                  </a:lnTo>
                  <a:lnTo>
                    <a:pt x="78" y="195"/>
                  </a:lnTo>
                  <a:lnTo>
                    <a:pt x="78" y="196"/>
                  </a:lnTo>
                  <a:lnTo>
                    <a:pt x="79" y="199"/>
                  </a:lnTo>
                  <a:lnTo>
                    <a:pt x="79" y="200"/>
                  </a:lnTo>
                  <a:lnTo>
                    <a:pt x="81" y="203"/>
                  </a:lnTo>
                  <a:lnTo>
                    <a:pt x="81" y="204"/>
                  </a:lnTo>
                  <a:lnTo>
                    <a:pt x="82" y="207"/>
                  </a:lnTo>
                  <a:lnTo>
                    <a:pt x="82" y="208"/>
                  </a:lnTo>
                  <a:lnTo>
                    <a:pt x="82" y="210"/>
                  </a:lnTo>
                  <a:lnTo>
                    <a:pt x="83" y="211"/>
                  </a:lnTo>
                  <a:lnTo>
                    <a:pt x="83" y="212"/>
                  </a:lnTo>
                  <a:lnTo>
                    <a:pt x="83" y="214"/>
                  </a:lnTo>
                  <a:lnTo>
                    <a:pt x="85" y="215"/>
                  </a:lnTo>
                  <a:lnTo>
                    <a:pt x="85" y="216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6" y="220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4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7" y="228"/>
                  </a:lnTo>
                  <a:lnTo>
                    <a:pt x="87" y="230"/>
                  </a:lnTo>
                  <a:lnTo>
                    <a:pt x="87" y="231"/>
                  </a:lnTo>
                  <a:lnTo>
                    <a:pt x="87" y="232"/>
                  </a:lnTo>
                  <a:lnTo>
                    <a:pt x="87" y="234"/>
                  </a:lnTo>
                  <a:lnTo>
                    <a:pt x="87" y="235"/>
                  </a:lnTo>
                  <a:lnTo>
                    <a:pt x="87" y="236"/>
                  </a:lnTo>
                  <a:lnTo>
                    <a:pt x="87" y="238"/>
                  </a:lnTo>
                  <a:lnTo>
                    <a:pt x="87" y="240"/>
                  </a:lnTo>
                  <a:lnTo>
                    <a:pt x="89" y="242"/>
                  </a:lnTo>
                  <a:lnTo>
                    <a:pt x="89" y="243"/>
                  </a:lnTo>
                  <a:lnTo>
                    <a:pt x="89" y="245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3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7"/>
                  </a:lnTo>
                  <a:lnTo>
                    <a:pt x="90" y="257"/>
                  </a:lnTo>
                  <a:lnTo>
                    <a:pt x="90" y="259"/>
                  </a:lnTo>
                  <a:lnTo>
                    <a:pt x="90" y="260"/>
                  </a:lnTo>
                  <a:lnTo>
                    <a:pt x="90" y="261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5"/>
                  </a:lnTo>
                  <a:lnTo>
                    <a:pt x="90" y="267"/>
                  </a:lnTo>
                  <a:lnTo>
                    <a:pt x="91" y="268"/>
                  </a:lnTo>
                  <a:lnTo>
                    <a:pt x="91" y="269"/>
                  </a:lnTo>
                  <a:lnTo>
                    <a:pt x="91" y="271"/>
                  </a:lnTo>
                  <a:lnTo>
                    <a:pt x="91" y="272"/>
                  </a:lnTo>
                  <a:lnTo>
                    <a:pt x="91" y="273"/>
                  </a:lnTo>
                  <a:lnTo>
                    <a:pt x="93" y="275"/>
                  </a:lnTo>
                  <a:lnTo>
                    <a:pt x="93" y="276"/>
                  </a:lnTo>
                  <a:lnTo>
                    <a:pt x="93" y="277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1"/>
                  </a:lnTo>
                  <a:lnTo>
                    <a:pt x="94" y="281"/>
                  </a:lnTo>
                  <a:lnTo>
                    <a:pt x="94" y="283"/>
                  </a:lnTo>
                  <a:lnTo>
                    <a:pt x="94" y="284"/>
                  </a:lnTo>
                  <a:lnTo>
                    <a:pt x="94" y="285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89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3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7"/>
                  </a:lnTo>
                  <a:lnTo>
                    <a:pt x="94" y="298"/>
                  </a:lnTo>
                  <a:lnTo>
                    <a:pt x="94" y="300"/>
                  </a:lnTo>
                  <a:lnTo>
                    <a:pt x="94" y="301"/>
                  </a:lnTo>
                  <a:lnTo>
                    <a:pt x="94" y="302"/>
                  </a:lnTo>
                  <a:lnTo>
                    <a:pt x="94" y="304"/>
                  </a:lnTo>
                  <a:lnTo>
                    <a:pt x="94" y="306"/>
                  </a:lnTo>
                  <a:lnTo>
                    <a:pt x="94" y="308"/>
                  </a:lnTo>
                  <a:lnTo>
                    <a:pt x="94" y="310"/>
                  </a:lnTo>
                  <a:lnTo>
                    <a:pt x="94" y="312"/>
                  </a:lnTo>
                  <a:lnTo>
                    <a:pt x="94" y="314"/>
                  </a:lnTo>
                  <a:lnTo>
                    <a:pt x="93" y="317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5" name="Freeform 9">
              <a:extLst>
                <a:ext uri="{FF2B5EF4-FFF2-40B4-BE49-F238E27FC236}">
                  <a16:creationId xmlns:a16="http://schemas.microsoft.com/office/drawing/2014/main" id="{882EEA5E-6FB2-43C1-A28D-D84F53C3E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684588"/>
              <a:ext cx="73025" cy="252412"/>
            </a:xfrm>
            <a:custGeom>
              <a:avLst/>
              <a:gdLst>
                <a:gd name="T0" fmla="*/ 2147483646 w 94"/>
                <a:gd name="T1" fmla="*/ 2147483646 h 316"/>
                <a:gd name="T2" fmla="*/ 2147483646 w 94"/>
                <a:gd name="T3" fmla="*/ 2147483646 h 316"/>
                <a:gd name="T4" fmla="*/ 2147483646 w 94"/>
                <a:gd name="T5" fmla="*/ 2147483646 h 316"/>
                <a:gd name="T6" fmla="*/ 2147483646 w 94"/>
                <a:gd name="T7" fmla="*/ 2147483646 h 316"/>
                <a:gd name="T8" fmla="*/ 2147483646 w 94"/>
                <a:gd name="T9" fmla="*/ 2147483646 h 316"/>
                <a:gd name="T10" fmla="*/ 2147483646 w 94"/>
                <a:gd name="T11" fmla="*/ 2147483646 h 316"/>
                <a:gd name="T12" fmla="*/ 2147483646 w 94"/>
                <a:gd name="T13" fmla="*/ 2147483646 h 316"/>
                <a:gd name="T14" fmla="*/ 2147483646 w 94"/>
                <a:gd name="T15" fmla="*/ 2147483646 h 316"/>
                <a:gd name="T16" fmla="*/ 2147483646 w 94"/>
                <a:gd name="T17" fmla="*/ 2147483646 h 316"/>
                <a:gd name="T18" fmla="*/ 2147483646 w 94"/>
                <a:gd name="T19" fmla="*/ 2147483646 h 316"/>
                <a:gd name="T20" fmla="*/ 2147483646 w 94"/>
                <a:gd name="T21" fmla="*/ 2147483646 h 316"/>
                <a:gd name="T22" fmla="*/ 2147483646 w 94"/>
                <a:gd name="T23" fmla="*/ 2147483646 h 316"/>
                <a:gd name="T24" fmla="*/ 2147483646 w 94"/>
                <a:gd name="T25" fmla="*/ 2147483646 h 316"/>
                <a:gd name="T26" fmla="*/ 2147483646 w 94"/>
                <a:gd name="T27" fmla="*/ 2147483646 h 316"/>
                <a:gd name="T28" fmla="*/ 2147483646 w 94"/>
                <a:gd name="T29" fmla="*/ 2147483646 h 316"/>
                <a:gd name="T30" fmla="*/ 2147483646 w 94"/>
                <a:gd name="T31" fmla="*/ 2147483646 h 316"/>
                <a:gd name="T32" fmla="*/ 2147483646 w 94"/>
                <a:gd name="T33" fmla="*/ 2147483646 h 316"/>
                <a:gd name="T34" fmla="*/ 2147483646 w 94"/>
                <a:gd name="T35" fmla="*/ 2147483646 h 316"/>
                <a:gd name="T36" fmla="*/ 2147483646 w 94"/>
                <a:gd name="T37" fmla="*/ 2147483646 h 316"/>
                <a:gd name="T38" fmla="*/ 2147483646 w 94"/>
                <a:gd name="T39" fmla="*/ 2147483646 h 316"/>
                <a:gd name="T40" fmla="*/ 2147483646 w 94"/>
                <a:gd name="T41" fmla="*/ 2147483646 h 316"/>
                <a:gd name="T42" fmla="*/ 2147483646 w 94"/>
                <a:gd name="T43" fmla="*/ 2147483646 h 316"/>
                <a:gd name="T44" fmla="*/ 2147483646 w 94"/>
                <a:gd name="T45" fmla="*/ 2147483646 h 316"/>
                <a:gd name="T46" fmla="*/ 2147483646 w 94"/>
                <a:gd name="T47" fmla="*/ 2147483646 h 316"/>
                <a:gd name="T48" fmla="*/ 2147483646 w 94"/>
                <a:gd name="T49" fmla="*/ 2147483646 h 316"/>
                <a:gd name="T50" fmla="*/ 2147483646 w 94"/>
                <a:gd name="T51" fmla="*/ 2147483646 h 316"/>
                <a:gd name="T52" fmla="*/ 2147483646 w 94"/>
                <a:gd name="T53" fmla="*/ 2147483646 h 316"/>
                <a:gd name="T54" fmla="*/ 2147483646 w 94"/>
                <a:gd name="T55" fmla="*/ 2147483646 h 316"/>
                <a:gd name="T56" fmla="*/ 2147483646 w 94"/>
                <a:gd name="T57" fmla="*/ 2147483646 h 316"/>
                <a:gd name="T58" fmla="*/ 2147483646 w 94"/>
                <a:gd name="T59" fmla="*/ 2147483646 h 316"/>
                <a:gd name="T60" fmla="*/ 2147483646 w 94"/>
                <a:gd name="T61" fmla="*/ 2147483646 h 316"/>
                <a:gd name="T62" fmla="*/ 2147483646 w 94"/>
                <a:gd name="T63" fmla="*/ 2147483646 h 316"/>
                <a:gd name="T64" fmla="*/ 2147483646 w 94"/>
                <a:gd name="T65" fmla="*/ 2147483646 h 316"/>
                <a:gd name="T66" fmla="*/ 2147483646 w 94"/>
                <a:gd name="T67" fmla="*/ 2147483646 h 316"/>
                <a:gd name="T68" fmla="*/ 2147483646 w 94"/>
                <a:gd name="T69" fmla="*/ 2147483646 h 316"/>
                <a:gd name="T70" fmla="*/ 2147483646 w 94"/>
                <a:gd name="T71" fmla="*/ 2147483646 h 316"/>
                <a:gd name="T72" fmla="*/ 2147483646 w 94"/>
                <a:gd name="T73" fmla="*/ 2147483646 h 316"/>
                <a:gd name="T74" fmla="*/ 2147483646 w 94"/>
                <a:gd name="T75" fmla="*/ 2147483646 h 316"/>
                <a:gd name="T76" fmla="*/ 2147483646 w 94"/>
                <a:gd name="T77" fmla="*/ 2147483646 h 316"/>
                <a:gd name="T78" fmla="*/ 2147483646 w 94"/>
                <a:gd name="T79" fmla="*/ 2147483646 h 316"/>
                <a:gd name="T80" fmla="*/ 2147483646 w 94"/>
                <a:gd name="T81" fmla="*/ 2147483646 h 316"/>
                <a:gd name="T82" fmla="*/ 2147483646 w 94"/>
                <a:gd name="T83" fmla="*/ 2147483646 h 316"/>
                <a:gd name="T84" fmla="*/ 2147483646 w 94"/>
                <a:gd name="T85" fmla="*/ 2147483646 h 316"/>
                <a:gd name="T86" fmla="*/ 2147483646 w 94"/>
                <a:gd name="T87" fmla="*/ 2147483646 h 316"/>
                <a:gd name="T88" fmla="*/ 2147483646 w 94"/>
                <a:gd name="T89" fmla="*/ 2147483646 h 316"/>
                <a:gd name="T90" fmla="*/ 2147483646 w 94"/>
                <a:gd name="T91" fmla="*/ 2147483646 h 316"/>
                <a:gd name="T92" fmla="*/ 2147483646 w 94"/>
                <a:gd name="T93" fmla="*/ 2147483646 h 316"/>
                <a:gd name="T94" fmla="*/ 2147483646 w 94"/>
                <a:gd name="T95" fmla="*/ 2147483646 h 316"/>
                <a:gd name="T96" fmla="*/ 2147483646 w 94"/>
                <a:gd name="T97" fmla="*/ 2147483646 h 316"/>
                <a:gd name="T98" fmla="*/ 2147483646 w 94"/>
                <a:gd name="T99" fmla="*/ 2147483646 h 316"/>
                <a:gd name="T100" fmla="*/ 2147483646 w 94"/>
                <a:gd name="T101" fmla="*/ 2147483646 h 316"/>
                <a:gd name="T102" fmla="*/ 2147483646 w 94"/>
                <a:gd name="T103" fmla="*/ 2147483646 h 316"/>
                <a:gd name="T104" fmla="*/ 2147483646 w 94"/>
                <a:gd name="T105" fmla="*/ 2147483646 h 316"/>
                <a:gd name="T106" fmla="*/ 2147483646 w 94"/>
                <a:gd name="T107" fmla="*/ 2147483646 h 316"/>
                <a:gd name="T108" fmla="*/ 2147483646 w 94"/>
                <a:gd name="T109" fmla="*/ 2147483646 h 316"/>
                <a:gd name="T110" fmla="*/ 2147483646 w 94"/>
                <a:gd name="T111" fmla="*/ 2147483646 h 316"/>
                <a:gd name="T112" fmla="*/ 2147483646 w 94"/>
                <a:gd name="T113" fmla="*/ 2147483646 h 3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6">
                  <a:moveTo>
                    <a:pt x="0" y="316"/>
                  </a:moveTo>
                  <a:lnTo>
                    <a:pt x="3" y="312"/>
                  </a:lnTo>
                  <a:lnTo>
                    <a:pt x="4" y="310"/>
                  </a:lnTo>
                  <a:lnTo>
                    <a:pt x="7" y="306"/>
                  </a:lnTo>
                  <a:lnTo>
                    <a:pt x="8" y="303"/>
                  </a:lnTo>
                  <a:lnTo>
                    <a:pt x="9" y="300"/>
                  </a:lnTo>
                  <a:lnTo>
                    <a:pt x="11" y="298"/>
                  </a:lnTo>
                  <a:lnTo>
                    <a:pt x="12" y="295"/>
                  </a:lnTo>
                  <a:lnTo>
                    <a:pt x="13" y="294"/>
                  </a:lnTo>
                  <a:lnTo>
                    <a:pt x="15" y="291"/>
                  </a:lnTo>
                  <a:lnTo>
                    <a:pt x="16" y="290"/>
                  </a:lnTo>
                  <a:lnTo>
                    <a:pt x="16" y="287"/>
                  </a:lnTo>
                  <a:lnTo>
                    <a:pt x="17" y="286"/>
                  </a:lnTo>
                  <a:lnTo>
                    <a:pt x="19" y="285"/>
                  </a:lnTo>
                  <a:lnTo>
                    <a:pt x="19" y="283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21" y="279"/>
                  </a:lnTo>
                  <a:lnTo>
                    <a:pt x="21" y="278"/>
                  </a:lnTo>
                  <a:lnTo>
                    <a:pt x="23" y="277"/>
                  </a:lnTo>
                  <a:lnTo>
                    <a:pt x="23" y="275"/>
                  </a:lnTo>
                  <a:lnTo>
                    <a:pt x="24" y="274"/>
                  </a:lnTo>
                  <a:lnTo>
                    <a:pt x="24" y="273"/>
                  </a:lnTo>
                  <a:lnTo>
                    <a:pt x="25" y="271"/>
                  </a:lnTo>
                  <a:lnTo>
                    <a:pt x="25" y="270"/>
                  </a:lnTo>
                  <a:lnTo>
                    <a:pt x="25" y="269"/>
                  </a:lnTo>
                  <a:lnTo>
                    <a:pt x="27" y="267"/>
                  </a:lnTo>
                  <a:lnTo>
                    <a:pt x="27" y="266"/>
                  </a:lnTo>
                  <a:lnTo>
                    <a:pt x="28" y="265"/>
                  </a:lnTo>
                  <a:lnTo>
                    <a:pt x="28" y="263"/>
                  </a:lnTo>
                  <a:lnTo>
                    <a:pt x="29" y="261"/>
                  </a:lnTo>
                  <a:lnTo>
                    <a:pt x="29" y="259"/>
                  </a:lnTo>
                  <a:lnTo>
                    <a:pt x="30" y="258"/>
                  </a:lnTo>
                  <a:lnTo>
                    <a:pt x="30" y="255"/>
                  </a:lnTo>
                  <a:lnTo>
                    <a:pt x="32" y="254"/>
                  </a:lnTo>
                  <a:lnTo>
                    <a:pt x="33" y="253"/>
                  </a:lnTo>
                  <a:lnTo>
                    <a:pt x="33" y="251"/>
                  </a:lnTo>
                  <a:lnTo>
                    <a:pt x="33" y="250"/>
                  </a:lnTo>
                  <a:lnTo>
                    <a:pt x="34" y="249"/>
                  </a:lnTo>
                  <a:lnTo>
                    <a:pt x="34" y="247"/>
                  </a:lnTo>
                  <a:lnTo>
                    <a:pt x="36" y="246"/>
                  </a:lnTo>
                  <a:lnTo>
                    <a:pt x="36" y="245"/>
                  </a:lnTo>
                  <a:lnTo>
                    <a:pt x="36" y="243"/>
                  </a:lnTo>
                  <a:lnTo>
                    <a:pt x="37" y="242"/>
                  </a:lnTo>
                  <a:lnTo>
                    <a:pt x="37" y="241"/>
                  </a:lnTo>
                  <a:lnTo>
                    <a:pt x="38" y="239"/>
                  </a:lnTo>
                  <a:lnTo>
                    <a:pt x="38" y="238"/>
                  </a:lnTo>
                  <a:lnTo>
                    <a:pt x="38" y="237"/>
                  </a:lnTo>
                  <a:lnTo>
                    <a:pt x="40" y="237"/>
                  </a:lnTo>
                  <a:lnTo>
                    <a:pt x="40" y="235"/>
                  </a:lnTo>
                  <a:lnTo>
                    <a:pt x="40" y="234"/>
                  </a:lnTo>
                  <a:lnTo>
                    <a:pt x="41" y="233"/>
                  </a:lnTo>
                  <a:lnTo>
                    <a:pt x="41" y="232"/>
                  </a:lnTo>
                  <a:lnTo>
                    <a:pt x="41" y="230"/>
                  </a:lnTo>
                  <a:lnTo>
                    <a:pt x="42" y="229"/>
                  </a:lnTo>
                  <a:lnTo>
                    <a:pt x="42" y="228"/>
                  </a:lnTo>
                  <a:lnTo>
                    <a:pt x="42" y="226"/>
                  </a:lnTo>
                  <a:lnTo>
                    <a:pt x="44" y="225"/>
                  </a:lnTo>
                  <a:lnTo>
                    <a:pt x="44" y="224"/>
                  </a:lnTo>
                  <a:lnTo>
                    <a:pt x="45" y="222"/>
                  </a:lnTo>
                  <a:lnTo>
                    <a:pt x="45" y="220"/>
                  </a:lnTo>
                  <a:lnTo>
                    <a:pt x="46" y="218"/>
                  </a:lnTo>
                  <a:lnTo>
                    <a:pt x="46" y="216"/>
                  </a:lnTo>
                  <a:lnTo>
                    <a:pt x="48" y="214"/>
                  </a:lnTo>
                  <a:lnTo>
                    <a:pt x="49" y="212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50" y="206"/>
                  </a:lnTo>
                  <a:lnTo>
                    <a:pt x="52" y="204"/>
                  </a:lnTo>
                  <a:lnTo>
                    <a:pt x="52" y="202"/>
                  </a:lnTo>
                  <a:lnTo>
                    <a:pt x="53" y="201"/>
                  </a:lnTo>
                  <a:lnTo>
                    <a:pt x="53" y="200"/>
                  </a:lnTo>
                  <a:lnTo>
                    <a:pt x="53" y="198"/>
                  </a:lnTo>
                  <a:lnTo>
                    <a:pt x="54" y="197"/>
                  </a:lnTo>
                  <a:lnTo>
                    <a:pt x="54" y="196"/>
                  </a:lnTo>
                  <a:lnTo>
                    <a:pt x="56" y="194"/>
                  </a:lnTo>
                  <a:lnTo>
                    <a:pt x="56" y="193"/>
                  </a:lnTo>
                  <a:lnTo>
                    <a:pt x="56" y="192"/>
                  </a:lnTo>
                  <a:lnTo>
                    <a:pt x="56" y="190"/>
                  </a:lnTo>
                  <a:lnTo>
                    <a:pt x="57" y="190"/>
                  </a:lnTo>
                  <a:lnTo>
                    <a:pt x="57" y="189"/>
                  </a:lnTo>
                  <a:lnTo>
                    <a:pt x="57" y="188"/>
                  </a:lnTo>
                  <a:lnTo>
                    <a:pt x="58" y="186"/>
                  </a:lnTo>
                  <a:lnTo>
                    <a:pt x="58" y="185"/>
                  </a:lnTo>
                  <a:lnTo>
                    <a:pt x="58" y="184"/>
                  </a:lnTo>
                  <a:lnTo>
                    <a:pt x="60" y="183"/>
                  </a:lnTo>
                  <a:lnTo>
                    <a:pt x="60" y="181"/>
                  </a:lnTo>
                  <a:lnTo>
                    <a:pt x="60" y="180"/>
                  </a:lnTo>
                  <a:lnTo>
                    <a:pt x="60" y="179"/>
                  </a:lnTo>
                  <a:lnTo>
                    <a:pt x="61" y="177"/>
                  </a:lnTo>
                  <a:lnTo>
                    <a:pt x="61" y="176"/>
                  </a:lnTo>
                  <a:lnTo>
                    <a:pt x="62" y="173"/>
                  </a:lnTo>
                  <a:lnTo>
                    <a:pt x="62" y="172"/>
                  </a:lnTo>
                  <a:lnTo>
                    <a:pt x="64" y="171"/>
                  </a:lnTo>
                  <a:lnTo>
                    <a:pt x="64" y="168"/>
                  </a:lnTo>
                  <a:lnTo>
                    <a:pt x="64" y="165"/>
                  </a:lnTo>
                  <a:lnTo>
                    <a:pt x="65" y="164"/>
                  </a:lnTo>
                  <a:lnTo>
                    <a:pt x="66" y="161"/>
                  </a:lnTo>
                  <a:lnTo>
                    <a:pt x="66" y="160"/>
                  </a:lnTo>
                  <a:lnTo>
                    <a:pt x="66" y="157"/>
                  </a:lnTo>
                  <a:lnTo>
                    <a:pt x="68" y="156"/>
                  </a:lnTo>
                  <a:lnTo>
                    <a:pt x="68" y="155"/>
                  </a:lnTo>
                  <a:lnTo>
                    <a:pt x="69" y="153"/>
                  </a:lnTo>
                  <a:lnTo>
                    <a:pt x="69" y="152"/>
                  </a:lnTo>
                  <a:lnTo>
                    <a:pt x="69" y="151"/>
                  </a:lnTo>
                  <a:lnTo>
                    <a:pt x="70" y="149"/>
                  </a:lnTo>
                  <a:lnTo>
                    <a:pt x="70" y="148"/>
                  </a:lnTo>
                  <a:lnTo>
                    <a:pt x="70" y="147"/>
                  </a:lnTo>
                  <a:lnTo>
                    <a:pt x="70" y="145"/>
                  </a:lnTo>
                  <a:lnTo>
                    <a:pt x="72" y="144"/>
                  </a:lnTo>
                  <a:lnTo>
                    <a:pt x="72" y="143"/>
                  </a:lnTo>
                  <a:lnTo>
                    <a:pt x="72" y="141"/>
                  </a:lnTo>
                  <a:lnTo>
                    <a:pt x="73" y="141"/>
                  </a:lnTo>
                  <a:lnTo>
                    <a:pt x="73" y="140"/>
                  </a:lnTo>
                  <a:lnTo>
                    <a:pt x="73" y="139"/>
                  </a:lnTo>
                  <a:lnTo>
                    <a:pt x="73" y="137"/>
                  </a:lnTo>
                  <a:lnTo>
                    <a:pt x="74" y="136"/>
                  </a:lnTo>
                  <a:lnTo>
                    <a:pt x="74" y="135"/>
                  </a:lnTo>
                  <a:lnTo>
                    <a:pt x="74" y="133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0"/>
                  </a:lnTo>
                  <a:lnTo>
                    <a:pt x="77" y="128"/>
                  </a:lnTo>
                  <a:lnTo>
                    <a:pt x="77" y="126"/>
                  </a:lnTo>
                  <a:lnTo>
                    <a:pt x="77" y="124"/>
                  </a:lnTo>
                  <a:lnTo>
                    <a:pt x="78" y="122"/>
                  </a:lnTo>
                  <a:lnTo>
                    <a:pt x="78" y="120"/>
                  </a:lnTo>
                  <a:lnTo>
                    <a:pt x="79" y="118"/>
                  </a:lnTo>
                  <a:lnTo>
                    <a:pt x="79" y="116"/>
                  </a:lnTo>
                  <a:lnTo>
                    <a:pt x="81" y="114"/>
                  </a:lnTo>
                  <a:lnTo>
                    <a:pt x="81" y="112"/>
                  </a:lnTo>
                  <a:lnTo>
                    <a:pt x="82" y="110"/>
                  </a:lnTo>
                  <a:lnTo>
                    <a:pt x="82" y="108"/>
                  </a:lnTo>
                  <a:lnTo>
                    <a:pt x="82" y="107"/>
                  </a:lnTo>
                  <a:lnTo>
                    <a:pt x="83" y="106"/>
                  </a:lnTo>
                  <a:lnTo>
                    <a:pt x="83" y="104"/>
                  </a:lnTo>
                  <a:lnTo>
                    <a:pt x="83" y="103"/>
                  </a:lnTo>
                  <a:lnTo>
                    <a:pt x="85" y="102"/>
                  </a:lnTo>
                  <a:lnTo>
                    <a:pt x="85" y="100"/>
                  </a:lnTo>
                  <a:lnTo>
                    <a:pt x="85" y="99"/>
                  </a:lnTo>
                  <a:lnTo>
                    <a:pt x="85" y="98"/>
                  </a:lnTo>
                  <a:lnTo>
                    <a:pt x="86" y="96"/>
                  </a:lnTo>
                  <a:lnTo>
                    <a:pt x="86" y="95"/>
                  </a:lnTo>
                  <a:lnTo>
                    <a:pt x="86" y="94"/>
                  </a:lnTo>
                  <a:lnTo>
                    <a:pt x="86" y="92"/>
                  </a:lnTo>
                  <a:lnTo>
                    <a:pt x="86" y="91"/>
                  </a:lnTo>
                  <a:lnTo>
                    <a:pt x="86" y="90"/>
                  </a:lnTo>
                  <a:lnTo>
                    <a:pt x="87" y="90"/>
                  </a:lnTo>
                  <a:lnTo>
                    <a:pt x="87" y="88"/>
                  </a:lnTo>
                  <a:lnTo>
                    <a:pt x="87" y="87"/>
                  </a:lnTo>
                  <a:lnTo>
                    <a:pt x="87" y="86"/>
                  </a:lnTo>
                  <a:lnTo>
                    <a:pt x="87" y="84"/>
                  </a:lnTo>
                  <a:lnTo>
                    <a:pt x="87" y="83"/>
                  </a:lnTo>
                  <a:lnTo>
                    <a:pt x="87" y="82"/>
                  </a:lnTo>
                  <a:lnTo>
                    <a:pt x="87" y="81"/>
                  </a:lnTo>
                  <a:lnTo>
                    <a:pt x="87" y="78"/>
                  </a:lnTo>
                  <a:lnTo>
                    <a:pt x="87" y="77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1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59"/>
                  </a:lnTo>
                  <a:lnTo>
                    <a:pt x="90" y="59"/>
                  </a:lnTo>
                  <a:lnTo>
                    <a:pt x="90" y="58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91" y="49"/>
                  </a:lnTo>
                  <a:lnTo>
                    <a:pt x="91" y="47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1" y="43"/>
                  </a:lnTo>
                  <a:lnTo>
                    <a:pt x="93" y="42"/>
                  </a:lnTo>
                  <a:lnTo>
                    <a:pt x="93" y="41"/>
                  </a:lnTo>
                  <a:lnTo>
                    <a:pt x="93" y="39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5"/>
                  </a:lnTo>
                  <a:lnTo>
                    <a:pt x="94" y="35"/>
                  </a:lnTo>
                  <a:lnTo>
                    <a:pt x="94" y="34"/>
                  </a:lnTo>
                  <a:lnTo>
                    <a:pt x="94" y="33"/>
                  </a:lnTo>
                  <a:lnTo>
                    <a:pt x="94" y="31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4"/>
                  </a:lnTo>
                  <a:lnTo>
                    <a:pt x="94" y="13"/>
                  </a:lnTo>
                  <a:lnTo>
                    <a:pt x="94" y="10"/>
                  </a:lnTo>
                  <a:lnTo>
                    <a:pt x="94" y="9"/>
                  </a:lnTo>
                  <a:lnTo>
                    <a:pt x="94" y="6"/>
                  </a:lnTo>
                  <a:lnTo>
                    <a:pt x="94" y="5"/>
                  </a:lnTo>
                  <a:lnTo>
                    <a:pt x="94" y="2"/>
                  </a:lnTo>
                  <a:lnTo>
                    <a:pt x="93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6" name="Rectangle 48">
              <a:extLst>
                <a:ext uri="{FF2B5EF4-FFF2-40B4-BE49-F238E27FC236}">
                  <a16:creationId xmlns:a16="http://schemas.microsoft.com/office/drawing/2014/main" id="{F1E2BC1F-6B0A-4D5E-AAF9-D656B2E5A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40360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7" name="Rectangle 49">
              <a:extLst>
                <a:ext uri="{FF2B5EF4-FFF2-40B4-BE49-F238E27FC236}">
                  <a16:creationId xmlns:a16="http://schemas.microsoft.com/office/drawing/2014/main" id="{6BBB2840-3A92-4481-92ED-FF2048071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502025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8" name="Rectangle 50">
              <a:extLst>
                <a:ext uri="{FF2B5EF4-FFF2-40B4-BE49-F238E27FC236}">
                  <a16:creationId xmlns:a16="http://schemas.microsoft.com/office/drawing/2014/main" id="{2896E73B-0FE1-4B2E-A14C-4F45B2658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6861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9" name="Rectangle 51">
              <a:extLst>
                <a:ext uri="{FF2B5EF4-FFF2-40B4-BE49-F238E27FC236}">
                  <a16:creationId xmlns:a16="http://schemas.microsoft.com/office/drawing/2014/main" id="{718F4A61-D106-45AD-9414-7FD097409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786188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0" name="Rectangle 52">
              <a:extLst>
                <a:ext uri="{FF2B5EF4-FFF2-40B4-BE49-F238E27FC236}">
                  <a16:creationId xmlns:a16="http://schemas.microsoft.com/office/drawing/2014/main" id="{F3FA0452-F9B9-43B9-BED6-4A50BC267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1" name="Rectangle 53">
              <a:extLst>
                <a:ext uri="{FF2B5EF4-FFF2-40B4-BE49-F238E27FC236}">
                  <a16:creationId xmlns:a16="http://schemas.microsoft.com/office/drawing/2014/main" id="{95B65D46-25C5-4D7F-856C-EC49AAB70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38" y="3660775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2" name="Rectangle 54">
              <a:extLst>
                <a:ext uri="{FF2B5EF4-FFF2-40B4-BE49-F238E27FC236}">
                  <a16:creationId xmlns:a16="http://schemas.microsoft.com/office/drawing/2014/main" id="{1677A071-1184-489B-85F5-732B0F9B4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3" name="Rectangle 55">
              <a:extLst>
                <a:ext uri="{FF2B5EF4-FFF2-40B4-BE49-F238E27FC236}">
                  <a16:creationId xmlns:a16="http://schemas.microsoft.com/office/drawing/2014/main" id="{0AB2ECB1-1EBC-442D-BDB2-3A45DE343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513" y="3660775"/>
              <a:ext cx="203200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4" name="Line 56">
              <a:extLst>
                <a:ext uri="{FF2B5EF4-FFF2-40B4-BE49-F238E27FC236}">
                  <a16:creationId xmlns:a16="http://schemas.microsoft.com/office/drawing/2014/main" id="{73ADCA54-5C48-4B9E-B9D6-36F6A2ACB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36861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5" name="Rectangle 66">
              <a:extLst>
                <a:ext uri="{FF2B5EF4-FFF2-40B4-BE49-F238E27FC236}">
                  <a16:creationId xmlns:a16="http://schemas.microsoft.com/office/drawing/2014/main" id="{D65DBCBA-4891-4858-8C18-9121D3536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100" y="3562350"/>
              <a:ext cx="24606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+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54274" name="Rectangle 94">
            <a:extLst>
              <a:ext uri="{FF2B5EF4-FFF2-40B4-BE49-F238E27FC236}">
                <a16:creationId xmlns:a16="http://schemas.microsoft.com/office/drawing/2014/main" id="{2C39E1C3-1BC7-495D-A357-0B8E6DC7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524000"/>
            <a:ext cx="1116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AND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54275" name="Group 1">
            <a:extLst>
              <a:ext uri="{FF2B5EF4-FFF2-40B4-BE49-F238E27FC236}">
                <a16:creationId xmlns:a16="http://schemas.microsoft.com/office/drawing/2014/main" id="{AD68F241-7DBA-4483-9CDA-E799F5108B00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990600"/>
            <a:ext cx="1611313" cy="441325"/>
            <a:chOff x="654050" y="2740025"/>
            <a:chExt cx="1610727" cy="441325"/>
          </a:xfrm>
        </p:grpSpPr>
        <p:sp>
          <p:nvSpPr>
            <p:cNvPr id="54302" name="Line 16">
              <a:extLst>
                <a:ext uri="{FF2B5EF4-FFF2-40B4-BE49-F238E27FC236}">
                  <a16:creationId xmlns:a16="http://schemas.microsoft.com/office/drawing/2014/main" id="{E309051A-1083-4FEE-BA4F-CA8CF9116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9900" y="2949575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3" name="Line 17">
              <a:extLst>
                <a:ext uri="{FF2B5EF4-FFF2-40B4-BE49-F238E27FC236}">
                  <a16:creationId xmlns:a16="http://schemas.microsoft.com/office/drawing/2014/main" id="{5F800B5E-4E95-4500-8A85-423106C81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949575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4" name="Freeform 18">
              <a:extLst>
                <a:ext uri="{FF2B5EF4-FFF2-40B4-BE49-F238E27FC236}">
                  <a16:creationId xmlns:a16="http://schemas.microsoft.com/office/drawing/2014/main" id="{4AF1D9FA-C6D5-4996-9F20-A6BFD19C9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7" y="2740025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5" name="Freeform 19">
              <a:extLst>
                <a:ext uri="{FF2B5EF4-FFF2-40B4-BE49-F238E27FC236}">
                  <a16:creationId xmlns:a16="http://schemas.microsoft.com/office/drawing/2014/main" id="{CF7899E0-A1BC-41CC-9946-9E388DDC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900" y="2890837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6" name="Rectangle 96">
              <a:extLst>
                <a:ext uri="{FF2B5EF4-FFF2-40B4-BE49-F238E27FC236}">
                  <a16:creationId xmlns:a16="http://schemas.microsoft.com/office/drawing/2014/main" id="{21F6E9AF-2C70-4155-83AD-39FD4A8B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" y="2846387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07" name="Line 97">
              <a:extLst>
                <a:ext uri="{FF2B5EF4-FFF2-40B4-BE49-F238E27FC236}">
                  <a16:creationId xmlns:a16="http://schemas.microsoft.com/office/drawing/2014/main" id="{430C9DF9-06B6-480F-9927-74FA43349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7138" y="2842419"/>
              <a:ext cx="126527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8" name="Rectangle 98">
              <a:extLst>
                <a:ext uri="{FF2B5EF4-FFF2-40B4-BE49-F238E27FC236}">
                  <a16:creationId xmlns:a16="http://schemas.microsoft.com/office/drawing/2014/main" id="{EF7D526E-B8D8-45F5-8722-C172FF044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014" y="28194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54276" name="Group 1">
            <a:extLst>
              <a:ext uri="{FF2B5EF4-FFF2-40B4-BE49-F238E27FC236}">
                <a16:creationId xmlns:a16="http://schemas.microsoft.com/office/drawing/2014/main" id="{C5135D5D-BD51-4553-8A60-964583EC4B9C}"/>
              </a:ext>
            </a:extLst>
          </p:cNvPr>
          <p:cNvGrpSpPr>
            <a:grpSpLocks/>
          </p:cNvGrpSpPr>
          <p:nvPr/>
        </p:nvGrpSpPr>
        <p:grpSpPr bwMode="auto">
          <a:xfrm>
            <a:off x="3438525" y="914400"/>
            <a:ext cx="2151063" cy="625475"/>
            <a:chOff x="1916113" y="752475"/>
            <a:chExt cx="2150269" cy="625475"/>
          </a:xfrm>
        </p:grpSpPr>
        <p:sp>
          <p:nvSpPr>
            <p:cNvPr id="54281" name="Freeform 10">
              <a:extLst>
                <a:ext uri="{FF2B5EF4-FFF2-40B4-BE49-F238E27FC236}">
                  <a16:creationId xmlns:a16="http://schemas.microsoft.com/office/drawing/2014/main" id="{BFBD6F18-43C5-4E52-A264-3995C1A0C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993775"/>
              <a:ext cx="168275" cy="1588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282" name="Line 11">
              <a:extLst>
                <a:ext uri="{FF2B5EF4-FFF2-40B4-BE49-F238E27FC236}">
                  <a16:creationId xmlns:a16="http://schemas.microsoft.com/office/drawing/2014/main" id="{3B90E9AA-D3DB-4CD0-83B8-3038BF6EF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993775"/>
              <a:ext cx="168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Freeform 12">
              <a:extLst>
                <a:ext uri="{FF2B5EF4-FFF2-40B4-BE49-F238E27FC236}">
                  <a16:creationId xmlns:a16="http://schemas.microsoft.com/office/drawing/2014/main" id="{E6F92A32-0F18-4214-8BE5-6F122096E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1162050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4" name="Line 13">
              <a:extLst>
                <a:ext uri="{FF2B5EF4-FFF2-40B4-BE49-F238E27FC236}">
                  <a16:creationId xmlns:a16="http://schemas.microsoft.com/office/drawing/2014/main" id="{59312E4C-D46C-42D0-AAFD-C50E44318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1162050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5" name="Freeform 14">
              <a:extLst>
                <a:ext uri="{FF2B5EF4-FFF2-40B4-BE49-F238E27FC236}">
                  <a16:creationId xmlns:a16="http://schemas.microsoft.com/office/drawing/2014/main" id="{7F028CE0-3CFB-49F3-BA23-F7A81D594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847725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6" name="Line 15">
              <a:extLst>
                <a:ext uri="{FF2B5EF4-FFF2-40B4-BE49-F238E27FC236}">
                  <a16:creationId xmlns:a16="http://schemas.microsoft.com/office/drawing/2014/main" id="{A0D2646B-2138-4F84-91EE-10B4EAE6A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847725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7" name="Rectangle 73">
              <a:extLst>
                <a:ext uri="{FF2B5EF4-FFF2-40B4-BE49-F238E27FC236}">
                  <a16:creationId xmlns:a16="http://schemas.microsoft.com/office/drawing/2014/main" id="{47443079-351A-44BC-BDF1-9778477AB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7524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8" name="Rectangle 74">
              <a:extLst>
                <a:ext uri="{FF2B5EF4-FFF2-40B4-BE49-F238E27FC236}">
                  <a16:creationId xmlns:a16="http://schemas.microsoft.com/office/drawing/2014/main" id="{E8444686-95DE-4DDD-BB0A-F3FC5BB8F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852488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9" name="Rectangle 75">
              <a:extLst>
                <a:ext uri="{FF2B5EF4-FFF2-40B4-BE49-F238E27FC236}">
                  <a16:creationId xmlns:a16="http://schemas.microsoft.com/office/drawing/2014/main" id="{3E8A134F-DB37-4702-A0D8-DE7FB13ED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1036638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0" name="Rectangle 76">
              <a:extLst>
                <a:ext uri="{FF2B5EF4-FFF2-40B4-BE49-F238E27FC236}">
                  <a16:creationId xmlns:a16="http://schemas.microsoft.com/office/drawing/2014/main" id="{0BBE70FE-4657-41D8-9455-F00EC6680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1136650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1" name="Rectangle 77">
              <a:extLst>
                <a:ext uri="{FF2B5EF4-FFF2-40B4-BE49-F238E27FC236}">
                  <a16:creationId xmlns:a16="http://schemas.microsoft.com/office/drawing/2014/main" id="{E042CC91-81AD-43CF-9F7D-61DE49C54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2" name="Rectangle 78">
              <a:extLst>
                <a:ext uri="{FF2B5EF4-FFF2-40B4-BE49-F238E27FC236}">
                  <a16:creationId xmlns:a16="http://schemas.microsoft.com/office/drawing/2014/main" id="{6EE186C4-156D-4431-BCCD-1BDB1D78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750" y="985838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3" name="Rectangle 79">
              <a:extLst>
                <a:ext uri="{FF2B5EF4-FFF2-40B4-BE49-F238E27FC236}">
                  <a16:creationId xmlns:a16="http://schemas.microsoft.com/office/drawing/2014/main" id="{A5565101-DB3C-46FB-A063-2E5E19B42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4" name="Rectangle 80">
              <a:extLst>
                <a:ext uri="{FF2B5EF4-FFF2-40B4-BE49-F238E27FC236}">
                  <a16:creationId xmlns:a16="http://schemas.microsoft.com/office/drawing/2014/main" id="{8B576330-4C4C-463C-892C-28693254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594" y="993775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5" name="Line 81">
              <a:extLst>
                <a:ext uri="{FF2B5EF4-FFF2-40B4-BE49-F238E27FC236}">
                  <a16:creationId xmlns:a16="http://schemas.microsoft.com/office/drawing/2014/main" id="{DD68F496-E794-458F-B993-101485261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9937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296" name="Group 110">
              <a:extLst>
                <a:ext uri="{FF2B5EF4-FFF2-40B4-BE49-F238E27FC236}">
                  <a16:creationId xmlns:a16="http://schemas.microsoft.com/office/drawing/2014/main" id="{432D0652-FE58-4AD2-860E-F262831B8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754063"/>
              <a:ext cx="577850" cy="482600"/>
              <a:chOff x="3435" y="821"/>
              <a:chExt cx="421" cy="354"/>
            </a:xfrm>
          </p:grpSpPr>
          <p:sp>
            <p:nvSpPr>
              <p:cNvPr id="54297" name="Line 111">
                <a:extLst>
                  <a:ext uri="{FF2B5EF4-FFF2-40B4-BE49-F238E27FC236}">
                    <a16:creationId xmlns:a16="http://schemas.microsoft.com/office/drawing/2014/main" id="{736943A9-75EC-4020-ADF7-5EA6826AF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8" name="Line 112">
                <a:extLst>
                  <a:ext uri="{FF2B5EF4-FFF2-40B4-BE49-F238E27FC236}">
                    <a16:creationId xmlns:a16="http://schemas.microsoft.com/office/drawing/2014/main" id="{3C6BB3A5-A8AC-4788-964D-6293C16E2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9" name="Arc 113">
                <a:extLst>
                  <a:ext uri="{FF2B5EF4-FFF2-40B4-BE49-F238E27FC236}">
                    <a16:creationId xmlns:a16="http://schemas.microsoft.com/office/drawing/2014/main" id="{73A99BB4-0F39-42BF-B098-3E1E1F21F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0" name="Arc 114">
                <a:extLst>
                  <a:ext uri="{FF2B5EF4-FFF2-40B4-BE49-F238E27FC236}">
                    <a16:creationId xmlns:a16="http://schemas.microsoft.com/office/drawing/2014/main" id="{DE581DC3-F30D-4D8A-B6AF-0CAF83E0BF3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1" name="Line 115">
                <a:extLst>
                  <a:ext uri="{FF2B5EF4-FFF2-40B4-BE49-F238E27FC236}">
                    <a16:creationId xmlns:a16="http://schemas.microsoft.com/office/drawing/2014/main" id="{7C8322C7-9255-4417-A53A-F2E35A4B8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4277" name="Rectangle 2">
            <a:extLst>
              <a:ext uri="{FF2B5EF4-FFF2-40B4-BE49-F238E27FC236}">
                <a16:creationId xmlns:a16="http://schemas.microsoft.com/office/drawing/2014/main" id="{0EC5D29C-C3A1-449F-970E-1186F10D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43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Implement Basic Logic Gates with 4-to-1 MUX</a:t>
            </a:r>
          </a:p>
        </p:txBody>
      </p:sp>
      <p:sp>
        <p:nvSpPr>
          <p:cNvPr id="54279" name="Rectangle 94">
            <a:extLst>
              <a:ext uri="{FF2B5EF4-FFF2-40B4-BE49-F238E27FC236}">
                <a16:creationId xmlns:a16="http://schemas.microsoft.com/office/drawing/2014/main" id="{27D1C09B-05E7-4E87-B167-40D77888A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1600200"/>
            <a:ext cx="955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OR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4280" name="Rectangle 94">
            <a:extLst>
              <a:ext uri="{FF2B5EF4-FFF2-40B4-BE49-F238E27FC236}">
                <a16:creationId xmlns:a16="http://schemas.microsoft.com/office/drawing/2014/main" id="{1670780D-88DD-41C7-9AF5-7FE6F9C9B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27175"/>
            <a:ext cx="1108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NOT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pic>
        <p:nvPicPr>
          <p:cNvPr id="55" name="Picture 2" descr="Screen shot 2015-10-09 at 2.48.44 PM.png">
            <a:extLst>
              <a:ext uri="{FF2B5EF4-FFF2-40B4-BE49-F238E27FC236}">
                <a16:creationId xmlns:a16="http://schemas.microsoft.com/office/drawing/2014/main" id="{17CD18B8-4C2E-4D2E-8C86-EE8ED34E9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4477112"/>
            <a:ext cx="1924373" cy="211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49" descr="Screen shot 2015-10-09 at 2.48.54 PM.png">
            <a:extLst>
              <a:ext uri="{FF2B5EF4-FFF2-40B4-BE49-F238E27FC236}">
                <a16:creationId xmlns:a16="http://schemas.microsoft.com/office/drawing/2014/main" id="{81D3676B-156C-4A83-93C2-3CDBE7194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527" y="4474889"/>
            <a:ext cx="1726873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2" descr="Screen shot 2013-08-30 at 1.07.44 PM.png">
            <a:extLst>
              <a:ext uri="{FF2B5EF4-FFF2-40B4-BE49-F238E27FC236}">
                <a16:creationId xmlns:a16="http://schemas.microsoft.com/office/drawing/2014/main" id="{6C1658F4-A3E7-44EA-99A8-CC81459D9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768" y="2268900"/>
            <a:ext cx="2078404" cy="1825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3" descr="Screen shot 2015-10-09 at 3.26.00 PM.png">
            <a:extLst>
              <a:ext uri="{FF2B5EF4-FFF2-40B4-BE49-F238E27FC236}">
                <a16:creationId xmlns:a16="http://schemas.microsoft.com/office/drawing/2014/main" id="{DA10FB09-E981-4720-B18B-4C7ADE2B2C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62" y="4476476"/>
            <a:ext cx="1827261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81B109-696E-40A6-A006-88C8A40542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639" y="2222498"/>
            <a:ext cx="1320445" cy="16599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F6D87D-8E50-4E2C-BF1A-849E48C04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6078" y="2300763"/>
            <a:ext cx="2469094" cy="17618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678067A8-9FFC-4D56-9EE8-80EE02B5C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Implications</a:t>
            </a:r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E10D692E-F764-4F89-B356-A958CAE9E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19200"/>
            <a:ext cx="8915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 algn="ctr">
              <a:buFontTx/>
              <a:buNone/>
            </a:pPr>
            <a:r>
              <a:rPr lang="en-US" altLang="en-US" sz="3200"/>
              <a:t>Any Boolean function can be implemented </a:t>
            </a:r>
          </a:p>
          <a:p>
            <a:pPr algn="ctr">
              <a:buFontTx/>
              <a:buNone/>
            </a:pPr>
            <a:r>
              <a:rPr lang="en-US" altLang="en-US" sz="3200"/>
              <a:t>using only 4-to-1 multiplexers!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2" descr="Screen shot 2013-08-30 at 1.07.44 PM.png">
            <a:extLst>
              <a:ext uri="{FF2B5EF4-FFF2-40B4-BE49-F238E27FC236}">
                <a16:creationId xmlns:a16="http://schemas.microsoft.com/office/drawing/2014/main" id="{2EA38BCB-6D48-47B0-9986-0C2B0ECF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4003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Title 1">
            <a:extLst>
              <a:ext uri="{FF2B5EF4-FFF2-40B4-BE49-F238E27FC236}">
                <a16:creationId xmlns:a16="http://schemas.microsoft.com/office/drawing/2014/main" id="{29DA4F1C-62D3-4144-AF83-10B6B3173B61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</a:t>
            </a:r>
            <a:r>
              <a:rPr lang="en-US" altLang="en-US" sz="3600" dirty="0">
                <a:solidFill>
                  <a:srgbClr val="FF0000"/>
                </a:solidFill>
              </a:rPr>
              <a:t>2-to-1 </a:t>
            </a:r>
            <a:r>
              <a:rPr lang="en-US" altLang="en-US" sz="3600" dirty="0"/>
              <a:t>Mux</a:t>
            </a:r>
          </a:p>
        </p:txBody>
      </p:sp>
      <p:cxnSp>
        <p:nvCxnSpPr>
          <p:cNvPr id="70659" name="Straight Connector 27">
            <a:extLst>
              <a:ext uri="{FF2B5EF4-FFF2-40B4-BE49-F238E27FC236}">
                <a16:creationId xmlns:a16="http://schemas.microsoft.com/office/drawing/2014/main" id="{CC53122B-0B81-44B1-9B04-4834E93ED6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2600" y="7620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0660" name="Picture 1" descr="Screen shot 2015-10-09 at 2.49.43 PM.png">
            <a:extLst>
              <a:ext uri="{FF2B5EF4-FFF2-40B4-BE49-F238E27FC236}">
                <a16:creationId xmlns:a16="http://schemas.microsoft.com/office/drawing/2014/main" id="{2CC0B730-8F42-4D94-918D-99C3AC914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0645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1" name="Picture 2" descr="Screen shot 2015-10-09 at 3.42.23 PM.png">
            <a:extLst>
              <a:ext uri="{FF2B5EF4-FFF2-40B4-BE49-F238E27FC236}">
                <a16:creationId xmlns:a16="http://schemas.microsoft.com/office/drawing/2014/main" id="{371FC903-7F1F-4F30-965C-A9CF3DB3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0879" y="1233488"/>
            <a:ext cx="3008313" cy="264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Rectangle 3">
            <a:extLst>
              <a:ext uri="{FF2B5EF4-FFF2-40B4-BE49-F238E27FC236}">
                <a16:creationId xmlns:a16="http://schemas.microsoft.com/office/drawing/2014/main" id="{E2C8342F-E80F-467F-95C0-D7BE036D7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479" y="838200"/>
            <a:ext cx="7620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03611C-F42D-4B18-B723-49E68AE65B5B}"/>
                  </a:ext>
                </a:extLst>
              </p14:cNvPr>
              <p14:cNvContentPartPr/>
              <p14:nvPr/>
            </p14:nvContentPartPr>
            <p14:xfrm>
              <a:off x="2350800" y="685800"/>
              <a:ext cx="6282000" cy="518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03611C-F42D-4B18-B723-49E68AE65B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1440" y="676440"/>
                <a:ext cx="6300720" cy="520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2" descr="Screen shot 2013-08-30 at 1.07.44 PM.png">
            <a:extLst>
              <a:ext uri="{FF2B5EF4-FFF2-40B4-BE49-F238E27FC236}">
                <a16:creationId xmlns:a16="http://schemas.microsoft.com/office/drawing/2014/main" id="{415806EB-B6E6-4B0F-95FF-6F5C0B727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2" name="Title 1">
            <a:extLst>
              <a:ext uri="{FF2B5EF4-FFF2-40B4-BE49-F238E27FC236}">
                <a16:creationId xmlns:a16="http://schemas.microsoft.com/office/drawing/2014/main" id="{F2DD90FA-196A-4027-8465-F06F921364E0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2-to-1 Mux</a:t>
            </a:r>
          </a:p>
        </p:txBody>
      </p:sp>
      <p:cxnSp>
        <p:nvCxnSpPr>
          <p:cNvPr id="71683" name="Straight Connector 27">
            <a:extLst>
              <a:ext uri="{FF2B5EF4-FFF2-40B4-BE49-F238E27FC236}">
                <a16:creationId xmlns:a16="http://schemas.microsoft.com/office/drawing/2014/main" id="{79E2D89C-5A1D-4A5A-8683-66BAB452F1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8382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1684" name="Picture 1" descr="Screen shot 2015-10-09 at 2.49.43 PM.png">
            <a:extLst>
              <a:ext uri="{FF2B5EF4-FFF2-40B4-BE49-F238E27FC236}">
                <a16:creationId xmlns:a16="http://schemas.microsoft.com/office/drawing/2014/main" id="{238244BF-E5E6-4C8B-A2BA-F0570D179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5" name="Picture 2" descr="Screen shot 2015-10-09 at 3.42.23 PM.png">
            <a:extLst>
              <a:ext uri="{FF2B5EF4-FFF2-40B4-BE49-F238E27FC236}">
                <a16:creationId xmlns:a16="http://schemas.microsoft.com/office/drawing/2014/main" id="{6E0F0FDA-F5D4-4F1C-929B-0C3BC0032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300288"/>
            <a:ext cx="3008313" cy="264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1686" name="Straight Connector 21">
            <a:extLst>
              <a:ext uri="{FF2B5EF4-FFF2-40B4-BE49-F238E27FC236}">
                <a16:creationId xmlns:a16="http://schemas.microsoft.com/office/drawing/2014/main" id="{AAF3BB31-1FC8-4C38-9656-777EBECEDB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6713" y="2486025"/>
            <a:ext cx="0" cy="2371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87" name="Straight Connector 23">
            <a:extLst>
              <a:ext uri="{FF2B5EF4-FFF2-40B4-BE49-F238E27FC236}">
                <a16:creationId xmlns:a16="http://schemas.microsoft.com/office/drawing/2014/main" id="{778E9E65-D7A5-49D7-AE46-634009A80B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1850" y="3937000"/>
            <a:ext cx="2735263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88" name="Rectangle 25">
            <a:extLst>
              <a:ext uri="{FF2B5EF4-FFF2-40B4-BE49-F238E27FC236}">
                <a16:creationId xmlns:a16="http://schemas.microsoft.com/office/drawing/2014/main" id="{69CF5AEB-70F4-40ED-B02A-A4555D56A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05000"/>
            <a:ext cx="7620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2" descr="Screen shot 2013-08-30 at 1.07.44 PM.png">
            <a:extLst>
              <a:ext uri="{FF2B5EF4-FFF2-40B4-BE49-F238E27FC236}">
                <a16:creationId xmlns:a16="http://schemas.microsoft.com/office/drawing/2014/main" id="{9C352280-8B64-4635-9FD6-71E491E2B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2819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6" name="Title 1">
            <a:extLst>
              <a:ext uri="{FF2B5EF4-FFF2-40B4-BE49-F238E27FC236}">
                <a16:creationId xmlns:a16="http://schemas.microsoft.com/office/drawing/2014/main" id="{5FFC3CDE-6E6F-4C3C-864D-7F66F68BD8E6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AND Gate with </a:t>
            </a:r>
            <a:r>
              <a:rPr lang="en-US" altLang="en-US" sz="3600" dirty="0">
                <a:solidFill>
                  <a:srgbClr val="000000"/>
                </a:solidFill>
              </a:rPr>
              <a:t>2-to-1 </a:t>
            </a:r>
            <a:r>
              <a:rPr lang="en-US" altLang="en-US" sz="3600" dirty="0"/>
              <a:t>Mux</a:t>
            </a:r>
          </a:p>
        </p:txBody>
      </p:sp>
      <p:cxnSp>
        <p:nvCxnSpPr>
          <p:cNvPr id="72707" name="Straight Connector 27">
            <a:extLst>
              <a:ext uri="{FF2B5EF4-FFF2-40B4-BE49-F238E27FC236}">
                <a16:creationId xmlns:a16="http://schemas.microsoft.com/office/drawing/2014/main" id="{B8A6AA8E-6BC9-4045-A45E-894A6036BF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620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2708" name="Picture 1" descr="Screen shot 2015-10-09 at 2.49.43 PM.png">
            <a:extLst>
              <a:ext uri="{FF2B5EF4-FFF2-40B4-BE49-F238E27FC236}">
                <a16:creationId xmlns:a16="http://schemas.microsoft.com/office/drawing/2014/main" id="{603BD591-227F-49B7-967E-1FC881D9D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2952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2" descr="Screen shot 2015-10-09 at 3.42.23 PM.png">
            <a:extLst>
              <a:ext uri="{FF2B5EF4-FFF2-40B4-BE49-F238E27FC236}">
                <a16:creationId xmlns:a16="http://schemas.microsoft.com/office/drawing/2014/main" id="{04E19665-F339-4882-B1DC-D5DCBE654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224088"/>
            <a:ext cx="3008313" cy="264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2710" name="Straight Connector 21">
            <a:extLst>
              <a:ext uri="{FF2B5EF4-FFF2-40B4-BE49-F238E27FC236}">
                <a16:creationId xmlns:a16="http://schemas.microsoft.com/office/drawing/2014/main" id="{88D9E79F-59BA-4465-A18F-98C61A8EC0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6713" y="2409825"/>
            <a:ext cx="0" cy="2371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711" name="Straight Connector 23">
            <a:extLst>
              <a:ext uri="{FF2B5EF4-FFF2-40B4-BE49-F238E27FC236}">
                <a16:creationId xmlns:a16="http://schemas.microsoft.com/office/drawing/2014/main" id="{039A2E0B-FF11-46EE-AF96-60AF685A83C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1850" y="3860800"/>
            <a:ext cx="2735263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712" name="Right Brace 3">
            <a:extLst>
              <a:ext uri="{FF2B5EF4-FFF2-40B4-BE49-F238E27FC236}">
                <a16:creationId xmlns:a16="http://schemas.microsoft.com/office/drawing/2014/main" id="{11ADFD74-8B4A-4A5B-87F0-6D434C89D97E}"/>
              </a:ext>
            </a:extLst>
          </p:cNvPr>
          <p:cNvSpPr>
            <a:spLocks/>
          </p:cNvSpPr>
          <p:nvPr/>
        </p:nvSpPr>
        <p:spPr bwMode="auto">
          <a:xfrm>
            <a:off x="3225800" y="3124200"/>
            <a:ext cx="217488" cy="685800"/>
          </a:xfrm>
          <a:prstGeom prst="rightBrace">
            <a:avLst>
              <a:gd name="adj1" fmla="val 8321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2713" name="Right Brace 9">
            <a:extLst>
              <a:ext uri="{FF2B5EF4-FFF2-40B4-BE49-F238E27FC236}">
                <a16:creationId xmlns:a16="http://schemas.microsoft.com/office/drawing/2014/main" id="{21C98398-7E83-4EF8-90B3-CF72B421CA23}"/>
              </a:ext>
            </a:extLst>
          </p:cNvPr>
          <p:cNvSpPr>
            <a:spLocks/>
          </p:cNvSpPr>
          <p:nvPr/>
        </p:nvSpPr>
        <p:spPr bwMode="auto">
          <a:xfrm>
            <a:off x="3228975" y="3962400"/>
            <a:ext cx="217488" cy="685800"/>
          </a:xfrm>
          <a:prstGeom prst="rightBrace">
            <a:avLst>
              <a:gd name="adj1" fmla="val 8321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2714" name="TextBox 4">
            <a:extLst>
              <a:ext uri="{FF2B5EF4-FFF2-40B4-BE49-F238E27FC236}">
                <a16:creationId xmlns:a16="http://schemas.microsoft.com/office/drawing/2014/main" id="{7079575E-D3D8-4C90-8E9E-102D16AFF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538" y="3217863"/>
            <a:ext cx="36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72715" name="TextBox 11">
            <a:extLst>
              <a:ext uri="{FF2B5EF4-FFF2-40B4-BE49-F238E27FC236}">
                <a16:creationId xmlns:a16="http://schemas.microsoft.com/office/drawing/2014/main" id="{AB8DD65C-50BE-430B-823A-9116B4E89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033838"/>
            <a:ext cx="484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x</a:t>
            </a:r>
            <a:r>
              <a:rPr lang="en-US" altLang="en-US" sz="2800" b="0" baseline="-25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58D64179-D932-4BA9-BC3D-EC83E646FEAF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OR Gate with </a:t>
            </a:r>
            <a:r>
              <a:rPr lang="en-US" altLang="en-US" sz="3600" dirty="0">
                <a:solidFill>
                  <a:srgbClr val="000000"/>
                </a:solidFill>
              </a:rPr>
              <a:t>2-to-1 </a:t>
            </a:r>
            <a:r>
              <a:rPr lang="en-US" altLang="en-US" sz="3600" dirty="0"/>
              <a:t>Mux</a:t>
            </a:r>
          </a:p>
        </p:txBody>
      </p:sp>
      <p:cxnSp>
        <p:nvCxnSpPr>
          <p:cNvPr id="73730" name="Straight Connector 24">
            <a:extLst>
              <a:ext uri="{FF2B5EF4-FFF2-40B4-BE49-F238E27FC236}">
                <a16:creationId xmlns:a16="http://schemas.microsoft.com/office/drawing/2014/main" id="{21A4B965-9E01-44E5-8C11-C81A47236F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15000" y="8382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3731" name="Picture 44" descr="Screen shot 2015-10-09 at 2.49.49 PM.png">
            <a:extLst>
              <a:ext uri="{FF2B5EF4-FFF2-40B4-BE49-F238E27FC236}">
                <a16:creationId xmlns:a16="http://schemas.microsoft.com/office/drawing/2014/main" id="{AE967615-400D-4853-80F4-E1BB36FE7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809625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2" name="Group 6">
            <a:extLst>
              <a:ext uri="{FF2B5EF4-FFF2-40B4-BE49-F238E27FC236}">
                <a16:creationId xmlns:a16="http://schemas.microsoft.com/office/drawing/2014/main" id="{C47944E0-128D-4018-83DA-6B828D6E06B2}"/>
              </a:ext>
            </a:extLst>
          </p:cNvPr>
          <p:cNvGrpSpPr>
            <a:grpSpLocks/>
          </p:cNvGrpSpPr>
          <p:nvPr/>
        </p:nvGrpSpPr>
        <p:grpSpPr bwMode="auto">
          <a:xfrm>
            <a:off x="2259012" y="2474913"/>
            <a:ext cx="3151188" cy="2478087"/>
            <a:chOff x="5257800" y="2209800"/>
            <a:chExt cx="3150547" cy="2477540"/>
          </a:xfrm>
        </p:grpSpPr>
        <p:pic>
          <p:nvPicPr>
            <p:cNvPr id="73735" name="Picture 49" descr="Screen shot 2013-08-30 at 1.07.44 PM.png">
              <a:extLst>
                <a:ext uri="{FF2B5EF4-FFF2-40B4-BE49-F238E27FC236}">
                  <a16:creationId xmlns:a16="http://schemas.microsoft.com/office/drawing/2014/main" id="{7ADD63E5-16C6-45BD-AC61-721A9298B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36" name="Picture 47" descr="Screen shot 2013-08-30 at 1.08.35 PM.png">
              <a:extLst>
                <a:ext uri="{FF2B5EF4-FFF2-40B4-BE49-F238E27FC236}">
                  <a16:creationId xmlns:a16="http://schemas.microsoft.com/office/drawing/2014/main" id="{E9D3133F-1CF6-4177-A91D-7DBDAE199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3733" name="Picture 20" descr="Screen shot 2015-10-09 at 3.42.43 PM.png">
            <a:extLst>
              <a:ext uri="{FF2B5EF4-FFF2-40B4-BE49-F238E27FC236}">
                <a16:creationId xmlns:a16="http://schemas.microsoft.com/office/drawing/2014/main" id="{C6130E74-6AD3-4889-A7E2-F0DD715B4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337" y="1981200"/>
            <a:ext cx="30400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Rectangle 25">
            <a:extLst>
              <a:ext uri="{FF2B5EF4-FFF2-40B4-BE49-F238E27FC236}">
                <a16:creationId xmlns:a16="http://schemas.microsoft.com/office/drawing/2014/main" id="{F8356BA9-20C3-4E3A-ACDE-4A43853A8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7" y="1781175"/>
            <a:ext cx="7620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F2AF97-612B-46E3-882F-D79E690CB9F3}"/>
                  </a:ext>
                </a:extLst>
              </p14:cNvPr>
              <p14:cNvContentPartPr/>
              <p14:nvPr/>
            </p14:nvContentPartPr>
            <p14:xfrm>
              <a:off x="2407680" y="2184120"/>
              <a:ext cx="4899600" cy="380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F2AF97-612B-46E3-882F-D79E690CB9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8320" y="2174760"/>
                <a:ext cx="4918320" cy="381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9FFEAEA4-D6F5-44BE-A142-28FAE9A72D5F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Building an OR Gate with </a:t>
            </a:r>
            <a:r>
              <a:rPr lang="en-US" altLang="en-US" sz="3600" dirty="0">
                <a:solidFill>
                  <a:srgbClr val="000000"/>
                </a:solidFill>
              </a:rPr>
              <a:t>2-to-1 </a:t>
            </a:r>
            <a:r>
              <a:rPr lang="en-US" altLang="en-US" sz="3600" dirty="0"/>
              <a:t>Mux</a:t>
            </a:r>
          </a:p>
        </p:txBody>
      </p:sp>
      <p:cxnSp>
        <p:nvCxnSpPr>
          <p:cNvPr id="74754" name="Straight Connector 24">
            <a:extLst>
              <a:ext uri="{FF2B5EF4-FFF2-40B4-BE49-F238E27FC236}">
                <a16:creationId xmlns:a16="http://schemas.microsoft.com/office/drawing/2014/main" id="{9915CBAF-3AF6-43B4-856E-A464B2763F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620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4755" name="Picture 44" descr="Screen shot 2015-10-09 at 2.49.49 PM.png">
            <a:extLst>
              <a:ext uri="{FF2B5EF4-FFF2-40B4-BE49-F238E27FC236}">
                <a16:creationId xmlns:a16="http://schemas.microsoft.com/office/drawing/2014/main" id="{EA1EFDE2-8A68-4D18-82CC-9077A5887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733425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4756" name="Group 6">
            <a:extLst>
              <a:ext uri="{FF2B5EF4-FFF2-40B4-BE49-F238E27FC236}">
                <a16:creationId xmlns:a16="http://schemas.microsoft.com/office/drawing/2014/main" id="{FFCCA36F-B324-47EB-ADF8-2B194FC2EC5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398713"/>
            <a:ext cx="3151188" cy="2478087"/>
            <a:chOff x="5257800" y="2209800"/>
            <a:chExt cx="3150547" cy="2477540"/>
          </a:xfrm>
        </p:grpSpPr>
        <p:pic>
          <p:nvPicPr>
            <p:cNvPr id="74761" name="Picture 49" descr="Screen shot 2013-08-30 at 1.07.44 PM.png">
              <a:extLst>
                <a:ext uri="{FF2B5EF4-FFF2-40B4-BE49-F238E27FC236}">
                  <a16:creationId xmlns:a16="http://schemas.microsoft.com/office/drawing/2014/main" id="{56F8CC22-CF10-4B73-ADE4-B536D0A1A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2" name="Picture 47" descr="Screen shot 2013-08-30 at 1.08.35 PM.png">
              <a:extLst>
                <a:ext uri="{FF2B5EF4-FFF2-40B4-BE49-F238E27FC236}">
                  <a16:creationId xmlns:a16="http://schemas.microsoft.com/office/drawing/2014/main" id="{0C71A3AD-47EE-4705-918D-D9C309507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4757" name="Picture 20" descr="Screen shot 2015-10-09 at 3.42.43 PM.png">
            <a:extLst>
              <a:ext uri="{FF2B5EF4-FFF2-40B4-BE49-F238E27FC236}">
                <a16:creationId xmlns:a16="http://schemas.microsoft.com/office/drawing/2014/main" id="{60C49E5F-B376-4532-9DA1-CEB220440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28850"/>
            <a:ext cx="30400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4758" name="Straight Connector 8">
            <a:extLst>
              <a:ext uri="{FF2B5EF4-FFF2-40B4-BE49-F238E27FC236}">
                <a16:creationId xmlns:a16="http://schemas.microsoft.com/office/drawing/2014/main" id="{69063FDC-2F76-4276-A7F5-5353F2097C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6713" y="2533650"/>
            <a:ext cx="0" cy="2371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59" name="Straight Connector 9">
            <a:extLst>
              <a:ext uri="{FF2B5EF4-FFF2-40B4-BE49-F238E27FC236}">
                <a16:creationId xmlns:a16="http://schemas.microsoft.com/office/drawing/2014/main" id="{219D689C-E46B-4708-8BC8-942D2007AF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1850" y="3984625"/>
            <a:ext cx="2735263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760" name="Rectangle 10">
            <a:extLst>
              <a:ext uri="{FF2B5EF4-FFF2-40B4-BE49-F238E27FC236}">
                <a16:creationId xmlns:a16="http://schemas.microsoft.com/office/drawing/2014/main" id="{A1AE5CEA-9150-4031-9147-03819EDA9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828800"/>
            <a:ext cx="7620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D277D609-4E93-4273-9C4D-998DFA76823A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Building an OR Gate with </a:t>
            </a:r>
            <a:r>
              <a:rPr lang="en-US" altLang="en-US" sz="3600">
                <a:solidFill>
                  <a:srgbClr val="000000"/>
                </a:solidFill>
              </a:rPr>
              <a:t>2-to-1 </a:t>
            </a:r>
            <a:r>
              <a:rPr lang="en-US" altLang="en-US" sz="3600"/>
              <a:t>Mux</a:t>
            </a:r>
          </a:p>
        </p:txBody>
      </p:sp>
      <p:cxnSp>
        <p:nvCxnSpPr>
          <p:cNvPr id="75778" name="Straight Connector 24">
            <a:extLst>
              <a:ext uri="{FF2B5EF4-FFF2-40B4-BE49-F238E27FC236}">
                <a16:creationId xmlns:a16="http://schemas.microsoft.com/office/drawing/2014/main" id="{B4EFEDE7-A1D8-4AFE-A389-10CCEE7E3D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790575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5779" name="Picture 44" descr="Screen shot 2015-10-09 at 2.49.49 PM.png">
            <a:extLst>
              <a:ext uri="{FF2B5EF4-FFF2-40B4-BE49-F238E27FC236}">
                <a16:creationId xmlns:a16="http://schemas.microsoft.com/office/drawing/2014/main" id="{C2DA921B-F70C-4AFC-9760-EF23DFD5D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762000"/>
            <a:ext cx="3411537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780" name="Group 6">
            <a:extLst>
              <a:ext uri="{FF2B5EF4-FFF2-40B4-BE49-F238E27FC236}">
                <a16:creationId xmlns:a16="http://schemas.microsoft.com/office/drawing/2014/main" id="{F3B7F81D-04F3-4D07-B727-DE5D5DF08A06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427288"/>
            <a:ext cx="3151188" cy="2478087"/>
            <a:chOff x="5257800" y="2209800"/>
            <a:chExt cx="3150547" cy="2477540"/>
          </a:xfrm>
        </p:grpSpPr>
        <p:pic>
          <p:nvPicPr>
            <p:cNvPr id="75788" name="Picture 49" descr="Screen shot 2013-08-30 at 1.07.44 PM.png">
              <a:extLst>
                <a:ext uri="{FF2B5EF4-FFF2-40B4-BE49-F238E27FC236}">
                  <a16:creationId xmlns:a16="http://schemas.microsoft.com/office/drawing/2014/main" id="{BBC2D48D-FF1C-4AED-A0B0-61BE53939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09800"/>
              <a:ext cx="2819400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9" name="Picture 47" descr="Screen shot 2013-08-30 at 1.08.35 PM.png">
              <a:extLst>
                <a:ext uri="{FF2B5EF4-FFF2-40B4-BE49-F238E27FC236}">
                  <a16:creationId xmlns:a16="http://schemas.microsoft.com/office/drawing/2014/main" id="{3D6E5820-B969-4444-A44F-C20BB0B1F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2447" y="2337840"/>
              <a:ext cx="1485900" cy="2349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5781" name="Picture 20" descr="Screen shot 2015-10-09 at 3.42.43 PM.png">
            <a:extLst>
              <a:ext uri="{FF2B5EF4-FFF2-40B4-BE49-F238E27FC236}">
                <a16:creationId xmlns:a16="http://schemas.microsoft.com/office/drawing/2014/main" id="{50D75EA4-ED5A-41EE-BECF-CB9DBE1BD9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57425"/>
            <a:ext cx="30400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5782" name="Straight Connector 8">
            <a:extLst>
              <a:ext uri="{FF2B5EF4-FFF2-40B4-BE49-F238E27FC236}">
                <a16:creationId xmlns:a16="http://schemas.microsoft.com/office/drawing/2014/main" id="{EAE92B7D-48F7-41E8-A37B-4C4F3C767D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36713" y="2562225"/>
            <a:ext cx="0" cy="2371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783" name="Straight Connector 9">
            <a:extLst>
              <a:ext uri="{FF2B5EF4-FFF2-40B4-BE49-F238E27FC236}">
                <a16:creationId xmlns:a16="http://schemas.microsoft.com/office/drawing/2014/main" id="{DC1C240E-5AA9-4718-AB76-AE6FA278AF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1850" y="4013200"/>
            <a:ext cx="2735263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784" name="Right Brace 10">
            <a:extLst>
              <a:ext uri="{FF2B5EF4-FFF2-40B4-BE49-F238E27FC236}">
                <a16:creationId xmlns:a16="http://schemas.microsoft.com/office/drawing/2014/main" id="{C722D4C0-5EC3-47BD-B750-DF717533CF4B}"/>
              </a:ext>
            </a:extLst>
          </p:cNvPr>
          <p:cNvSpPr>
            <a:spLocks/>
          </p:cNvSpPr>
          <p:nvPr/>
        </p:nvSpPr>
        <p:spPr bwMode="auto">
          <a:xfrm>
            <a:off x="3324225" y="3271838"/>
            <a:ext cx="217488" cy="685800"/>
          </a:xfrm>
          <a:prstGeom prst="rightBrace">
            <a:avLst>
              <a:gd name="adj1" fmla="val 8321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5785" name="Right Brace 11">
            <a:extLst>
              <a:ext uri="{FF2B5EF4-FFF2-40B4-BE49-F238E27FC236}">
                <a16:creationId xmlns:a16="http://schemas.microsoft.com/office/drawing/2014/main" id="{DBCCE284-47BF-49F5-8ED3-CCEF8124946D}"/>
              </a:ext>
            </a:extLst>
          </p:cNvPr>
          <p:cNvSpPr>
            <a:spLocks/>
          </p:cNvSpPr>
          <p:nvPr/>
        </p:nvSpPr>
        <p:spPr bwMode="auto">
          <a:xfrm>
            <a:off x="3327400" y="4110038"/>
            <a:ext cx="217488" cy="685800"/>
          </a:xfrm>
          <a:prstGeom prst="rightBrace">
            <a:avLst>
              <a:gd name="adj1" fmla="val 8321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5786" name="TextBox 12">
            <a:extLst>
              <a:ext uri="{FF2B5EF4-FFF2-40B4-BE49-F238E27FC236}">
                <a16:creationId xmlns:a16="http://schemas.microsoft.com/office/drawing/2014/main" id="{BE5A9EDA-CB80-407D-8AAB-9E726B41E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888" y="4119563"/>
            <a:ext cx="363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  <a:endParaRPr lang="en-US" altLang="en-US" sz="2800" b="0" baseline="-2500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75787" name="TextBox 13">
            <a:extLst>
              <a:ext uri="{FF2B5EF4-FFF2-40B4-BE49-F238E27FC236}">
                <a16:creationId xmlns:a16="http://schemas.microsoft.com/office/drawing/2014/main" id="{DA426275-770F-411C-9520-D0754CE0A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425" y="3286125"/>
            <a:ext cx="4841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FF0000"/>
                </a:solidFill>
                <a:latin typeface="Times" panose="02020603050405020304" pitchFamily="18" charset="0"/>
              </a:rPr>
              <a:t>x</a:t>
            </a:r>
            <a:r>
              <a:rPr lang="en-US" altLang="en-US" sz="2800" b="0" baseline="-2500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5728D92F-FE6F-434A-8F5D-697CE34E3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2-to-1 Mux</a:t>
            </a:r>
          </a:p>
        </p:txBody>
      </p:sp>
      <p:grpSp>
        <p:nvGrpSpPr>
          <p:cNvPr id="76802" name="Group 13">
            <a:extLst>
              <a:ext uri="{FF2B5EF4-FFF2-40B4-BE49-F238E27FC236}">
                <a16:creationId xmlns:a16="http://schemas.microsoft.com/office/drawing/2014/main" id="{4C051252-2702-4713-821D-B9DF5F73D4B2}"/>
              </a:ext>
            </a:extLst>
          </p:cNvPr>
          <p:cNvGrpSpPr>
            <a:grpSpLocks/>
          </p:cNvGrpSpPr>
          <p:nvPr/>
        </p:nvGrpSpPr>
        <p:grpSpPr bwMode="auto">
          <a:xfrm>
            <a:off x="2648900" y="2629832"/>
            <a:ext cx="1600200" cy="1676400"/>
            <a:chOff x="5715000" y="2590800"/>
            <a:chExt cx="1600200" cy="1676400"/>
          </a:xfrm>
        </p:grpSpPr>
        <p:cxnSp>
          <p:nvCxnSpPr>
            <p:cNvPr id="76815" name="Straight Connector 11">
              <a:extLst>
                <a:ext uri="{FF2B5EF4-FFF2-40B4-BE49-F238E27FC236}">
                  <a16:creationId xmlns:a16="http://schemas.microsoft.com/office/drawing/2014/main" id="{BBE61774-9878-4C04-BF74-D6FD1001DE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2743200"/>
              <a:ext cx="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816" name="Straight Connector 12">
              <a:extLst>
                <a:ext uri="{FF2B5EF4-FFF2-40B4-BE49-F238E27FC236}">
                  <a16:creationId xmlns:a16="http://schemas.microsoft.com/office/drawing/2014/main" id="{744B9628-0E87-4960-AA8C-DE03F91387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1242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17" name="TextBox 9">
              <a:extLst>
                <a:ext uri="{FF2B5EF4-FFF2-40B4-BE49-F238E27FC236}">
                  <a16:creationId xmlns:a16="http://schemas.microsoft.com/office/drawing/2014/main" id="{22CB9DAB-572D-47E2-9A90-A12BE0870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76818" name="TextBox 74">
              <a:extLst>
                <a:ext uri="{FF2B5EF4-FFF2-40B4-BE49-F238E27FC236}">
                  <a16:creationId xmlns:a16="http://schemas.microsoft.com/office/drawing/2014/main" id="{37E14D30-FE3D-47F9-92A2-1696E932D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705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cxnSp>
          <p:nvCxnSpPr>
            <p:cNvPr id="76819" name="Straight Connector 15">
              <a:extLst>
                <a:ext uri="{FF2B5EF4-FFF2-40B4-BE49-F238E27FC236}">
                  <a16:creationId xmlns:a16="http://schemas.microsoft.com/office/drawing/2014/main" id="{C8C73103-4A04-4630-90B9-6DF988CDE3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8000" y="2743200"/>
              <a:ext cx="228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20" name="TextBox 77">
              <a:extLst>
                <a:ext uri="{FF2B5EF4-FFF2-40B4-BE49-F238E27FC236}">
                  <a16:creationId xmlns:a16="http://schemas.microsoft.com/office/drawing/2014/main" id="{B6EB93E8-956E-4085-92A6-CDD461412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2105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76821" name="TextBox 78">
              <a:extLst>
                <a:ext uri="{FF2B5EF4-FFF2-40B4-BE49-F238E27FC236}">
                  <a16:creationId xmlns:a16="http://schemas.microsoft.com/office/drawing/2014/main" id="{0F09BBFC-C114-40A0-A043-DC88A83D9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7439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76822" name="TextBox 80">
              <a:extLst>
                <a:ext uri="{FF2B5EF4-FFF2-40B4-BE49-F238E27FC236}">
                  <a16:creationId xmlns:a16="http://schemas.microsoft.com/office/drawing/2014/main" id="{CC1DECF4-83FB-4C9F-B431-27F9B8CE1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2004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76823" name="TextBox 81">
              <a:extLst>
                <a:ext uri="{FF2B5EF4-FFF2-40B4-BE49-F238E27FC236}">
                  <a16:creationId xmlns:a16="http://schemas.microsoft.com/office/drawing/2014/main" id="{DFE42085-EB51-4D81-BAF0-CA5F5C3D2C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7338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cxnSp>
        <p:nvCxnSpPr>
          <p:cNvPr id="76803" name="Straight Connector 20">
            <a:extLst>
              <a:ext uri="{FF2B5EF4-FFF2-40B4-BE49-F238E27FC236}">
                <a16:creationId xmlns:a16="http://schemas.microsoft.com/office/drawing/2014/main" id="{ADD6CCD9-AE20-422D-A116-AD4386866F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81532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6804" name="Group 45">
            <a:extLst>
              <a:ext uri="{FF2B5EF4-FFF2-40B4-BE49-F238E27FC236}">
                <a16:creationId xmlns:a16="http://schemas.microsoft.com/office/drawing/2014/main" id="{E7B39FED-4DBE-4567-B4B7-A10CE760562A}"/>
              </a:ext>
            </a:extLst>
          </p:cNvPr>
          <p:cNvGrpSpPr>
            <a:grpSpLocks/>
          </p:cNvGrpSpPr>
          <p:nvPr/>
        </p:nvGrpSpPr>
        <p:grpSpPr bwMode="auto">
          <a:xfrm>
            <a:off x="2332988" y="1153715"/>
            <a:ext cx="1916112" cy="441325"/>
            <a:chOff x="1207819" y="2667000"/>
            <a:chExt cx="1916381" cy="441325"/>
          </a:xfrm>
        </p:grpSpPr>
        <p:sp>
          <p:nvSpPr>
            <p:cNvPr id="76807" name="Line 16">
              <a:extLst>
                <a:ext uri="{FF2B5EF4-FFF2-40B4-BE49-F238E27FC236}">
                  <a16:creationId xmlns:a16="http://schemas.microsoft.com/office/drawing/2014/main" id="{FF85D27F-8718-4644-AA75-9AE55767E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8" name="Line 17">
              <a:extLst>
                <a:ext uri="{FF2B5EF4-FFF2-40B4-BE49-F238E27FC236}">
                  <a16:creationId xmlns:a16="http://schemas.microsoft.com/office/drawing/2014/main" id="{8DDFAFCB-634F-4A22-A530-EA0CADF1F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9" name="Freeform 18">
              <a:extLst>
                <a:ext uri="{FF2B5EF4-FFF2-40B4-BE49-F238E27FC236}">
                  <a16:creationId xmlns:a16="http://schemas.microsoft.com/office/drawing/2014/main" id="{5D53B312-BDF9-413B-9653-307261553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10" name="Freeform 19">
              <a:extLst>
                <a:ext uri="{FF2B5EF4-FFF2-40B4-BE49-F238E27FC236}">
                  <a16:creationId xmlns:a16="http://schemas.microsoft.com/office/drawing/2014/main" id="{163AD9EE-1DDF-44FA-8B91-6A5E244DC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11" name="Rectangle 96">
              <a:extLst>
                <a:ext uri="{FF2B5EF4-FFF2-40B4-BE49-F238E27FC236}">
                  <a16:creationId xmlns:a16="http://schemas.microsoft.com/office/drawing/2014/main" id="{068EE055-70BA-4ABD-B278-D31601EB8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76812" name="Group 39">
              <a:extLst>
                <a:ext uri="{FF2B5EF4-FFF2-40B4-BE49-F238E27FC236}">
                  <a16:creationId xmlns:a16="http://schemas.microsoft.com/office/drawing/2014/main" id="{ACBB6DF8-ECCC-4DB1-A951-62BD1F7AA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76813" name="Line 97">
                <a:extLst>
                  <a:ext uri="{FF2B5EF4-FFF2-40B4-BE49-F238E27FC236}">
                    <a16:creationId xmlns:a16="http://schemas.microsoft.com/office/drawing/2014/main" id="{5C4C89E2-6818-489D-A184-F8187BFF2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14" name="Rectangle 96">
                <a:extLst>
                  <a:ext uri="{FF2B5EF4-FFF2-40B4-BE49-F238E27FC236}">
                    <a16:creationId xmlns:a16="http://schemas.microsoft.com/office/drawing/2014/main" id="{3B2361EA-F426-4260-BBB3-9D3484608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pic>
        <p:nvPicPr>
          <p:cNvPr id="76805" name="Picture 35" descr="Screen shot 2015-10-09 at 3.42.52 PM.png">
            <a:extLst>
              <a:ext uri="{FF2B5EF4-FFF2-40B4-BE49-F238E27FC236}">
                <a16:creationId xmlns:a16="http://schemas.microsoft.com/office/drawing/2014/main" id="{1DC5D60B-7BBD-4B47-B3F7-3660C1E7D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1241425"/>
            <a:ext cx="3048000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Rectangle 36">
            <a:extLst>
              <a:ext uri="{FF2B5EF4-FFF2-40B4-BE49-F238E27FC236}">
                <a16:creationId xmlns:a16="http://schemas.microsoft.com/office/drawing/2014/main" id="{C40B711C-7000-40C9-B770-E39F9833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762000"/>
            <a:ext cx="762000" cy="312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3E998E-9301-438D-8671-FD4724CE6542}"/>
                  </a:ext>
                </a:extLst>
              </p14:cNvPr>
              <p14:cNvContentPartPr/>
              <p14:nvPr/>
            </p14:nvContentPartPr>
            <p14:xfrm>
              <a:off x="5216400" y="1407960"/>
              <a:ext cx="2338560" cy="433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3E998E-9301-438D-8671-FD4724CE65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7040" y="1398600"/>
                <a:ext cx="2357280" cy="435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A380F795-519B-44CB-9FE4-4C750537C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Building a NOT Gate with 2-to-1 Mux</a:t>
            </a:r>
          </a:p>
        </p:txBody>
      </p:sp>
      <p:grpSp>
        <p:nvGrpSpPr>
          <p:cNvPr id="77826" name="Group 13">
            <a:extLst>
              <a:ext uri="{FF2B5EF4-FFF2-40B4-BE49-F238E27FC236}">
                <a16:creationId xmlns:a16="http://schemas.microsoft.com/office/drawing/2014/main" id="{392EDD88-A577-493B-9115-E69D8799DEE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590800"/>
            <a:ext cx="1600200" cy="1676400"/>
            <a:chOff x="5715000" y="2590800"/>
            <a:chExt cx="1600200" cy="1676400"/>
          </a:xfrm>
        </p:grpSpPr>
        <p:cxnSp>
          <p:nvCxnSpPr>
            <p:cNvPr id="77838" name="Straight Connector 11">
              <a:extLst>
                <a:ext uri="{FF2B5EF4-FFF2-40B4-BE49-F238E27FC236}">
                  <a16:creationId xmlns:a16="http://schemas.microsoft.com/office/drawing/2014/main" id="{016F4B41-B663-4BCF-8737-349EE2AA4D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2743200"/>
              <a:ext cx="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839" name="Straight Connector 12">
              <a:extLst>
                <a:ext uri="{FF2B5EF4-FFF2-40B4-BE49-F238E27FC236}">
                  <a16:creationId xmlns:a16="http://schemas.microsoft.com/office/drawing/2014/main" id="{56824DD1-FF56-4E37-8D1E-68F93C5CC7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1242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0" name="TextBox 9">
              <a:extLst>
                <a:ext uri="{FF2B5EF4-FFF2-40B4-BE49-F238E27FC236}">
                  <a16:creationId xmlns:a16="http://schemas.microsoft.com/office/drawing/2014/main" id="{292875A3-4173-4955-828F-A853171FF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77841" name="TextBox 74">
              <a:extLst>
                <a:ext uri="{FF2B5EF4-FFF2-40B4-BE49-F238E27FC236}">
                  <a16:creationId xmlns:a16="http://schemas.microsoft.com/office/drawing/2014/main" id="{50E71D02-05F3-4D50-984D-58A71E6DF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705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cxnSp>
          <p:nvCxnSpPr>
            <p:cNvPr id="77842" name="Straight Connector 15">
              <a:extLst>
                <a:ext uri="{FF2B5EF4-FFF2-40B4-BE49-F238E27FC236}">
                  <a16:creationId xmlns:a16="http://schemas.microsoft.com/office/drawing/2014/main" id="{CE90E235-7A53-4C29-83A8-8CAD088B6D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8000" y="2743200"/>
              <a:ext cx="228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843" name="TextBox 77">
              <a:extLst>
                <a:ext uri="{FF2B5EF4-FFF2-40B4-BE49-F238E27FC236}">
                  <a16:creationId xmlns:a16="http://schemas.microsoft.com/office/drawing/2014/main" id="{1806938D-99A1-4158-A4E9-003706008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2105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77844" name="TextBox 78">
              <a:extLst>
                <a:ext uri="{FF2B5EF4-FFF2-40B4-BE49-F238E27FC236}">
                  <a16:creationId xmlns:a16="http://schemas.microsoft.com/office/drawing/2014/main" id="{61637070-3887-4695-B7FD-57BA87570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7439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77845" name="TextBox 80">
              <a:extLst>
                <a:ext uri="{FF2B5EF4-FFF2-40B4-BE49-F238E27FC236}">
                  <a16:creationId xmlns:a16="http://schemas.microsoft.com/office/drawing/2014/main" id="{A5D4003C-856C-4104-8E96-9F1978EE3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2004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77846" name="TextBox 81">
              <a:extLst>
                <a:ext uri="{FF2B5EF4-FFF2-40B4-BE49-F238E27FC236}">
                  <a16:creationId xmlns:a16="http://schemas.microsoft.com/office/drawing/2014/main" id="{09827A05-9E0D-4300-9D1E-0AAD2B46D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7338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cxnSp>
        <p:nvCxnSpPr>
          <p:cNvPr id="77827" name="Straight Connector 20">
            <a:extLst>
              <a:ext uri="{FF2B5EF4-FFF2-40B4-BE49-F238E27FC236}">
                <a16:creationId xmlns:a16="http://schemas.microsoft.com/office/drawing/2014/main" id="{C017F998-719C-42BF-816D-6F13FB130B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0600" y="533400"/>
            <a:ext cx="0" cy="4572000"/>
          </a:xfrm>
          <a:prstGeom prst="line">
            <a:avLst/>
          </a:prstGeom>
          <a:noFill/>
          <a:ln w="25400">
            <a:solidFill>
              <a:srgbClr val="28F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7828" name="Group 45">
            <a:extLst>
              <a:ext uri="{FF2B5EF4-FFF2-40B4-BE49-F238E27FC236}">
                <a16:creationId xmlns:a16="http://schemas.microsoft.com/office/drawing/2014/main" id="{6C16917D-3C81-4497-9485-8FF4958BD84C}"/>
              </a:ext>
            </a:extLst>
          </p:cNvPr>
          <p:cNvGrpSpPr>
            <a:grpSpLocks/>
          </p:cNvGrpSpPr>
          <p:nvPr/>
        </p:nvGrpSpPr>
        <p:grpSpPr bwMode="auto">
          <a:xfrm>
            <a:off x="1208088" y="1143000"/>
            <a:ext cx="1916112" cy="441325"/>
            <a:chOff x="1207819" y="2667000"/>
            <a:chExt cx="1916381" cy="441325"/>
          </a:xfrm>
        </p:grpSpPr>
        <p:sp>
          <p:nvSpPr>
            <p:cNvPr id="77830" name="Line 16">
              <a:extLst>
                <a:ext uri="{FF2B5EF4-FFF2-40B4-BE49-F238E27FC236}">
                  <a16:creationId xmlns:a16="http://schemas.microsoft.com/office/drawing/2014/main" id="{582AE979-A391-496C-968F-2A45429F99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250" y="2876550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1" name="Line 17">
              <a:extLst>
                <a:ext uri="{FF2B5EF4-FFF2-40B4-BE49-F238E27FC236}">
                  <a16:creationId xmlns:a16="http://schemas.microsoft.com/office/drawing/2014/main" id="{2BD2F55B-9FE3-4DC2-BB0A-05C1893F5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9550" y="2876550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2" name="Freeform 18">
              <a:extLst>
                <a:ext uri="{FF2B5EF4-FFF2-40B4-BE49-F238E27FC236}">
                  <a16:creationId xmlns:a16="http://schemas.microsoft.com/office/drawing/2014/main" id="{76139CC0-90CC-4EDA-9386-FBFEA0327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287" y="2667000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3" name="Freeform 19">
              <a:extLst>
                <a:ext uri="{FF2B5EF4-FFF2-40B4-BE49-F238E27FC236}">
                  <a16:creationId xmlns:a16="http://schemas.microsoft.com/office/drawing/2014/main" id="{7B9B5ED3-6211-47D9-8F4B-F3ADD7291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250" y="2817812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4" name="Rectangle 96">
              <a:extLst>
                <a:ext uri="{FF2B5EF4-FFF2-40B4-BE49-F238E27FC236}">
                  <a16:creationId xmlns:a16="http://schemas.microsoft.com/office/drawing/2014/main" id="{57F2F471-615C-4EF4-8664-95EC8CC53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819" y="2685772"/>
              <a:ext cx="2191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x</a:t>
              </a: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77835" name="Group 39">
              <a:extLst>
                <a:ext uri="{FF2B5EF4-FFF2-40B4-BE49-F238E27FC236}">
                  <a16:creationId xmlns:a16="http://schemas.microsoft.com/office/drawing/2014/main" id="{9A86832A-C265-4979-B12D-0F45DD3DA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626" y="2667000"/>
              <a:ext cx="236574" cy="369332"/>
              <a:chOff x="2801936" y="2754868"/>
              <a:chExt cx="236574" cy="369332"/>
            </a:xfrm>
          </p:grpSpPr>
          <p:sp>
            <p:nvSpPr>
              <p:cNvPr id="77836" name="Line 97">
                <a:extLst>
                  <a:ext uri="{FF2B5EF4-FFF2-40B4-BE49-F238E27FC236}">
                    <a16:creationId xmlns:a16="http://schemas.microsoft.com/office/drawing/2014/main" id="{B4787B78-D1C9-4F47-AA0D-BBBCA65660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801936" y="2816224"/>
                <a:ext cx="169863" cy="317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37" name="Rectangle 96">
                <a:extLst>
                  <a:ext uri="{FF2B5EF4-FFF2-40B4-BE49-F238E27FC236}">
                    <a16:creationId xmlns:a16="http://schemas.microsoft.com/office/drawing/2014/main" id="{6B311458-9B26-450F-B909-FEFA3B89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9400" y="2754868"/>
                <a:ext cx="2191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b="0" i="1">
                    <a:solidFill>
                      <a:srgbClr val="000000"/>
                    </a:solidFill>
                    <a:latin typeface="Times-Roman" charset="0"/>
                  </a:rPr>
                  <a:t>x</a:t>
                </a:r>
                <a:r>
                  <a:rPr lang="en-US" altLang="en-US" sz="1500" b="0" i="1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</p:grpSp>
      <p:pic>
        <p:nvPicPr>
          <p:cNvPr id="77829" name="Picture 35" descr="Screen shot 2015-10-09 at 3.42.52 PM.png">
            <a:extLst>
              <a:ext uri="{FF2B5EF4-FFF2-40B4-BE49-F238E27FC236}">
                <a16:creationId xmlns:a16="http://schemas.microsoft.com/office/drawing/2014/main" id="{F25CBC60-0C70-406E-A31F-0FA35C7DB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2079625"/>
            <a:ext cx="3048000" cy="276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">
            <a:extLst>
              <a:ext uri="{FF2B5EF4-FFF2-40B4-BE49-F238E27FC236}">
                <a16:creationId xmlns:a16="http://schemas.microsoft.com/office/drawing/2014/main" id="{4C61ECA4-4FF8-41BC-94F6-3C65D17FB8BC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914400"/>
            <a:ext cx="2257425" cy="623888"/>
            <a:chOff x="1919288" y="3403600"/>
            <a:chExt cx="2257425" cy="623888"/>
          </a:xfrm>
        </p:grpSpPr>
        <p:sp>
          <p:nvSpPr>
            <p:cNvPr id="54309" name="Line 3">
              <a:extLst>
                <a:ext uri="{FF2B5EF4-FFF2-40B4-BE49-F238E27FC236}">
                  <a16:creationId xmlns:a16="http://schemas.microsoft.com/office/drawing/2014/main" id="{C0253A56-4415-4569-AF51-C75AA8E6D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53853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0" name="Line 4">
              <a:extLst>
                <a:ext uri="{FF2B5EF4-FFF2-40B4-BE49-F238E27FC236}">
                  <a16:creationId xmlns:a16="http://schemas.microsoft.com/office/drawing/2014/main" id="{8D3BFE7A-21F9-4280-AD1E-3428EA5BF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038" y="3811588"/>
              <a:ext cx="314325" cy="1587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1" name="Line 5">
              <a:extLst>
                <a:ext uri="{FF2B5EF4-FFF2-40B4-BE49-F238E27FC236}">
                  <a16:creationId xmlns:a16="http://schemas.microsoft.com/office/drawing/2014/main" id="{DBBE801B-502C-4449-BB38-707035D8F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9913" y="3686175"/>
              <a:ext cx="146050" cy="1588"/>
            </a:xfrm>
            <a:prstGeom prst="line">
              <a:avLst/>
            </a:prstGeom>
            <a:noFill/>
            <a:ln w="20701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2" name="Freeform 6">
              <a:extLst>
                <a:ext uri="{FF2B5EF4-FFF2-40B4-BE49-F238E27FC236}">
                  <a16:creationId xmlns:a16="http://schemas.microsoft.com/office/drawing/2014/main" id="{BE55B30D-F76D-4D3E-896D-2BF4464F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435350"/>
              <a:ext cx="628650" cy="249238"/>
            </a:xfrm>
            <a:custGeom>
              <a:avLst/>
              <a:gdLst>
                <a:gd name="T0" fmla="*/ 2147483646 w 791"/>
                <a:gd name="T1" fmla="*/ 0 h 316"/>
                <a:gd name="T2" fmla="*/ 2147483646 w 791"/>
                <a:gd name="T3" fmla="*/ 2147483646 h 316"/>
                <a:gd name="T4" fmla="*/ 2147483646 w 791"/>
                <a:gd name="T5" fmla="*/ 2147483646 h 316"/>
                <a:gd name="T6" fmla="*/ 2147483646 w 791"/>
                <a:gd name="T7" fmla="*/ 2147483646 h 316"/>
                <a:gd name="T8" fmla="*/ 2147483646 w 791"/>
                <a:gd name="T9" fmla="*/ 2147483646 h 316"/>
                <a:gd name="T10" fmla="*/ 2147483646 w 791"/>
                <a:gd name="T11" fmla="*/ 2147483646 h 316"/>
                <a:gd name="T12" fmla="*/ 2147483646 w 791"/>
                <a:gd name="T13" fmla="*/ 2147483646 h 316"/>
                <a:gd name="T14" fmla="*/ 2147483646 w 791"/>
                <a:gd name="T15" fmla="*/ 2147483646 h 316"/>
                <a:gd name="T16" fmla="*/ 2147483646 w 791"/>
                <a:gd name="T17" fmla="*/ 2147483646 h 316"/>
                <a:gd name="T18" fmla="*/ 2147483646 w 791"/>
                <a:gd name="T19" fmla="*/ 2147483646 h 316"/>
                <a:gd name="T20" fmla="*/ 2147483646 w 791"/>
                <a:gd name="T21" fmla="*/ 2147483646 h 316"/>
                <a:gd name="T22" fmla="*/ 2147483646 w 791"/>
                <a:gd name="T23" fmla="*/ 2147483646 h 316"/>
                <a:gd name="T24" fmla="*/ 2147483646 w 791"/>
                <a:gd name="T25" fmla="*/ 2147483646 h 316"/>
                <a:gd name="T26" fmla="*/ 2147483646 w 791"/>
                <a:gd name="T27" fmla="*/ 2147483646 h 316"/>
                <a:gd name="T28" fmla="*/ 2147483646 w 791"/>
                <a:gd name="T29" fmla="*/ 2147483646 h 316"/>
                <a:gd name="T30" fmla="*/ 2147483646 w 791"/>
                <a:gd name="T31" fmla="*/ 2147483646 h 316"/>
                <a:gd name="T32" fmla="*/ 2147483646 w 791"/>
                <a:gd name="T33" fmla="*/ 2147483646 h 316"/>
                <a:gd name="T34" fmla="*/ 2147483646 w 791"/>
                <a:gd name="T35" fmla="*/ 2147483646 h 316"/>
                <a:gd name="T36" fmla="*/ 2147483646 w 791"/>
                <a:gd name="T37" fmla="*/ 2147483646 h 316"/>
                <a:gd name="T38" fmla="*/ 2147483646 w 791"/>
                <a:gd name="T39" fmla="*/ 2147483646 h 316"/>
                <a:gd name="T40" fmla="*/ 2147483646 w 791"/>
                <a:gd name="T41" fmla="*/ 2147483646 h 316"/>
                <a:gd name="T42" fmla="*/ 2147483646 w 791"/>
                <a:gd name="T43" fmla="*/ 2147483646 h 316"/>
                <a:gd name="T44" fmla="*/ 2147483646 w 791"/>
                <a:gd name="T45" fmla="*/ 2147483646 h 316"/>
                <a:gd name="T46" fmla="*/ 2147483646 w 791"/>
                <a:gd name="T47" fmla="*/ 2147483646 h 316"/>
                <a:gd name="T48" fmla="*/ 2147483646 w 791"/>
                <a:gd name="T49" fmla="*/ 2147483646 h 316"/>
                <a:gd name="T50" fmla="*/ 2147483646 w 791"/>
                <a:gd name="T51" fmla="*/ 2147483646 h 316"/>
                <a:gd name="T52" fmla="*/ 2147483646 w 791"/>
                <a:gd name="T53" fmla="*/ 2147483646 h 316"/>
                <a:gd name="T54" fmla="*/ 2147483646 w 791"/>
                <a:gd name="T55" fmla="*/ 2147483646 h 316"/>
                <a:gd name="T56" fmla="*/ 2147483646 w 791"/>
                <a:gd name="T57" fmla="*/ 2147483646 h 316"/>
                <a:gd name="T58" fmla="*/ 2147483646 w 791"/>
                <a:gd name="T59" fmla="*/ 2147483646 h 316"/>
                <a:gd name="T60" fmla="*/ 2147483646 w 791"/>
                <a:gd name="T61" fmla="*/ 2147483646 h 316"/>
                <a:gd name="T62" fmla="*/ 2147483646 w 791"/>
                <a:gd name="T63" fmla="*/ 2147483646 h 316"/>
                <a:gd name="T64" fmla="*/ 2147483646 w 791"/>
                <a:gd name="T65" fmla="*/ 2147483646 h 316"/>
                <a:gd name="T66" fmla="*/ 2147483646 w 791"/>
                <a:gd name="T67" fmla="*/ 2147483646 h 316"/>
                <a:gd name="T68" fmla="*/ 2147483646 w 791"/>
                <a:gd name="T69" fmla="*/ 2147483646 h 316"/>
                <a:gd name="T70" fmla="*/ 2147483646 w 791"/>
                <a:gd name="T71" fmla="*/ 2147483646 h 316"/>
                <a:gd name="T72" fmla="*/ 2147483646 w 791"/>
                <a:gd name="T73" fmla="*/ 2147483646 h 316"/>
                <a:gd name="T74" fmla="*/ 2147483646 w 791"/>
                <a:gd name="T75" fmla="*/ 2147483646 h 316"/>
                <a:gd name="T76" fmla="*/ 2147483646 w 791"/>
                <a:gd name="T77" fmla="*/ 2147483646 h 316"/>
                <a:gd name="T78" fmla="*/ 2147483646 w 791"/>
                <a:gd name="T79" fmla="*/ 2147483646 h 316"/>
                <a:gd name="T80" fmla="*/ 2147483646 w 791"/>
                <a:gd name="T81" fmla="*/ 2147483646 h 316"/>
                <a:gd name="T82" fmla="*/ 2147483646 w 791"/>
                <a:gd name="T83" fmla="*/ 2147483646 h 316"/>
                <a:gd name="T84" fmla="*/ 2147483646 w 791"/>
                <a:gd name="T85" fmla="*/ 2147483646 h 316"/>
                <a:gd name="T86" fmla="*/ 2147483646 w 791"/>
                <a:gd name="T87" fmla="*/ 2147483646 h 316"/>
                <a:gd name="T88" fmla="*/ 2147483646 w 791"/>
                <a:gd name="T89" fmla="*/ 2147483646 h 316"/>
                <a:gd name="T90" fmla="*/ 2147483646 w 791"/>
                <a:gd name="T91" fmla="*/ 2147483646 h 316"/>
                <a:gd name="T92" fmla="*/ 2147483646 w 791"/>
                <a:gd name="T93" fmla="*/ 2147483646 h 316"/>
                <a:gd name="T94" fmla="*/ 2147483646 w 791"/>
                <a:gd name="T95" fmla="*/ 2147483646 h 316"/>
                <a:gd name="T96" fmla="*/ 2147483646 w 791"/>
                <a:gd name="T97" fmla="*/ 2147483646 h 316"/>
                <a:gd name="T98" fmla="*/ 2147483646 w 791"/>
                <a:gd name="T99" fmla="*/ 2147483646 h 316"/>
                <a:gd name="T100" fmla="*/ 2147483646 w 791"/>
                <a:gd name="T101" fmla="*/ 2147483646 h 316"/>
                <a:gd name="T102" fmla="*/ 2147483646 w 791"/>
                <a:gd name="T103" fmla="*/ 2147483646 h 316"/>
                <a:gd name="T104" fmla="*/ 2147483646 w 791"/>
                <a:gd name="T105" fmla="*/ 2147483646 h 316"/>
                <a:gd name="T106" fmla="*/ 2147483646 w 791"/>
                <a:gd name="T107" fmla="*/ 2147483646 h 316"/>
                <a:gd name="T108" fmla="*/ 2147483646 w 791"/>
                <a:gd name="T109" fmla="*/ 2147483646 h 316"/>
                <a:gd name="T110" fmla="*/ 2147483646 w 791"/>
                <a:gd name="T111" fmla="*/ 2147483646 h 316"/>
                <a:gd name="T112" fmla="*/ 2147483646 w 791"/>
                <a:gd name="T113" fmla="*/ 2147483646 h 316"/>
                <a:gd name="T114" fmla="*/ 2147483646 w 791"/>
                <a:gd name="T115" fmla="*/ 2147483646 h 316"/>
                <a:gd name="T116" fmla="*/ 2147483646 w 791"/>
                <a:gd name="T117" fmla="*/ 2147483646 h 316"/>
                <a:gd name="T118" fmla="*/ 2147483646 w 791"/>
                <a:gd name="T119" fmla="*/ 2147483646 h 316"/>
                <a:gd name="T120" fmla="*/ 2147483646 w 791"/>
                <a:gd name="T121" fmla="*/ 2147483646 h 31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6">
                  <a:moveTo>
                    <a:pt x="0" y="0"/>
                  </a:moveTo>
                  <a:lnTo>
                    <a:pt x="31" y="0"/>
                  </a:lnTo>
                  <a:lnTo>
                    <a:pt x="59" y="0"/>
                  </a:lnTo>
                  <a:lnTo>
                    <a:pt x="85" y="0"/>
                  </a:lnTo>
                  <a:lnTo>
                    <a:pt x="110" y="0"/>
                  </a:lnTo>
                  <a:lnTo>
                    <a:pt x="133" y="0"/>
                  </a:lnTo>
                  <a:lnTo>
                    <a:pt x="15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0"/>
                  </a:lnTo>
                  <a:lnTo>
                    <a:pt x="225" y="0"/>
                  </a:lnTo>
                  <a:lnTo>
                    <a:pt x="240" y="0"/>
                  </a:lnTo>
                  <a:lnTo>
                    <a:pt x="253" y="0"/>
                  </a:lnTo>
                  <a:lnTo>
                    <a:pt x="265" y="2"/>
                  </a:lnTo>
                  <a:lnTo>
                    <a:pt x="276" y="2"/>
                  </a:lnTo>
                  <a:lnTo>
                    <a:pt x="285" y="2"/>
                  </a:lnTo>
                  <a:lnTo>
                    <a:pt x="294" y="2"/>
                  </a:lnTo>
                  <a:lnTo>
                    <a:pt x="302" y="2"/>
                  </a:lnTo>
                  <a:lnTo>
                    <a:pt x="309" y="2"/>
                  </a:lnTo>
                  <a:lnTo>
                    <a:pt x="316" y="2"/>
                  </a:lnTo>
                  <a:lnTo>
                    <a:pt x="321" y="2"/>
                  </a:lnTo>
                  <a:lnTo>
                    <a:pt x="326" y="2"/>
                  </a:lnTo>
                  <a:lnTo>
                    <a:pt x="330" y="2"/>
                  </a:lnTo>
                  <a:lnTo>
                    <a:pt x="334" y="2"/>
                  </a:lnTo>
                  <a:lnTo>
                    <a:pt x="338" y="2"/>
                  </a:lnTo>
                  <a:lnTo>
                    <a:pt x="341" y="2"/>
                  </a:lnTo>
                  <a:lnTo>
                    <a:pt x="343" y="2"/>
                  </a:lnTo>
                  <a:lnTo>
                    <a:pt x="346" y="2"/>
                  </a:lnTo>
                  <a:lnTo>
                    <a:pt x="349" y="2"/>
                  </a:lnTo>
                  <a:lnTo>
                    <a:pt x="350" y="2"/>
                  </a:lnTo>
                  <a:lnTo>
                    <a:pt x="353" y="2"/>
                  </a:lnTo>
                  <a:lnTo>
                    <a:pt x="354" y="3"/>
                  </a:lnTo>
                  <a:lnTo>
                    <a:pt x="357" y="3"/>
                  </a:lnTo>
                  <a:lnTo>
                    <a:pt x="359" y="3"/>
                  </a:lnTo>
                  <a:lnTo>
                    <a:pt x="361" y="3"/>
                  </a:lnTo>
                  <a:lnTo>
                    <a:pt x="363" y="3"/>
                  </a:lnTo>
                  <a:lnTo>
                    <a:pt x="365" y="3"/>
                  </a:lnTo>
                  <a:lnTo>
                    <a:pt x="366" y="3"/>
                  </a:lnTo>
                  <a:lnTo>
                    <a:pt x="369" y="3"/>
                  </a:lnTo>
                  <a:lnTo>
                    <a:pt x="370" y="3"/>
                  </a:lnTo>
                  <a:lnTo>
                    <a:pt x="371" y="3"/>
                  </a:lnTo>
                  <a:lnTo>
                    <a:pt x="372" y="3"/>
                  </a:lnTo>
                  <a:lnTo>
                    <a:pt x="374" y="4"/>
                  </a:lnTo>
                  <a:lnTo>
                    <a:pt x="375" y="4"/>
                  </a:lnTo>
                  <a:lnTo>
                    <a:pt x="376" y="4"/>
                  </a:lnTo>
                  <a:lnTo>
                    <a:pt x="378" y="4"/>
                  </a:lnTo>
                  <a:lnTo>
                    <a:pt x="379" y="4"/>
                  </a:lnTo>
                  <a:lnTo>
                    <a:pt x="380" y="4"/>
                  </a:lnTo>
                  <a:lnTo>
                    <a:pt x="382" y="4"/>
                  </a:lnTo>
                  <a:lnTo>
                    <a:pt x="383" y="4"/>
                  </a:lnTo>
                  <a:lnTo>
                    <a:pt x="384" y="4"/>
                  </a:lnTo>
                  <a:lnTo>
                    <a:pt x="386" y="4"/>
                  </a:lnTo>
                  <a:lnTo>
                    <a:pt x="386" y="6"/>
                  </a:lnTo>
                  <a:lnTo>
                    <a:pt x="387" y="6"/>
                  </a:lnTo>
                  <a:lnTo>
                    <a:pt x="388" y="6"/>
                  </a:lnTo>
                  <a:lnTo>
                    <a:pt x="390" y="6"/>
                  </a:lnTo>
                  <a:lnTo>
                    <a:pt x="391" y="6"/>
                  </a:lnTo>
                  <a:lnTo>
                    <a:pt x="394" y="6"/>
                  </a:lnTo>
                  <a:lnTo>
                    <a:pt x="395" y="6"/>
                  </a:lnTo>
                  <a:lnTo>
                    <a:pt x="396" y="7"/>
                  </a:lnTo>
                  <a:lnTo>
                    <a:pt x="398" y="7"/>
                  </a:lnTo>
                  <a:lnTo>
                    <a:pt x="400" y="7"/>
                  </a:lnTo>
                  <a:lnTo>
                    <a:pt x="402" y="7"/>
                  </a:lnTo>
                  <a:lnTo>
                    <a:pt x="404" y="7"/>
                  </a:lnTo>
                  <a:lnTo>
                    <a:pt x="406" y="8"/>
                  </a:lnTo>
                  <a:lnTo>
                    <a:pt x="408" y="8"/>
                  </a:lnTo>
                  <a:lnTo>
                    <a:pt x="410" y="8"/>
                  </a:lnTo>
                  <a:lnTo>
                    <a:pt x="412" y="8"/>
                  </a:lnTo>
                  <a:lnTo>
                    <a:pt x="414" y="8"/>
                  </a:lnTo>
                  <a:lnTo>
                    <a:pt x="415" y="10"/>
                  </a:lnTo>
                  <a:lnTo>
                    <a:pt x="416" y="10"/>
                  </a:lnTo>
                  <a:lnTo>
                    <a:pt x="418" y="10"/>
                  </a:lnTo>
                  <a:lnTo>
                    <a:pt x="419" y="10"/>
                  </a:lnTo>
                  <a:lnTo>
                    <a:pt x="420" y="10"/>
                  </a:lnTo>
                  <a:lnTo>
                    <a:pt x="421" y="10"/>
                  </a:lnTo>
                  <a:lnTo>
                    <a:pt x="423" y="11"/>
                  </a:lnTo>
                  <a:lnTo>
                    <a:pt x="424" y="11"/>
                  </a:lnTo>
                  <a:lnTo>
                    <a:pt x="425" y="11"/>
                  </a:lnTo>
                  <a:lnTo>
                    <a:pt x="427" y="11"/>
                  </a:lnTo>
                  <a:lnTo>
                    <a:pt x="428" y="11"/>
                  </a:lnTo>
                  <a:lnTo>
                    <a:pt x="428" y="12"/>
                  </a:lnTo>
                  <a:lnTo>
                    <a:pt x="429" y="12"/>
                  </a:lnTo>
                  <a:lnTo>
                    <a:pt x="431" y="12"/>
                  </a:lnTo>
                  <a:lnTo>
                    <a:pt x="432" y="12"/>
                  </a:lnTo>
                  <a:lnTo>
                    <a:pt x="433" y="14"/>
                  </a:lnTo>
                  <a:lnTo>
                    <a:pt x="435" y="14"/>
                  </a:lnTo>
                  <a:lnTo>
                    <a:pt x="436" y="14"/>
                  </a:lnTo>
                  <a:lnTo>
                    <a:pt x="437" y="14"/>
                  </a:lnTo>
                  <a:lnTo>
                    <a:pt x="440" y="15"/>
                  </a:lnTo>
                  <a:lnTo>
                    <a:pt x="441" y="15"/>
                  </a:lnTo>
                  <a:lnTo>
                    <a:pt x="443" y="16"/>
                  </a:lnTo>
                  <a:lnTo>
                    <a:pt x="445" y="16"/>
                  </a:lnTo>
                  <a:lnTo>
                    <a:pt x="447" y="18"/>
                  </a:lnTo>
                  <a:lnTo>
                    <a:pt x="449" y="18"/>
                  </a:lnTo>
                  <a:lnTo>
                    <a:pt x="451" y="19"/>
                  </a:lnTo>
                  <a:lnTo>
                    <a:pt x="453" y="19"/>
                  </a:lnTo>
                  <a:lnTo>
                    <a:pt x="456" y="20"/>
                  </a:lnTo>
                  <a:lnTo>
                    <a:pt x="459" y="20"/>
                  </a:lnTo>
                  <a:lnTo>
                    <a:pt x="460" y="22"/>
                  </a:lnTo>
                  <a:lnTo>
                    <a:pt x="463" y="22"/>
                  </a:lnTo>
                  <a:lnTo>
                    <a:pt x="464" y="23"/>
                  </a:lnTo>
                  <a:lnTo>
                    <a:pt x="467" y="23"/>
                  </a:lnTo>
                  <a:lnTo>
                    <a:pt x="468" y="24"/>
                  </a:lnTo>
                  <a:lnTo>
                    <a:pt x="469" y="24"/>
                  </a:lnTo>
                  <a:lnTo>
                    <a:pt x="471" y="24"/>
                  </a:lnTo>
                  <a:lnTo>
                    <a:pt x="472" y="26"/>
                  </a:lnTo>
                  <a:lnTo>
                    <a:pt x="473" y="26"/>
                  </a:lnTo>
                  <a:lnTo>
                    <a:pt x="474" y="26"/>
                  </a:lnTo>
                  <a:lnTo>
                    <a:pt x="476" y="27"/>
                  </a:lnTo>
                  <a:lnTo>
                    <a:pt x="477" y="27"/>
                  </a:lnTo>
                  <a:lnTo>
                    <a:pt x="478" y="27"/>
                  </a:lnTo>
                  <a:lnTo>
                    <a:pt x="480" y="28"/>
                  </a:lnTo>
                  <a:lnTo>
                    <a:pt x="481" y="28"/>
                  </a:lnTo>
                  <a:lnTo>
                    <a:pt x="482" y="28"/>
                  </a:lnTo>
                  <a:lnTo>
                    <a:pt x="484" y="30"/>
                  </a:lnTo>
                  <a:lnTo>
                    <a:pt x="485" y="31"/>
                  </a:lnTo>
                  <a:lnTo>
                    <a:pt x="486" y="31"/>
                  </a:lnTo>
                  <a:lnTo>
                    <a:pt x="488" y="32"/>
                  </a:lnTo>
                  <a:lnTo>
                    <a:pt x="489" y="32"/>
                  </a:lnTo>
                  <a:lnTo>
                    <a:pt x="490" y="34"/>
                  </a:lnTo>
                  <a:lnTo>
                    <a:pt x="492" y="34"/>
                  </a:lnTo>
                  <a:lnTo>
                    <a:pt x="494" y="35"/>
                  </a:lnTo>
                  <a:lnTo>
                    <a:pt x="496" y="35"/>
                  </a:lnTo>
                  <a:lnTo>
                    <a:pt x="497" y="36"/>
                  </a:lnTo>
                  <a:lnTo>
                    <a:pt x="500" y="38"/>
                  </a:lnTo>
                  <a:lnTo>
                    <a:pt x="501" y="38"/>
                  </a:lnTo>
                  <a:lnTo>
                    <a:pt x="504" y="39"/>
                  </a:lnTo>
                  <a:lnTo>
                    <a:pt x="505" y="40"/>
                  </a:lnTo>
                  <a:lnTo>
                    <a:pt x="508" y="41"/>
                  </a:lnTo>
                  <a:lnTo>
                    <a:pt x="509" y="41"/>
                  </a:lnTo>
                  <a:lnTo>
                    <a:pt x="512" y="43"/>
                  </a:lnTo>
                  <a:lnTo>
                    <a:pt x="513" y="44"/>
                  </a:lnTo>
                  <a:lnTo>
                    <a:pt x="514" y="44"/>
                  </a:lnTo>
                  <a:lnTo>
                    <a:pt x="516" y="45"/>
                  </a:lnTo>
                  <a:lnTo>
                    <a:pt x="517" y="45"/>
                  </a:lnTo>
                  <a:lnTo>
                    <a:pt x="518" y="47"/>
                  </a:lnTo>
                  <a:lnTo>
                    <a:pt x="520" y="47"/>
                  </a:lnTo>
                  <a:lnTo>
                    <a:pt x="521" y="48"/>
                  </a:lnTo>
                  <a:lnTo>
                    <a:pt x="522" y="48"/>
                  </a:lnTo>
                  <a:lnTo>
                    <a:pt x="523" y="49"/>
                  </a:lnTo>
                  <a:lnTo>
                    <a:pt x="525" y="49"/>
                  </a:lnTo>
                  <a:lnTo>
                    <a:pt x="526" y="51"/>
                  </a:lnTo>
                  <a:lnTo>
                    <a:pt x="527" y="51"/>
                  </a:lnTo>
                  <a:lnTo>
                    <a:pt x="529" y="52"/>
                  </a:lnTo>
                  <a:lnTo>
                    <a:pt x="530" y="53"/>
                  </a:lnTo>
                  <a:lnTo>
                    <a:pt x="531" y="53"/>
                  </a:lnTo>
                  <a:lnTo>
                    <a:pt x="533" y="53"/>
                  </a:lnTo>
                  <a:lnTo>
                    <a:pt x="534" y="55"/>
                  </a:lnTo>
                  <a:lnTo>
                    <a:pt x="535" y="55"/>
                  </a:lnTo>
                  <a:lnTo>
                    <a:pt x="537" y="56"/>
                  </a:lnTo>
                  <a:lnTo>
                    <a:pt x="538" y="56"/>
                  </a:lnTo>
                  <a:lnTo>
                    <a:pt x="539" y="57"/>
                  </a:lnTo>
                  <a:lnTo>
                    <a:pt x="541" y="59"/>
                  </a:lnTo>
                  <a:lnTo>
                    <a:pt x="542" y="59"/>
                  </a:lnTo>
                  <a:lnTo>
                    <a:pt x="543" y="60"/>
                  </a:lnTo>
                  <a:lnTo>
                    <a:pt x="545" y="61"/>
                  </a:lnTo>
                  <a:lnTo>
                    <a:pt x="547" y="63"/>
                  </a:lnTo>
                  <a:lnTo>
                    <a:pt x="549" y="63"/>
                  </a:lnTo>
                  <a:lnTo>
                    <a:pt x="551" y="64"/>
                  </a:lnTo>
                  <a:lnTo>
                    <a:pt x="553" y="65"/>
                  </a:lnTo>
                  <a:lnTo>
                    <a:pt x="554" y="67"/>
                  </a:lnTo>
                  <a:lnTo>
                    <a:pt x="555" y="67"/>
                  </a:lnTo>
                  <a:lnTo>
                    <a:pt x="557" y="68"/>
                  </a:lnTo>
                  <a:lnTo>
                    <a:pt x="558" y="68"/>
                  </a:lnTo>
                  <a:lnTo>
                    <a:pt x="559" y="69"/>
                  </a:lnTo>
                  <a:lnTo>
                    <a:pt x="561" y="69"/>
                  </a:lnTo>
                  <a:lnTo>
                    <a:pt x="562" y="71"/>
                  </a:lnTo>
                  <a:lnTo>
                    <a:pt x="563" y="71"/>
                  </a:lnTo>
                  <a:lnTo>
                    <a:pt x="563" y="72"/>
                  </a:lnTo>
                  <a:lnTo>
                    <a:pt x="565" y="72"/>
                  </a:lnTo>
                  <a:lnTo>
                    <a:pt x="566" y="73"/>
                  </a:lnTo>
                  <a:lnTo>
                    <a:pt x="567" y="73"/>
                  </a:lnTo>
                  <a:lnTo>
                    <a:pt x="569" y="75"/>
                  </a:lnTo>
                  <a:lnTo>
                    <a:pt x="570" y="76"/>
                  </a:lnTo>
                  <a:lnTo>
                    <a:pt x="571" y="76"/>
                  </a:lnTo>
                  <a:lnTo>
                    <a:pt x="573" y="77"/>
                  </a:lnTo>
                  <a:lnTo>
                    <a:pt x="574" y="77"/>
                  </a:lnTo>
                  <a:lnTo>
                    <a:pt x="574" y="79"/>
                  </a:lnTo>
                  <a:lnTo>
                    <a:pt x="575" y="79"/>
                  </a:lnTo>
                  <a:lnTo>
                    <a:pt x="576" y="80"/>
                  </a:lnTo>
                  <a:lnTo>
                    <a:pt x="578" y="80"/>
                  </a:lnTo>
                  <a:lnTo>
                    <a:pt x="579" y="81"/>
                  </a:lnTo>
                  <a:lnTo>
                    <a:pt x="580" y="81"/>
                  </a:lnTo>
                  <a:lnTo>
                    <a:pt x="582" y="83"/>
                  </a:lnTo>
                  <a:lnTo>
                    <a:pt x="583" y="84"/>
                  </a:lnTo>
                  <a:lnTo>
                    <a:pt x="584" y="84"/>
                  </a:lnTo>
                  <a:lnTo>
                    <a:pt x="586" y="85"/>
                  </a:lnTo>
                  <a:lnTo>
                    <a:pt x="587" y="87"/>
                  </a:lnTo>
                  <a:lnTo>
                    <a:pt x="588" y="88"/>
                  </a:lnTo>
                  <a:lnTo>
                    <a:pt x="590" y="88"/>
                  </a:lnTo>
                  <a:lnTo>
                    <a:pt x="591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5" y="92"/>
                  </a:lnTo>
                  <a:lnTo>
                    <a:pt x="596" y="92"/>
                  </a:lnTo>
                  <a:lnTo>
                    <a:pt x="596" y="93"/>
                  </a:lnTo>
                  <a:lnTo>
                    <a:pt x="598" y="93"/>
                  </a:lnTo>
                  <a:lnTo>
                    <a:pt x="599" y="94"/>
                  </a:lnTo>
                  <a:lnTo>
                    <a:pt x="600" y="94"/>
                  </a:lnTo>
                  <a:lnTo>
                    <a:pt x="602" y="96"/>
                  </a:lnTo>
                  <a:lnTo>
                    <a:pt x="602" y="97"/>
                  </a:lnTo>
                  <a:lnTo>
                    <a:pt x="603" y="97"/>
                  </a:lnTo>
                  <a:lnTo>
                    <a:pt x="604" y="98"/>
                  </a:lnTo>
                  <a:lnTo>
                    <a:pt x="606" y="98"/>
                  </a:lnTo>
                  <a:lnTo>
                    <a:pt x="607" y="100"/>
                  </a:lnTo>
                  <a:lnTo>
                    <a:pt x="608" y="101"/>
                  </a:lnTo>
                  <a:lnTo>
                    <a:pt x="610" y="102"/>
                  </a:lnTo>
                  <a:lnTo>
                    <a:pt x="611" y="102"/>
                  </a:lnTo>
                  <a:lnTo>
                    <a:pt x="611" y="104"/>
                  </a:lnTo>
                  <a:lnTo>
                    <a:pt x="612" y="104"/>
                  </a:lnTo>
                  <a:lnTo>
                    <a:pt x="614" y="105"/>
                  </a:lnTo>
                  <a:lnTo>
                    <a:pt x="615" y="106"/>
                  </a:lnTo>
                  <a:lnTo>
                    <a:pt x="616" y="108"/>
                  </a:lnTo>
                  <a:lnTo>
                    <a:pt x="618" y="108"/>
                  </a:lnTo>
                  <a:lnTo>
                    <a:pt x="618" y="109"/>
                  </a:lnTo>
                  <a:lnTo>
                    <a:pt x="619" y="109"/>
                  </a:lnTo>
                  <a:lnTo>
                    <a:pt x="619" y="110"/>
                  </a:lnTo>
                  <a:lnTo>
                    <a:pt x="620" y="110"/>
                  </a:lnTo>
                  <a:lnTo>
                    <a:pt x="622" y="112"/>
                  </a:lnTo>
                  <a:lnTo>
                    <a:pt x="623" y="112"/>
                  </a:lnTo>
                  <a:lnTo>
                    <a:pt x="623" y="113"/>
                  </a:lnTo>
                  <a:lnTo>
                    <a:pt x="624" y="113"/>
                  </a:lnTo>
                  <a:lnTo>
                    <a:pt x="625" y="114"/>
                  </a:lnTo>
                  <a:lnTo>
                    <a:pt x="627" y="116"/>
                  </a:lnTo>
                  <a:lnTo>
                    <a:pt x="628" y="116"/>
                  </a:lnTo>
                  <a:lnTo>
                    <a:pt x="628" y="117"/>
                  </a:lnTo>
                  <a:lnTo>
                    <a:pt x="629" y="117"/>
                  </a:lnTo>
                  <a:lnTo>
                    <a:pt x="631" y="118"/>
                  </a:lnTo>
                  <a:lnTo>
                    <a:pt x="632" y="118"/>
                  </a:lnTo>
                  <a:lnTo>
                    <a:pt x="633" y="120"/>
                  </a:lnTo>
                  <a:lnTo>
                    <a:pt x="635" y="121"/>
                  </a:lnTo>
                  <a:lnTo>
                    <a:pt x="636" y="122"/>
                  </a:lnTo>
                  <a:lnTo>
                    <a:pt x="637" y="122"/>
                  </a:lnTo>
                  <a:lnTo>
                    <a:pt x="639" y="124"/>
                  </a:lnTo>
                  <a:lnTo>
                    <a:pt x="640" y="124"/>
                  </a:lnTo>
                  <a:lnTo>
                    <a:pt x="640" y="125"/>
                  </a:lnTo>
                  <a:lnTo>
                    <a:pt x="641" y="126"/>
                  </a:lnTo>
                  <a:lnTo>
                    <a:pt x="643" y="126"/>
                  </a:lnTo>
                  <a:lnTo>
                    <a:pt x="644" y="128"/>
                  </a:lnTo>
                  <a:lnTo>
                    <a:pt x="645" y="128"/>
                  </a:lnTo>
                  <a:lnTo>
                    <a:pt x="645" y="129"/>
                  </a:lnTo>
                  <a:lnTo>
                    <a:pt x="647" y="129"/>
                  </a:lnTo>
                  <a:lnTo>
                    <a:pt x="647" y="130"/>
                  </a:lnTo>
                  <a:lnTo>
                    <a:pt x="648" y="130"/>
                  </a:lnTo>
                  <a:lnTo>
                    <a:pt x="649" y="132"/>
                  </a:lnTo>
                  <a:lnTo>
                    <a:pt x="651" y="133"/>
                  </a:lnTo>
                  <a:lnTo>
                    <a:pt x="652" y="134"/>
                  </a:lnTo>
                  <a:lnTo>
                    <a:pt x="653" y="136"/>
                  </a:lnTo>
                  <a:lnTo>
                    <a:pt x="655" y="137"/>
                  </a:lnTo>
                  <a:lnTo>
                    <a:pt x="656" y="137"/>
                  </a:lnTo>
                  <a:lnTo>
                    <a:pt x="656" y="138"/>
                  </a:lnTo>
                  <a:lnTo>
                    <a:pt x="657" y="140"/>
                  </a:lnTo>
                  <a:lnTo>
                    <a:pt x="659" y="140"/>
                  </a:lnTo>
                  <a:lnTo>
                    <a:pt x="659" y="141"/>
                  </a:lnTo>
                  <a:lnTo>
                    <a:pt x="660" y="142"/>
                  </a:lnTo>
                  <a:lnTo>
                    <a:pt x="661" y="143"/>
                  </a:lnTo>
                  <a:lnTo>
                    <a:pt x="663" y="143"/>
                  </a:lnTo>
                  <a:lnTo>
                    <a:pt x="664" y="145"/>
                  </a:lnTo>
                  <a:lnTo>
                    <a:pt x="664" y="146"/>
                  </a:lnTo>
                  <a:lnTo>
                    <a:pt x="665" y="147"/>
                  </a:lnTo>
                  <a:lnTo>
                    <a:pt x="667" y="149"/>
                  </a:lnTo>
                  <a:lnTo>
                    <a:pt x="668" y="150"/>
                  </a:lnTo>
                  <a:lnTo>
                    <a:pt x="669" y="151"/>
                  </a:lnTo>
                  <a:lnTo>
                    <a:pt x="671" y="153"/>
                  </a:lnTo>
                  <a:lnTo>
                    <a:pt x="672" y="154"/>
                  </a:lnTo>
                  <a:lnTo>
                    <a:pt x="673" y="155"/>
                  </a:lnTo>
                  <a:lnTo>
                    <a:pt x="674" y="157"/>
                  </a:lnTo>
                  <a:lnTo>
                    <a:pt x="676" y="158"/>
                  </a:lnTo>
                  <a:lnTo>
                    <a:pt x="676" y="159"/>
                  </a:lnTo>
                  <a:lnTo>
                    <a:pt x="677" y="159"/>
                  </a:lnTo>
                  <a:lnTo>
                    <a:pt x="677" y="161"/>
                  </a:lnTo>
                  <a:lnTo>
                    <a:pt x="678" y="162"/>
                  </a:lnTo>
                  <a:lnTo>
                    <a:pt x="680" y="163"/>
                  </a:lnTo>
                  <a:lnTo>
                    <a:pt x="681" y="163"/>
                  </a:lnTo>
                  <a:lnTo>
                    <a:pt x="681" y="165"/>
                  </a:lnTo>
                  <a:lnTo>
                    <a:pt x="682" y="166"/>
                  </a:lnTo>
                  <a:lnTo>
                    <a:pt x="684" y="167"/>
                  </a:lnTo>
                  <a:lnTo>
                    <a:pt x="685" y="169"/>
                  </a:lnTo>
                  <a:lnTo>
                    <a:pt x="685" y="170"/>
                  </a:lnTo>
                  <a:lnTo>
                    <a:pt x="686" y="171"/>
                  </a:lnTo>
                  <a:lnTo>
                    <a:pt x="688" y="173"/>
                  </a:lnTo>
                  <a:lnTo>
                    <a:pt x="689" y="174"/>
                  </a:lnTo>
                  <a:lnTo>
                    <a:pt x="690" y="175"/>
                  </a:lnTo>
                  <a:lnTo>
                    <a:pt x="692" y="177"/>
                  </a:lnTo>
                  <a:lnTo>
                    <a:pt x="693" y="178"/>
                  </a:lnTo>
                  <a:lnTo>
                    <a:pt x="694" y="179"/>
                  </a:lnTo>
                  <a:lnTo>
                    <a:pt x="696" y="182"/>
                  </a:lnTo>
                  <a:lnTo>
                    <a:pt x="697" y="183"/>
                  </a:lnTo>
                  <a:lnTo>
                    <a:pt x="698" y="185"/>
                  </a:lnTo>
                  <a:lnTo>
                    <a:pt x="700" y="186"/>
                  </a:lnTo>
                  <a:lnTo>
                    <a:pt x="701" y="189"/>
                  </a:lnTo>
                  <a:lnTo>
                    <a:pt x="702" y="190"/>
                  </a:lnTo>
                  <a:lnTo>
                    <a:pt x="704" y="191"/>
                  </a:lnTo>
                  <a:lnTo>
                    <a:pt x="704" y="193"/>
                  </a:lnTo>
                  <a:lnTo>
                    <a:pt x="705" y="194"/>
                  </a:lnTo>
                  <a:lnTo>
                    <a:pt x="706" y="194"/>
                  </a:lnTo>
                  <a:lnTo>
                    <a:pt x="708" y="195"/>
                  </a:lnTo>
                  <a:lnTo>
                    <a:pt x="708" y="196"/>
                  </a:lnTo>
                  <a:lnTo>
                    <a:pt x="709" y="198"/>
                  </a:lnTo>
                  <a:lnTo>
                    <a:pt x="709" y="199"/>
                  </a:lnTo>
                  <a:lnTo>
                    <a:pt x="710" y="199"/>
                  </a:lnTo>
                  <a:lnTo>
                    <a:pt x="712" y="200"/>
                  </a:lnTo>
                  <a:lnTo>
                    <a:pt x="712" y="202"/>
                  </a:lnTo>
                  <a:lnTo>
                    <a:pt x="713" y="203"/>
                  </a:lnTo>
                  <a:lnTo>
                    <a:pt x="713" y="204"/>
                  </a:lnTo>
                  <a:lnTo>
                    <a:pt x="714" y="204"/>
                  </a:lnTo>
                  <a:lnTo>
                    <a:pt x="716" y="206"/>
                  </a:lnTo>
                  <a:lnTo>
                    <a:pt x="716" y="207"/>
                  </a:lnTo>
                  <a:lnTo>
                    <a:pt x="717" y="208"/>
                  </a:lnTo>
                  <a:lnTo>
                    <a:pt x="718" y="210"/>
                  </a:lnTo>
                  <a:lnTo>
                    <a:pt x="718" y="211"/>
                  </a:lnTo>
                  <a:lnTo>
                    <a:pt x="720" y="212"/>
                  </a:lnTo>
                  <a:lnTo>
                    <a:pt x="721" y="214"/>
                  </a:lnTo>
                  <a:lnTo>
                    <a:pt x="722" y="215"/>
                  </a:lnTo>
                  <a:lnTo>
                    <a:pt x="724" y="216"/>
                  </a:lnTo>
                  <a:lnTo>
                    <a:pt x="725" y="219"/>
                  </a:lnTo>
                  <a:lnTo>
                    <a:pt x="726" y="220"/>
                  </a:lnTo>
                  <a:lnTo>
                    <a:pt x="727" y="223"/>
                  </a:lnTo>
                  <a:lnTo>
                    <a:pt x="729" y="224"/>
                  </a:lnTo>
                  <a:lnTo>
                    <a:pt x="730" y="227"/>
                  </a:lnTo>
                  <a:lnTo>
                    <a:pt x="731" y="228"/>
                  </a:lnTo>
                  <a:lnTo>
                    <a:pt x="733" y="231"/>
                  </a:lnTo>
                  <a:lnTo>
                    <a:pt x="734" y="232"/>
                  </a:lnTo>
                  <a:lnTo>
                    <a:pt x="735" y="234"/>
                  </a:lnTo>
                  <a:lnTo>
                    <a:pt x="737" y="235"/>
                  </a:lnTo>
                  <a:lnTo>
                    <a:pt x="737" y="238"/>
                  </a:lnTo>
                  <a:lnTo>
                    <a:pt x="738" y="239"/>
                  </a:lnTo>
                  <a:lnTo>
                    <a:pt x="739" y="240"/>
                  </a:lnTo>
                  <a:lnTo>
                    <a:pt x="741" y="242"/>
                  </a:lnTo>
                  <a:lnTo>
                    <a:pt x="742" y="243"/>
                  </a:lnTo>
                  <a:lnTo>
                    <a:pt x="743" y="244"/>
                  </a:lnTo>
                  <a:lnTo>
                    <a:pt x="743" y="245"/>
                  </a:lnTo>
                  <a:lnTo>
                    <a:pt x="745" y="247"/>
                  </a:lnTo>
                  <a:lnTo>
                    <a:pt x="745" y="248"/>
                  </a:lnTo>
                  <a:lnTo>
                    <a:pt x="746" y="249"/>
                  </a:lnTo>
                  <a:lnTo>
                    <a:pt x="747" y="249"/>
                  </a:lnTo>
                  <a:lnTo>
                    <a:pt x="747" y="251"/>
                  </a:lnTo>
                  <a:lnTo>
                    <a:pt x="749" y="252"/>
                  </a:lnTo>
                  <a:lnTo>
                    <a:pt x="749" y="253"/>
                  </a:lnTo>
                  <a:lnTo>
                    <a:pt x="750" y="255"/>
                  </a:lnTo>
                  <a:lnTo>
                    <a:pt x="751" y="256"/>
                  </a:lnTo>
                  <a:lnTo>
                    <a:pt x="753" y="257"/>
                  </a:lnTo>
                  <a:lnTo>
                    <a:pt x="753" y="259"/>
                  </a:lnTo>
                  <a:lnTo>
                    <a:pt x="754" y="260"/>
                  </a:lnTo>
                  <a:lnTo>
                    <a:pt x="755" y="263"/>
                  </a:lnTo>
                  <a:lnTo>
                    <a:pt x="757" y="264"/>
                  </a:lnTo>
                  <a:lnTo>
                    <a:pt x="758" y="265"/>
                  </a:lnTo>
                  <a:lnTo>
                    <a:pt x="759" y="268"/>
                  </a:lnTo>
                  <a:lnTo>
                    <a:pt x="761" y="269"/>
                  </a:lnTo>
                  <a:lnTo>
                    <a:pt x="762" y="272"/>
                  </a:lnTo>
                  <a:lnTo>
                    <a:pt x="763" y="273"/>
                  </a:lnTo>
                  <a:lnTo>
                    <a:pt x="766" y="276"/>
                  </a:lnTo>
                  <a:lnTo>
                    <a:pt x="767" y="277"/>
                  </a:lnTo>
                  <a:lnTo>
                    <a:pt x="769" y="280"/>
                  </a:lnTo>
                  <a:lnTo>
                    <a:pt x="770" y="281"/>
                  </a:lnTo>
                  <a:lnTo>
                    <a:pt x="770" y="283"/>
                  </a:lnTo>
                  <a:lnTo>
                    <a:pt x="771" y="284"/>
                  </a:lnTo>
                  <a:lnTo>
                    <a:pt x="773" y="285"/>
                  </a:lnTo>
                  <a:lnTo>
                    <a:pt x="774" y="287"/>
                  </a:lnTo>
                  <a:lnTo>
                    <a:pt x="774" y="288"/>
                  </a:lnTo>
                  <a:lnTo>
                    <a:pt x="775" y="289"/>
                  </a:lnTo>
                  <a:lnTo>
                    <a:pt x="776" y="291"/>
                  </a:lnTo>
                  <a:lnTo>
                    <a:pt x="776" y="292"/>
                  </a:lnTo>
                  <a:lnTo>
                    <a:pt x="778" y="293"/>
                  </a:lnTo>
                  <a:lnTo>
                    <a:pt x="778" y="295"/>
                  </a:lnTo>
                  <a:lnTo>
                    <a:pt x="779" y="295"/>
                  </a:lnTo>
                  <a:lnTo>
                    <a:pt x="779" y="296"/>
                  </a:lnTo>
                  <a:lnTo>
                    <a:pt x="780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83" y="301"/>
                  </a:lnTo>
                  <a:lnTo>
                    <a:pt x="783" y="302"/>
                  </a:lnTo>
                  <a:lnTo>
                    <a:pt x="784" y="304"/>
                  </a:lnTo>
                  <a:lnTo>
                    <a:pt x="786" y="305"/>
                  </a:lnTo>
                  <a:lnTo>
                    <a:pt x="786" y="306"/>
                  </a:lnTo>
                  <a:lnTo>
                    <a:pt x="787" y="308"/>
                  </a:lnTo>
                  <a:lnTo>
                    <a:pt x="787" y="309"/>
                  </a:lnTo>
                  <a:lnTo>
                    <a:pt x="788" y="310"/>
                  </a:lnTo>
                  <a:lnTo>
                    <a:pt x="790" y="312"/>
                  </a:lnTo>
                  <a:lnTo>
                    <a:pt x="790" y="313"/>
                  </a:lnTo>
                  <a:lnTo>
                    <a:pt x="791" y="316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3" name="Freeform 7">
              <a:extLst>
                <a:ext uri="{FF2B5EF4-FFF2-40B4-BE49-F238E27FC236}">
                  <a16:creationId xmlns:a16="http://schemas.microsoft.com/office/drawing/2014/main" id="{C2021025-E59E-47B1-9862-4BBEC7476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3686175"/>
              <a:ext cx="628650" cy="250825"/>
            </a:xfrm>
            <a:custGeom>
              <a:avLst/>
              <a:gdLst>
                <a:gd name="T0" fmla="*/ 2147483646 w 791"/>
                <a:gd name="T1" fmla="*/ 2147483646 h 315"/>
                <a:gd name="T2" fmla="*/ 2147483646 w 791"/>
                <a:gd name="T3" fmla="*/ 2147483646 h 315"/>
                <a:gd name="T4" fmla="*/ 2147483646 w 791"/>
                <a:gd name="T5" fmla="*/ 2147483646 h 315"/>
                <a:gd name="T6" fmla="*/ 2147483646 w 791"/>
                <a:gd name="T7" fmla="*/ 2147483646 h 315"/>
                <a:gd name="T8" fmla="*/ 2147483646 w 791"/>
                <a:gd name="T9" fmla="*/ 2147483646 h 315"/>
                <a:gd name="T10" fmla="*/ 2147483646 w 791"/>
                <a:gd name="T11" fmla="*/ 2147483646 h 315"/>
                <a:gd name="T12" fmla="*/ 2147483646 w 791"/>
                <a:gd name="T13" fmla="*/ 2147483646 h 315"/>
                <a:gd name="T14" fmla="*/ 2147483646 w 791"/>
                <a:gd name="T15" fmla="*/ 2147483646 h 315"/>
                <a:gd name="T16" fmla="*/ 2147483646 w 791"/>
                <a:gd name="T17" fmla="*/ 2147483646 h 315"/>
                <a:gd name="T18" fmla="*/ 2147483646 w 791"/>
                <a:gd name="T19" fmla="*/ 2147483646 h 315"/>
                <a:gd name="T20" fmla="*/ 2147483646 w 791"/>
                <a:gd name="T21" fmla="*/ 2147483646 h 315"/>
                <a:gd name="T22" fmla="*/ 2147483646 w 791"/>
                <a:gd name="T23" fmla="*/ 2147483646 h 315"/>
                <a:gd name="T24" fmla="*/ 2147483646 w 791"/>
                <a:gd name="T25" fmla="*/ 2147483646 h 315"/>
                <a:gd name="T26" fmla="*/ 2147483646 w 791"/>
                <a:gd name="T27" fmla="*/ 2147483646 h 315"/>
                <a:gd name="T28" fmla="*/ 2147483646 w 791"/>
                <a:gd name="T29" fmla="*/ 2147483646 h 315"/>
                <a:gd name="T30" fmla="*/ 2147483646 w 791"/>
                <a:gd name="T31" fmla="*/ 2147483646 h 315"/>
                <a:gd name="T32" fmla="*/ 2147483646 w 791"/>
                <a:gd name="T33" fmla="*/ 2147483646 h 315"/>
                <a:gd name="T34" fmla="*/ 2147483646 w 791"/>
                <a:gd name="T35" fmla="*/ 2147483646 h 315"/>
                <a:gd name="T36" fmla="*/ 2147483646 w 791"/>
                <a:gd name="T37" fmla="*/ 2147483646 h 315"/>
                <a:gd name="T38" fmla="*/ 2147483646 w 791"/>
                <a:gd name="T39" fmla="*/ 2147483646 h 315"/>
                <a:gd name="T40" fmla="*/ 2147483646 w 791"/>
                <a:gd name="T41" fmla="*/ 2147483646 h 315"/>
                <a:gd name="T42" fmla="*/ 2147483646 w 791"/>
                <a:gd name="T43" fmla="*/ 2147483646 h 315"/>
                <a:gd name="T44" fmla="*/ 2147483646 w 791"/>
                <a:gd name="T45" fmla="*/ 2147483646 h 315"/>
                <a:gd name="T46" fmla="*/ 2147483646 w 791"/>
                <a:gd name="T47" fmla="*/ 2147483646 h 315"/>
                <a:gd name="T48" fmla="*/ 2147483646 w 791"/>
                <a:gd name="T49" fmla="*/ 2147483646 h 315"/>
                <a:gd name="T50" fmla="*/ 2147483646 w 791"/>
                <a:gd name="T51" fmla="*/ 2147483646 h 315"/>
                <a:gd name="T52" fmla="*/ 2147483646 w 791"/>
                <a:gd name="T53" fmla="*/ 2147483646 h 315"/>
                <a:gd name="T54" fmla="*/ 2147483646 w 791"/>
                <a:gd name="T55" fmla="*/ 2147483646 h 315"/>
                <a:gd name="T56" fmla="*/ 2147483646 w 791"/>
                <a:gd name="T57" fmla="*/ 2147483646 h 315"/>
                <a:gd name="T58" fmla="*/ 2147483646 w 791"/>
                <a:gd name="T59" fmla="*/ 2147483646 h 315"/>
                <a:gd name="T60" fmla="*/ 2147483646 w 791"/>
                <a:gd name="T61" fmla="*/ 2147483646 h 315"/>
                <a:gd name="T62" fmla="*/ 2147483646 w 791"/>
                <a:gd name="T63" fmla="*/ 2147483646 h 315"/>
                <a:gd name="T64" fmla="*/ 2147483646 w 791"/>
                <a:gd name="T65" fmla="*/ 2147483646 h 315"/>
                <a:gd name="T66" fmla="*/ 2147483646 w 791"/>
                <a:gd name="T67" fmla="*/ 2147483646 h 315"/>
                <a:gd name="T68" fmla="*/ 2147483646 w 791"/>
                <a:gd name="T69" fmla="*/ 2147483646 h 315"/>
                <a:gd name="T70" fmla="*/ 2147483646 w 791"/>
                <a:gd name="T71" fmla="*/ 2147483646 h 315"/>
                <a:gd name="T72" fmla="*/ 2147483646 w 791"/>
                <a:gd name="T73" fmla="*/ 2147483646 h 315"/>
                <a:gd name="T74" fmla="*/ 2147483646 w 791"/>
                <a:gd name="T75" fmla="*/ 2147483646 h 315"/>
                <a:gd name="T76" fmla="*/ 2147483646 w 791"/>
                <a:gd name="T77" fmla="*/ 2147483646 h 315"/>
                <a:gd name="T78" fmla="*/ 2147483646 w 791"/>
                <a:gd name="T79" fmla="*/ 2147483646 h 315"/>
                <a:gd name="T80" fmla="*/ 2147483646 w 791"/>
                <a:gd name="T81" fmla="*/ 2147483646 h 315"/>
                <a:gd name="T82" fmla="*/ 2147483646 w 791"/>
                <a:gd name="T83" fmla="*/ 2147483646 h 315"/>
                <a:gd name="T84" fmla="*/ 2147483646 w 791"/>
                <a:gd name="T85" fmla="*/ 2147483646 h 315"/>
                <a:gd name="T86" fmla="*/ 2147483646 w 791"/>
                <a:gd name="T87" fmla="*/ 2147483646 h 315"/>
                <a:gd name="T88" fmla="*/ 2147483646 w 791"/>
                <a:gd name="T89" fmla="*/ 2147483646 h 315"/>
                <a:gd name="T90" fmla="*/ 2147483646 w 791"/>
                <a:gd name="T91" fmla="*/ 2147483646 h 315"/>
                <a:gd name="T92" fmla="*/ 2147483646 w 791"/>
                <a:gd name="T93" fmla="*/ 2147483646 h 315"/>
                <a:gd name="T94" fmla="*/ 2147483646 w 791"/>
                <a:gd name="T95" fmla="*/ 2147483646 h 315"/>
                <a:gd name="T96" fmla="*/ 2147483646 w 791"/>
                <a:gd name="T97" fmla="*/ 2147483646 h 315"/>
                <a:gd name="T98" fmla="*/ 2147483646 w 791"/>
                <a:gd name="T99" fmla="*/ 2147483646 h 315"/>
                <a:gd name="T100" fmla="*/ 2147483646 w 791"/>
                <a:gd name="T101" fmla="*/ 2147483646 h 315"/>
                <a:gd name="T102" fmla="*/ 2147483646 w 791"/>
                <a:gd name="T103" fmla="*/ 2147483646 h 315"/>
                <a:gd name="T104" fmla="*/ 2147483646 w 791"/>
                <a:gd name="T105" fmla="*/ 2147483646 h 315"/>
                <a:gd name="T106" fmla="*/ 2147483646 w 791"/>
                <a:gd name="T107" fmla="*/ 2147483646 h 315"/>
                <a:gd name="T108" fmla="*/ 2147483646 w 791"/>
                <a:gd name="T109" fmla="*/ 2147483646 h 315"/>
                <a:gd name="T110" fmla="*/ 2147483646 w 791"/>
                <a:gd name="T111" fmla="*/ 2147483646 h 315"/>
                <a:gd name="T112" fmla="*/ 2147483646 w 791"/>
                <a:gd name="T113" fmla="*/ 2147483646 h 315"/>
                <a:gd name="T114" fmla="*/ 2147483646 w 791"/>
                <a:gd name="T115" fmla="*/ 2147483646 h 315"/>
                <a:gd name="T116" fmla="*/ 2147483646 w 791"/>
                <a:gd name="T117" fmla="*/ 2147483646 h 315"/>
                <a:gd name="T118" fmla="*/ 2147483646 w 791"/>
                <a:gd name="T119" fmla="*/ 2147483646 h 315"/>
                <a:gd name="T120" fmla="*/ 2147483646 w 791"/>
                <a:gd name="T121" fmla="*/ 2147483646 h 31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91" h="315">
                  <a:moveTo>
                    <a:pt x="0" y="315"/>
                  </a:moveTo>
                  <a:lnTo>
                    <a:pt x="31" y="315"/>
                  </a:lnTo>
                  <a:lnTo>
                    <a:pt x="59" y="315"/>
                  </a:lnTo>
                  <a:lnTo>
                    <a:pt x="85" y="315"/>
                  </a:lnTo>
                  <a:lnTo>
                    <a:pt x="110" y="315"/>
                  </a:lnTo>
                  <a:lnTo>
                    <a:pt x="133" y="315"/>
                  </a:lnTo>
                  <a:lnTo>
                    <a:pt x="154" y="315"/>
                  </a:lnTo>
                  <a:lnTo>
                    <a:pt x="174" y="315"/>
                  </a:lnTo>
                  <a:lnTo>
                    <a:pt x="192" y="315"/>
                  </a:lnTo>
                  <a:lnTo>
                    <a:pt x="210" y="315"/>
                  </a:lnTo>
                  <a:lnTo>
                    <a:pt x="225" y="315"/>
                  </a:lnTo>
                  <a:lnTo>
                    <a:pt x="240" y="315"/>
                  </a:lnTo>
                  <a:lnTo>
                    <a:pt x="253" y="315"/>
                  </a:lnTo>
                  <a:lnTo>
                    <a:pt x="265" y="315"/>
                  </a:lnTo>
                  <a:lnTo>
                    <a:pt x="276" y="315"/>
                  </a:lnTo>
                  <a:lnTo>
                    <a:pt x="285" y="315"/>
                  </a:lnTo>
                  <a:lnTo>
                    <a:pt x="294" y="314"/>
                  </a:lnTo>
                  <a:lnTo>
                    <a:pt x="302" y="314"/>
                  </a:lnTo>
                  <a:lnTo>
                    <a:pt x="309" y="314"/>
                  </a:lnTo>
                  <a:lnTo>
                    <a:pt x="316" y="314"/>
                  </a:lnTo>
                  <a:lnTo>
                    <a:pt x="321" y="314"/>
                  </a:lnTo>
                  <a:lnTo>
                    <a:pt x="326" y="314"/>
                  </a:lnTo>
                  <a:lnTo>
                    <a:pt x="330" y="314"/>
                  </a:lnTo>
                  <a:lnTo>
                    <a:pt x="334" y="314"/>
                  </a:lnTo>
                  <a:lnTo>
                    <a:pt x="338" y="314"/>
                  </a:lnTo>
                  <a:lnTo>
                    <a:pt x="341" y="314"/>
                  </a:lnTo>
                  <a:lnTo>
                    <a:pt x="343" y="314"/>
                  </a:lnTo>
                  <a:lnTo>
                    <a:pt x="346" y="314"/>
                  </a:lnTo>
                  <a:lnTo>
                    <a:pt x="349" y="314"/>
                  </a:lnTo>
                  <a:lnTo>
                    <a:pt x="350" y="314"/>
                  </a:lnTo>
                  <a:lnTo>
                    <a:pt x="353" y="314"/>
                  </a:lnTo>
                  <a:lnTo>
                    <a:pt x="354" y="314"/>
                  </a:lnTo>
                  <a:lnTo>
                    <a:pt x="357" y="313"/>
                  </a:lnTo>
                  <a:lnTo>
                    <a:pt x="359" y="313"/>
                  </a:lnTo>
                  <a:lnTo>
                    <a:pt x="361" y="313"/>
                  </a:lnTo>
                  <a:lnTo>
                    <a:pt x="363" y="313"/>
                  </a:lnTo>
                  <a:lnTo>
                    <a:pt x="365" y="313"/>
                  </a:lnTo>
                  <a:lnTo>
                    <a:pt x="366" y="313"/>
                  </a:lnTo>
                  <a:lnTo>
                    <a:pt x="369" y="313"/>
                  </a:lnTo>
                  <a:lnTo>
                    <a:pt x="370" y="313"/>
                  </a:lnTo>
                  <a:lnTo>
                    <a:pt x="371" y="313"/>
                  </a:lnTo>
                  <a:lnTo>
                    <a:pt x="372" y="313"/>
                  </a:lnTo>
                  <a:lnTo>
                    <a:pt x="374" y="313"/>
                  </a:lnTo>
                  <a:lnTo>
                    <a:pt x="375" y="311"/>
                  </a:lnTo>
                  <a:lnTo>
                    <a:pt x="376" y="311"/>
                  </a:lnTo>
                  <a:lnTo>
                    <a:pt x="378" y="311"/>
                  </a:lnTo>
                  <a:lnTo>
                    <a:pt x="379" y="311"/>
                  </a:lnTo>
                  <a:lnTo>
                    <a:pt x="380" y="311"/>
                  </a:lnTo>
                  <a:lnTo>
                    <a:pt x="382" y="311"/>
                  </a:lnTo>
                  <a:lnTo>
                    <a:pt x="383" y="311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87" y="310"/>
                  </a:lnTo>
                  <a:lnTo>
                    <a:pt x="388" y="310"/>
                  </a:lnTo>
                  <a:lnTo>
                    <a:pt x="390" y="310"/>
                  </a:lnTo>
                  <a:lnTo>
                    <a:pt x="391" y="310"/>
                  </a:lnTo>
                  <a:lnTo>
                    <a:pt x="394" y="310"/>
                  </a:lnTo>
                  <a:lnTo>
                    <a:pt x="395" y="310"/>
                  </a:lnTo>
                  <a:lnTo>
                    <a:pt x="396" y="309"/>
                  </a:lnTo>
                  <a:lnTo>
                    <a:pt x="398" y="309"/>
                  </a:lnTo>
                  <a:lnTo>
                    <a:pt x="400" y="309"/>
                  </a:lnTo>
                  <a:lnTo>
                    <a:pt x="402" y="309"/>
                  </a:lnTo>
                  <a:lnTo>
                    <a:pt x="404" y="309"/>
                  </a:lnTo>
                  <a:lnTo>
                    <a:pt x="406" y="307"/>
                  </a:lnTo>
                  <a:lnTo>
                    <a:pt x="408" y="307"/>
                  </a:lnTo>
                  <a:lnTo>
                    <a:pt x="410" y="307"/>
                  </a:lnTo>
                  <a:lnTo>
                    <a:pt x="412" y="307"/>
                  </a:lnTo>
                  <a:lnTo>
                    <a:pt x="414" y="307"/>
                  </a:lnTo>
                  <a:lnTo>
                    <a:pt x="415" y="306"/>
                  </a:lnTo>
                  <a:lnTo>
                    <a:pt x="416" y="306"/>
                  </a:lnTo>
                  <a:lnTo>
                    <a:pt x="418" y="306"/>
                  </a:lnTo>
                  <a:lnTo>
                    <a:pt x="419" y="306"/>
                  </a:lnTo>
                  <a:lnTo>
                    <a:pt x="420" y="306"/>
                  </a:lnTo>
                  <a:lnTo>
                    <a:pt x="421" y="306"/>
                  </a:lnTo>
                  <a:lnTo>
                    <a:pt x="423" y="305"/>
                  </a:lnTo>
                  <a:lnTo>
                    <a:pt x="424" y="305"/>
                  </a:lnTo>
                  <a:lnTo>
                    <a:pt x="425" y="305"/>
                  </a:lnTo>
                  <a:lnTo>
                    <a:pt x="427" y="305"/>
                  </a:lnTo>
                  <a:lnTo>
                    <a:pt x="428" y="305"/>
                  </a:lnTo>
                  <a:lnTo>
                    <a:pt x="429" y="303"/>
                  </a:lnTo>
                  <a:lnTo>
                    <a:pt x="431" y="303"/>
                  </a:lnTo>
                  <a:lnTo>
                    <a:pt x="432" y="303"/>
                  </a:lnTo>
                  <a:lnTo>
                    <a:pt x="433" y="303"/>
                  </a:lnTo>
                  <a:lnTo>
                    <a:pt x="435" y="302"/>
                  </a:lnTo>
                  <a:lnTo>
                    <a:pt x="436" y="302"/>
                  </a:lnTo>
                  <a:lnTo>
                    <a:pt x="437" y="302"/>
                  </a:lnTo>
                  <a:lnTo>
                    <a:pt x="440" y="301"/>
                  </a:lnTo>
                  <a:lnTo>
                    <a:pt x="441" y="301"/>
                  </a:lnTo>
                  <a:lnTo>
                    <a:pt x="443" y="299"/>
                  </a:lnTo>
                  <a:lnTo>
                    <a:pt x="445" y="299"/>
                  </a:lnTo>
                  <a:lnTo>
                    <a:pt x="447" y="298"/>
                  </a:lnTo>
                  <a:lnTo>
                    <a:pt x="449" y="298"/>
                  </a:lnTo>
                  <a:lnTo>
                    <a:pt x="451" y="297"/>
                  </a:lnTo>
                  <a:lnTo>
                    <a:pt x="453" y="297"/>
                  </a:lnTo>
                  <a:lnTo>
                    <a:pt x="456" y="295"/>
                  </a:lnTo>
                  <a:lnTo>
                    <a:pt x="459" y="295"/>
                  </a:lnTo>
                  <a:lnTo>
                    <a:pt x="460" y="294"/>
                  </a:lnTo>
                  <a:lnTo>
                    <a:pt x="463" y="294"/>
                  </a:lnTo>
                  <a:lnTo>
                    <a:pt x="464" y="293"/>
                  </a:lnTo>
                  <a:lnTo>
                    <a:pt x="467" y="293"/>
                  </a:lnTo>
                  <a:lnTo>
                    <a:pt x="468" y="291"/>
                  </a:lnTo>
                  <a:lnTo>
                    <a:pt x="469" y="291"/>
                  </a:lnTo>
                  <a:lnTo>
                    <a:pt x="471" y="291"/>
                  </a:lnTo>
                  <a:lnTo>
                    <a:pt x="472" y="290"/>
                  </a:lnTo>
                  <a:lnTo>
                    <a:pt x="473" y="290"/>
                  </a:lnTo>
                  <a:lnTo>
                    <a:pt x="474" y="290"/>
                  </a:lnTo>
                  <a:lnTo>
                    <a:pt x="476" y="289"/>
                  </a:lnTo>
                  <a:lnTo>
                    <a:pt x="477" y="289"/>
                  </a:lnTo>
                  <a:lnTo>
                    <a:pt x="478" y="289"/>
                  </a:lnTo>
                  <a:lnTo>
                    <a:pt x="480" y="287"/>
                  </a:lnTo>
                  <a:lnTo>
                    <a:pt x="481" y="287"/>
                  </a:lnTo>
                  <a:lnTo>
                    <a:pt x="482" y="287"/>
                  </a:lnTo>
                  <a:lnTo>
                    <a:pt x="484" y="286"/>
                  </a:lnTo>
                  <a:lnTo>
                    <a:pt x="485" y="285"/>
                  </a:lnTo>
                  <a:lnTo>
                    <a:pt x="486" y="285"/>
                  </a:lnTo>
                  <a:lnTo>
                    <a:pt x="488" y="285"/>
                  </a:lnTo>
                  <a:lnTo>
                    <a:pt x="489" y="284"/>
                  </a:lnTo>
                  <a:lnTo>
                    <a:pt x="490" y="284"/>
                  </a:lnTo>
                  <a:lnTo>
                    <a:pt x="492" y="282"/>
                  </a:lnTo>
                  <a:lnTo>
                    <a:pt x="494" y="281"/>
                  </a:lnTo>
                  <a:lnTo>
                    <a:pt x="496" y="281"/>
                  </a:lnTo>
                  <a:lnTo>
                    <a:pt x="497" y="280"/>
                  </a:lnTo>
                  <a:lnTo>
                    <a:pt x="500" y="278"/>
                  </a:lnTo>
                  <a:lnTo>
                    <a:pt x="501" y="278"/>
                  </a:lnTo>
                  <a:lnTo>
                    <a:pt x="504" y="277"/>
                  </a:lnTo>
                  <a:lnTo>
                    <a:pt x="505" y="276"/>
                  </a:lnTo>
                  <a:lnTo>
                    <a:pt x="508" y="274"/>
                  </a:lnTo>
                  <a:lnTo>
                    <a:pt x="509" y="274"/>
                  </a:lnTo>
                  <a:lnTo>
                    <a:pt x="512" y="273"/>
                  </a:lnTo>
                  <a:lnTo>
                    <a:pt x="513" y="272"/>
                  </a:lnTo>
                  <a:lnTo>
                    <a:pt x="514" y="272"/>
                  </a:lnTo>
                  <a:lnTo>
                    <a:pt x="516" y="270"/>
                  </a:lnTo>
                  <a:lnTo>
                    <a:pt x="517" y="270"/>
                  </a:lnTo>
                  <a:lnTo>
                    <a:pt x="518" y="269"/>
                  </a:lnTo>
                  <a:lnTo>
                    <a:pt x="520" y="269"/>
                  </a:lnTo>
                  <a:lnTo>
                    <a:pt x="521" y="268"/>
                  </a:lnTo>
                  <a:lnTo>
                    <a:pt x="522" y="268"/>
                  </a:lnTo>
                  <a:lnTo>
                    <a:pt x="523" y="266"/>
                  </a:lnTo>
                  <a:lnTo>
                    <a:pt x="525" y="266"/>
                  </a:lnTo>
                  <a:lnTo>
                    <a:pt x="526" y="265"/>
                  </a:lnTo>
                  <a:lnTo>
                    <a:pt x="527" y="265"/>
                  </a:lnTo>
                  <a:lnTo>
                    <a:pt x="529" y="264"/>
                  </a:lnTo>
                  <a:lnTo>
                    <a:pt x="530" y="264"/>
                  </a:lnTo>
                  <a:lnTo>
                    <a:pt x="531" y="262"/>
                  </a:lnTo>
                  <a:lnTo>
                    <a:pt x="533" y="262"/>
                  </a:lnTo>
                  <a:lnTo>
                    <a:pt x="534" y="261"/>
                  </a:lnTo>
                  <a:lnTo>
                    <a:pt x="535" y="261"/>
                  </a:lnTo>
                  <a:lnTo>
                    <a:pt x="537" y="260"/>
                  </a:lnTo>
                  <a:lnTo>
                    <a:pt x="538" y="260"/>
                  </a:lnTo>
                  <a:lnTo>
                    <a:pt x="539" y="258"/>
                  </a:lnTo>
                  <a:lnTo>
                    <a:pt x="541" y="257"/>
                  </a:lnTo>
                  <a:lnTo>
                    <a:pt x="542" y="257"/>
                  </a:lnTo>
                  <a:lnTo>
                    <a:pt x="543" y="256"/>
                  </a:lnTo>
                  <a:lnTo>
                    <a:pt x="545" y="254"/>
                  </a:lnTo>
                  <a:lnTo>
                    <a:pt x="547" y="253"/>
                  </a:lnTo>
                  <a:lnTo>
                    <a:pt x="549" y="253"/>
                  </a:lnTo>
                  <a:lnTo>
                    <a:pt x="551" y="252"/>
                  </a:lnTo>
                  <a:lnTo>
                    <a:pt x="553" y="250"/>
                  </a:lnTo>
                  <a:lnTo>
                    <a:pt x="554" y="250"/>
                  </a:lnTo>
                  <a:lnTo>
                    <a:pt x="555" y="249"/>
                  </a:lnTo>
                  <a:lnTo>
                    <a:pt x="557" y="248"/>
                  </a:lnTo>
                  <a:lnTo>
                    <a:pt x="558" y="248"/>
                  </a:lnTo>
                  <a:lnTo>
                    <a:pt x="559" y="246"/>
                  </a:lnTo>
                  <a:lnTo>
                    <a:pt x="561" y="246"/>
                  </a:lnTo>
                  <a:lnTo>
                    <a:pt x="562" y="245"/>
                  </a:lnTo>
                  <a:lnTo>
                    <a:pt x="563" y="245"/>
                  </a:lnTo>
                  <a:lnTo>
                    <a:pt x="563" y="244"/>
                  </a:lnTo>
                  <a:lnTo>
                    <a:pt x="565" y="244"/>
                  </a:lnTo>
                  <a:lnTo>
                    <a:pt x="566" y="244"/>
                  </a:lnTo>
                  <a:lnTo>
                    <a:pt x="566" y="242"/>
                  </a:lnTo>
                  <a:lnTo>
                    <a:pt x="567" y="242"/>
                  </a:lnTo>
                  <a:lnTo>
                    <a:pt x="569" y="241"/>
                  </a:lnTo>
                  <a:lnTo>
                    <a:pt x="570" y="241"/>
                  </a:lnTo>
                  <a:lnTo>
                    <a:pt x="571" y="240"/>
                  </a:lnTo>
                  <a:lnTo>
                    <a:pt x="573" y="238"/>
                  </a:lnTo>
                  <a:lnTo>
                    <a:pt x="574" y="238"/>
                  </a:lnTo>
                  <a:lnTo>
                    <a:pt x="574" y="237"/>
                  </a:lnTo>
                  <a:lnTo>
                    <a:pt x="575" y="237"/>
                  </a:lnTo>
                  <a:lnTo>
                    <a:pt x="576" y="236"/>
                  </a:lnTo>
                  <a:lnTo>
                    <a:pt x="578" y="236"/>
                  </a:lnTo>
                  <a:lnTo>
                    <a:pt x="579" y="234"/>
                  </a:lnTo>
                  <a:lnTo>
                    <a:pt x="580" y="234"/>
                  </a:lnTo>
                  <a:lnTo>
                    <a:pt x="582" y="233"/>
                  </a:lnTo>
                  <a:lnTo>
                    <a:pt x="583" y="232"/>
                  </a:lnTo>
                  <a:lnTo>
                    <a:pt x="584" y="231"/>
                  </a:lnTo>
                  <a:lnTo>
                    <a:pt x="586" y="231"/>
                  </a:lnTo>
                  <a:lnTo>
                    <a:pt x="587" y="229"/>
                  </a:lnTo>
                  <a:lnTo>
                    <a:pt x="588" y="228"/>
                  </a:lnTo>
                  <a:lnTo>
                    <a:pt x="590" y="228"/>
                  </a:lnTo>
                  <a:lnTo>
                    <a:pt x="591" y="227"/>
                  </a:lnTo>
                  <a:lnTo>
                    <a:pt x="592" y="227"/>
                  </a:lnTo>
                  <a:lnTo>
                    <a:pt x="594" y="225"/>
                  </a:lnTo>
                  <a:lnTo>
                    <a:pt x="595" y="224"/>
                  </a:lnTo>
                  <a:lnTo>
                    <a:pt x="596" y="224"/>
                  </a:lnTo>
                  <a:lnTo>
                    <a:pt x="596" y="223"/>
                  </a:lnTo>
                  <a:lnTo>
                    <a:pt x="598" y="223"/>
                  </a:lnTo>
                  <a:lnTo>
                    <a:pt x="599" y="221"/>
                  </a:lnTo>
                  <a:lnTo>
                    <a:pt x="600" y="221"/>
                  </a:lnTo>
                  <a:lnTo>
                    <a:pt x="602" y="220"/>
                  </a:lnTo>
                  <a:lnTo>
                    <a:pt x="603" y="219"/>
                  </a:lnTo>
                  <a:lnTo>
                    <a:pt x="604" y="217"/>
                  </a:lnTo>
                  <a:lnTo>
                    <a:pt x="606" y="217"/>
                  </a:lnTo>
                  <a:lnTo>
                    <a:pt x="607" y="216"/>
                  </a:lnTo>
                  <a:lnTo>
                    <a:pt x="608" y="215"/>
                  </a:lnTo>
                  <a:lnTo>
                    <a:pt x="610" y="213"/>
                  </a:lnTo>
                  <a:lnTo>
                    <a:pt x="611" y="213"/>
                  </a:lnTo>
                  <a:lnTo>
                    <a:pt x="611" y="212"/>
                  </a:lnTo>
                  <a:lnTo>
                    <a:pt x="612" y="211"/>
                  </a:lnTo>
                  <a:lnTo>
                    <a:pt x="614" y="211"/>
                  </a:lnTo>
                  <a:lnTo>
                    <a:pt x="615" y="209"/>
                  </a:lnTo>
                  <a:lnTo>
                    <a:pt x="616" y="208"/>
                  </a:lnTo>
                  <a:lnTo>
                    <a:pt x="618" y="208"/>
                  </a:lnTo>
                  <a:lnTo>
                    <a:pt x="618" y="207"/>
                  </a:lnTo>
                  <a:lnTo>
                    <a:pt x="619" y="207"/>
                  </a:lnTo>
                  <a:lnTo>
                    <a:pt x="619" y="205"/>
                  </a:lnTo>
                  <a:lnTo>
                    <a:pt x="620" y="205"/>
                  </a:lnTo>
                  <a:lnTo>
                    <a:pt x="622" y="204"/>
                  </a:lnTo>
                  <a:lnTo>
                    <a:pt x="623" y="204"/>
                  </a:lnTo>
                  <a:lnTo>
                    <a:pt x="623" y="203"/>
                  </a:lnTo>
                  <a:lnTo>
                    <a:pt x="624" y="203"/>
                  </a:lnTo>
                  <a:lnTo>
                    <a:pt x="625" y="201"/>
                  </a:lnTo>
                  <a:lnTo>
                    <a:pt x="627" y="200"/>
                  </a:lnTo>
                  <a:lnTo>
                    <a:pt x="628" y="200"/>
                  </a:lnTo>
                  <a:lnTo>
                    <a:pt x="628" y="199"/>
                  </a:lnTo>
                  <a:lnTo>
                    <a:pt x="629" y="199"/>
                  </a:lnTo>
                  <a:lnTo>
                    <a:pt x="631" y="197"/>
                  </a:lnTo>
                  <a:lnTo>
                    <a:pt x="632" y="197"/>
                  </a:lnTo>
                  <a:lnTo>
                    <a:pt x="633" y="196"/>
                  </a:lnTo>
                  <a:lnTo>
                    <a:pt x="635" y="195"/>
                  </a:lnTo>
                  <a:lnTo>
                    <a:pt x="636" y="193"/>
                  </a:lnTo>
                  <a:lnTo>
                    <a:pt x="637" y="193"/>
                  </a:lnTo>
                  <a:lnTo>
                    <a:pt x="639" y="192"/>
                  </a:lnTo>
                  <a:lnTo>
                    <a:pt x="640" y="192"/>
                  </a:lnTo>
                  <a:lnTo>
                    <a:pt x="640" y="191"/>
                  </a:lnTo>
                  <a:lnTo>
                    <a:pt x="641" y="191"/>
                  </a:lnTo>
                  <a:lnTo>
                    <a:pt x="643" y="189"/>
                  </a:lnTo>
                  <a:lnTo>
                    <a:pt x="644" y="189"/>
                  </a:lnTo>
                  <a:lnTo>
                    <a:pt x="644" y="188"/>
                  </a:lnTo>
                  <a:lnTo>
                    <a:pt x="645" y="188"/>
                  </a:lnTo>
                  <a:lnTo>
                    <a:pt x="645" y="187"/>
                  </a:lnTo>
                  <a:lnTo>
                    <a:pt x="647" y="187"/>
                  </a:lnTo>
                  <a:lnTo>
                    <a:pt x="647" y="185"/>
                  </a:lnTo>
                  <a:lnTo>
                    <a:pt x="648" y="185"/>
                  </a:lnTo>
                  <a:lnTo>
                    <a:pt x="649" y="185"/>
                  </a:lnTo>
                  <a:lnTo>
                    <a:pt x="649" y="184"/>
                  </a:lnTo>
                  <a:lnTo>
                    <a:pt x="651" y="183"/>
                  </a:lnTo>
                  <a:lnTo>
                    <a:pt x="652" y="182"/>
                  </a:lnTo>
                  <a:lnTo>
                    <a:pt x="653" y="180"/>
                  </a:lnTo>
                  <a:lnTo>
                    <a:pt x="655" y="179"/>
                  </a:lnTo>
                  <a:lnTo>
                    <a:pt x="656" y="179"/>
                  </a:lnTo>
                  <a:lnTo>
                    <a:pt x="656" y="178"/>
                  </a:lnTo>
                  <a:lnTo>
                    <a:pt x="657" y="178"/>
                  </a:lnTo>
                  <a:lnTo>
                    <a:pt x="659" y="176"/>
                  </a:lnTo>
                  <a:lnTo>
                    <a:pt x="659" y="175"/>
                  </a:lnTo>
                  <a:lnTo>
                    <a:pt x="660" y="174"/>
                  </a:lnTo>
                  <a:lnTo>
                    <a:pt x="661" y="174"/>
                  </a:lnTo>
                  <a:lnTo>
                    <a:pt x="663" y="172"/>
                  </a:lnTo>
                  <a:lnTo>
                    <a:pt x="664" y="171"/>
                  </a:lnTo>
                  <a:lnTo>
                    <a:pt x="664" y="170"/>
                  </a:lnTo>
                  <a:lnTo>
                    <a:pt x="665" y="168"/>
                  </a:lnTo>
                  <a:lnTo>
                    <a:pt x="667" y="167"/>
                  </a:lnTo>
                  <a:lnTo>
                    <a:pt x="668" y="166"/>
                  </a:lnTo>
                  <a:lnTo>
                    <a:pt x="669" y="164"/>
                  </a:lnTo>
                  <a:lnTo>
                    <a:pt x="671" y="163"/>
                  </a:lnTo>
                  <a:lnTo>
                    <a:pt x="672" y="162"/>
                  </a:lnTo>
                  <a:lnTo>
                    <a:pt x="673" y="160"/>
                  </a:lnTo>
                  <a:lnTo>
                    <a:pt x="674" y="159"/>
                  </a:lnTo>
                  <a:lnTo>
                    <a:pt x="676" y="158"/>
                  </a:lnTo>
                  <a:lnTo>
                    <a:pt x="676" y="156"/>
                  </a:lnTo>
                  <a:lnTo>
                    <a:pt x="677" y="156"/>
                  </a:lnTo>
                  <a:lnTo>
                    <a:pt x="677" y="155"/>
                  </a:lnTo>
                  <a:lnTo>
                    <a:pt x="678" y="155"/>
                  </a:lnTo>
                  <a:lnTo>
                    <a:pt x="678" y="154"/>
                  </a:lnTo>
                  <a:lnTo>
                    <a:pt x="680" y="152"/>
                  </a:lnTo>
                  <a:lnTo>
                    <a:pt x="681" y="152"/>
                  </a:lnTo>
                  <a:lnTo>
                    <a:pt x="681" y="151"/>
                  </a:lnTo>
                  <a:lnTo>
                    <a:pt x="682" y="150"/>
                  </a:lnTo>
                  <a:lnTo>
                    <a:pt x="684" y="148"/>
                  </a:lnTo>
                  <a:lnTo>
                    <a:pt x="685" y="147"/>
                  </a:lnTo>
                  <a:lnTo>
                    <a:pt x="685" y="146"/>
                  </a:lnTo>
                  <a:lnTo>
                    <a:pt x="686" y="144"/>
                  </a:lnTo>
                  <a:lnTo>
                    <a:pt x="688" y="143"/>
                  </a:lnTo>
                  <a:lnTo>
                    <a:pt x="689" y="142"/>
                  </a:lnTo>
                  <a:lnTo>
                    <a:pt x="690" y="140"/>
                  </a:lnTo>
                  <a:lnTo>
                    <a:pt x="692" y="139"/>
                  </a:lnTo>
                  <a:lnTo>
                    <a:pt x="693" y="138"/>
                  </a:lnTo>
                  <a:lnTo>
                    <a:pt x="694" y="136"/>
                  </a:lnTo>
                  <a:lnTo>
                    <a:pt x="696" y="134"/>
                  </a:lnTo>
                  <a:lnTo>
                    <a:pt x="697" y="132"/>
                  </a:lnTo>
                  <a:lnTo>
                    <a:pt x="698" y="131"/>
                  </a:lnTo>
                  <a:lnTo>
                    <a:pt x="700" y="130"/>
                  </a:lnTo>
                  <a:lnTo>
                    <a:pt x="701" y="127"/>
                  </a:lnTo>
                  <a:lnTo>
                    <a:pt x="702" y="126"/>
                  </a:lnTo>
                  <a:lnTo>
                    <a:pt x="704" y="125"/>
                  </a:lnTo>
                  <a:lnTo>
                    <a:pt x="704" y="123"/>
                  </a:lnTo>
                  <a:lnTo>
                    <a:pt x="705" y="122"/>
                  </a:lnTo>
                  <a:lnTo>
                    <a:pt x="706" y="122"/>
                  </a:lnTo>
                  <a:lnTo>
                    <a:pt x="708" y="121"/>
                  </a:lnTo>
                  <a:lnTo>
                    <a:pt x="708" y="119"/>
                  </a:lnTo>
                  <a:lnTo>
                    <a:pt x="709" y="118"/>
                  </a:lnTo>
                  <a:lnTo>
                    <a:pt x="709" y="117"/>
                  </a:lnTo>
                  <a:lnTo>
                    <a:pt x="710" y="117"/>
                  </a:lnTo>
                  <a:lnTo>
                    <a:pt x="712" y="115"/>
                  </a:lnTo>
                  <a:lnTo>
                    <a:pt x="712" y="114"/>
                  </a:lnTo>
                  <a:lnTo>
                    <a:pt x="713" y="113"/>
                  </a:lnTo>
                  <a:lnTo>
                    <a:pt x="714" y="111"/>
                  </a:lnTo>
                  <a:lnTo>
                    <a:pt x="716" y="110"/>
                  </a:lnTo>
                  <a:lnTo>
                    <a:pt x="716" y="109"/>
                  </a:lnTo>
                  <a:lnTo>
                    <a:pt x="717" y="107"/>
                  </a:lnTo>
                  <a:lnTo>
                    <a:pt x="718" y="106"/>
                  </a:lnTo>
                  <a:lnTo>
                    <a:pt x="718" y="105"/>
                  </a:lnTo>
                  <a:lnTo>
                    <a:pt x="720" y="103"/>
                  </a:lnTo>
                  <a:lnTo>
                    <a:pt x="721" y="102"/>
                  </a:lnTo>
                  <a:lnTo>
                    <a:pt x="722" y="101"/>
                  </a:lnTo>
                  <a:lnTo>
                    <a:pt x="724" y="99"/>
                  </a:lnTo>
                  <a:lnTo>
                    <a:pt x="725" y="97"/>
                  </a:lnTo>
                  <a:lnTo>
                    <a:pt x="726" y="95"/>
                  </a:lnTo>
                  <a:lnTo>
                    <a:pt x="727" y="93"/>
                  </a:lnTo>
                  <a:lnTo>
                    <a:pt x="729" y="91"/>
                  </a:lnTo>
                  <a:lnTo>
                    <a:pt x="730" y="89"/>
                  </a:lnTo>
                  <a:lnTo>
                    <a:pt x="731" y="87"/>
                  </a:lnTo>
                  <a:lnTo>
                    <a:pt x="733" y="85"/>
                  </a:lnTo>
                  <a:lnTo>
                    <a:pt x="734" y="83"/>
                  </a:lnTo>
                  <a:lnTo>
                    <a:pt x="735" y="82"/>
                  </a:lnTo>
                  <a:lnTo>
                    <a:pt x="737" y="81"/>
                  </a:lnTo>
                  <a:lnTo>
                    <a:pt x="737" y="80"/>
                  </a:lnTo>
                  <a:lnTo>
                    <a:pt x="738" y="77"/>
                  </a:lnTo>
                  <a:lnTo>
                    <a:pt x="739" y="76"/>
                  </a:lnTo>
                  <a:lnTo>
                    <a:pt x="741" y="76"/>
                  </a:lnTo>
                  <a:lnTo>
                    <a:pt x="741" y="74"/>
                  </a:lnTo>
                  <a:lnTo>
                    <a:pt x="742" y="73"/>
                  </a:lnTo>
                  <a:lnTo>
                    <a:pt x="743" y="72"/>
                  </a:lnTo>
                  <a:lnTo>
                    <a:pt x="743" y="70"/>
                  </a:lnTo>
                  <a:lnTo>
                    <a:pt x="745" y="69"/>
                  </a:lnTo>
                  <a:lnTo>
                    <a:pt x="745" y="68"/>
                  </a:lnTo>
                  <a:lnTo>
                    <a:pt x="746" y="66"/>
                  </a:lnTo>
                  <a:lnTo>
                    <a:pt x="747" y="66"/>
                  </a:lnTo>
                  <a:lnTo>
                    <a:pt x="747" y="65"/>
                  </a:lnTo>
                  <a:lnTo>
                    <a:pt x="749" y="64"/>
                  </a:lnTo>
                  <a:lnTo>
                    <a:pt x="749" y="62"/>
                  </a:lnTo>
                  <a:lnTo>
                    <a:pt x="750" y="61"/>
                  </a:lnTo>
                  <a:lnTo>
                    <a:pt x="751" y="60"/>
                  </a:lnTo>
                  <a:lnTo>
                    <a:pt x="753" y="58"/>
                  </a:lnTo>
                  <a:lnTo>
                    <a:pt x="753" y="57"/>
                  </a:lnTo>
                  <a:lnTo>
                    <a:pt x="754" y="56"/>
                  </a:lnTo>
                  <a:lnTo>
                    <a:pt x="755" y="54"/>
                  </a:lnTo>
                  <a:lnTo>
                    <a:pt x="757" y="52"/>
                  </a:lnTo>
                  <a:lnTo>
                    <a:pt x="758" y="50"/>
                  </a:lnTo>
                  <a:lnTo>
                    <a:pt x="759" y="48"/>
                  </a:lnTo>
                  <a:lnTo>
                    <a:pt x="761" y="46"/>
                  </a:lnTo>
                  <a:lnTo>
                    <a:pt x="762" y="44"/>
                  </a:lnTo>
                  <a:lnTo>
                    <a:pt x="763" y="42"/>
                  </a:lnTo>
                  <a:lnTo>
                    <a:pt x="766" y="40"/>
                  </a:lnTo>
                  <a:lnTo>
                    <a:pt x="767" y="38"/>
                  </a:lnTo>
                  <a:lnTo>
                    <a:pt x="769" y="36"/>
                  </a:lnTo>
                  <a:lnTo>
                    <a:pt x="770" y="34"/>
                  </a:lnTo>
                  <a:lnTo>
                    <a:pt x="770" y="33"/>
                  </a:lnTo>
                  <a:lnTo>
                    <a:pt x="771" y="32"/>
                  </a:lnTo>
                  <a:lnTo>
                    <a:pt x="773" y="30"/>
                  </a:lnTo>
                  <a:lnTo>
                    <a:pt x="774" y="29"/>
                  </a:lnTo>
                  <a:lnTo>
                    <a:pt x="774" y="28"/>
                  </a:lnTo>
                  <a:lnTo>
                    <a:pt x="775" y="27"/>
                  </a:lnTo>
                  <a:lnTo>
                    <a:pt x="776" y="25"/>
                  </a:lnTo>
                  <a:lnTo>
                    <a:pt x="776" y="24"/>
                  </a:lnTo>
                  <a:lnTo>
                    <a:pt x="778" y="23"/>
                  </a:lnTo>
                  <a:lnTo>
                    <a:pt x="778" y="21"/>
                  </a:lnTo>
                  <a:lnTo>
                    <a:pt x="779" y="21"/>
                  </a:lnTo>
                  <a:lnTo>
                    <a:pt x="779" y="20"/>
                  </a:lnTo>
                  <a:lnTo>
                    <a:pt x="780" y="19"/>
                  </a:lnTo>
                  <a:lnTo>
                    <a:pt x="780" y="17"/>
                  </a:lnTo>
                  <a:lnTo>
                    <a:pt x="782" y="17"/>
                  </a:lnTo>
                  <a:lnTo>
                    <a:pt x="782" y="16"/>
                  </a:lnTo>
                  <a:lnTo>
                    <a:pt x="783" y="15"/>
                  </a:lnTo>
                  <a:lnTo>
                    <a:pt x="783" y="13"/>
                  </a:lnTo>
                  <a:lnTo>
                    <a:pt x="784" y="12"/>
                  </a:lnTo>
                  <a:lnTo>
                    <a:pt x="786" y="11"/>
                  </a:lnTo>
                  <a:lnTo>
                    <a:pt x="786" y="9"/>
                  </a:lnTo>
                  <a:lnTo>
                    <a:pt x="787" y="8"/>
                  </a:lnTo>
                  <a:lnTo>
                    <a:pt x="787" y="7"/>
                  </a:lnTo>
                  <a:lnTo>
                    <a:pt x="788" y="5"/>
                  </a:lnTo>
                  <a:lnTo>
                    <a:pt x="790" y="4"/>
                  </a:lnTo>
                  <a:lnTo>
                    <a:pt x="790" y="3"/>
                  </a:lnTo>
                  <a:lnTo>
                    <a:pt x="791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4" name="Freeform 8">
              <a:extLst>
                <a:ext uri="{FF2B5EF4-FFF2-40B4-BE49-F238E27FC236}">
                  <a16:creationId xmlns:a16="http://schemas.microsoft.com/office/drawing/2014/main" id="{FBD216AB-41F8-46D2-94E0-3D263E941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435350"/>
              <a:ext cx="73025" cy="250825"/>
            </a:xfrm>
            <a:custGeom>
              <a:avLst/>
              <a:gdLst>
                <a:gd name="T0" fmla="*/ 2147483646 w 94"/>
                <a:gd name="T1" fmla="*/ 2147483646 h 317"/>
                <a:gd name="T2" fmla="*/ 2147483646 w 94"/>
                <a:gd name="T3" fmla="*/ 2147483646 h 317"/>
                <a:gd name="T4" fmla="*/ 2147483646 w 94"/>
                <a:gd name="T5" fmla="*/ 2147483646 h 317"/>
                <a:gd name="T6" fmla="*/ 2147483646 w 94"/>
                <a:gd name="T7" fmla="*/ 2147483646 h 317"/>
                <a:gd name="T8" fmla="*/ 2147483646 w 94"/>
                <a:gd name="T9" fmla="*/ 2147483646 h 317"/>
                <a:gd name="T10" fmla="*/ 2147483646 w 94"/>
                <a:gd name="T11" fmla="*/ 2147483646 h 317"/>
                <a:gd name="T12" fmla="*/ 2147483646 w 94"/>
                <a:gd name="T13" fmla="*/ 2147483646 h 317"/>
                <a:gd name="T14" fmla="*/ 2147483646 w 94"/>
                <a:gd name="T15" fmla="*/ 2147483646 h 317"/>
                <a:gd name="T16" fmla="*/ 2147483646 w 94"/>
                <a:gd name="T17" fmla="*/ 2147483646 h 317"/>
                <a:gd name="T18" fmla="*/ 2147483646 w 94"/>
                <a:gd name="T19" fmla="*/ 2147483646 h 317"/>
                <a:gd name="T20" fmla="*/ 2147483646 w 94"/>
                <a:gd name="T21" fmla="*/ 2147483646 h 317"/>
                <a:gd name="T22" fmla="*/ 2147483646 w 94"/>
                <a:gd name="T23" fmla="*/ 2147483646 h 317"/>
                <a:gd name="T24" fmla="*/ 2147483646 w 94"/>
                <a:gd name="T25" fmla="*/ 2147483646 h 317"/>
                <a:gd name="T26" fmla="*/ 2147483646 w 94"/>
                <a:gd name="T27" fmla="*/ 2147483646 h 317"/>
                <a:gd name="T28" fmla="*/ 2147483646 w 94"/>
                <a:gd name="T29" fmla="*/ 2147483646 h 317"/>
                <a:gd name="T30" fmla="*/ 2147483646 w 94"/>
                <a:gd name="T31" fmla="*/ 2147483646 h 317"/>
                <a:gd name="T32" fmla="*/ 2147483646 w 94"/>
                <a:gd name="T33" fmla="*/ 2147483646 h 317"/>
                <a:gd name="T34" fmla="*/ 2147483646 w 94"/>
                <a:gd name="T35" fmla="*/ 2147483646 h 317"/>
                <a:gd name="T36" fmla="*/ 2147483646 w 94"/>
                <a:gd name="T37" fmla="*/ 2147483646 h 317"/>
                <a:gd name="T38" fmla="*/ 2147483646 w 94"/>
                <a:gd name="T39" fmla="*/ 2147483646 h 317"/>
                <a:gd name="T40" fmla="*/ 2147483646 w 94"/>
                <a:gd name="T41" fmla="*/ 2147483646 h 317"/>
                <a:gd name="T42" fmla="*/ 2147483646 w 94"/>
                <a:gd name="T43" fmla="*/ 2147483646 h 317"/>
                <a:gd name="T44" fmla="*/ 2147483646 w 94"/>
                <a:gd name="T45" fmla="*/ 2147483646 h 317"/>
                <a:gd name="T46" fmla="*/ 2147483646 w 94"/>
                <a:gd name="T47" fmla="*/ 2147483646 h 317"/>
                <a:gd name="T48" fmla="*/ 2147483646 w 94"/>
                <a:gd name="T49" fmla="*/ 2147483646 h 317"/>
                <a:gd name="T50" fmla="*/ 2147483646 w 94"/>
                <a:gd name="T51" fmla="*/ 2147483646 h 317"/>
                <a:gd name="T52" fmla="*/ 2147483646 w 94"/>
                <a:gd name="T53" fmla="*/ 2147483646 h 317"/>
                <a:gd name="T54" fmla="*/ 2147483646 w 94"/>
                <a:gd name="T55" fmla="*/ 2147483646 h 317"/>
                <a:gd name="T56" fmla="*/ 2147483646 w 94"/>
                <a:gd name="T57" fmla="*/ 2147483646 h 317"/>
                <a:gd name="T58" fmla="*/ 2147483646 w 94"/>
                <a:gd name="T59" fmla="*/ 2147483646 h 317"/>
                <a:gd name="T60" fmla="*/ 2147483646 w 94"/>
                <a:gd name="T61" fmla="*/ 2147483646 h 317"/>
                <a:gd name="T62" fmla="*/ 2147483646 w 94"/>
                <a:gd name="T63" fmla="*/ 2147483646 h 317"/>
                <a:gd name="T64" fmla="*/ 2147483646 w 94"/>
                <a:gd name="T65" fmla="*/ 2147483646 h 317"/>
                <a:gd name="T66" fmla="*/ 2147483646 w 94"/>
                <a:gd name="T67" fmla="*/ 2147483646 h 317"/>
                <a:gd name="T68" fmla="*/ 2147483646 w 94"/>
                <a:gd name="T69" fmla="*/ 2147483646 h 317"/>
                <a:gd name="T70" fmla="*/ 2147483646 w 94"/>
                <a:gd name="T71" fmla="*/ 2147483646 h 317"/>
                <a:gd name="T72" fmla="*/ 2147483646 w 94"/>
                <a:gd name="T73" fmla="*/ 2147483646 h 317"/>
                <a:gd name="T74" fmla="*/ 2147483646 w 94"/>
                <a:gd name="T75" fmla="*/ 2147483646 h 317"/>
                <a:gd name="T76" fmla="*/ 2147483646 w 94"/>
                <a:gd name="T77" fmla="*/ 2147483646 h 317"/>
                <a:gd name="T78" fmla="*/ 2147483646 w 94"/>
                <a:gd name="T79" fmla="*/ 2147483646 h 317"/>
                <a:gd name="T80" fmla="*/ 2147483646 w 94"/>
                <a:gd name="T81" fmla="*/ 2147483646 h 317"/>
                <a:gd name="T82" fmla="*/ 2147483646 w 94"/>
                <a:gd name="T83" fmla="*/ 2147483646 h 317"/>
                <a:gd name="T84" fmla="*/ 2147483646 w 94"/>
                <a:gd name="T85" fmla="*/ 2147483646 h 317"/>
                <a:gd name="T86" fmla="*/ 2147483646 w 94"/>
                <a:gd name="T87" fmla="*/ 2147483646 h 317"/>
                <a:gd name="T88" fmla="*/ 2147483646 w 94"/>
                <a:gd name="T89" fmla="*/ 2147483646 h 317"/>
                <a:gd name="T90" fmla="*/ 2147483646 w 94"/>
                <a:gd name="T91" fmla="*/ 2147483646 h 317"/>
                <a:gd name="T92" fmla="*/ 2147483646 w 94"/>
                <a:gd name="T93" fmla="*/ 2147483646 h 317"/>
                <a:gd name="T94" fmla="*/ 2147483646 w 94"/>
                <a:gd name="T95" fmla="*/ 2147483646 h 317"/>
                <a:gd name="T96" fmla="*/ 2147483646 w 94"/>
                <a:gd name="T97" fmla="*/ 2147483646 h 317"/>
                <a:gd name="T98" fmla="*/ 2147483646 w 94"/>
                <a:gd name="T99" fmla="*/ 2147483646 h 317"/>
                <a:gd name="T100" fmla="*/ 2147483646 w 94"/>
                <a:gd name="T101" fmla="*/ 2147483646 h 317"/>
                <a:gd name="T102" fmla="*/ 2147483646 w 94"/>
                <a:gd name="T103" fmla="*/ 2147483646 h 317"/>
                <a:gd name="T104" fmla="*/ 2147483646 w 94"/>
                <a:gd name="T105" fmla="*/ 2147483646 h 317"/>
                <a:gd name="T106" fmla="*/ 2147483646 w 94"/>
                <a:gd name="T107" fmla="*/ 2147483646 h 317"/>
                <a:gd name="T108" fmla="*/ 2147483646 w 94"/>
                <a:gd name="T109" fmla="*/ 2147483646 h 317"/>
                <a:gd name="T110" fmla="*/ 2147483646 w 94"/>
                <a:gd name="T111" fmla="*/ 2147483646 h 317"/>
                <a:gd name="T112" fmla="*/ 2147483646 w 94"/>
                <a:gd name="T113" fmla="*/ 2147483646 h 31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7">
                  <a:moveTo>
                    <a:pt x="0" y="0"/>
                  </a:moveTo>
                  <a:lnTo>
                    <a:pt x="3" y="4"/>
                  </a:lnTo>
                  <a:lnTo>
                    <a:pt x="4" y="8"/>
                  </a:lnTo>
                  <a:lnTo>
                    <a:pt x="7" y="11"/>
                  </a:lnTo>
                  <a:lnTo>
                    <a:pt x="8" y="14"/>
                  </a:lnTo>
                  <a:lnTo>
                    <a:pt x="9" y="16"/>
                  </a:lnTo>
                  <a:lnTo>
                    <a:pt x="11" y="19"/>
                  </a:lnTo>
                  <a:lnTo>
                    <a:pt x="12" y="22"/>
                  </a:lnTo>
                  <a:lnTo>
                    <a:pt x="13" y="23"/>
                  </a:lnTo>
                  <a:lnTo>
                    <a:pt x="15" y="26"/>
                  </a:lnTo>
                  <a:lnTo>
                    <a:pt x="16" y="27"/>
                  </a:lnTo>
                  <a:lnTo>
                    <a:pt x="16" y="30"/>
                  </a:lnTo>
                  <a:lnTo>
                    <a:pt x="17" y="31"/>
                  </a:lnTo>
                  <a:lnTo>
                    <a:pt x="19" y="32"/>
                  </a:lnTo>
                  <a:lnTo>
                    <a:pt x="19" y="34"/>
                  </a:lnTo>
                  <a:lnTo>
                    <a:pt x="20" y="35"/>
                  </a:lnTo>
                  <a:lnTo>
                    <a:pt x="20" y="38"/>
                  </a:lnTo>
                  <a:lnTo>
                    <a:pt x="21" y="39"/>
                  </a:lnTo>
                  <a:lnTo>
                    <a:pt x="23" y="40"/>
                  </a:lnTo>
                  <a:lnTo>
                    <a:pt x="23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5"/>
                  </a:lnTo>
                  <a:lnTo>
                    <a:pt x="25" y="47"/>
                  </a:lnTo>
                  <a:lnTo>
                    <a:pt x="25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30" y="59"/>
                  </a:lnTo>
                  <a:lnTo>
                    <a:pt x="30" y="61"/>
                  </a:lnTo>
                  <a:lnTo>
                    <a:pt x="32" y="63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3" y="67"/>
                  </a:lnTo>
                  <a:lnTo>
                    <a:pt x="34" y="68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6" y="73"/>
                  </a:lnTo>
                  <a:lnTo>
                    <a:pt x="37" y="75"/>
                  </a:lnTo>
                  <a:lnTo>
                    <a:pt x="37" y="76"/>
                  </a:lnTo>
                  <a:lnTo>
                    <a:pt x="38" y="77"/>
                  </a:lnTo>
                  <a:lnTo>
                    <a:pt x="38" y="79"/>
                  </a:lnTo>
                  <a:lnTo>
                    <a:pt x="38" y="80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1" y="87"/>
                  </a:lnTo>
                  <a:lnTo>
                    <a:pt x="42" y="88"/>
                  </a:lnTo>
                  <a:lnTo>
                    <a:pt x="42" y="89"/>
                  </a:lnTo>
                  <a:lnTo>
                    <a:pt x="42" y="91"/>
                  </a:lnTo>
                  <a:lnTo>
                    <a:pt x="44" y="92"/>
                  </a:lnTo>
                  <a:lnTo>
                    <a:pt x="44" y="93"/>
                  </a:lnTo>
                  <a:lnTo>
                    <a:pt x="45" y="94"/>
                  </a:lnTo>
                  <a:lnTo>
                    <a:pt x="45" y="97"/>
                  </a:lnTo>
                  <a:lnTo>
                    <a:pt x="46" y="98"/>
                  </a:lnTo>
                  <a:lnTo>
                    <a:pt x="46" y="101"/>
                  </a:lnTo>
                  <a:lnTo>
                    <a:pt x="48" y="102"/>
                  </a:lnTo>
                  <a:lnTo>
                    <a:pt x="49" y="105"/>
                  </a:lnTo>
                  <a:lnTo>
                    <a:pt x="49" y="106"/>
                  </a:lnTo>
                  <a:lnTo>
                    <a:pt x="50" y="109"/>
                  </a:lnTo>
                  <a:lnTo>
                    <a:pt x="50" y="110"/>
                  </a:lnTo>
                  <a:lnTo>
                    <a:pt x="52" y="113"/>
                  </a:lnTo>
                  <a:lnTo>
                    <a:pt x="52" y="114"/>
                  </a:lnTo>
                  <a:lnTo>
                    <a:pt x="53" y="116"/>
                  </a:lnTo>
                  <a:lnTo>
                    <a:pt x="53" y="117"/>
                  </a:lnTo>
                  <a:lnTo>
                    <a:pt x="53" y="118"/>
                  </a:lnTo>
                  <a:lnTo>
                    <a:pt x="54" y="120"/>
                  </a:lnTo>
                  <a:lnTo>
                    <a:pt x="54" y="121"/>
                  </a:lnTo>
                  <a:lnTo>
                    <a:pt x="56" y="122"/>
                  </a:lnTo>
                  <a:lnTo>
                    <a:pt x="56" y="124"/>
                  </a:lnTo>
                  <a:lnTo>
                    <a:pt x="56" y="125"/>
                  </a:lnTo>
                  <a:lnTo>
                    <a:pt x="56" y="126"/>
                  </a:lnTo>
                  <a:lnTo>
                    <a:pt x="57" y="126"/>
                  </a:lnTo>
                  <a:lnTo>
                    <a:pt x="57" y="128"/>
                  </a:lnTo>
                  <a:lnTo>
                    <a:pt x="57" y="129"/>
                  </a:lnTo>
                  <a:lnTo>
                    <a:pt x="58" y="130"/>
                  </a:lnTo>
                  <a:lnTo>
                    <a:pt x="58" y="132"/>
                  </a:lnTo>
                  <a:lnTo>
                    <a:pt x="58" y="133"/>
                  </a:lnTo>
                  <a:lnTo>
                    <a:pt x="60" y="134"/>
                  </a:lnTo>
                  <a:lnTo>
                    <a:pt x="60" y="136"/>
                  </a:lnTo>
                  <a:lnTo>
                    <a:pt x="60" y="137"/>
                  </a:lnTo>
                  <a:lnTo>
                    <a:pt x="60" y="138"/>
                  </a:lnTo>
                  <a:lnTo>
                    <a:pt x="61" y="140"/>
                  </a:lnTo>
                  <a:lnTo>
                    <a:pt x="61" y="141"/>
                  </a:lnTo>
                  <a:lnTo>
                    <a:pt x="62" y="142"/>
                  </a:lnTo>
                  <a:lnTo>
                    <a:pt x="62" y="145"/>
                  </a:lnTo>
                  <a:lnTo>
                    <a:pt x="64" y="146"/>
                  </a:lnTo>
                  <a:lnTo>
                    <a:pt x="64" y="149"/>
                  </a:lnTo>
                  <a:lnTo>
                    <a:pt x="64" y="150"/>
                  </a:lnTo>
                  <a:lnTo>
                    <a:pt x="65" y="153"/>
                  </a:lnTo>
                  <a:lnTo>
                    <a:pt x="66" y="155"/>
                  </a:lnTo>
                  <a:lnTo>
                    <a:pt x="66" y="157"/>
                  </a:lnTo>
                  <a:lnTo>
                    <a:pt x="66" y="158"/>
                  </a:lnTo>
                  <a:lnTo>
                    <a:pt x="68" y="161"/>
                  </a:lnTo>
                  <a:lnTo>
                    <a:pt x="68" y="162"/>
                  </a:lnTo>
                  <a:lnTo>
                    <a:pt x="69" y="163"/>
                  </a:lnTo>
                  <a:lnTo>
                    <a:pt x="69" y="165"/>
                  </a:lnTo>
                  <a:lnTo>
                    <a:pt x="69" y="166"/>
                  </a:lnTo>
                  <a:lnTo>
                    <a:pt x="70" y="167"/>
                  </a:lnTo>
                  <a:lnTo>
                    <a:pt x="70" y="169"/>
                  </a:lnTo>
                  <a:lnTo>
                    <a:pt x="70" y="170"/>
                  </a:lnTo>
                  <a:lnTo>
                    <a:pt x="70" y="171"/>
                  </a:lnTo>
                  <a:lnTo>
                    <a:pt x="72" y="173"/>
                  </a:lnTo>
                  <a:lnTo>
                    <a:pt x="72" y="174"/>
                  </a:lnTo>
                  <a:lnTo>
                    <a:pt x="72" y="175"/>
                  </a:lnTo>
                  <a:lnTo>
                    <a:pt x="73" y="175"/>
                  </a:lnTo>
                  <a:lnTo>
                    <a:pt x="73" y="177"/>
                  </a:lnTo>
                  <a:lnTo>
                    <a:pt x="73" y="178"/>
                  </a:lnTo>
                  <a:lnTo>
                    <a:pt x="73" y="179"/>
                  </a:lnTo>
                  <a:lnTo>
                    <a:pt x="74" y="181"/>
                  </a:lnTo>
                  <a:lnTo>
                    <a:pt x="74" y="182"/>
                  </a:lnTo>
                  <a:lnTo>
                    <a:pt x="74" y="183"/>
                  </a:lnTo>
                  <a:lnTo>
                    <a:pt x="76" y="185"/>
                  </a:lnTo>
                  <a:lnTo>
                    <a:pt x="76" y="186"/>
                  </a:lnTo>
                  <a:lnTo>
                    <a:pt x="76" y="187"/>
                  </a:lnTo>
                  <a:lnTo>
                    <a:pt x="77" y="189"/>
                  </a:lnTo>
                  <a:lnTo>
                    <a:pt x="77" y="191"/>
                  </a:lnTo>
                  <a:lnTo>
                    <a:pt x="77" y="193"/>
                  </a:lnTo>
                  <a:lnTo>
                    <a:pt x="78" y="195"/>
                  </a:lnTo>
                  <a:lnTo>
                    <a:pt x="78" y="196"/>
                  </a:lnTo>
                  <a:lnTo>
                    <a:pt x="79" y="199"/>
                  </a:lnTo>
                  <a:lnTo>
                    <a:pt x="79" y="200"/>
                  </a:lnTo>
                  <a:lnTo>
                    <a:pt x="81" y="203"/>
                  </a:lnTo>
                  <a:lnTo>
                    <a:pt x="81" y="204"/>
                  </a:lnTo>
                  <a:lnTo>
                    <a:pt x="82" y="207"/>
                  </a:lnTo>
                  <a:lnTo>
                    <a:pt x="82" y="208"/>
                  </a:lnTo>
                  <a:lnTo>
                    <a:pt x="82" y="210"/>
                  </a:lnTo>
                  <a:lnTo>
                    <a:pt x="83" y="211"/>
                  </a:lnTo>
                  <a:lnTo>
                    <a:pt x="83" y="212"/>
                  </a:lnTo>
                  <a:lnTo>
                    <a:pt x="83" y="214"/>
                  </a:lnTo>
                  <a:lnTo>
                    <a:pt x="85" y="215"/>
                  </a:lnTo>
                  <a:lnTo>
                    <a:pt x="85" y="216"/>
                  </a:lnTo>
                  <a:lnTo>
                    <a:pt x="85" y="218"/>
                  </a:lnTo>
                  <a:lnTo>
                    <a:pt x="85" y="219"/>
                  </a:lnTo>
                  <a:lnTo>
                    <a:pt x="86" y="220"/>
                  </a:lnTo>
                  <a:lnTo>
                    <a:pt x="86" y="222"/>
                  </a:lnTo>
                  <a:lnTo>
                    <a:pt x="86" y="223"/>
                  </a:lnTo>
                  <a:lnTo>
                    <a:pt x="86" y="224"/>
                  </a:lnTo>
                  <a:lnTo>
                    <a:pt x="86" y="226"/>
                  </a:lnTo>
                  <a:lnTo>
                    <a:pt x="86" y="227"/>
                  </a:lnTo>
                  <a:lnTo>
                    <a:pt x="87" y="228"/>
                  </a:lnTo>
                  <a:lnTo>
                    <a:pt x="87" y="230"/>
                  </a:lnTo>
                  <a:lnTo>
                    <a:pt x="87" y="231"/>
                  </a:lnTo>
                  <a:lnTo>
                    <a:pt x="87" y="232"/>
                  </a:lnTo>
                  <a:lnTo>
                    <a:pt x="87" y="234"/>
                  </a:lnTo>
                  <a:lnTo>
                    <a:pt x="87" y="235"/>
                  </a:lnTo>
                  <a:lnTo>
                    <a:pt x="87" y="236"/>
                  </a:lnTo>
                  <a:lnTo>
                    <a:pt x="87" y="238"/>
                  </a:lnTo>
                  <a:lnTo>
                    <a:pt x="87" y="240"/>
                  </a:lnTo>
                  <a:lnTo>
                    <a:pt x="89" y="242"/>
                  </a:lnTo>
                  <a:lnTo>
                    <a:pt x="89" y="243"/>
                  </a:lnTo>
                  <a:lnTo>
                    <a:pt x="89" y="245"/>
                  </a:lnTo>
                  <a:lnTo>
                    <a:pt x="89" y="247"/>
                  </a:lnTo>
                  <a:lnTo>
                    <a:pt x="89" y="248"/>
                  </a:lnTo>
                  <a:lnTo>
                    <a:pt x="89" y="251"/>
                  </a:lnTo>
                  <a:lnTo>
                    <a:pt x="89" y="252"/>
                  </a:lnTo>
                  <a:lnTo>
                    <a:pt x="89" y="253"/>
                  </a:lnTo>
                  <a:lnTo>
                    <a:pt x="89" y="255"/>
                  </a:lnTo>
                  <a:lnTo>
                    <a:pt x="89" y="256"/>
                  </a:lnTo>
                  <a:lnTo>
                    <a:pt x="89" y="257"/>
                  </a:lnTo>
                  <a:lnTo>
                    <a:pt x="90" y="257"/>
                  </a:lnTo>
                  <a:lnTo>
                    <a:pt x="90" y="259"/>
                  </a:lnTo>
                  <a:lnTo>
                    <a:pt x="90" y="260"/>
                  </a:lnTo>
                  <a:lnTo>
                    <a:pt x="90" y="261"/>
                  </a:lnTo>
                  <a:lnTo>
                    <a:pt x="90" y="263"/>
                  </a:lnTo>
                  <a:lnTo>
                    <a:pt x="90" y="264"/>
                  </a:lnTo>
                  <a:lnTo>
                    <a:pt x="90" y="265"/>
                  </a:lnTo>
                  <a:lnTo>
                    <a:pt x="90" y="267"/>
                  </a:lnTo>
                  <a:lnTo>
                    <a:pt x="91" y="268"/>
                  </a:lnTo>
                  <a:lnTo>
                    <a:pt x="91" y="269"/>
                  </a:lnTo>
                  <a:lnTo>
                    <a:pt x="91" y="271"/>
                  </a:lnTo>
                  <a:lnTo>
                    <a:pt x="91" y="272"/>
                  </a:lnTo>
                  <a:lnTo>
                    <a:pt x="91" y="273"/>
                  </a:lnTo>
                  <a:lnTo>
                    <a:pt x="93" y="275"/>
                  </a:lnTo>
                  <a:lnTo>
                    <a:pt x="93" y="276"/>
                  </a:lnTo>
                  <a:lnTo>
                    <a:pt x="93" y="277"/>
                  </a:lnTo>
                  <a:lnTo>
                    <a:pt x="93" y="279"/>
                  </a:lnTo>
                  <a:lnTo>
                    <a:pt x="93" y="280"/>
                  </a:lnTo>
                  <a:lnTo>
                    <a:pt x="93" y="281"/>
                  </a:lnTo>
                  <a:lnTo>
                    <a:pt x="94" y="281"/>
                  </a:lnTo>
                  <a:lnTo>
                    <a:pt x="94" y="283"/>
                  </a:lnTo>
                  <a:lnTo>
                    <a:pt x="94" y="284"/>
                  </a:lnTo>
                  <a:lnTo>
                    <a:pt x="94" y="285"/>
                  </a:lnTo>
                  <a:lnTo>
                    <a:pt x="94" y="287"/>
                  </a:lnTo>
                  <a:lnTo>
                    <a:pt x="94" y="288"/>
                  </a:lnTo>
                  <a:lnTo>
                    <a:pt x="94" y="289"/>
                  </a:lnTo>
                  <a:lnTo>
                    <a:pt x="94" y="291"/>
                  </a:lnTo>
                  <a:lnTo>
                    <a:pt x="94" y="292"/>
                  </a:lnTo>
                  <a:lnTo>
                    <a:pt x="94" y="293"/>
                  </a:lnTo>
                  <a:lnTo>
                    <a:pt x="94" y="295"/>
                  </a:lnTo>
                  <a:lnTo>
                    <a:pt x="94" y="296"/>
                  </a:lnTo>
                  <a:lnTo>
                    <a:pt x="94" y="297"/>
                  </a:lnTo>
                  <a:lnTo>
                    <a:pt x="94" y="298"/>
                  </a:lnTo>
                  <a:lnTo>
                    <a:pt x="94" y="300"/>
                  </a:lnTo>
                  <a:lnTo>
                    <a:pt x="94" y="301"/>
                  </a:lnTo>
                  <a:lnTo>
                    <a:pt x="94" y="302"/>
                  </a:lnTo>
                  <a:lnTo>
                    <a:pt x="94" y="304"/>
                  </a:lnTo>
                  <a:lnTo>
                    <a:pt x="94" y="306"/>
                  </a:lnTo>
                  <a:lnTo>
                    <a:pt x="94" y="308"/>
                  </a:lnTo>
                  <a:lnTo>
                    <a:pt x="94" y="310"/>
                  </a:lnTo>
                  <a:lnTo>
                    <a:pt x="94" y="312"/>
                  </a:lnTo>
                  <a:lnTo>
                    <a:pt x="94" y="314"/>
                  </a:lnTo>
                  <a:lnTo>
                    <a:pt x="93" y="317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5" name="Freeform 9">
              <a:extLst>
                <a:ext uri="{FF2B5EF4-FFF2-40B4-BE49-F238E27FC236}">
                  <a16:creationId xmlns:a16="http://schemas.microsoft.com/office/drawing/2014/main" id="{882EEA5E-6FB2-43C1-A28D-D84F53C3E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263" y="3684588"/>
              <a:ext cx="73025" cy="252412"/>
            </a:xfrm>
            <a:custGeom>
              <a:avLst/>
              <a:gdLst>
                <a:gd name="T0" fmla="*/ 2147483646 w 94"/>
                <a:gd name="T1" fmla="*/ 2147483646 h 316"/>
                <a:gd name="T2" fmla="*/ 2147483646 w 94"/>
                <a:gd name="T3" fmla="*/ 2147483646 h 316"/>
                <a:gd name="T4" fmla="*/ 2147483646 w 94"/>
                <a:gd name="T5" fmla="*/ 2147483646 h 316"/>
                <a:gd name="T6" fmla="*/ 2147483646 w 94"/>
                <a:gd name="T7" fmla="*/ 2147483646 h 316"/>
                <a:gd name="T8" fmla="*/ 2147483646 w 94"/>
                <a:gd name="T9" fmla="*/ 2147483646 h 316"/>
                <a:gd name="T10" fmla="*/ 2147483646 w 94"/>
                <a:gd name="T11" fmla="*/ 2147483646 h 316"/>
                <a:gd name="T12" fmla="*/ 2147483646 w 94"/>
                <a:gd name="T13" fmla="*/ 2147483646 h 316"/>
                <a:gd name="T14" fmla="*/ 2147483646 w 94"/>
                <a:gd name="T15" fmla="*/ 2147483646 h 316"/>
                <a:gd name="T16" fmla="*/ 2147483646 w 94"/>
                <a:gd name="T17" fmla="*/ 2147483646 h 316"/>
                <a:gd name="T18" fmla="*/ 2147483646 w 94"/>
                <a:gd name="T19" fmla="*/ 2147483646 h 316"/>
                <a:gd name="T20" fmla="*/ 2147483646 w 94"/>
                <a:gd name="T21" fmla="*/ 2147483646 h 316"/>
                <a:gd name="T22" fmla="*/ 2147483646 w 94"/>
                <a:gd name="T23" fmla="*/ 2147483646 h 316"/>
                <a:gd name="T24" fmla="*/ 2147483646 w 94"/>
                <a:gd name="T25" fmla="*/ 2147483646 h 316"/>
                <a:gd name="T26" fmla="*/ 2147483646 w 94"/>
                <a:gd name="T27" fmla="*/ 2147483646 h 316"/>
                <a:gd name="T28" fmla="*/ 2147483646 w 94"/>
                <a:gd name="T29" fmla="*/ 2147483646 h 316"/>
                <a:gd name="T30" fmla="*/ 2147483646 w 94"/>
                <a:gd name="T31" fmla="*/ 2147483646 h 316"/>
                <a:gd name="T32" fmla="*/ 2147483646 w 94"/>
                <a:gd name="T33" fmla="*/ 2147483646 h 316"/>
                <a:gd name="T34" fmla="*/ 2147483646 w 94"/>
                <a:gd name="T35" fmla="*/ 2147483646 h 316"/>
                <a:gd name="T36" fmla="*/ 2147483646 w 94"/>
                <a:gd name="T37" fmla="*/ 2147483646 h 316"/>
                <a:gd name="T38" fmla="*/ 2147483646 w 94"/>
                <a:gd name="T39" fmla="*/ 2147483646 h 316"/>
                <a:gd name="T40" fmla="*/ 2147483646 w 94"/>
                <a:gd name="T41" fmla="*/ 2147483646 h 316"/>
                <a:gd name="T42" fmla="*/ 2147483646 w 94"/>
                <a:gd name="T43" fmla="*/ 2147483646 h 316"/>
                <a:gd name="T44" fmla="*/ 2147483646 w 94"/>
                <a:gd name="T45" fmla="*/ 2147483646 h 316"/>
                <a:gd name="T46" fmla="*/ 2147483646 w 94"/>
                <a:gd name="T47" fmla="*/ 2147483646 h 316"/>
                <a:gd name="T48" fmla="*/ 2147483646 w 94"/>
                <a:gd name="T49" fmla="*/ 2147483646 h 316"/>
                <a:gd name="T50" fmla="*/ 2147483646 w 94"/>
                <a:gd name="T51" fmla="*/ 2147483646 h 316"/>
                <a:gd name="T52" fmla="*/ 2147483646 w 94"/>
                <a:gd name="T53" fmla="*/ 2147483646 h 316"/>
                <a:gd name="T54" fmla="*/ 2147483646 w 94"/>
                <a:gd name="T55" fmla="*/ 2147483646 h 316"/>
                <a:gd name="T56" fmla="*/ 2147483646 w 94"/>
                <a:gd name="T57" fmla="*/ 2147483646 h 316"/>
                <a:gd name="T58" fmla="*/ 2147483646 w 94"/>
                <a:gd name="T59" fmla="*/ 2147483646 h 316"/>
                <a:gd name="T60" fmla="*/ 2147483646 w 94"/>
                <a:gd name="T61" fmla="*/ 2147483646 h 316"/>
                <a:gd name="T62" fmla="*/ 2147483646 w 94"/>
                <a:gd name="T63" fmla="*/ 2147483646 h 316"/>
                <a:gd name="T64" fmla="*/ 2147483646 w 94"/>
                <a:gd name="T65" fmla="*/ 2147483646 h 316"/>
                <a:gd name="T66" fmla="*/ 2147483646 w 94"/>
                <a:gd name="T67" fmla="*/ 2147483646 h 316"/>
                <a:gd name="T68" fmla="*/ 2147483646 w 94"/>
                <a:gd name="T69" fmla="*/ 2147483646 h 316"/>
                <a:gd name="T70" fmla="*/ 2147483646 w 94"/>
                <a:gd name="T71" fmla="*/ 2147483646 h 316"/>
                <a:gd name="T72" fmla="*/ 2147483646 w 94"/>
                <a:gd name="T73" fmla="*/ 2147483646 h 316"/>
                <a:gd name="T74" fmla="*/ 2147483646 w 94"/>
                <a:gd name="T75" fmla="*/ 2147483646 h 316"/>
                <a:gd name="T76" fmla="*/ 2147483646 w 94"/>
                <a:gd name="T77" fmla="*/ 2147483646 h 316"/>
                <a:gd name="T78" fmla="*/ 2147483646 w 94"/>
                <a:gd name="T79" fmla="*/ 2147483646 h 316"/>
                <a:gd name="T80" fmla="*/ 2147483646 w 94"/>
                <a:gd name="T81" fmla="*/ 2147483646 h 316"/>
                <a:gd name="T82" fmla="*/ 2147483646 w 94"/>
                <a:gd name="T83" fmla="*/ 2147483646 h 316"/>
                <a:gd name="T84" fmla="*/ 2147483646 w 94"/>
                <a:gd name="T85" fmla="*/ 2147483646 h 316"/>
                <a:gd name="T86" fmla="*/ 2147483646 w 94"/>
                <a:gd name="T87" fmla="*/ 2147483646 h 316"/>
                <a:gd name="T88" fmla="*/ 2147483646 w 94"/>
                <a:gd name="T89" fmla="*/ 2147483646 h 316"/>
                <a:gd name="T90" fmla="*/ 2147483646 w 94"/>
                <a:gd name="T91" fmla="*/ 2147483646 h 316"/>
                <a:gd name="T92" fmla="*/ 2147483646 w 94"/>
                <a:gd name="T93" fmla="*/ 2147483646 h 316"/>
                <a:gd name="T94" fmla="*/ 2147483646 w 94"/>
                <a:gd name="T95" fmla="*/ 2147483646 h 316"/>
                <a:gd name="T96" fmla="*/ 2147483646 w 94"/>
                <a:gd name="T97" fmla="*/ 2147483646 h 316"/>
                <a:gd name="T98" fmla="*/ 2147483646 w 94"/>
                <a:gd name="T99" fmla="*/ 2147483646 h 316"/>
                <a:gd name="T100" fmla="*/ 2147483646 w 94"/>
                <a:gd name="T101" fmla="*/ 2147483646 h 316"/>
                <a:gd name="T102" fmla="*/ 2147483646 w 94"/>
                <a:gd name="T103" fmla="*/ 2147483646 h 316"/>
                <a:gd name="T104" fmla="*/ 2147483646 w 94"/>
                <a:gd name="T105" fmla="*/ 2147483646 h 316"/>
                <a:gd name="T106" fmla="*/ 2147483646 w 94"/>
                <a:gd name="T107" fmla="*/ 2147483646 h 316"/>
                <a:gd name="T108" fmla="*/ 2147483646 w 94"/>
                <a:gd name="T109" fmla="*/ 2147483646 h 316"/>
                <a:gd name="T110" fmla="*/ 2147483646 w 94"/>
                <a:gd name="T111" fmla="*/ 2147483646 h 316"/>
                <a:gd name="T112" fmla="*/ 2147483646 w 94"/>
                <a:gd name="T113" fmla="*/ 2147483646 h 3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4" h="316">
                  <a:moveTo>
                    <a:pt x="0" y="316"/>
                  </a:moveTo>
                  <a:lnTo>
                    <a:pt x="3" y="312"/>
                  </a:lnTo>
                  <a:lnTo>
                    <a:pt x="4" y="310"/>
                  </a:lnTo>
                  <a:lnTo>
                    <a:pt x="7" y="306"/>
                  </a:lnTo>
                  <a:lnTo>
                    <a:pt x="8" y="303"/>
                  </a:lnTo>
                  <a:lnTo>
                    <a:pt x="9" y="300"/>
                  </a:lnTo>
                  <a:lnTo>
                    <a:pt x="11" y="298"/>
                  </a:lnTo>
                  <a:lnTo>
                    <a:pt x="12" y="295"/>
                  </a:lnTo>
                  <a:lnTo>
                    <a:pt x="13" y="294"/>
                  </a:lnTo>
                  <a:lnTo>
                    <a:pt x="15" y="291"/>
                  </a:lnTo>
                  <a:lnTo>
                    <a:pt x="16" y="290"/>
                  </a:lnTo>
                  <a:lnTo>
                    <a:pt x="16" y="287"/>
                  </a:lnTo>
                  <a:lnTo>
                    <a:pt x="17" y="286"/>
                  </a:lnTo>
                  <a:lnTo>
                    <a:pt x="19" y="285"/>
                  </a:lnTo>
                  <a:lnTo>
                    <a:pt x="19" y="283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21" y="279"/>
                  </a:lnTo>
                  <a:lnTo>
                    <a:pt x="21" y="278"/>
                  </a:lnTo>
                  <a:lnTo>
                    <a:pt x="23" y="277"/>
                  </a:lnTo>
                  <a:lnTo>
                    <a:pt x="23" y="275"/>
                  </a:lnTo>
                  <a:lnTo>
                    <a:pt x="24" y="274"/>
                  </a:lnTo>
                  <a:lnTo>
                    <a:pt x="24" y="273"/>
                  </a:lnTo>
                  <a:lnTo>
                    <a:pt x="25" y="271"/>
                  </a:lnTo>
                  <a:lnTo>
                    <a:pt x="25" y="270"/>
                  </a:lnTo>
                  <a:lnTo>
                    <a:pt x="25" y="269"/>
                  </a:lnTo>
                  <a:lnTo>
                    <a:pt x="27" y="267"/>
                  </a:lnTo>
                  <a:lnTo>
                    <a:pt x="27" y="266"/>
                  </a:lnTo>
                  <a:lnTo>
                    <a:pt x="28" y="265"/>
                  </a:lnTo>
                  <a:lnTo>
                    <a:pt x="28" y="263"/>
                  </a:lnTo>
                  <a:lnTo>
                    <a:pt x="29" y="261"/>
                  </a:lnTo>
                  <a:lnTo>
                    <a:pt x="29" y="259"/>
                  </a:lnTo>
                  <a:lnTo>
                    <a:pt x="30" y="258"/>
                  </a:lnTo>
                  <a:lnTo>
                    <a:pt x="30" y="255"/>
                  </a:lnTo>
                  <a:lnTo>
                    <a:pt x="32" y="254"/>
                  </a:lnTo>
                  <a:lnTo>
                    <a:pt x="33" y="253"/>
                  </a:lnTo>
                  <a:lnTo>
                    <a:pt x="33" y="251"/>
                  </a:lnTo>
                  <a:lnTo>
                    <a:pt x="33" y="250"/>
                  </a:lnTo>
                  <a:lnTo>
                    <a:pt x="34" y="249"/>
                  </a:lnTo>
                  <a:lnTo>
                    <a:pt x="34" y="247"/>
                  </a:lnTo>
                  <a:lnTo>
                    <a:pt x="36" y="246"/>
                  </a:lnTo>
                  <a:lnTo>
                    <a:pt x="36" y="245"/>
                  </a:lnTo>
                  <a:lnTo>
                    <a:pt x="36" y="243"/>
                  </a:lnTo>
                  <a:lnTo>
                    <a:pt x="37" y="242"/>
                  </a:lnTo>
                  <a:lnTo>
                    <a:pt x="37" y="241"/>
                  </a:lnTo>
                  <a:lnTo>
                    <a:pt x="38" y="239"/>
                  </a:lnTo>
                  <a:lnTo>
                    <a:pt x="38" y="238"/>
                  </a:lnTo>
                  <a:lnTo>
                    <a:pt x="38" y="237"/>
                  </a:lnTo>
                  <a:lnTo>
                    <a:pt x="40" y="237"/>
                  </a:lnTo>
                  <a:lnTo>
                    <a:pt x="40" y="235"/>
                  </a:lnTo>
                  <a:lnTo>
                    <a:pt x="40" y="234"/>
                  </a:lnTo>
                  <a:lnTo>
                    <a:pt x="41" y="233"/>
                  </a:lnTo>
                  <a:lnTo>
                    <a:pt x="41" y="232"/>
                  </a:lnTo>
                  <a:lnTo>
                    <a:pt x="41" y="230"/>
                  </a:lnTo>
                  <a:lnTo>
                    <a:pt x="42" y="229"/>
                  </a:lnTo>
                  <a:lnTo>
                    <a:pt x="42" y="228"/>
                  </a:lnTo>
                  <a:lnTo>
                    <a:pt x="42" y="226"/>
                  </a:lnTo>
                  <a:lnTo>
                    <a:pt x="44" y="225"/>
                  </a:lnTo>
                  <a:lnTo>
                    <a:pt x="44" y="224"/>
                  </a:lnTo>
                  <a:lnTo>
                    <a:pt x="45" y="222"/>
                  </a:lnTo>
                  <a:lnTo>
                    <a:pt x="45" y="220"/>
                  </a:lnTo>
                  <a:lnTo>
                    <a:pt x="46" y="218"/>
                  </a:lnTo>
                  <a:lnTo>
                    <a:pt x="46" y="216"/>
                  </a:lnTo>
                  <a:lnTo>
                    <a:pt x="48" y="214"/>
                  </a:lnTo>
                  <a:lnTo>
                    <a:pt x="49" y="212"/>
                  </a:lnTo>
                  <a:lnTo>
                    <a:pt x="49" y="210"/>
                  </a:lnTo>
                  <a:lnTo>
                    <a:pt x="50" y="208"/>
                  </a:lnTo>
                  <a:lnTo>
                    <a:pt x="50" y="206"/>
                  </a:lnTo>
                  <a:lnTo>
                    <a:pt x="52" y="204"/>
                  </a:lnTo>
                  <a:lnTo>
                    <a:pt x="52" y="202"/>
                  </a:lnTo>
                  <a:lnTo>
                    <a:pt x="53" y="201"/>
                  </a:lnTo>
                  <a:lnTo>
                    <a:pt x="53" y="200"/>
                  </a:lnTo>
                  <a:lnTo>
                    <a:pt x="53" y="198"/>
                  </a:lnTo>
                  <a:lnTo>
                    <a:pt x="54" y="197"/>
                  </a:lnTo>
                  <a:lnTo>
                    <a:pt x="54" y="196"/>
                  </a:lnTo>
                  <a:lnTo>
                    <a:pt x="56" y="194"/>
                  </a:lnTo>
                  <a:lnTo>
                    <a:pt x="56" y="193"/>
                  </a:lnTo>
                  <a:lnTo>
                    <a:pt x="56" y="192"/>
                  </a:lnTo>
                  <a:lnTo>
                    <a:pt x="56" y="190"/>
                  </a:lnTo>
                  <a:lnTo>
                    <a:pt x="57" y="190"/>
                  </a:lnTo>
                  <a:lnTo>
                    <a:pt x="57" y="189"/>
                  </a:lnTo>
                  <a:lnTo>
                    <a:pt x="57" y="188"/>
                  </a:lnTo>
                  <a:lnTo>
                    <a:pt x="58" y="186"/>
                  </a:lnTo>
                  <a:lnTo>
                    <a:pt x="58" y="185"/>
                  </a:lnTo>
                  <a:lnTo>
                    <a:pt x="58" y="184"/>
                  </a:lnTo>
                  <a:lnTo>
                    <a:pt x="60" y="183"/>
                  </a:lnTo>
                  <a:lnTo>
                    <a:pt x="60" y="181"/>
                  </a:lnTo>
                  <a:lnTo>
                    <a:pt x="60" y="180"/>
                  </a:lnTo>
                  <a:lnTo>
                    <a:pt x="60" y="179"/>
                  </a:lnTo>
                  <a:lnTo>
                    <a:pt x="61" y="177"/>
                  </a:lnTo>
                  <a:lnTo>
                    <a:pt x="61" y="176"/>
                  </a:lnTo>
                  <a:lnTo>
                    <a:pt x="62" y="173"/>
                  </a:lnTo>
                  <a:lnTo>
                    <a:pt x="62" y="172"/>
                  </a:lnTo>
                  <a:lnTo>
                    <a:pt x="64" y="171"/>
                  </a:lnTo>
                  <a:lnTo>
                    <a:pt x="64" y="168"/>
                  </a:lnTo>
                  <a:lnTo>
                    <a:pt x="64" y="165"/>
                  </a:lnTo>
                  <a:lnTo>
                    <a:pt x="65" y="164"/>
                  </a:lnTo>
                  <a:lnTo>
                    <a:pt x="66" y="161"/>
                  </a:lnTo>
                  <a:lnTo>
                    <a:pt x="66" y="160"/>
                  </a:lnTo>
                  <a:lnTo>
                    <a:pt x="66" y="157"/>
                  </a:lnTo>
                  <a:lnTo>
                    <a:pt x="68" y="156"/>
                  </a:lnTo>
                  <a:lnTo>
                    <a:pt x="68" y="155"/>
                  </a:lnTo>
                  <a:lnTo>
                    <a:pt x="69" y="153"/>
                  </a:lnTo>
                  <a:lnTo>
                    <a:pt x="69" y="152"/>
                  </a:lnTo>
                  <a:lnTo>
                    <a:pt x="69" y="151"/>
                  </a:lnTo>
                  <a:lnTo>
                    <a:pt x="70" y="149"/>
                  </a:lnTo>
                  <a:lnTo>
                    <a:pt x="70" y="148"/>
                  </a:lnTo>
                  <a:lnTo>
                    <a:pt x="70" y="147"/>
                  </a:lnTo>
                  <a:lnTo>
                    <a:pt x="70" y="145"/>
                  </a:lnTo>
                  <a:lnTo>
                    <a:pt x="72" y="144"/>
                  </a:lnTo>
                  <a:lnTo>
                    <a:pt x="72" y="143"/>
                  </a:lnTo>
                  <a:lnTo>
                    <a:pt x="72" y="141"/>
                  </a:lnTo>
                  <a:lnTo>
                    <a:pt x="73" y="141"/>
                  </a:lnTo>
                  <a:lnTo>
                    <a:pt x="73" y="140"/>
                  </a:lnTo>
                  <a:lnTo>
                    <a:pt x="73" y="139"/>
                  </a:lnTo>
                  <a:lnTo>
                    <a:pt x="73" y="137"/>
                  </a:lnTo>
                  <a:lnTo>
                    <a:pt x="74" y="136"/>
                  </a:lnTo>
                  <a:lnTo>
                    <a:pt x="74" y="135"/>
                  </a:lnTo>
                  <a:lnTo>
                    <a:pt x="74" y="133"/>
                  </a:lnTo>
                  <a:lnTo>
                    <a:pt x="76" y="132"/>
                  </a:lnTo>
                  <a:lnTo>
                    <a:pt x="76" y="131"/>
                  </a:lnTo>
                  <a:lnTo>
                    <a:pt x="76" y="130"/>
                  </a:lnTo>
                  <a:lnTo>
                    <a:pt x="77" y="128"/>
                  </a:lnTo>
                  <a:lnTo>
                    <a:pt x="77" y="126"/>
                  </a:lnTo>
                  <a:lnTo>
                    <a:pt x="77" y="124"/>
                  </a:lnTo>
                  <a:lnTo>
                    <a:pt x="78" y="122"/>
                  </a:lnTo>
                  <a:lnTo>
                    <a:pt x="78" y="120"/>
                  </a:lnTo>
                  <a:lnTo>
                    <a:pt x="79" y="118"/>
                  </a:lnTo>
                  <a:lnTo>
                    <a:pt x="79" y="116"/>
                  </a:lnTo>
                  <a:lnTo>
                    <a:pt x="81" y="114"/>
                  </a:lnTo>
                  <a:lnTo>
                    <a:pt x="81" y="112"/>
                  </a:lnTo>
                  <a:lnTo>
                    <a:pt x="82" y="110"/>
                  </a:lnTo>
                  <a:lnTo>
                    <a:pt x="82" y="108"/>
                  </a:lnTo>
                  <a:lnTo>
                    <a:pt x="82" y="107"/>
                  </a:lnTo>
                  <a:lnTo>
                    <a:pt x="83" y="106"/>
                  </a:lnTo>
                  <a:lnTo>
                    <a:pt x="83" y="104"/>
                  </a:lnTo>
                  <a:lnTo>
                    <a:pt x="83" y="103"/>
                  </a:lnTo>
                  <a:lnTo>
                    <a:pt x="85" y="102"/>
                  </a:lnTo>
                  <a:lnTo>
                    <a:pt x="85" y="100"/>
                  </a:lnTo>
                  <a:lnTo>
                    <a:pt x="85" y="99"/>
                  </a:lnTo>
                  <a:lnTo>
                    <a:pt x="85" y="98"/>
                  </a:lnTo>
                  <a:lnTo>
                    <a:pt x="86" y="96"/>
                  </a:lnTo>
                  <a:lnTo>
                    <a:pt x="86" y="95"/>
                  </a:lnTo>
                  <a:lnTo>
                    <a:pt x="86" y="94"/>
                  </a:lnTo>
                  <a:lnTo>
                    <a:pt x="86" y="92"/>
                  </a:lnTo>
                  <a:lnTo>
                    <a:pt x="86" y="91"/>
                  </a:lnTo>
                  <a:lnTo>
                    <a:pt x="86" y="90"/>
                  </a:lnTo>
                  <a:lnTo>
                    <a:pt x="87" y="90"/>
                  </a:lnTo>
                  <a:lnTo>
                    <a:pt x="87" y="88"/>
                  </a:lnTo>
                  <a:lnTo>
                    <a:pt x="87" y="87"/>
                  </a:lnTo>
                  <a:lnTo>
                    <a:pt x="87" y="86"/>
                  </a:lnTo>
                  <a:lnTo>
                    <a:pt x="87" y="84"/>
                  </a:lnTo>
                  <a:lnTo>
                    <a:pt x="87" y="83"/>
                  </a:lnTo>
                  <a:lnTo>
                    <a:pt x="87" y="82"/>
                  </a:lnTo>
                  <a:lnTo>
                    <a:pt x="87" y="81"/>
                  </a:lnTo>
                  <a:lnTo>
                    <a:pt x="87" y="78"/>
                  </a:lnTo>
                  <a:lnTo>
                    <a:pt x="87" y="77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1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89" y="66"/>
                  </a:lnTo>
                  <a:lnTo>
                    <a:pt x="89" y="65"/>
                  </a:lnTo>
                  <a:lnTo>
                    <a:pt x="89" y="63"/>
                  </a:lnTo>
                  <a:lnTo>
                    <a:pt x="89" y="62"/>
                  </a:lnTo>
                  <a:lnTo>
                    <a:pt x="89" y="61"/>
                  </a:lnTo>
                  <a:lnTo>
                    <a:pt x="89" y="59"/>
                  </a:lnTo>
                  <a:lnTo>
                    <a:pt x="90" y="59"/>
                  </a:lnTo>
                  <a:lnTo>
                    <a:pt x="90" y="58"/>
                  </a:lnTo>
                  <a:lnTo>
                    <a:pt x="90" y="57"/>
                  </a:lnTo>
                  <a:lnTo>
                    <a:pt x="90" y="55"/>
                  </a:lnTo>
                  <a:lnTo>
                    <a:pt x="90" y="54"/>
                  </a:lnTo>
                  <a:lnTo>
                    <a:pt x="90" y="53"/>
                  </a:lnTo>
                  <a:lnTo>
                    <a:pt x="90" y="51"/>
                  </a:lnTo>
                  <a:lnTo>
                    <a:pt x="90" y="50"/>
                  </a:lnTo>
                  <a:lnTo>
                    <a:pt x="91" y="49"/>
                  </a:lnTo>
                  <a:lnTo>
                    <a:pt x="91" y="47"/>
                  </a:lnTo>
                  <a:lnTo>
                    <a:pt x="91" y="46"/>
                  </a:lnTo>
                  <a:lnTo>
                    <a:pt x="91" y="45"/>
                  </a:lnTo>
                  <a:lnTo>
                    <a:pt x="91" y="43"/>
                  </a:lnTo>
                  <a:lnTo>
                    <a:pt x="93" y="42"/>
                  </a:lnTo>
                  <a:lnTo>
                    <a:pt x="93" y="41"/>
                  </a:lnTo>
                  <a:lnTo>
                    <a:pt x="93" y="39"/>
                  </a:lnTo>
                  <a:lnTo>
                    <a:pt x="93" y="38"/>
                  </a:lnTo>
                  <a:lnTo>
                    <a:pt x="93" y="37"/>
                  </a:lnTo>
                  <a:lnTo>
                    <a:pt x="93" y="35"/>
                  </a:lnTo>
                  <a:lnTo>
                    <a:pt x="94" y="35"/>
                  </a:lnTo>
                  <a:lnTo>
                    <a:pt x="94" y="34"/>
                  </a:lnTo>
                  <a:lnTo>
                    <a:pt x="94" y="33"/>
                  </a:lnTo>
                  <a:lnTo>
                    <a:pt x="94" y="31"/>
                  </a:lnTo>
                  <a:lnTo>
                    <a:pt x="94" y="30"/>
                  </a:lnTo>
                  <a:lnTo>
                    <a:pt x="94" y="29"/>
                  </a:lnTo>
                  <a:lnTo>
                    <a:pt x="94" y="28"/>
                  </a:lnTo>
                  <a:lnTo>
                    <a:pt x="94" y="26"/>
                  </a:lnTo>
                  <a:lnTo>
                    <a:pt x="94" y="25"/>
                  </a:lnTo>
                  <a:lnTo>
                    <a:pt x="94" y="24"/>
                  </a:lnTo>
                  <a:lnTo>
                    <a:pt x="94" y="22"/>
                  </a:lnTo>
                  <a:lnTo>
                    <a:pt x="94" y="21"/>
                  </a:lnTo>
                  <a:lnTo>
                    <a:pt x="94" y="20"/>
                  </a:lnTo>
                  <a:lnTo>
                    <a:pt x="94" y="17"/>
                  </a:lnTo>
                  <a:lnTo>
                    <a:pt x="94" y="16"/>
                  </a:lnTo>
                  <a:lnTo>
                    <a:pt x="94" y="14"/>
                  </a:lnTo>
                  <a:lnTo>
                    <a:pt x="94" y="13"/>
                  </a:lnTo>
                  <a:lnTo>
                    <a:pt x="94" y="10"/>
                  </a:lnTo>
                  <a:lnTo>
                    <a:pt x="94" y="9"/>
                  </a:lnTo>
                  <a:lnTo>
                    <a:pt x="94" y="6"/>
                  </a:lnTo>
                  <a:lnTo>
                    <a:pt x="94" y="5"/>
                  </a:lnTo>
                  <a:lnTo>
                    <a:pt x="94" y="2"/>
                  </a:lnTo>
                  <a:lnTo>
                    <a:pt x="93" y="0"/>
                  </a:lnTo>
                </a:path>
              </a:pathLst>
            </a:custGeom>
            <a:noFill/>
            <a:ln w="20701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6" name="Rectangle 48">
              <a:extLst>
                <a:ext uri="{FF2B5EF4-FFF2-40B4-BE49-F238E27FC236}">
                  <a16:creationId xmlns:a16="http://schemas.microsoft.com/office/drawing/2014/main" id="{F1E2BC1F-6B0A-4D5E-AAF9-D656B2E5A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40360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7" name="Rectangle 49">
              <a:extLst>
                <a:ext uri="{FF2B5EF4-FFF2-40B4-BE49-F238E27FC236}">
                  <a16:creationId xmlns:a16="http://schemas.microsoft.com/office/drawing/2014/main" id="{6BBB2840-3A92-4481-92ED-FF2048071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502025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8" name="Rectangle 50">
              <a:extLst>
                <a:ext uri="{FF2B5EF4-FFF2-40B4-BE49-F238E27FC236}">
                  <a16:creationId xmlns:a16="http://schemas.microsoft.com/office/drawing/2014/main" id="{2896E73B-0FE1-4B2E-A14C-4F45B2658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288" y="36861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19" name="Rectangle 51">
              <a:extLst>
                <a:ext uri="{FF2B5EF4-FFF2-40B4-BE49-F238E27FC236}">
                  <a16:creationId xmlns:a16="http://schemas.microsoft.com/office/drawing/2014/main" id="{718F4A61-D106-45AD-9414-7FD097409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363" y="3786188"/>
              <a:ext cx="204787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0" name="Rectangle 52">
              <a:extLst>
                <a:ext uri="{FF2B5EF4-FFF2-40B4-BE49-F238E27FC236}">
                  <a16:creationId xmlns:a16="http://schemas.microsoft.com/office/drawing/2014/main" id="{F3FA0452-F9B9-43B9-BED6-4A50BC267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1" name="Rectangle 53">
              <a:extLst>
                <a:ext uri="{FF2B5EF4-FFF2-40B4-BE49-F238E27FC236}">
                  <a16:creationId xmlns:a16="http://schemas.microsoft.com/office/drawing/2014/main" id="{95B65D46-25C5-4D7F-856C-EC49AAB70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9338" y="3660775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2" name="Rectangle 54">
              <a:extLst>
                <a:ext uri="{FF2B5EF4-FFF2-40B4-BE49-F238E27FC236}">
                  <a16:creationId xmlns:a16="http://schemas.microsoft.com/office/drawing/2014/main" id="{1677A071-1184-489B-85F5-732B0F9B4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3562350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3" name="Rectangle 55">
              <a:extLst>
                <a:ext uri="{FF2B5EF4-FFF2-40B4-BE49-F238E27FC236}">
                  <a16:creationId xmlns:a16="http://schemas.microsoft.com/office/drawing/2014/main" id="{0AB2ECB1-1EBC-442D-BDB2-3A45DE343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513" y="3660775"/>
              <a:ext cx="203200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24" name="Line 56">
              <a:extLst>
                <a:ext uri="{FF2B5EF4-FFF2-40B4-BE49-F238E27FC236}">
                  <a16:creationId xmlns:a16="http://schemas.microsoft.com/office/drawing/2014/main" id="{73ADCA54-5C48-4B9E-B9D6-36F6A2ACB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36861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5" name="Rectangle 66">
              <a:extLst>
                <a:ext uri="{FF2B5EF4-FFF2-40B4-BE49-F238E27FC236}">
                  <a16:creationId xmlns:a16="http://schemas.microsoft.com/office/drawing/2014/main" id="{D65DBCBA-4891-4858-8C18-9121D3536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100" y="3562350"/>
              <a:ext cx="246063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>
                  <a:solidFill>
                    <a:srgbClr val="000000"/>
                  </a:solidFill>
                  <a:latin typeface="Times-Roman" charset="0"/>
                </a:rPr>
                <a:t>+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54274" name="Rectangle 94">
            <a:extLst>
              <a:ext uri="{FF2B5EF4-FFF2-40B4-BE49-F238E27FC236}">
                <a16:creationId xmlns:a16="http://schemas.microsoft.com/office/drawing/2014/main" id="{2C39E1C3-1BC7-495D-A357-0B8E6DC7F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524000"/>
            <a:ext cx="1116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AND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54275" name="Group 1">
            <a:extLst>
              <a:ext uri="{FF2B5EF4-FFF2-40B4-BE49-F238E27FC236}">
                <a16:creationId xmlns:a16="http://schemas.microsoft.com/office/drawing/2014/main" id="{AD68F241-7DBA-4483-9CDA-E799F5108B00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990600"/>
            <a:ext cx="1611313" cy="441325"/>
            <a:chOff x="654050" y="2740025"/>
            <a:chExt cx="1610727" cy="441325"/>
          </a:xfrm>
        </p:grpSpPr>
        <p:sp>
          <p:nvSpPr>
            <p:cNvPr id="54302" name="Line 16">
              <a:extLst>
                <a:ext uri="{FF2B5EF4-FFF2-40B4-BE49-F238E27FC236}">
                  <a16:creationId xmlns:a16="http://schemas.microsoft.com/office/drawing/2014/main" id="{E309051A-1083-4FEE-BA4F-CA8CF91169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39900" y="2949575"/>
              <a:ext cx="295275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3" name="Line 17">
              <a:extLst>
                <a:ext uri="{FF2B5EF4-FFF2-40B4-BE49-F238E27FC236}">
                  <a16:creationId xmlns:a16="http://schemas.microsoft.com/office/drawing/2014/main" id="{5F800B5E-4E95-4500-8A85-423106C81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00" y="2949575"/>
              <a:ext cx="312737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4" name="Freeform 18">
              <a:extLst>
                <a:ext uri="{FF2B5EF4-FFF2-40B4-BE49-F238E27FC236}">
                  <a16:creationId xmlns:a16="http://schemas.microsoft.com/office/drawing/2014/main" id="{4AF1D9FA-C6D5-4996-9F20-A6BFD19C9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937" y="2740025"/>
              <a:ext cx="442913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5" name="Freeform 19">
              <a:extLst>
                <a:ext uri="{FF2B5EF4-FFF2-40B4-BE49-F238E27FC236}">
                  <a16:creationId xmlns:a16="http://schemas.microsoft.com/office/drawing/2014/main" id="{CF7899E0-A1BC-41CC-9946-9E388DDC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900" y="2890837"/>
              <a:ext cx="117475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6" name="Rectangle 96">
              <a:extLst>
                <a:ext uri="{FF2B5EF4-FFF2-40B4-BE49-F238E27FC236}">
                  <a16:creationId xmlns:a16="http://schemas.microsoft.com/office/drawing/2014/main" id="{21F6E9AF-2C70-4155-83AD-39FD4A8B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050" y="2846387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307" name="Line 97">
              <a:extLst>
                <a:ext uri="{FF2B5EF4-FFF2-40B4-BE49-F238E27FC236}">
                  <a16:creationId xmlns:a16="http://schemas.microsoft.com/office/drawing/2014/main" id="{430C9DF9-06B6-480F-9927-74FA43349A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7138" y="2842419"/>
              <a:ext cx="126527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8" name="Rectangle 98">
              <a:extLst>
                <a:ext uri="{FF2B5EF4-FFF2-40B4-BE49-F238E27FC236}">
                  <a16:creationId xmlns:a16="http://schemas.microsoft.com/office/drawing/2014/main" id="{EF7D526E-B8D8-45F5-8722-C172FF044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014" y="28194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54276" name="Group 1">
            <a:extLst>
              <a:ext uri="{FF2B5EF4-FFF2-40B4-BE49-F238E27FC236}">
                <a16:creationId xmlns:a16="http://schemas.microsoft.com/office/drawing/2014/main" id="{C5135D5D-BD51-4553-8A60-964583EC4B9C}"/>
              </a:ext>
            </a:extLst>
          </p:cNvPr>
          <p:cNvGrpSpPr>
            <a:grpSpLocks/>
          </p:cNvGrpSpPr>
          <p:nvPr/>
        </p:nvGrpSpPr>
        <p:grpSpPr bwMode="auto">
          <a:xfrm>
            <a:off x="3438525" y="914400"/>
            <a:ext cx="2151063" cy="625475"/>
            <a:chOff x="1916113" y="752475"/>
            <a:chExt cx="2150269" cy="625475"/>
          </a:xfrm>
        </p:grpSpPr>
        <p:sp>
          <p:nvSpPr>
            <p:cNvPr id="54281" name="Freeform 10">
              <a:extLst>
                <a:ext uri="{FF2B5EF4-FFF2-40B4-BE49-F238E27FC236}">
                  <a16:creationId xmlns:a16="http://schemas.microsoft.com/office/drawing/2014/main" id="{BFBD6F18-43C5-4E52-A264-3995C1A0C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688" y="993775"/>
              <a:ext cx="168275" cy="1588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282" name="Line 11">
              <a:extLst>
                <a:ext uri="{FF2B5EF4-FFF2-40B4-BE49-F238E27FC236}">
                  <a16:creationId xmlns:a16="http://schemas.microsoft.com/office/drawing/2014/main" id="{3B90E9AA-D3DB-4CD0-83B8-3038BF6EF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993775"/>
              <a:ext cx="168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3" name="Freeform 12">
              <a:extLst>
                <a:ext uri="{FF2B5EF4-FFF2-40B4-BE49-F238E27FC236}">
                  <a16:creationId xmlns:a16="http://schemas.microsoft.com/office/drawing/2014/main" id="{E6F92A32-0F18-4214-8BE5-6F122096E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1162050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4" name="Line 13">
              <a:extLst>
                <a:ext uri="{FF2B5EF4-FFF2-40B4-BE49-F238E27FC236}">
                  <a16:creationId xmlns:a16="http://schemas.microsoft.com/office/drawing/2014/main" id="{59312E4C-D46C-42D0-AAFD-C50E443182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1162050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5" name="Freeform 14">
              <a:extLst>
                <a:ext uri="{FF2B5EF4-FFF2-40B4-BE49-F238E27FC236}">
                  <a16:creationId xmlns:a16="http://schemas.microsoft.com/office/drawing/2014/main" id="{7F028CE0-3CFB-49F3-BA23-F7A81D594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038" y="847725"/>
              <a:ext cx="295275" cy="1588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6" name="Line 15">
              <a:extLst>
                <a:ext uri="{FF2B5EF4-FFF2-40B4-BE49-F238E27FC236}">
                  <a16:creationId xmlns:a16="http://schemas.microsoft.com/office/drawing/2014/main" id="{A0D2646B-2138-4F84-91EE-10B4EAE6A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5038" y="847725"/>
              <a:ext cx="295275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7" name="Rectangle 73">
              <a:extLst>
                <a:ext uri="{FF2B5EF4-FFF2-40B4-BE49-F238E27FC236}">
                  <a16:creationId xmlns:a16="http://schemas.microsoft.com/office/drawing/2014/main" id="{47443079-351A-44BC-BDF1-9778477AB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75247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8" name="Rectangle 74">
              <a:extLst>
                <a:ext uri="{FF2B5EF4-FFF2-40B4-BE49-F238E27FC236}">
                  <a16:creationId xmlns:a16="http://schemas.microsoft.com/office/drawing/2014/main" id="{E8444686-95DE-4DDD-BB0A-F3FC5BB8F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852488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89" name="Rectangle 75">
              <a:extLst>
                <a:ext uri="{FF2B5EF4-FFF2-40B4-BE49-F238E27FC236}">
                  <a16:creationId xmlns:a16="http://schemas.microsoft.com/office/drawing/2014/main" id="{3E8A134F-DB37-4702-A0D8-DE7FB13ED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113" y="1036638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0" name="Rectangle 76">
              <a:extLst>
                <a:ext uri="{FF2B5EF4-FFF2-40B4-BE49-F238E27FC236}">
                  <a16:creationId xmlns:a16="http://schemas.microsoft.com/office/drawing/2014/main" id="{0BBE70FE-4657-41D8-9455-F00EC6680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88" y="1136650"/>
              <a:ext cx="2063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1" name="Rectangle 77">
              <a:extLst>
                <a:ext uri="{FF2B5EF4-FFF2-40B4-BE49-F238E27FC236}">
                  <a16:creationId xmlns:a16="http://schemas.microsoft.com/office/drawing/2014/main" id="{E042CC91-81AD-43CF-9F7D-61DE49C54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2" name="Rectangle 78">
              <a:extLst>
                <a:ext uri="{FF2B5EF4-FFF2-40B4-BE49-F238E27FC236}">
                  <a16:creationId xmlns:a16="http://schemas.microsoft.com/office/drawing/2014/main" id="{6EE186C4-156D-4431-BCCD-1BDB1D78A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750" y="985838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3" name="Rectangle 79">
              <a:extLst>
                <a:ext uri="{FF2B5EF4-FFF2-40B4-BE49-F238E27FC236}">
                  <a16:creationId xmlns:a16="http://schemas.microsoft.com/office/drawing/2014/main" id="{A5565101-DB3C-46FB-A063-2E5E19B42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8" y="885825"/>
              <a:ext cx="22225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500" b="0" i="1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4" name="Rectangle 80">
              <a:extLst>
                <a:ext uri="{FF2B5EF4-FFF2-40B4-BE49-F238E27FC236}">
                  <a16:creationId xmlns:a16="http://schemas.microsoft.com/office/drawing/2014/main" id="{8B576330-4C4C-463C-892C-28693254D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594" y="993775"/>
              <a:ext cx="204788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295" name="Line 81">
              <a:extLst>
                <a:ext uri="{FF2B5EF4-FFF2-40B4-BE49-F238E27FC236}">
                  <a16:creationId xmlns:a16="http://schemas.microsoft.com/office/drawing/2014/main" id="{DD68F496-E794-458F-B993-1014852619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55963" y="993775"/>
              <a:ext cx="147637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4296" name="Group 110">
              <a:extLst>
                <a:ext uri="{FF2B5EF4-FFF2-40B4-BE49-F238E27FC236}">
                  <a16:creationId xmlns:a16="http://schemas.microsoft.com/office/drawing/2014/main" id="{432D0652-FE58-4AD2-860E-F262831B8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0313" y="754063"/>
              <a:ext cx="577850" cy="482600"/>
              <a:chOff x="3435" y="821"/>
              <a:chExt cx="421" cy="354"/>
            </a:xfrm>
          </p:grpSpPr>
          <p:sp>
            <p:nvSpPr>
              <p:cNvPr id="54297" name="Line 111">
                <a:extLst>
                  <a:ext uri="{FF2B5EF4-FFF2-40B4-BE49-F238E27FC236}">
                    <a16:creationId xmlns:a16="http://schemas.microsoft.com/office/drawing/2014/main" id="{736943A9-75EC-4020-ADF7-5EA6826AF0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8" name="Line 112">
                <a:extLst>
                  <a:ext uri="{FF2B5EF4-FFF2-40B4-BE49-F238E27FC236}">
                    <a16:creationId xmlns:a16="http://schemas.microsoft.com/office/drawing/2014/main" id="{3C6BB3A5-A8AC-4788-964D-6293C16E2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299" name="Arc 113">
                <a:extLst>
                  <a:ext uri="{FF2B5EF4-FFF2-40B4-BE49-F238E27FC236}">
                    <a16:creationId xmlns:a16="http://schemas.microsoft.com/office/drawing/2014/main" id="{73A99BB4-0F39-42BF-B098-3E1E1F21F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0" name="Arc 114">
                <a:extLst>
                  <a:ext uri="{FF2B5EF4-FFF2-40B4-BE49-F238E27FC236}">
                    <a16:creationId xmlns:a16="http://schemas.microsoft.com/office/drawing/2014/main" id="{DE581DC3-F30D-4D8A-B6AF-0CAF83E0BF3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01" name="Line 115">
                <a:extLst>
                  <a:ext uri="{FF2B5EF4-FFF2-40B4-BE49-F238E27FC236}">
                    <a16:creationId xmlns:a16="http://schemas.microsoft.com/office/drawing/2014/main" id="{7C8322C7-9255-4417-A53A-F2E35A4B8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4277" name="Rectangle 2">
            <a:extLst>
              <a:ext uri="{FF2B5EF4-FFF2-40B4-BE49-F238E27FC236}">
                <a16:creationId xmlns:a16="http://schemas.microsoft.com/office/drawing/2014/main" id="{0EC5D29C-C3A1-449F-970E-1186F10D1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43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Implement Basic Logic Gates with 2-to-1 MUX</a:t>
            </a:r>
          </a:p>
        </p:txBody>
      </p:sp>
      <p:sp>
        <p:nvSpPr>
          <p:cNvPr id="54279" name="Rectangle 94">
            <a:extLst>
              <a:ext uri="{FF2B5EF4-FFF2-40B4-BE49-F238E27FC236}">
                <a16:creationId xmlns:a16="http://schemas.microsoft.com/office/drawing/2014/main" id="{27D1C09B-05E7-4E87-B167-40D77888A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1600200"/>
            <a:ext cx="955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OR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54280" name="Rectangle 94">
            <a:extLst>
              <a:ext uri="{FF2B5EF4-FFF2-40B4-BE49-F238E27FC236}">
                <a16:creationId xmlns:a16="http://schemas.microsoft.com/office/drawing/2014/main" id="{1670780D-88DD-41C7-9AF5-7FE6F9C9B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27175"/>
            <a:ext cx="1108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Helvetica" panose="020B0604020202020204" pitchFamily="34" charset="0"/>
              </a:rPr>
              <a:t>NOT gate</a:t>
            </a:r>
            <a:r>
              <a:rPr lang="en-US" altLang="en-US" sz="1500" b="0">
                <a:solidFill>
                  <a:srgbClr val="000000"/>
                </a:solidFill>
                <a:latin typeface="Helvetica" panose="020B0604020202020204" pitchFamily="34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grpSp>
        <p:nvGrpSpPr>
          <p:cNvPr id="61" name="Group 13">
            <a:extLst>
              <a:ext uri="{FF2B5EF4-FFF2-40B4-BE49-F238E27FC236}">
                <a16:creationId xmlns:a16="http://schemas.microsoft.com/office/drawing/2014/main" id="{CD0F579B-08F8-47D0-A499-C0F49D848358}"/>
              </a:ext>
            </a:extLst>
          </p:cNvPr>
          <p:cNvGrpSpPr>
            <a:grpSpLocks/>
          </p:cNvGrpSpPr>
          <p:nvPr/>
        </p:nvGrpSpPr>
        <p:grpSpPr bwMode="auto">
          <a:xfrm>
            <a:off x="553962" y="2222498"/>
            <a:ext cx="1485893" cy="1636987"/>
            <a:chOff x="5715000" y="2590800"/>
            <a:chExt cx="1600200" cy="1676400"/>
          </a:xfrm>
        </p:grpSpPr>
        <p:cxnSp>
          <p:nvCxnSpPr>
            <p:cNvPr id="62" name="Straight Connector 11">
              <a:extLst>
                <a:ext uri="{FF2B5EF4-FFF2-40B4-BE49-F238E27FC236}">
                  <a16:creationId xmlns:a16="http://schemas.microsoft.com/office/drawing/2014/main" id="{DA3CFF5E-F676-4EFB-8491-C09B00A192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2743200"/>
              <a:ext cx="0" cy="152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Straight Connector 12">
              <a:extLst>
                <a:ext uri="{FF2B5EF4-FFF2-40B4-BE49-F238E27FC236}">
                  <a16:creationId xmlns:a16="http://schemas.microsoft.com/office/drawing/2014/main" id="{38B5ADCB-EE61-4518-A762-95AE2B1EEF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15000" y="3124200"/>
              <a:ext cx="1600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TextBox 9">
              <a:extLst>
                <a:ext uri="{FF2B5EF4-FFF2-40B4-BE49-F238E27FC236}">
                  <a16:creationId xmlns:a16="http://schemas.microsoft.com/office/drawing/2014/main" id="{27E2DDA6-A8B1-4634-84C7-7211F9C3C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sp>
          <p:nvSpPr>
            <p:cNvPr id="65" name="TextBox 74">
              <a:extLst>
                <a:ext uri="{FF2B5EF4-FFF2-40B4-BE49-F238E27FC236}">
                  <a16:creationId xmlns:a16="http://schemas.microsoft.com/office/drawing/2014/main" id="{31F5A647-74FF-470D-BC06-D2495FF45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705" y="2590800"/>
              <a:ext cx="44029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</a:p>
          </p:txBody>
        </p:sp>
        <p:cxnSp>
          <p:nvCxnSpPr>
            <p:cNvPr id="66" name="Straight Connector 15">
              <a:extLst>
                <a:ext uri="{FF2B5EF4-FFF2-40B4-BE49-F238E27FC236}">
                  <a16:creationId xmlns:a16="http://schemas.microsoft.com/office/drawing/2014/main" id="{9FDA28BF-F2E9-4074-9781-17EAFD15AD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8000" y="2743200"/>
              <a:ext cx="2286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" name="TextBox 77">
              <a:extLst>
                <a:ext uri="{FF2B5EF4-FFF2-40B4-BE49-F238E27FC236}">
                  <a16:creationId xmlns:a16="http://schemas.microsoft.com/office/drawing/2014/main" id="{4740E51D-4936-42D1-9AB3-E71359915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2105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  <p:sp>
          <p:nvSpPr>
            <p:cNvPr id="68" name="TextBox 78">
              <a:extLst>
                <a:ext uri="{FF2B5EF4-FFF2-40B4-BE49-F238E27FC236}">
                  <a16:creationId xmlns:a16="http://schemas.microsoft.com/office/drawing/2014/main" id="{EB2C2B15-B4D8-48CA-A0D1-401149025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74398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69" name="TextBox 80">
              <a:extLst>
                <a:ext uri="{FF2B5EF4-FFF2-40B4-BE49-F238E27FC236}">
                  <a16:creationId xmlns:a16="http://schemas.microsoft.com/office/drawing/2014/main" id="{03034794-08D4-4238-8C20-FF8EDF6852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2004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dirty="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70" name="TextBox 81">
              <a:extLst>
                <a:ext uri="{FF2B5EF4-FFF2-40B4-BE49-F238E27FC236}">
                  <a16:creationId xmlns:a16="http://schemas.microsoft.com/office/drawing/2014/main" id="{2435BB17-CB17-4C23-B9BB-831903A4B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8598" y="373380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latin typeface="Times" panose="02020603050405020304" pitchFamily="18" charset="0"/>
                </a:rPr>
                <a:t>0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CB17020-1801-459E-996A-C06F4AB19F46}"/>
              </a:ext>
            </a:extLst>
          </p:cNvPr>
          <p:cNvGrpSpPr>
            <a:grpSpLocks/>
          </p:cNvGrpSpPr>
          <p:nvPr/>
        </p:nvGrpSpPr>
        <p:grpSpPr bwMode="auto">
          <a:xfrm>
            <a:off x="630325" y="4724582"/>
            <a:ext cx="1635039" cy="1758949"/>
            <a:chOff x="6053138" y="2560638"/>
            <a:chExt cx="1531961" cy="1384300"/>
          </a:xfrm>
        </p:grpSpPr>
        <p:sp>
          <p:nvSpPr>
            <p:cNvPr id="89" name="Line 290">
              <a:extLst>
                <a:ext uri="{FF2B5EF4-FFF2-40B4-BE49-F238E27FC236}">
                  <a16:creationId xmlns:a16="http://schemas.microsoft.com/office/drawing/2014/main" id="{ABD40EB0-EAD9-401D-BF07-549627FA22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45238" y="3241675"/>
              <a:ext cx="27463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291">
              <a:extLst>
                <a:ext uri="{FF2B5EF4-FFF2-40B4-BE49-F238E27FC236}">
                  <a16:creationId xmlns:a16="http://schemas.microsoft.com/office/drawing/2014/main" id="{3B0A3F7E-BE21-4C9C-ACFE-1BF018A45C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3649663"/>
              <a:ext cx="295275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292">
              <a:extLst>
                <a:ext uri="{FF2B5EF4-FFF2-40B4-BE49-F238E27FC236}">
                  <a16:creationId xmlns:a16="http://schemas.microsoft.com/office/drawing/2014/main" id="{EF13FF1F-1CD2-4B10-9A6A-35F92ABBD1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00875" y="3444875"/>
              <a:ext cx="287338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93">
              <a:extLst>
                <a:ext uri="{FF2B5EF4-FFF2-40B4-BE49-F238E27FC236}">
                  <a16:creationId xmlns:a16="http://schemas.microsoft.com/office/drawing/2014/main" id="{402C1C80-6FAE-4240-AFF4-B4D9D233D6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11938" y="2946400"/>
              <a:ext cx="388937" cy="998538"/>
            </a:xfrm>
            <a:custGeom>
              <a:avLst/>
              <a:gdLst>
                <a:gd name="T0" fmla="*/ 2147483646 w 505"/>
                <a:gd name="T1" fmla="*/ 2147483646 h 1297"/>
                <a:gd name="T2" fmla="*/ 2147483646 w 505"/>
                <a:gd name="T3" fmla="*/ 2147483646 h 1297"/>
                <a:gd name="T4" fmla="*/ 0 w 505"/>
                <a:gd name="T5" fmla="*/ 0 h 1297"/>
                <a:gd name="T6" fmla="*/ 0 w 505"/>
                <a:gd name="T7" fmla="*/ 2147483646 h 1297"/>
                <a:gd name="T8" fmla="*/ 2147483646 w 505"/>
                <a:gd name="T9" fmla="*/ 2147483646 h 12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5" h="1297">
                  <a:moveTo>
                    <a:pt x="505" y="1033"/>
                  </a:moveTo>
                  <a:lnTo>
                    <a:pt x="505" y="264"/>
                  </a:lnTo>
                  <a:lnTo>
                    <a:pt x="0" y="0"/>
                  </a:lnTo>
                  <a:lnTo>
                    <a:pt x="0" y="1297"/>
                  </a:lnTo>
                  <a:lnTo>
                    <a:pt x="505" y="1033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294">
              <a:extLst>
                <a:ext uri="{FF2B5EF4-FFF2-40B4-BE49-F238E27FC236}">
                  <a16:creationId xmlns:a16="http://schemas.microsoft.com/office/drawing/2014/main" id="{D9496A4A-F6C9-47C7-957B-3563ECC6CF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96088" y="2651125"/>
              <a:ext cx="3175" cy="3873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Rectangle 295">
              <a:extLst>
                <a:ext uri="{FF2B5EF4-FFF2-40B4-BE49-F238E27FC236}">
                  <a16:creationId xmlns:a16="http://schemas.microsoft.com/office/drawing/2014/main" id="{D4436360-E687-425C-9FB5-2A3A187AEC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51725" y="3362325"/>
              <a:ext cx="133374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5" name="Line 296">
              <a:extLst>
                <a:ext uri="{FF2B5EF4-FFF2-40B4-BE49-F238E27FC236}">
                  <a16:creationId xmlns:a16="http://schemas.microsoft.com/office/drawing/2014/main" id="{6E3218FA-F1C7-4A59-B895-B98E10CB46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316663" y="2651125"/>
              <a:ext cx="479425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Rectangle 297">
              <a:extLst>
                <a:ext uri="{FF2B5EF4-FFF2-40B4-BE49-F238E27FC236}">
                  <a16:creationId xmlns:a16="http://schemas.microsoft.com/office/drawing/2014/main" id="{A66CBCDB-C81C-426E-9EB0-A01C311CC4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42038" y="2560638"/>
              <a:ext cx="175631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 dirty="0">
                  <a:solidFill>
                    <a:srgbClr val="000000"/>
                  </a:solidFill>
                  <a:latin typeface="Times-Roman" charset="0"/>
                </a:rPr>
                <a:t>x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7" name="Rectangle 298">
              <a:extLst>
                <a:ext uri="{FF2B5EF4-FFF2-40B4-BE49-F238E27FC236}">
                  <a16:creationId xmlns:a16="http://schemas.microsoft.com/office/drawing/2014/main" id="{71EC91A2-19FF-4A37-BFA4-BA9AF35E3F8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121025"/>
              <a:ext cx="63385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 dirty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8" name="Rectangle 299">
              <a:extLst>
                <a:ext uri="{FF2B5EF4-FFF2-40B4-BE49-F238E27FC236}">
                  <a16:creationId xmlns:a16="http://schemas.microsoft.com/office/drawing/2014/main" id="{BC04C441-924A-4B2E-876B-F7328B801E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209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dirty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99" name="Rectangle 300">
              <a:extLst>
                <a:ext uri="{FF2B5EF4-FFF2-40B4-BE49-F238E27FC236}">
                  <a16:creationId xmlns:a16="http://schemas.microsoft.com/office/drawing/2014/main" id="{7454070E-CD3E-4D11-90AE-C9835753EF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53138" y="3519488"/>
              <a:ext cx="63385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 dirty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100" name="Rectangle 301">
              <a:extLst>
                <a:ext uri="{FF2B5EF4-FFF2-40B4-BE49-F238E27FC236}">
                  <a16:creationId xmlns:a16="http://schemas.microsoft.com/office/drawing/2014/main" id="{073446C2-9151-45D9-AE20-969B79B415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32513" y="3606800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 dirty="0">
                <a:latin typeface="Times" panose="02020603050405020304" pitchFamily="18" charset="0"/>
              </a:endParaRPr>
            </a:p>
          </p:txBody>
        </p:sp>
        <p:sp>
          <p:nvSpPr>
            <p:cNvPr id="101" name="Rectangle 302">
              <a:extLst>
                <a:ext uri="{FF2B5EF4-FFF2-40B4-BE49-F238E27FC236}">
                  <a16:creationId xmlns:a16="http://schemas.microsoft.com/office/drawing/2014/main" id="{0A8298B8-B2CA-4B78-80AD-3CE5FABBA7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198813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2" name="Rectangle 303">
              <a:extLst>
                <a:ext uri="{FF2B5EF4-FFF2-40B4-BE49-F238E27FC236}">
                  <a16:creationId xmlns:a16="http://schemas.microsoft.com/office/drawing/2014/main" id="{FE0845CB-C1CB-4E67-B00A-1471DC027B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88138" y="3590925"/>
              <a:ext cx="190156" cy="239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45F1DD1-FD4D-469C-838D-EF5A2ECB0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557" y="2335211"/>
            <a:ext cx="2595098" cy="19369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6" name="Picture 2" descr="Screen shot 2015-10-09 at 3.42.23 PM.png">
            <a:extLst>
              <a:ext uri="{FF2B5EF4-FFF2-40B4-BE49-F238E27FC236}">
                <a16:creationId xmlns:a16="http://schemas.microsoft.com/office/drawing/2014/main" id="{F31C453B-AFDA-4607-BF43-9D18E1241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257" y="4545985"/>
            <a:ext cx="2281748" cy="200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189488-2373-4FF8-98C7-27EC2FE4C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189" y="2295639"/>
            <a:ext cx="2624211" cy="197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3" name="Picture 20" descr="Screen shot 2015-10-09 at 3.42.43 PM.png">
            <a:extLst>
              <a:ext uri="{FF2B5EF4-FFF2-40B4-BE49-F238E27FC236}">
                <a16:creationId xmlns:a16="http://schemas.microsoft.com/office/drawing/2014/main" id="{F93F520A-EE58-4D39-A6D3-6028BFE2F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00" y="4735104"/>
            <a:ext cx="1946387" cy="170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883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3177FF09-EF70-42E8-8A5C-607638BF7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Implications</a:t>
            </a:r>
          </a:p>
        </p:txBody>
      </p:sp>
      <p:sp>
        <p:nvSpPr>
          <p:cNvPr id="78850" name="Content Placeholder 2">
            <a:extLst>
              <a:ext uri="{FF2B5EF4-FFF2-40B4-BE49-F238E27FC236}">
                <a16:creationId xmlns:a16="http://schemas.microsoft.com/office/drawing/2014/main" id="{43C3BB83-AA63-4FF0-8543-076130FBA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19200"/>
            <a:ext cx="8915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endParaRPr lang="en-US" altLang="en-US"/>
          </a:p>
          <a:p>
            <a:pPr algn="ctr">
              <a:buFontTx/>
              <a:buNone/>
            </a:pPr>
            <a:r>
              <a:rPr lang="en-US" altLang="en-US" sz="3200"/>
              <a:t>Any Boolean function can be implemented </a:t>
            </a:r>
          </a:p>
          <a:p>
            <a:pPr algn="ctr">
              <a:buFontTx/>
              <a:buNone/>
            </a:pPr>
            <a:r>
              <a:rPr lang="en-US" altLang="en-US" sz="3200"/>
              <a:t>using only 2-to-1 multiplexers!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>
            <a:extLst>
              <a:ext uri="{FF2B5EF4-FFF2-40B4-BE49-F238E27FC236}">
                <a16:creationId xmlns:a16="http://schemas.microsoft.com/office/drawing/2014/main" id="{A27FF2C0-CD6F-4EEF-AA17-6F97476AB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Synthesis of Logic Circuits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Using Multiplexers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E9A2FA5B-77B3-42EB-827A-CA91E98EA1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 x 2 Crossbar switch</a:t>
            </a:r>
          </a:p>
        </p:txBody>
      </p:sp>
      <p:sp>
        <p:nvSpPr>
          <p:cNvPr id="80922" name="TextBox 125">
            <a:extLst>
              <a:ext uri="{FF2B5EF4-FFF2-40B4-BE49-F238E27FC236}">
                <a16:creationId xmlns:a16="http://schemas.microsoft.com/office/drawing/2014/main" id="{75556893-4C8E-4AE3-98B1-B37FDB66D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4.5a from the textbook ]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4017B3-A0CC-46F3-8638-7EE06741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55" y="1447800"/>
            <a:ext cx="6521890" cy="299625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F56AD487-F3D1-4E93-8E31-099F41B28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 x 2 Crossbar switch</a:t>
            </a:r>
          </a:p>
        </p:txBody>
      </p:sp>
      <p:sp>
        <p:nvSpPr>
          <p:cNvPr id="81922" name="Line 4">
            <a:extLst>
              <a:ext uri="{FF2B5EF4-FFF2-40B4-BE49-F238E27FC236}">
                <a16:creationId xmlns:a16="http://schemas.microsoft.com/office/drawing/2014/main" id="{8554E522-7A8D-473B-9E99-DE132AD978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75100" y="2298700"/>
            <a:ext cx="1263650" cy="379413"/>
          </a:xfrm>
          <a:prstGeom prst="line">
            <a:avLst/>
          </a:prstGeom>
          <a:noFill/>
          <a:ln w="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3" name="Line 5">
            <a:extLst>
              <a:ext uri="{FF2B5EF4-FFF2-40B4-BE49-F238E27FC236}">
                <a16:creationId xmlns:a16="http://schemas.microsoft.com/office/drawing/2014/main" id="{86BE7803-E539-4A73-845E-5B8CA4831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298700"/>
            <a:ext cx="1263650" cy="1588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4" name="Line 6">
            <a:extLst>
              <a:ext uri="{FF2B5EF4-FFF2-40B4-BE49-F238E27FC236}">
                <a16:creationId xmlns:a16="http://schemas.microsoft.com/office/drawing/2014/main" id="{88CD2A50-ED22-4B16-9849-DE7E19FE2A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5100" y="2298700"/>
            <a:ext cx="1263650" cy="379413"/>
          </a:xfrm>
          <a:prstGeom prst="line">
            <a:avLst/>
          </a:prstGeom>
          <a:noFill/>
          <a:ln w="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5" name="Line 7">
            <a:extLst>
              <a:ext uri="{FF2B5EF4-FFF2-40B4-BE49-F238E27FC236}">
                <a16:creationId xmlns:a16="http://schemas.microsoft.com/office/drawing/2014/main" id="{8A578563-4E7F-4BB2-9C08-24B5EAAE1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2678113"/>
            <a:ext cx="1263650" cy="1587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6" name="Rectangle 38">
            <a:extLst>
              <a:ext uri="{FF2B5EF4-FFF2-40B4-BE49-F238E27FC236}">
                <a16:creationId xmlns:a16="http://schemas.microsoft.com/office/drawing/2014/main" id="{A649D01A-3136-4FA0-95D6-F774A4744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2003425"/>
            <a:ext cx="1263650" cy="947738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27" name="Rectangle 40">
            <a:extLst>
              <a:ext uri="{FF2B5EF4-FFF2-40B4-BE49-F238E27FC236}">
                <a16:creationId xmlns:a16="http://schemas.microsoft.com/office/drawing/2014/main" id="{A893A3DA-8095-4F42-8FD3-C3DE9C21D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2139950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x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28" name="Rectangle 41">
            <a:extLst>
              <a:ext uri="{FF2B5EF4-FFF2-40B4-BE49-F238E27FC236}">
                <a16:creationId xmlns:a16="http://schemas.microsoft.com/office/drawing/2014/main" id="{1A4EF526-E4DD-45EE-9416-CA8009AA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2236788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29" name="Rectangle 42">
            <a:extLst>
              <a:ext uri="{FF2B5EF4-FFF2-40B4-BE49-F238E27FC236}">
                <a16:creationId xmlns:a16="http://schemas.microsoft.com/office/drawing/2014/main" id="{BEE68751-33B4-464B-9614-CC847BFAB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2524125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x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0" name="Rectangle 43">
            <a:extLst>
              <a:ext uri="{FF2B5EF4-FFF2-40B4-BE49-F238E27FC236}">
                <a16:creationId xmlns:a16="http://schemas.microsoft.com/office/drawing/2014/main" id="{6900C88C-033F-4FD7-B8B8-AE6E502B0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2620963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1" name="Rectangle 44">
            <a:extLst>
              <a:ext uri="{FF2B5EF4-FFF2-40B4-BE49-F238E27FC236}">
                <a16:creationId xmlns:a16="http://schemas.microsoft.com/office/drawing/2014/main" id="{39BA87D0-2FFE-4C49-BF71-41ED2030B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2139950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2" name="Rectangle 45">
            <a:extLst>
              <a:ext uri="{FF2B5EF4-FFF2-40B4-BE49-F238E27FC236}">
                <a16:creationId xmlns:a16="http://schemas.microsoft.com/office/drawing/2014/main" id="{4ABA03BE-1213-4944-868A-7BFCD3B98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236788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3" name="Rectangle 46">
            <a:extLst>
              <a:ext uri="{FF2B5EF4-FFF2-40B4-BE49-F238E27FC236}">
                <a16:creationId xmlns:a16="http://schemas.microsoft.com/office/drawing/2014/main" id="{2D08CCB5-DE3E-4601-AE24-DEF4A1AD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2524125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4" name="Rectangle 47">
            <a:extLst>
              <a:ext uri="{FF2B5EF4-FFF2-40B4-BE49-F238E27FC236}">
                <a16:creationId xmlns:a16="http://schemas.microsoft.com/office/drawing/2014/main" id="{30776A0F-948D-42ED-A634-FA01C49D7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620963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35" name="Freeform 49">
            <a:extLst>
              <a:ext uri="{FF2B5EF4-FFF2-40B4-BE49-F238E27FC236}">
                <a16:creationId xmlns:a16="http://schemas.microsoft.com/office/drawing/2014/main" id="{6A033E39-3B0A-4455-9FB2-1DB3897606E7}"/>
              </a:ext>
            </a:extLst>
          </p:cNvPr>
          <p:cNvSpPr>
            <a:spLocks/>
          </p:cNvSpPr>
          <p:nvPr/>
        </p:nvSpPr>
        <p:spPr bwMode="auto">
          <a:xfrm>
            <a:off x="3805238" y="2255838"/>
            <a:ext cx="127000" cy="63500"/>
          </a:xfrm>
          <a:custGeom>
            <a:avLst/>
            <a:gdLst>
              <a:gd name="T0" fmla="*/ 0 w 159"/>
              <a:gd name="T1" fmla="*/ 2147483646 h 79"/>
              <a:gd name="T2" fmla="*/ 2147483646 w 159"/>
              <a:gd name="T3" fmla="*/ 2147483646 h 79"/>
              <a:gd name="T4" fmla="*/ 0 w 159"/>
              <a:gd name="T5" fmla="*/ 0 h 79"/>
              <a:gd name="T6" fmla="*/ 0 w 159"/>
              <a:gd name="T7" fmla="*/ 2147483646 h 79"/>
              <a:gd name="T8" fmla="*/ 0 w 159"/>
              <a:gd name="T9" fmla="*/ 2147483646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0" y="79"/>
                </a:moveTo>
                <a:lnTo>
                  <a:pt x="159" y="53"/>
                </a:lnTo>
                <a:lnTo>
                  <a:pt x="0" y="0"/>
                </a:lnTo>
                <a:lnTo>
                  <a:pt x="0" y="53"/>
                </a:ln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6" name="Line 50">
            <a:extLst>
              <a:ext uri="{FF2B5EF4-FFF2-40B4-BE49-F238E27FC236}">
                <a16:creationId xmlns:a16="http://schemas.microsoft.com/office/drawing/2014/main" id="{CBDB902D-BA19-4329-A63E-74A200BDC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2300288"/>
            <a:ext cx="695325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7" name="Freeform 51">
            <a:extLst>
              <a:ext uri="{FF2B5EF4-FFF2-40B4-BE49-F238E27FC236}">
                <a16:creationId xmlns:a16="http://schemas.microsoft.com/office/drawing/2014/main" id="{30EFAFDA-11E4-4B75-B633-F97B89FDA7E5}"/>
              </a:ext>
            </a:extLst>
          </p:cNvPr>
          <p:cNvSpPr>
            <a:spLocks/>
          </p:cNvSpPr>
          <p:nvPr/>
        </p:nvSpPr>
        <p:spPr bwMode="auto">
          <a:xfrm>
            <a:off x="3805238" y="2635250"/>
            <a:ext cx="127000" cy="63500"/>
          </a:xfrm>
          <a:custGeom>
            <a:avLst/>
            <a:gdLst>
              <a:gd name="T0" fmla="*/ 0 w 159"/>
              <a:gd name="T1" fmla="*/ 2147483646 h 80"/>
              <a:gd name="T2" fmla="*/ 2147483646 w 159"/>
              <a:gd name="T3" fmla="*/ 2147483646 h 80"/>
              <a:gd name="T4" fmla="*/ 0 w 159"/>
              <a:gd name="T5" fmla="*/ 0 h 80"/>
              <a:gd name="T6" fmla="*/ 0 w 159"/>
              <a:gd name="T7" fmla="*/ 2147483646 h 80"/>
              <a:gd name="T8" fmla="*/ 0 w 159"/>
              <a:gd name="T9" fmla="*/ 2147483646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80"/>
              <a:gd name="T17" fmla="*/ 159 w 159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80">
                <a:moveTo>
                  <a:pt x="0" y="80"/>
                </a:moveTo>
                <a:lnTo>
                  <a:pt x="159" y="54"/>
                </a:lnTo>
                <a:lnTo>
                  <a:pt x="0" y="0"/>
                </a:lnTo>
                <a:lnTo>
                  <a:pt x="0" y="54"/>
                </a:lnTo>
                <a:lnTo>
                  <a:pt x="0" y="8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8" name="Line 52">
            <a:extLst>
              <a:ext uri="{FF2B5EF4-FFF2-40B4-BE49-F238E27FC236}">
                <a16:creationId xmlns:a16="http://schemas.microsoft.com/office/drawing/2014/main" id="{851E9291-CF80-499A-B121-8B01B6DAA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2678113"/>
            <a:ext cx="6953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9" name="Freeform 53">
            <a:extLst>
              <a:ext uri="{FF2B5EF4-FFF2-40B4-BE49-F238E27FC236}">
                <a16:creationId xmlns:a16="http://schemas.microsoft.com/office/drawing/2014/main" id="{AAF5A6E7-8606-49E0-A929-A199488AB3AE}"/>
              </a:ext>
            </a:extLst>
          </p:cNvPr>
          <p:cNvSpPr>
            <a:spLocks/>
          </p:cNvSpPr>
          <p:nvPr/>
        </p:nvSpPr>
        <p:spPr bwMode="auto">
          <a:xfrm>
            <a:off x="5934075" y="2255838"/>
            <a:ext cx="125413" cy="63500"/>
          </a:xfrm>
          <a:custGeom>
            <a:avLst/>
            <a:gdLst>
              <a:gd name="T0" fmla="*/ 0 w 160"/>
              <a:gd name="T1" fmla="*/ 2147483646 h 79"/>
              <a:gd name="T2" fmla="*/ 2147483646 w 160"/>
              <a:gd name="T3" fmla="*/ 2147483646 h 79"/>
              <a:gd name="T4" fmla="*/ 0 w 160"/>
              <a:gd name="T5" fmla="*/ 0 h 79"/>
              <a:gd name="T6" fmla="*/ 0 w 160"/>
              <a:gd name="T7" fmla="*/ 2147483646 h 79"/>
              <a:gd name="T8" fmla="*/ 0 w 160"/>
              <a:gd name="T9" fmla="*/ 2147483646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79"/>
              <a:gd name="T17" fmla="*/ 160 w 160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79">
                <a:moveTo>
                  <a:pt x="0" y="79"/>
                </a:moveTo>
                <a:lnTo>
                  <a:pt x="160" y="53"/>
                </a:lnTo>
                <a:lnTo>
                  <a:pt x="0" y="0"/>
                </a:lnTo>
                <a:lnTo>
                  <a:pt x="0" y="53"/>
                </a:ln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0" name="Line 54">
            <a:extLst>
              <a:ext uri="{FF2B5EF4-FFF2-40B4-BE49-F238E27FC236}">
                <a16:creationId xmlns:a16="http://schemas.microsoft.com/office/drawing/2014/main" id="{57D5C01A-EDA9-43C0-92B0-53BC2543A8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0" y="2300288"/>
            <a:ext cx="695325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1" name="Freeform 55">
            <a:extLst>
              <a:ext uri="{FF2B5EF4-FFF2-40B4-BE49-F238E27FC236}">
                <a16:creationId xmlns:a16="http://schemas.microsoft.com/office/drawing/2014/main" id="{C308FB79-B4FE-401B-BD95-C0F32B527C01}"/>
              </a:ext>
            </a:extLst>
          </p:cNvPr>
          <p:cNvSpPr>
            <a:spLocks/>
          </p:cNvSpPr>
          <p:nvPr/>
        </p:nvSpPr>
        <p:spPr bwMode="auto">
          <a:xfrm>
            <a:off x="5934075" y="2635250"/>
            <a:ext cx="125413" cy="63500"/>
          </a:xfrm>
          <a:custGeom>
            <a:avLst/>
            <a:gdLst>
              <a:gd name="T0" fmla="*/ 0 w 160"/>
              <a:gd name="T1" fmla="*/ 2147483646 h 80"/>
              <a:gd name="T2" fmla="*/ 2147483646 w 160"/>
              <a:gd name="T3" fmla="*/ 2147483646 h 80"/>
              <a:gd name="T4" fmla="*/ 0 w 160"/>
              <a:gd name="T5" fmla="*/ 0 h 80"/>
              <a:gd name="T6" fmla="*/ 0 w 160"/>
              <a:gd name="T7" fmla="*/ 2147483646 h 80"/>
              <a:gd name="T8" fmla="*/ 0 w 160"/>
              <a:gd name="T9" fmla="*/ 2147483646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80"/>
              <a:gd name="T17" fmla="*/ 160 w 16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80">
                <a:moveTo>
                  <a:pt x="0" y="80"/>
                </a:moveTo>
                <a:lnTo>
                  <a:pt x="160" y="54"/>
                </a:lnTo>
                <a:lnTo>
                  <a:pt x="0" y="0"/>
                </a:lnTo>
                <a:lnTo>
                  <a:pt x="0" y="54"/>
                </a:lnTo>
                <a:lnTo>
                  <a:pt x="0" y="8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2" name="Line 56">
            <a:extLst>
              <a:ext uri="{FF2B5EF4-FFF2-40B4-BE49-F238E27FC236}">
                <a16:creationId xmlns:a16="http://schemas.microsoft.com/office/drawing/2014/main" id="{FE9B71DF-49D8-42F5-BF34-98FA7E18B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0" y="2678113"/>
            <a:ext cx="6953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3" name="Freeform 57">
            <a:extLst>
              <a:ext uri="{FF2B5EF4-FFF2-40B4-BE49-F238E27FC236}">
                <a16:creationId xmlns:a16="http://schemas.microsoft.com/office/drawing/2014/main" id="{BA04B8DF-F07E-484B-BA20-D5A5435DD440}"/>
              </a:ext>
            </a:extLst>
          </p:cNvPr>
          <p:cNvSpPr>
            <a:spLocks/>
          </p:cNvSpPr>
          <p:nvPr/>
        </p:nvSpPr>
        <p:spPr bwMode="auto">
          <a:xfrm>
            <a:off x="4564063" y="1855788"/>
            <a:ext cx="63500" cy="127000"/>
          </a:xfrm>
          <a:custGeom>
            <a:avLst/>
            <a:gdLst>
              <a:gd name="T0" fmla="*/ 0 w 80"/>
              <a:gd name="T1" fmla="*/ 0 h 159"/>
              <a:gd name="T2" fmla="*/ 2147483646 w 80"/>
              <a:gd name="T3" fmla="*/ 2147483646 h 159"/>
              <a:gd name="T4" fmla="*/ 2147483646 w 80"/>
              <a:gd name="T5" fmla="*/ 0 h 159"/>
              <a:gd name="T6" fmla="*/ 2147483646 w 80"/>
              <a:gd name="T7" fmla="*/ 0 h 159"/>
              <a:gd name="T8" fmla="*/ 0 w 80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59"/>
              <a:gd name="T17" fmla="*/ 80 w 80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59">
                <a:moveTo>
                  <a:pt x="0" y="0"/>
                </a:moveTo>
                <a:lnTo>
                  <a:pt x="53" y="159"/>
                </a:lnTo>
                <a:lnTo>
                  <a:pt x="80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4" name="Line 58">
            <a:extLst>
              <a:ext uri="{FF2B5EF4-FFF2-40B4-BE49-F238E27FC236}">
                <a16:creationId xmlns:a16="http://schemas.microsoft.com/office/drawing/2014/main" id="{924B0FE4-D80E-4675-ADAF-84EF3524C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1539875"/>
            <a:ext cx="1588" cy="2952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5" name="Rectangle 60">
            <a:extLst>
              <a:ext uri="{FF2B5EF4-FFF2-40B4-BE49-F238E27FC236}">
                <a16:creationId xmlns:a16="http://schemas.microsoft.com/office/drawing/2014/main" id="{9FBE19F4-3C59-4279-8AC5-FFC5D7BF3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1295400"/>
            <a:ext cx="3524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s=0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46" name="Line 4">
            <a:extLst>
              <a:ext uri="{FF2B5EF4-FFF2-40B4-BE49-F238E27FC236}">
                <a16:creationId xmlns:a16="http://schemas.microsoft.com/office/drawing/2014/main" id="{BCB429B6-A930-4BE1-9FA4-BE79E77D07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75100" y="4813300"/>
            <a:ext cx="1263650" cy="379413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7" name="Line 5">
            <a:extLst>
              <a:ext uri="{FF2B5EF4-FFF2-40B4-BE49-F238E27FC236}">
                <a16:creationId xmlns:a16="http://schemas.microsoft.com/office/drawing/2014/main" id="{FA8C16C8-7C33-49BF-BC8B-EF711EA5B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4813300"/>
            <a:ext cx="1263650" cy="1588"/>
          </a:xfrm>
          <a:prstGeom prst="line">
            <a:avLst/>
          </a:prstGeom>
          <a:noFill/>
          <a:ln w="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8" name="Line 6">
            <a:extLst>
              <a:ext uri="{FF2B5EF4-FFF2-40B4-BE49-F238E27FC236}">
                <a16:creationId xmlns:a16="http://schemas.microsoft.com/office/drawing/2014/main" id="{ED324D5F-2995-4B68-8D50-F8D45F08CB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5100" y="4813300"/>
            <a:ext cx="1263650" cy="379413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9" name="Line 7">
            <a:extLst>
              <a:ext uri="{FF2B5EF4-FFF2-40B4-BE49-F238E27FC236}">
                <a16:creationId xmlns:a16="http://schemas.microsoft.com/office/drawing/2014/main" id="{D60F4431-7E71-4F85-B59E-8BA2B100F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5192713"/>
            <a:ext cx="1263650" cy="1587"/>
          </a:xfrm>
          <a:prstGeom prst="line">
            <a:avLst/>
          </a:prstGeom>
          <a:noFill/>
          <a:ln w="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50" name="Rectangle 38">
            <a:extLst>
              <a:ext uri="{FF2B5EF4-FFF2-40B4-BE49-F238E27FC236}">
                <a16:creationId xmlns:a16="http://schemas.microsoft.com/office/drawing/2014/main" id="{52E448A8-1CBA-442D-8E97-A152998D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4518025"/>
            <a:ext cx="1263650" cy="947738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1" name="Rectangle 40">
            <a:extLst>
              <a:ext uri="{FF2B5EF4-FFF2-40B4-BE49-F238E27FC236}">
                <a16:creationId xmlns:a16="http://schemas.microsoft.com/office/drawing/2014/main" id="{00740EB1-B891-47AC-8FE4-57625CE7D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654550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x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2" name="Rectangle 41">
            <a:extLst>
              <a:ext uri="{FF2B5EF4-FFF2-40B4-BE49-F238E27FC236}">
                <a16:creationId xmlns:a16="http://schemas.microsoft.com/office/drawing/2014/main" id="{9BE49004-1416-4B7E-B5A2-AA534401D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4751388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3" name="Rectangle 42">
            <a:extLst>
              <a:ext uri="{FF2B5EF4-FFF2-40B4-BE49-F238E27FC236}">
                <a16:creationId xmlns:a16="http://schemas.microsoft.com/office/drawing/2014/main" id="{754C9D07-5051-4663-8E42-331028E76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5038725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x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4" name="Rectangle 43">
            <a:extLst>
              <a:ext uri="{FF2B5EF4-FFF2-40B4-BE49-F238E27FC236}">
                <a16:creationId xmlns:a16="http://schemas.microsoft.com/office/drawing/2014/main" id="{5F9511D9-DD03-4229-BF5B-3DB5D08F2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5135563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5" name="Rectangle 44">
            <a:extLst>
              <a:ext uri="{FF2B5EF4-FFF2-40B4-BE49-F238E27FC236}">
                <a16:creationId xmlns:a16="http://schemas.microsoft.com/office/drawing/2014/main" id="{BCFB592B-B3D9-4CAB-A694-3D379E691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4654550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6" name="Rectangle 45">
            <a:extLst>
              <a:ext uri="{FF2B5EF4-FFF2-40B4-BE49-F238E27FC236}">
                <a16:creationId xmlns:a16="http://schemas.microsoft.com/office/drawing/2014/main" id="{4E2EABB1-381D-41D0-A858-2B962AE6F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4751388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7" name="Rectangle 46">
            <a:extLst>
              <a:ext uri="{FF2B5EF4-FFF2-40B4-BE49-F238E27FC236}">
                <a16:creationId xmlns:a16="http://schemas.microsoft.com/office/drawing/2014/main" id="{05943710-27A3-4F0C-AE08-222192DF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5038725"/>
            <a:ext cx="1317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y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8" name="Rectangle 47">
            <a:extLst>
              <a:ext uri="{FF2B5EF4-FFF2-40B4-BE49-F238E27FC236}">
                <a16:creationId xmlns:a16="http://schemas.microsoft.com/office/drawing/2014/main" id="{4A87DC64-5268-45EB-B39B-DC30B3A43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5135563"/>
            <a:ext cx="114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1959" name="Freeform 49">
            <a:extLst>
              <a:ext uri="{FF2B5EF4-FFF2-40B4-BE49-F238E27FC236}">
                <a16:creationId xmlns:a16="http://schemas.microsoft.com/office/drawing/2014/main" id="{99DF9B98-4BA0-4474-A151-04FDFAB84E2A}"/>
              </a:ext>
            </a:extLst>
          </p:cNvPr>
          <p:cNvSpPr>
            <a:spLocks/>
          </p:cNvSpPr>
          <p:nvPr/>
        </p:nvSpPr>
        <p:spPr bwMode="auto">
          <a:xfrm>
            <a:off x="3805238" y="4770438"/>
            <a:ext cx="127000" cy="63500"/>
          </a:xfrm>
          <a:custGeom>
            <a:avLst/>
            <a:gdLst>
              <a:gd name="T0" fmla="*/ 0 w 159"/>
              <a:gd name="T1" fmla="*/ 2147483646 h 79"/>
              <a:gd name="T2" fmla="*/ 2147483646 w 159"/>
              <a:gd name="T3" fmla="*/ 2147483646 h 79"/>
              <a:gd name="T4" fmla="*/ 0 w 159"/>
              <a:gd name="T5" fmla="*/ 0 h 79"/>
              <a:gd name="T6" fmla="*/ 0 w 159"/>
              <a:gd name="T7" fmla="*/ 2147483646 h 79"/>
              <a:gd name="T8" fmla="*/ 0 w 159"/>
              <a:gd name="T9" fmla="*/ 2147483646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79"/>
              <a:gd name="T17" fmla="*/ 159 w 15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79">
                <a:moveTo>
                  <a:pt x="0" y="79"/>
                </a:moveTo>
                <a:lnTo>
                  <a:pt x="159" y="53"/>
                </a:lnTo>
                <a:lnTo>
                  <a:pt x="0" y="0"/>
                </a:lnTo>
                <a:lnTo>
                  <a:pt x="0" y="53"/>
                </a:ln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0" name="Line 50">
            <a:extLst>
              <a:ext uri="{FF2B5EF4-FFF2-40B4-BE49-F238E27FC236}">
                <a16:creationId xmlns:a16="http://schemas.microsoft.com/office/drawing/2014/main" id="{6131E178-0F23-4959-B257-94F3CFB7A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4814888"/>
            <a:ext cx="695325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1" name="Freeform 51">
            <a:extLst>
              <a:ext uri="{FF2B5EF4-FFF2-40B4-BE49-F238E27FC236}">
                <a16:creationId xmlns:a16="http://schemas.microsoft.com/office/drawing/2014/main" id="{C8078986-4452-4701-95AB-7E02AF24978A}"/>
              </a:ext>
            </a:extLst>
          </p:cNvPr>
          <p:cNvSpPr>
            <a:spLocks/>
          </p:cNvSpPr>
          <p:nvPr/>
        </p:nvSpPr>
        <p:spPr bwMode="auto">
          <a:xfrm>
            <a:off x="3805238" y="5149850"/>
            <a:ext cx="127000" cy="63500"/>
          </a:xfrm>
          <a:custGeom>
            <a:avLst/>
            <a:gdLst>
              <a:gd name="T0" fmla="*/ 0 w 159"/>
              <a:gd name="T1" fmla="*/ 2147483646 h 80"/>
              <a:gd name="T2" fmla="*/ 2147483646 w 159"/>
              <a:gd name="T3" fmla="*/ 2147483646 h 80"/>
              <a:gd name="T4" fmla="*/ 0 w 159"/>
              <a:gd name="T5" fmla="*/ 0 h 80"/>
              <a:gd name="T6" fmla="*/ 0 w 159"/>
              <a:gd name="T7" fmla="*/ 2147483646 h 80"/>
              <a:gd name="T8" fmla="*/ 0 w 159"/>
              <a:gd name="T9" fmla="*/ 2147483646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80"/>
              <a:gd name="T17" fmla="*/ 159 w 159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80">
                <a:moveTo>
                  <a:pt x="0" y="80"/>
                </a:moveTo>
                <a:lnTo>
                  <a:pt x="159" y="54"/>
                </a:lnTo>
                <a:lnTo>
                  <a:pt x="0" y="0"/>
                </a:lnTo>
                <a:lnTo>
                  <a:pt x="0" y="54"/>
                </a:lnTo>
                <a:lnTo>
                  <a:pt x="0" y="8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2" name="Line 52">
            <a:extLst>
              <a:ext uri="{FF2B5EF4-FFF2-40B4-BE49-F238E27FC236}">
                <a16:creationId xmlns:a16="http://schemas.microsoft.com/office/drawing/2014/main" id="{EE70414E-3755-4274-8AD2-F66949335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13" y="5192713"/>
            <a:ext cx="6953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3" name="Freeform 53">
            <a:extLst>
              <a:ext uri="{FF2B5EF4-FFF2-40B4-BE49-F238E27FC236}">
                <a16:creationId xmlns:a16="http://schemas.microsoft.com/office/drawing/2014/main" id="{3A290C97-009E-4E1B-BECB-78BFC6DACB99}"/>
              </a:ext>
            </a:extLst>
          </p:cNvPr>
          <p:cNvSpPr>
            <a:spLocks/>
          </p:cNvSpPr>
          <p:nvPr/>
        </p:nvSpPr>
        <p:spPr bwMode="auto">
          <a:xfrm>
            <a:off x="5934075" y="4770438"/>
            <a:ext cx="125413" cy="63500"/>
          </a:xfrm>
          <a:custGeom>
            <a:avLst/>
            <a:gdLst>
              <a:gd name="T0" fmla="*/ 0 w 160"/>
              <a:gd name="T1" fmla="*/ 2147483646 h 79"/>
              <a:gd name="T2" fmla="*/ 2147483646 w 160"/>
              <a:gd name="T3" fmla="*/ 2147483646 h 79"/>
              <a:gd name="T4" fmla="*/ 0 w 160"/>
              <a:gd name="T5" fmla="*/ 0 h 79"/>
              <a:gd name="T6" fmla="*/ 0 w 160"/>
              <a:gd name="T7" fmla="*/ 2147483646 h 79"/>
              <a:gd name="T8" fmla="*/ 0 w 160"/>
              <a:gd name="T9" fmla="*/ 2147483646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79"/>
              <a:gd name="T17" fmla="*/ 160 w 160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79">
                <a:moveTo>
                  <a:pt x="0" y="79"/>
                </a:moveTo>
                <a:lnTo>
                  <a:pt x="160" y="53"/>
                </a:lnTo>
                <a:lnTo>
                  <a:pt x="0" y="0"/>
                </a:lnTo>
                <a:lnTo>
                  <a:pt x="0" y="53"/>
                </a:lnTo>
                <a:lnTo>
                  <a:pt x="0" y="79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4" name="Line 54">
            <a:extLst>
              <a:ext uri="{FF2B5EF4-FFF2-40B4-BE49-F238E27FC236}">
                <a16:creationId xmlns:a16="http://schemas.microsoft.com/office/drawing/2014/main" id="{EF8D4440-F5EA-4B3F-9C5C-10A9F8BBA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0" y="4814888"/>
            <a:ext cx="695325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5" name="Freeform 55">
            <a:extLst>
              <a:ext uri="{FF2B5EF4-FFF2-40B4-BE49-F238E27FC236}">
                <a16:creationId xmlns:a16="http://schemas.microsoft.com/office/drawing/2014/main" id="{726DA1DE-DECA-4783-B8B5-D0C96154F546}"/>
              </a:ext>
            </a:extLst>
          </p:cNvPr>
          <p:cNvSpPr>
            <a:spLocks/>
          </p:cNvSpPr>
          <p:nvPr/>
        </p:nvSpPr>
        <p:spPr bwMode="auto">
          <a:xfrm>
            <a:off x="5934075" y="5149850"/>
            <a:ext cx="125413" cy="63500"/>
          </a:xfrm>
          <a:custGeom>
            <a:avLst/>
            <a:gdLst>
              <a:gd name="T0" fmla="*/ 0 w 160"/>
              <a:gd name="T1" fmla="*/ 2147483646 h 80"/>
              <a:gd name="T2" fmla="*/ 2147483646 w 160"/>
              <a:gd name="T3" fmla="*/ 2147483646 h 80"/>
              <a:gd name="T4" fmla="*/ 0 w 160"/>
              <a:gd name="T5" fmla="*/ 0 h 80"/>
              <a:gd name="T6" fmla="*/ 0 w 160"/>
              <a:gd name="T7" fmla="*/ 2147483646 h 80"/>
              <a:gd name="T8" fmla="*/ 0 w 160"/>
              <a:gd name="T9" fmla="*/ 2147483646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0"/>
              <a:gd name="T16" fmla="*/ 0 h 80"/>
              <a:gd name="T17" fmla="*/ 160 w 160"/>
              <a:gd name="T18" fmla="*/ 80 h 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0" h="80">
                <a:moveTo>
                  <a:pt x="0" y="80"/>
                </a:moveTo>
                <a:lnTo>
                  <a:pt x="160" y="54"/>
                </a:lnTo>
                <a:lnTo>
                  <a:pt x="0" y="0"/>
                </a:lnTo>
                <a:lnTo>
                  <a:pt x="0" y="54"/>
                </a:lnTo>
                <a:lnTo>
                  <a:pt x="0" y="8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6" name="Line 56">
            <a:extLst>
              <a:ext uri="{FF2B5EF4-FFF2-40B4-BE49-F238E27FC236}">
                <a16:creationId xmlns:a16="http://schemas.microsoft.com/office/drawing/2014/main" id="{C79E732A-A8FD-43FD-868A-C7F731951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0" y="5192713"/>
            <a:ext cx="6953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7" name="Freeform 57">
            <a:extLst>
              <a:ext uri="{FF2B5EF4-FFF2-40B4-BE49-F238E27FC236}">
                <a16:creationId xmlns:a16="http://schemas.microsoft.com/office/drawing/2014/main" id="{8E4C9359-1610-4682-8B05-C2CAB3AC65D5}"/>
              </a:ext>
            </a:extLst>
          </p:cNvPr>
          <p:cNvSpPr>
            <a:spLocks/>
          </p:cNvSpPr>
          <p:nvPr/>
        </p:nvSpPr>
        <p:spPr bwMode="auto">
          <a:xfrm>
            <a:off x="4564063" y="4370388"/>
            <a:ext cx="63500" cy="127000"/>
          </a:xfrm>
          <a:custGeom>
            <a:avLst/>
            <a:gdLst>
              <a:gd name="T0" fmla="*/ 0 w 80"/>
              <a:gd name="T1" fmla="*/ 0 h 159"/>
              <a:gd name="T2" fmla="*/ 2147483646 w 80"/>
              <a:gd name="T3" fmla="*/ 2147483646 h 159"/>
              <a:gd name="T4" fmla="*/ 2147483646 w 80"/>
              <a:gd name="T5" fmla="*/ 0 h 159"/>
              <a:gd name="T6" fmla="*/ 2147483646 w 80"/>
              <a:gd name="T7" fmla="*/ 0 h 159"/>
              <a:gd name="T8" fmla="*/ 0 w 80"/>
              <a:gd name="T9" fmla="*/ 0 h 1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"/>
              <a:gd name="T16" fmla="*/ 0 h 159"/>
              <a:gd name="T17" fmla="*/ 80 w 80"/>
              <a:gd name="T18" fmla="*/ 159 h 1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" h="159">
                <a:moveTo>
                  <a:pt x="0" y="0"/>
                </a:moveTo>
                <a:lnTo>
                  <a:pt x="53" y="159"/>
                </a:lnTo>
                <a:lnTo>
                  <a:pt x="80" y="0"/>
                </a:lnTo>
                <a:lnTo>
                  <a:pt x="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06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68" name="Line 58">
            <a:extLst>
              <a:ext uri="{FF2B5EF4-FFF2-40B4-BE49-F238E27FC236}">
                <a16:creationId xmlns:a16="http://schemas.microsoft.com/office/drawing/2014/main" id="{68CDD8C5-7781-4234-9ACE-820C01106A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4054475"/>
            <a:ext cx="1588" cy="2952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9" name="Rectangle 60">
            <a:extLst>
              <a:ext uri="{FF2B5EF4-FFF2-40B4-BE49-F238E27FC236}">
                <a16:creationId xmlns:a16="http://schemas.microsoft.com/office/drawing/2014/main" id="{F42499B1-4474-4791-8524-6AA352F7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3810000"/>
            <a:ext cx="3524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 b="0" i="1">
                <a:solidFill>
                  <a:srgbClr val="000000"/>
                </a:solidFill>
                <a:latin typeface="Times-Roman" charset="0"/>
              </a:rPr>
              <a:t>s=1 </a:t>
            </a: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76" name="TextBox 125">
            <a:extLst>
              <a:ext uri="{FF2B5EF4-FFF2-40B4-BE49-F238E27FC236}">
                <a16:creationId xmlns:a16="http://schemas.microsoft.com/office/drawing/2014/main" id="{81A9148D-C17B-46D7-9AF8-289E6AC3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4.5b from the textbook ]</a:t>
            </a:r>
          </a:p>
        </p:txBody>
      </p:sp>
      <p:sp>
        <p:nvSpPr>
          <p:cNvPr id="82977" name="Title 1">
            <a:extLst>
              <a:ext uri="{FF2B5EF4-FFF2-40B4-BE49-F238E27FC236}">
                <a16:creationId xmlns:a16="http://schemas.microsoft.com/office/drawing/2014/main" id="{9C90087F-28FF-4899-B59D-7B3FAB83318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a 2 x 2 crossbar switch with multiplexers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7BE657-A3AD-4728-8882-B1191D52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06916"/>
            <a:ext cx="3402309" cy="3844168"/>
          </a:xfrm>
          <a:prstGeom prst="rect">
            <a:avLst/>
          </a:prstGeom>
        </p:spPr>
      </p:pic>
      <p:pic>
        <p:nvPicPr>
          <p:cNvPr id="6" name="Picture 12" descr="Screen shot 2013-10-14 at 3.42.51 PM.png">
            <a:extLst>
              <a:ext uri="{FF2B5EF4-FFF2-40B4-BE49-F238E27FC236}">
                <a16:creationId xmlns:a16="http://schemas.microsoft.com/office/drawing/2014/main" id="{851574F2-76A3-47C8-8693-D610843D3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42" y="1295400"/>
            <a:ext cx="1691345" cy="198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Screen shot 2013-10-14 at 3.42.51 PM.png">
            <a:extLst>
              <a:ext uri="{FF2B5EF4-FFF2-40B4-BE49-F238E27FC236}">
                <a16:creationId xmlns:a16="http://schemas.microsoft.com/office/drawing/2014/main" id="{77BEAC99-0AB0-4D6B-93A1-5A3602CC8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241" y="3581167"/>
            <a:ext cx="1691345" cy="198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6FC538-58E9-480D-8C35-388B84438A92}"/>
                  </a:ext>
                </a:extLst>
              </p14:cNvPr>
              <p14:cNvContentPartPr/>
              <p14:nvPr/>
            </p14:nvContentPartPr>
            <p14:xfrm>
              <a:off x="4416840" y="1145880"/>
              <a:ext cx="3917160" cy="3957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6FC538-58E9-480D-8C35-388B84438A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7480" y="1136520"/>
                <a:ext cx="3935880" cy="3976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76" name="TextBox 125">
            <a:extLst>
              <a:ext uri="{FF2B5EF4-FFF2-40B4-BE49-F238E27FC236}">
                <a16:creationId xmlns:a16="http://schemas.microsoft.com/office/drawing/2014/main" id="{81A9148D-C17B-46D7-9AF8-289E6AC31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4.5b from the textbook ]</a:t>
            </a:r>
          </a:p>
        </p:txBody>
      </p:sp>
      <p:sp>
        <p:nvSpPr>
          <p:cNvPr id="82977" name="Title 1">
            <a:extLst>
              <a:ext uri="{FF2B5EF4-FFF2-40B4-BE49-F238E27FC236}">
                <a16:creationId xmlns:a16="http://schemas.microsoft.com/office/drawing/2014/main" id="{9C90087F-28FF-4899-B59D-7B3FAB83318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a 2 x 2 crossbar switch with multiplexers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7BE657-A3AD-4728-8882-B1191D52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06916"/>
            <a:ext cx="3402309" cy="38441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1615D1-6F23-4029-A846-C4CEC5628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85" y="2177484"/>
            <a:ext cx="514221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09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B179DBB2-AC28-4707-90C5-6D3A03230CF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a 2 x 2 crossbar switch with multiplexers</a:t>
            </a:r>
          </a:p>
        </p:txBody>
      </p:sp>
      <p:pic>
        <p:nvPicPr>
          <p:cNvPr id="83970" name="Picture 1" descr="Screen shot 2013-09-11 at 2.49.51 PM.png">
            <a:extLst>
              <a:ext uri="{FF2B5EF4-FFF2-40B4-BE49-F238E27FC236}">
                <a16:creationId xmlns:a16="http://schemas.microsoft.com/office/drawing/2014/main" id="{13DAE392-9C83-4A84-BE12-4E48EF54B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1752600"/>
            <a:ext cx="3533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1" name="Picture 3" descr="Screen shot 2013-09-11 at 2.49.51 PM.png">
            <a:extLst>
              <a:ext uri="{FF2B5EF4-FFF2-40B4-BE49-F238E27FC236}">
                <a16:creationId xmlns:a16="http://schemas.microsoft.com/office/drawing/2014/main" id="{1F796183-AE20-4996-93BA-247990952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4495800"/>
            <a:ext cx="3533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A996B468-44E0-4199-98B5-C71FF4FC2D11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a 2 x 2 crossbar switch with multiplexers</a:t>
            </a:r>
          </a:p>
        </p:txBody>
      </p:sp>
      <p:grpSp>
        <p:nvGrpSpPr>
          <p:cNvPr id="84994" name="Group 1">
            <a:extLst>
              <a:ext uri="{FF2B5EF4-FFF2-40B4-BE49-F238E27FC236}">
                <a16:creationId xmlns:a16="http://schemas.microsoft.com/office/drawing/2014/main" id="{91CDA7FA-361F-4F8B-9DEA-162DCFAAB6ED}"/>
              </a:ext>
            </a:extLst>
          </p:cNvPr>
          <p:cNvGrpSpPr>
            <a:grpSpLocks/>
          </p:cNvGrpSpPr>
          <p:nvPr/>
        </p:nvGrpSpPr>
        <p:grpSpPr bwMode="auto">
          <a:xfrm>
            <a:off x="1090613" y="1693863"/>
            <a:ext cx="7146925" cy="4935537"/>
            <a:chOff x="1090318" y="1693810"/>
            <a:chExt cx="7146960" cy="4935590"/>
          </a:xfrm>
        </p:grpSpPr>
        <p:pic>
          <p:nvPicPr>
            <p:cNvPr id="84995" name="Picture 1" descr="Screen shot 2013-09-11 at 2.49.51 PM.png">
              <a:extLst>
                <a:ext uri="{FF2B5EF4-FFF2-40B4-BE49-F238E27FC236}">
                  <a16:creationId xmlns:a16="http://schemas.microsoft.com/office/drawing/2014/main" id="{86DEA449-56E3-45CF-89DD-FFC5506E0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825" y="1752600"/>
              <a:ext cx="3533775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996" name="Picture 3" descr="Screen shot 2013-09-11 at 2.49.51 PM.png">
              <a:extLst>
                <a:ext uri="{FF2B5EF4-FFF2-40B4-BE49-F238E27FC236}">
                  <a16:creationId xmlns:a16="http://schemas.microsoft.com/office/drawing/2014/main" id="{7F61ED38-D4FC-4F84-9877-BE4DC2F0E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825" y="4495800"/>
              <a:ext cx="3533775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4997" name="Straight Connector 36">
              <a:extLst>
                <a:ext uri="{FF2B5EF4-FFF2-40B4-BE49-F238E27FC236}">
                  <a16:creationId xmlns:a16="http://schemas.microsoft.com/office/drawing/2014/main" id="{1131A145-9449-4A86-AA51-8EA0B4C1D6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590512" y="1946225"/>
              <a:ext cx="11113" cy="44958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998" name="Straight Connector 37">
              <a:extLst>
                <a:ext uri="{FF2B5EF4-FFF2-40B4-BE49-F238E27FC236}">
                  <a16:creationId xmlns:a16="http://schemas.microsoft.com/office/drawing/2014/main" id="{D410292D-4A21-493F-AB18-804E30498B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90512" y="6419848"/>
              <a:ext cx="144304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999" name="Straight Connector 38">
              <a:extLst>
                <a:ext uri="{FF2B5EF4-FFF2-40B4-BE49-F238E27FC236}">
                  <a16:creationId xmlns:a16="http://schemas.microsoft.com/office/drawing/2014/main" id="{2B6D9B2A-6852-479F-B6ED-2A5EC35F9E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99907" y="4713267"/>
              <a:ext cx="243841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0" name="Straight Connector 40">
              <a:extLst>
                <a:ext uri="{FF2B5EF4-FFF2-40B4-BE49-F238E27FC236}">
                  <a16:creationId xmlns:a16="http://schemas.microsoft.com/office/drawing/2014/main" id="{A32D61A7-1C19-4DE5-855B-7508B3D439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99907" y="1973213"/>
              <a:ext cx="24384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1" name="Straight Connector 44">
              <a:extLst>
                <a:ext uri="{FF2B5EF4-FFF2-40B4-BE49-F238E27FC236}">
                  <a16:creationId xmlns:a16="http://schemas.microsoft.com/office/drawing/2014/main" id="{865DA5D0-0A02-4E62-B1BB-E0DA292628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693831" y="3692493"/>
              <a:ext cx="1587" cy="100807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2" name="Straight Connector 46">
              <a:extLst>
                <a:ext uri="{FF2B5EF4-FFF2-40B4-BE49-F238E27FC236}">
                  <a16:creationId xmlns:a16="http://schemas.microsoft.com/office/drawing/2014/main" id="{3F7DC590-5498-4A7C-A7FF-DC0053ED9A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671606" y="3679793"/>
              <a:ext cx="365127" cy="158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03" name="Oval 7">
              <a:extLst>
                <a:ext uri="{FF2B5EF4-FFF2-40B4-BE49-F238E27FC236}">
                  <a16:creationId xmlns:a16="http://schemas.microsoft.com/office/drawing/2014/main" id="{F7FDA545-C695-407A-A3CD-A77CDDD79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541" y="4621776"/>
              <a:ext cx="152400" cy="152400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5004" name="Oval 49">
              <a:extLst>
                <a:ext uri="{FF2B5EF4-FFF2-40B4-BE49-F238E27FC236}">
                  <a16:creationId xmlns:a16="http://schemas.microsoft.com/office/drawing/2014/main" id="{F1FA7CEB-C58A-4740-AEE3-1EF1553A6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6359" y="19050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cxnSp>
          <p:nvCxnSpPr>
            <p:cNvPr id="85005" name="Straight Connector 50">
              <a:extLst>
                <a:ext uri="{FF2B5EF4-FFF2-40B4-BE49-F238E27FC236}">
                  <a16:creationId xmlns:a16="http://schemas.microsoft.com/office/drawing/2014/main" id="{A8C398B8-9658-47AB-9C05-1C4B564EB4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158840" y="3316252"/>
              <a:ext cx="7938" cy="276863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6" name="Straight Connector 53">
              <a:extLst>
                <a:ext uri="{FF2B5EF4-FFF2-40B4-BE49-F238E27FC236}">
                  <a16:creationId xmlns:a16="http://schemas.microsoft.com/office/drawing/2014/main" id="{CA387185-5246-4CCB-ADE6-C4770E03FC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47728" y="6067419"/>
              <a:ext cx="88900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7" name="Straight Connector 55">
              <a:extLst>
                <a:ext uri="{FF2B5EF4-FFF2-40B4-BE49-F238E27FC236}">
                  <a16:creationId xmlns:a16="http://schemas.microsoft.com/office/drawing/2014/main" id="{26335529-8243-40E8-A65F-B857772445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71540" y="3327365"/>
              <a:ext cx="88900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08" name="Straight Connector 58">
              <a:extLst>
                <a:ext uri="{FF2B5EF4-FFF2-40B4-BE49-F238E27FC236}">
                  <a16:creationId xmlns:a16="http://schemas.microsoft.com/office/drawing/2014/main" id="{B5EE8C34-11C6-4917-A950-FFF15950E9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603083" y="3962371"/>
              <a:ext cx="154464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09" name="Oval 61">
              <a:extLst>
                <a:ext uri="{FF2B5EF4-FFF2-40B4-BE49-F238E27FC236}">
                  <a16:creationId xmlns:a16="http://schemas.microsoft.com/office/drawing/2014/main" id="{448AF08A-21F0-463E-84C1-F494EF0AE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083" y="3886200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5010" name="TextBox 14">
              <a:extLst>
                <a:ext uri="{FF2B5EF4-FFF2-40B4-BE49-F238E27FC236}">
                  <a16:creationId xmlns:a16="http://schemas.microsoft.com/office/drawing/2014/main" id="{CBC5ECB8-B9F0-4A2D-8D6B-66B35A706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964" y="1693810"/>
              <a:ext cx="5410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  <a:r>
                <a:rPr lang="en-US" altLang="en-US" sz="2800" b="0" i="1" baseline="-2500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1" name="TextBox 62">
              <a:extLst>
                <a:ext uri="{FF2B5EF4-FFF2-40B4-BE49-F238E27FC236}">
                  <a16:creationId xmlns:a16="http://schemas.microsoft.com/office/drawing/2014/main" id="{90EE7FA4-965D-4EFC-B6AE-4FF0B03C5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318" y="4429780"/>
              <a:ext cx="5410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  <a:r>
                <a:rPr lang="en-US" altLang="en-US" sz="2800" b="0" i="1" baseline="-25000">
                  <a:latin typeface="Times" panose="02020603050405020304" pitchFamily="18" charset="0"/>
                </a:rPr>
                <a:t>2</a:t>
              </a:r>
            </a:p>
          </p:txBody>
        </p:sp>
        <p:sp>
          <p:nvSpPr>
            <p:cNvPr id="85012" name="TextBox 63">
              <a:extLst>
                <a:ext uri="{FF2B5EF4-FFF2-40B4-BE49-F238E27FC236}">
                  <a16:creationId xmlns:a16="http://schemas.microsoft.com/office/drawing/2014/main" id="{7213E8EF-AD4B-476A-BFF9-A87843314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318" y="3640190"/>
              <a:ext cx="3965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s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85013" name="TextBox 21">
              <a:extLst>
                <a:ext uri="{FF2B5EF4-FFF2-40B4-BE49-F238E27FC236}">
                  <a16:creationId xmlns:a16="http://schemas.microsoft.com/office/drawing/2014/main" id="{89E03124-C875-4945-92FD-8C375FAA8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8522" y="2448580"/>
              <a:ext cx="5410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y</a:t>
              </a:r>
              <a:r>
                <a:rPr lang="en-US" altLang="en-US" sz="2800" b="0" i="1" baseline="-25000">
                  <a:latin typeface="Times" panose="02020603050405020304" pitchFamily="18" charset="0"/>
                </a:rPr>
                <a:t>1</a:t>
              </a:r>
            </a:p>
          </p:txBody>
        </p:sp>
        <p:sp>
          <p:nvSpPr>
            <p:cNvPr id="85014" name="TextBox 22">
              <a:extLst>
                <a:ext uri="{FF2B5EF4-FFF2-40B4-BE49-F238E27FC236}">
                  <a16:creationId xmlns:a16="http://schemas.microsoft.com/office/drawing/2014/main" id="{2A3280F7-31B5-4ED3-913C-69E53F4C30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5267980"/>
              <a:ext cx="5410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y</a:t>
              </a:r>
              <a:r>
                <a:rPr lang="en-US" altLang="en-US" sz="2800" b="0" i="1" baseline="-25000">
                  <a:latin typeface="Times" panose="02020603050405020304" pitchFamily="18" charset="0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AB290D70-250F-4784-ADD6-8B2733AE5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a logic function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a 4x1 multiplexer </a:t>
            </a:r>
          </a:p>
        </p:txBody>
      </p:sp>
      <p:sp>
        <p:nvSpPr>
          <p:cNvPr id="86018" name="TextBox 125">
            <a:extLst>
              <a:ext uri="{FF2B5EF4-FFF2-40B4-BE49-F238E27FC236}">
                <a16:creationId xmlns:a16="http://schemas.microsoft.com/office/drawing/2014/main" id="{9ED30AF4-BB93-4600-9892-330DBFB21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4.6a from the textbook ]</a:t>
            </a:r>
          </a:p>
        </p:txBody>
      </p:sp>
      <p:sp>
        <p:nvSpPr>
          <p:cNvPr id="86029" name="Rectangle 16">
            <a:extLst>
              <a:ext uri="{FF2B5EF4-FFF2-40B4-BE49-F238E27FC236}">
                <a16:creationId xmlns:a16="http://schemas.microsoft.com/office/drawing/2014/main" id="{72212264-03B7-42CE-B342-7217BB1B0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33265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1" name="Rectangle 18">
            <a:extLst>
              <a:ext uri="{FF2B5EF4-FFF2-40B4-BE49-F238E27FC236}">
                <a16:creationId xmlns:a16="http://schemas.microsoft.com/office/drawing/2014/main" id="{1755580A-3EE9-42D0-BBC1-E3204FB5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63745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7" name="Line 25">
            <a:extLst>
              <a:ext uri="{FF2B5EF4-FFF2-40B4-BE49-F238E27FC236}">
                <a16:creationId xmlns:a16="http://schemas.microsoft.com/office/drawing/2014/main" id="{2BF42671-7E05-4FDC-9A79-5C67B9F00E7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995738" y="1870693"/>
            <a:ext cx="1587" cy="17462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86039" name="Rectangle 27">
            <a:extLst>
              <a:ext uri="{FF2B5EF4-FFF2-40B4-BE49-F238E27FC236}">
                <a16:creationId xmlns:a16="http://schemas.microsoft.com/office/drawing/2014/main" id="{0907A347-D094-47A1-BBDB-48580FC157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367581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0" name="Rectangle 28">
            <a:extLst>
              <a:ext uri="{FF2B5EF4-FFF2-40B4-BE49-F238E27FC236}">
                <a16:creationId xmlns:a16="http://schemas.microsoft.com/office/drawing/2014/main" id="{61ECBF8C-1E4C-44BC-8F6B-06D95AF41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6707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1" name="Rectangle 29">
            <a:extLst>
              <a:ext uri="{FF2B5EF4-FFF2-40B4-BE49-F238E27FC236}">
                <a16:creationId xmlns:a16="http://schemas.microsoft.com/office/drawing/2014/main" id="{57EE535A-816D-4C92-99ED-7C844E94F2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9755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2" name="Rectangle 30">
            <a:extLst>
              <a:ext uri="{FF2B5EF4-FFF2-40B4-BE49-F238E27FC236}">
                <a16:creationId xmlns:a16="http://schemas.microsoft.com/office/drawing/2014/main" id="{55ED3D4B-119C-41DA-BF95-9CFA12CB87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327880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3" name="Rectangle 31">
            <a:extLst>
              <a:ext uri="{FF2B5EF4-FFF2-40B4-BE49-F238E27FC236}">
                <a16:creationId xmlns:a16="http://schemas.microsoft.com/office/drawing/2014/main" id="{800031F3-2275-4FE8-9B07-ED84E6A7E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6707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4" name="Rectangle 32">
            <a:extLst>
              <a:ext uri="{FF2B5EF4-FFF2-40B4-BE49-F238E27FC236}">
                <a16:creationId xmlns:a16="http://schemas.microsoft.com/office/drawing/2014/main" id="{19696BB0-3836-4C35-A3C9-E602762456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9755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5" name="Rectangle 33">
            <a:extLst>
              <a:ext uri="{FF2B5EF4-FFF2-40B4-BE49-F238E27FC236}">
                <a16:creationId xmlns:a16="http://schemas.microsoft.com/office/drawing/2014/main" id="{DEB4C13B-F164-41D7-B116-6B19BAB11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327880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6" name="Rectangle 34">
            <a:extLst>
              <a:ext uri="{FF2B5EF4-FFF2-40B4-BE49-F238E27FC236}">
                <a16:creationId xmlns:a16="http://schemas.microsoft.com/office/drawing/2014/main" id="{DE32FACE-5B78-41DB-B951-EC386EF1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1013" y="1859581"/>
            <a:ext cx="134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f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7" name="Rectangle 35">
            <a:extLst>
              <a:ext uri="{FF2B5EF4-FFF2-40B4-BE49-F238E27FC236}">
                <a16:creationId xmlns:a16="http://schemas.microsoft.com/office/drawing/2014/main" id="{45495BFA-E8D0-4A59-87CC-82DC9C9841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8338" y="1859581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8" name="Rectangle 36">
            <a:extLst>
              <a:ext uri="{FF2B5EF4-FFF2-40B4-BE49-F238E27FC236}">
                <a16:creationId xmlns:a16="http://schemas.microsoft.com/office/drawing/2014/main" id="{224B1938-8287-4A68-A027-44303EBBA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68675" y="197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9" name="Rectangle 37">
            <a:extLst>
              <a:ext uri="{FF2B5EF4-FFF2-40B4-BE49-F238E27FC236}">
                <a16:creationId xmlns:a16="http://schemas.microsoft.com/office/drawing/2014/main" id="{F7B48AF3-24CF-4FCA-9D93-2EBFBBDA72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367581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0" name="Rectangle 38">
            <a:extLst>
              <a:ext uri="{FF2B5EF4-FFF2-40B4-BE49-F238E27FC236}">
                <a16:creationId xmlns:a16="http://schemas.microsoft.com/office/drawing/2014/main" id="{C4E6DF54-5AD5-46CB-8836-03763587A6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68700" y="1859581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1" name="Rectangle 39">
            <a:extLst>
              <a:ext uri="{FF2B5EF4-FFF2-40B4-BE49-F238E27FC236}">
                <a16:creationId xmlns:a16="http://schemas.microsoft.com/office/drawing/2014/main" id="{48215E57-2C43-409E-9BCA-00D5A995E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29038" y="197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2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2" name="Rectangle 40">
            <a:extLst>
              <a:ext uri="{FF2B5EF4-FFF2-40B4-BE49-F238E27FC236}">
                <a16:creationId xmlns:a16="http://schemas.microsoft.com/office/drawing/2014/main" id="{4B000896-DF86-4700-9207-804B51948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9406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3" name="Rectangle 41">
            <a:extLst>
              <a:ext uri="{FF2B5EF4-FFF2-40B4-BE49-F238E27FC236}">
                <a16:creationId xmlns:a16="http://schemas.microsoft.com/office/drawing/2014/main" id="{03A3D51F-059B-4832-BD45-E5754E3F9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324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4" name="Line 99">
            <a:extLst>
              <a:ext uri="{FF2B5EF4-FFF2-40B4-BE49-F238E27FC236}">
                <a16:creationId xmlns:a16="http://schemas.microsoft.com/office/drawing/2014/main" id="{62235620-D830-4D48-AB40-BAAC9CDCC59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025775" y="2229468"/>
            <a:ext cx="14700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C84F50-CEB2-4289-8F20-D3D5A1366759}"/>
                  </a:ext>
                </a:extLst>
              </p14:cNvPr>
              <p14:cNvContentPartPr/>
              <p14:nvPr/>
            </p14:nvContentPartPr>
            <p14:xfrm>
              <a:off x="4281840" y="974520"/>
              <a:ext cx="4513680" cy="281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C84F50-CEB2-4289-8F20-D3D5A13667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2480" y="965160"/>
                <a:ext cx="4532400" cy="283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AB290D70-250F-4784-ADD6-8B2733AE5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a logic function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a 4x1 multiplexer </a:t>
            </a:r>
          </a:p>
        </p:txBody>
      </p:sp>
      <p:sp>
        <p:nvSpPr>
          <p:cNvPr id="86018" name="TextBox 125">
            <a:extLst>
              <a:ext uri="{FF2B5EF4-FFF2-40B4-BE49-F238E27FC236}">
                <a16:creationId xmlns:a16="http://schemas.microsoft.com/office/drawing/2014/main" id="{9ED30AF4-BB93-4600-9892-330DBFB21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4.6a from the textbook ]</a:t>
            </a:r>
          </a:p>
        </p:txBody>
      </p:sp>
      <p:sp>
        <p:nvSpPr>
          <p:cNvPr id="86029" name="Rectangle 16">
            <a:extLst>
              <a:ext uri="{FF2B5EF4-FFF2-40B4-BE49-F238E27FC236}">
                <a16:creationId xmlns:a16="http://schemas.microsoft.com/office/drawing/2014/main" id="{72212264-03B7-42CE-B342-7217BB1B0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33265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1" name="Rectangle 18">
            <a:extLst>
              <a:ext uri="{FF2B5EF4-FFF2-40B4-BE49-F238E27FC236}">
                <a16:creationId xmlns:a16="http://schemas.microsoft.com/office/drawing/2014/main" id="{1755580A-3EE9-42D0-BBC1-E3204FB5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63745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7" name="Line 25">
            <a:extLst>
              <a:ext uri="{FF2B5EF4-FFF2-40B4-BE49-F238E27FC236}">
                <a16:creationId xmlns:a16="http://schemas.microsoft.com/office/drawing/2014/main" id="{2BF42671-7E05-4FDC-9A79-5C67B9F00E7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995738" y="1870693"/>
            <a:ext cx="1587" cy="17462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86039" name="Rectangle 27">
            <a:extLst>
              <a:ext uri="{FF2B5EF4-FFF2-40B4-BE49-F238E27FC236}">
                <a16:creationId xmlns:a16="http://schemas.microsoft.com/office/drawing/2014/main" id="{0907A347-D094-47A1-BBDB-48580FC157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367581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0" name="Rectangle 28">
            <a:extLst>
              <a:ext uri="{FF2B5EF4-FFF2-40B4-BE49-F238E27FC236}">
                <a16:creationId xmlns:a16="http://schemas.microsoft.com/office/drawing/2014/main" id="{61ECBF8C-1E4C-44BC-8F6B-06D95AF41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6707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1" name="Rectangle 29">
            <a:extLst>
              <a:ext uri="{FF2B5EF4-FFF2-40B4-BE49-F238E27FC236}">
                <a16:creationId xmlns:a16="http://schemas.microsoft.com/office/drawing/2014/main" id="{57EE535A-816D-4C92-99ED-7C844E94F2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29755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2" name="Rectangle 30">
            <a:extLst>
              <a:ext uri="{FF2B5EF4-FFF2-40B4-BE49-F238E27FC236}">
                <a16:creationId xmlns:a16="http://schemas.microsoft.com/office/drawing/2014/main" id="{55ED3D4B-119C-41DA-BF95-9CFA12CB87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87713" y="327880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3" name="Rectangle 31">
            <a:extLst>
              <a:ext uri="{FF2B5EF4-FFF2-40B4-BE49-F238E27FC236}">
                <a16:creationId xmlns:a16="http://schemas.microsoft.com/office/drawing/2014/main" id="{800031F3-2275-4FE8-9B07-ED84E6A7E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6707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4" name="Rectangle 32">
            <a:extLst>
              <a:ext uri="{FF2B5EF4-FFF2-40B4-BE49-F238E27FC236}">
                <a16:creationId xmlns:a16="http://schemas.microsoft.com/office/drawing/2014/main" id="{19696BB0-3836-4C35-A3C9-E602762456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97559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5" name="Rectangle 33">
            <a:extLst>
              <a:ext uri="{FF2B5EF4-FFF2-40B4-BE49-F238E27FC236}">
                <a16:creationId xmlns:a16="http://schemas.microsoft.com/office/drawing/2014/main" id="{DEB4C13B-F164-41D7-B116-6B19BAB11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3278806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6" name="Rectangle 34">
            <a:extLst>
              <a:ext uri="{FF2B5EF4-FFF2-40B4-BE49-F238E27FC236}">
                <a16:creationId xmlns:a16="http://schemas.microsoft.com/office/drawing/2014/main" id="{DE32FACE-5B78-41DB-B951-EC386EF1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91013" y="1859581"/>
            <a:ext cx="134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f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7" name="Rectangle 35">
            <a:extLst>
              <a:ext uri="{FF2B5EF4-FFF2-40B4-BE49-F238E27FC236}">
                <a16:creationId xmlns:a16="http://schemas.microsoft.com/office/drawing/2014/main" id="{45495BFA-E8D0-4A59-87CC-82DC9C9841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8338" y="1859581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8" name="Rectangle 36">
            <a:extLst>
              <a:ext uri="{FF2B5EF4-FFF2-40B4-BE49-F238E27FC236}">
                <a16:creationId xmlns:a16="http://schemas.microsoft.com/office/drawing/2014/main" id="{224B1938-8287-4A68-A027-44303EBBA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68675" y="197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9" name="Rectangle 37">
            <a:extLst>
              <a:ext uri="{FF2B5EF4-FFF2-40B4-BE49-F238E27FC236}">
                <a16:creationId xmlns:a16="http://schemas.microsoft.com/office/drawing/2014/main" id="{F7B48AF3-24CF-4FCA-9D93-2EBFBBDA72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49663" y="2367581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0" name="Rectangle 38">
            <a:extLst>
              <a:ext uri="{FF2B5EF4-FFF2-40B4-BE49-F238E27FC236}">
                <a16:creationId xmlns:a16="http://schemas.microsoft.com/office/drawing/2014/main" id="{C4E6DF54-5AD5-46CB-8836-03763587A6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68700" y="1859581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1" name="Rectangle 39">
            <a:extLst>
              <a:ext uri="{FF2B5EF4-FFF2-40B4-BE49-F238E27FC236}">
                <a16:creationId xmlns:a16="http://schemas.microsoft.com/office/drawing/2014/main" id="{48215E57-2C43-409E-9BCA-00D5A995E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29038" y="197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2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2" name="Rectangle 40">
            <a:extLst>
              <a:ext uri="{FF2B5EF4-FFF2-40B4-BE49-F238E27FC236}">
                <a16:creationId xmlns:a16="http://schemas.microsoft.com/office/drawing/2014/main" id="{4B000896-DF86-4700-9207-804B51948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29406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3" name="Rectangle 41">
            <a:extLst>
              <a:ext uri="{FF2B5EF4-FFF2-40B4-BE49-F238E27FC236}">
                <a16:creationId xmlns:a16="http://schemas.microsoft.com/office/drawing/2014/main" id="{03A3D51F-059B-4832-BD45-E5754E3F9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5613" y="324546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4" name="Line 99">
            <a:extLst>
              <a:ext uri="{FF2B5EF4-FFF2-40B4-BE49-F238E27FC236}">
                <a16:creationId xmlns:a16="http://schemas.microsoft.com/office/drawing/2014/main" id="{62235620-D830-4D48-AB40-BAAC9CDCC59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025775" y="2229468"/>
            <a:ext cx="14700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92DDCF9-B378-4EDC-B1DC-61CB11EA2995}"/>
              </a:ext>
            </a:extLst>
          </p:cNvPr>
          <p:cNvGrpSpPr/>
          <p:nvPr/>
        </p:nvGrpSpPr>
        <p:grpSpPr>
          <a:xfrm>
            <a:off x="6626578" y="1447800"/>
            <a:ext cx="1898652" cy="2370930"/>
            <a:chOff x="6100763" y="2571750"/>
            <a:chExt cx="1214437" cy="1670050"/>
          </a:xfrm>
        </p:grpSpPr>
        <p:sp>
          <p:nvSpPr>
            <p:cNvPr id="86019" name="Line 4">
              <a:extLst>
                <a:ext uri="{FF2B5EF4-FFF2-40B4-BE49-F238E27FC236}">
                  <a16:creationId xmlns:a16="http://schemas.microsoft.com/office/drawing/2014/main" id="{7F6E38BF-C100-4BED-9C18-5EC5D64348C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255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0" name="Line 5">
              <a:extLst>
                <a:ext uri="{FF2B5EF4-FFF2-40B4-BE49-F238E27FC236}">
                  <a16:creationId xmlns:a16="http://schemas.microsoft.com/office/drawing/2014/main" id="{3B4E46CE-440F-4285-8239-FF6AA41E34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509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1" name="Line 6">
              <a:extLst>
                <a:ext uri="{FF2B5EF4-FFF2-40B4-BE49-F238E27FC236}">
                  <a16:creationId xmlns:a16="http://schemas.microsoft.com/office/drawing/2014/main" id="{1FCD28D8-FFE6-4A86-BBF4-DA4373B3A8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834188" y="3635375"/>
              <a:ext cx="25241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2" name="Freeform 7">
              <a:extLst>
                <a:ext uri="{FF2B5EF4-FFF2-40B4-BE49-F238E27FC236}">
                  <a16:creationId xmlns:a16="http://schemas.microsoft.com/office/drawing/2014/main" id="{5EC43DFE-C259-4BB4-AF01-A4582D94BE0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43650" y="3027363"/>
              <a:ext cx="482600" cy="1214437"/>
            </a:xfrm>
            <a:custGeom>
              <a:avLst/>
              <a:gdLst>
                <a:gd name="T0" fmla="*/ 2147483646 w 456"/>
                <a:gd name="T1" fmla="*/ 2147483646 h 1152"/>
                <a:gd name="T2" fmla="*/ 2147483646 w 456"/>
                <a:gd name="T3" fmla="*/ 2147483646 h 1152"/>
                <a:gd name="T4" fmla="*/ 0 w 456"/>
                <a:gd name="T5" fmla="*/ 0 h 1152"/>
                <a:gd name="T6" fmla="*/ 0 w 456"/>
                <a:gd name="T7" fmla="*/ 2147483646 h 1152"/>
                <a:gd name="T8" fmla="*/ 2147483646 w 456"/>
                <a:gd name="T9" fmla="*/ 214748364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6"/>
                <a:gd name="T16" fmla="*/ 0 h 1152"/>
                <a:gd name="T17" fmla="*/ 456 w 4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6" h="1152">
                  <a:moveTo>
                    <a:pt x="456" y="936"/>
                  </a:moveTo>
                  <a:lnTo>
                    <a:pt x="456" y="240"/>
                  </a:lnTo>
                  <a:lnTo>
                    <a:pt x="0" y="0"/>
                  </a:lnTo>
                  <a:lnTo>
                    <a:pt x="0" y="1152"/>
                  </a:lnTo>
                  <a:lnTo>
                    <a:pt x="456" y="936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3" name="Rectangle 10">
              <a:extLst>
                <a:ext uri="{FF2B5EF4-FFF2-40B4-BE49-F238E27FC236}">
                  <a16:creationId xmlns:a16="http://schemas.microsoft.com/office/drawing/2014/main" id="{0AE76901-64EA-452B-AFDE-8F9F036BB3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21538" y="3522663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25" name="Line 12">
              <a:extLst>
                <a:ext uri="{FF2B5EF4-FFF2-40B4-BE49-F238E27FC236}">
                  <a16:creationId xmlns:a16="http://schemas.microsoft.com/office/drawing/2014/main" id="{1D2E01D1-940E-4E71-A2DA-C5EF913CF7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2849563"/>
              <a:ext cx="352425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0" name="Freeform 17">
              <a:extLst>
                <a:ext uri="{FF2B5EF4-FFF2-40B4-BE49-F238E27FC236}">
                  <a16:creationId xmlns:a16="http://schemas.microsoft.com/office/drawing/2014/main" id="{B4F6F247-4EF8-46DC-BB2C-A72A9D7028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00763" y="2571750"/>
              <a:ext cx="555625" cy="633413"/>
            </a:xfrm>
            <a:custGeom>
              <a:avLst/>
              <a:gdLst>
                <a:gd name="T0" fmla="*/ 0 w 528"/>
                <a:gd name="T1" fmla="*/ 0 h 600"/>
                <a:gd name="T2" fmla="*/ 2147483646 w 528"/>
                <a:gd name="T3" fmla="*/ 0 h 600"/>
                <a:gd name="T4" fmla="*/ 2147483646 w 528"/>
                <a:gd name="T5" fmla="*/ 2147483646 h 600"/>
                <a:gd name="T6" fmla="*/ 0 60000 65536"/>
                <a:gd name="T7" fmla="*/ 0 60000 65536"/>
                <a:gd name="T8" fmla="*/ 0 60000 65536"/>
                <a:gd name="T9" fmla="*/ 0 w 528"/>
                <a:gd name="T10" fmla="*/ 0 h 600"/>
                <a:gd name="T11" fmla="*/ 528 w 528"/>
                <a:gd name="T12" fmla="*/ 600 h 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00">
                  <a:moveTo>
                    <a:pt x="0" y="0"/>
                  </a:moveTo>
                  <a:lnTo>
                    <a:pt x="528" y="0"/>
                  </a:lnTo>
                  <a:lnTo>
                    <a:pt x="528" y="6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3" name="Line 20">
              <a:extLst>
                <a:ext uri="{FF2B5EF4-FFF2-40B4-BE49-F238E27FC236}">
                  <a16:creationId xmlns:a16="http://schemas.microsoft.com/office/drawing/2014/main" id="{D2A1F859-C2B4-40E6-BE51-2CBCE35F0A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760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4" name="Line 21">
              <a:extLst>
                <a:ext uri="{FF2B5EF4-FFF2-40B4-BE49-F238E27FC236}">
                  <a16:creationId xmlns:a16="http://schemas.microsoft.com/office/drawing/2014/main" id="{E2241D82-96B8-409D-93AA-B1F54C2BCA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4014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5" name="Line 101">
              <a:extLst>
                <a:ext uri="{FF2B5EF4-FFF2-40B4-BE49-F238E27FC236}">
                  <a16:creationId xmlns:a16="http://schemas.microsoft.com/office/drawing/2014/main" id="{BB1A8AE3-9EE4-456C-8CB8-FA3E284FA0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838" y="2846388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48611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AB290D70-250F-4784-ADD6-8B2733AE5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a logic function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a 4x1 multiplexer </a:t>
            </a:r>
          </a:p>
        </p:txBody>
      </p:sp>
      <p:sp>
        <p:nvSpPr>
          <p:cNvPr id="86018" name="TextBox 125">
            <a:extLst>
              <a:ext uri="{FF2B5EF4-FFF2-40B4-BE49-F238E27FC236}">
                <a16:creationId xmlns:a16="http://schemas.microsoft.com/office/drawing/2014/main" id="{9ED30AF4-BB93-4600-9892-330DBFB21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4.6a from the textbook ]</a:t>
            </a:r>
          </a:p>
        </p:txBody>
      </p:sp>
      <p:sp>
        <p:nvSpPr>
          <p:cNvPr id="86019" name="Line 4">
            <a:extLst>
              <a:ext uri="{FF2B5EF4-FFF2-40B4-BE49-F238E27FC236}">
                <a16:creationId xmlns:a16="http://schemas.microsoft.com/office/drawing/2014/main" id="{7F6E38BF-C100-4BED-9C18-5EC5D64348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3255963"/>
            <a:ext cx="2254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20" name="Line 5">
            <a:extLst>
              <a:ext uri="{FF2B5EF4-FFF2-40B4-BE49-F238E27FC236}">
                <a16:creationId xmlns:a16="http://schemas.microsoft.com/office/drawing/2014/main" id="{3B4E46CE-440F-4285-8239-FF6AA41E34D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3509963"/>
            <a:ext cx="2254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21" name="Line 6">
            <a:extLst>
              <a:ext uri="{FF2B5EF4-FFF2-40B4-BE49-F238E27FC236}">
                <a16:creationId xmlns:a16="http://schemas.microsoft.com/office/drawing/2014/main" id="{1FCD28D8-FFE6-4A86-BBF4-DA4373B3A82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834188" y="3635375"/>
            <a:ext cx="25241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22" name="Freeform 7">
            <a:extLst>
              <a:ext uri="{FF2B5EF4-FFF2-40B4-BE49-F238E27FC236}">
                <a16:creationId xmlns:a16="http://schemas.microsoft.com/office/drawing/2014/main" id="{5EC43DFE-C259-4BB4-AF01-A4582D94BE06}"/>
              </a:ext>
            </a:extLst>
          </p:cNvPr>
          <p:cNvSpPr>
            <a:spLocks noChangeAspect="1"/>
          </p:cNvSpPr>
          <p:nvPr/>
        </p:nvSpPr>
        <p:spPr bwMode="auto">
          <a:xfrm>
            <a:off x="6343650" y="3027363"/>
            <a:ext cx="482600" cy="1214437"/>
          </a:xfrm>
          <a:custGeom>
            <a:avLst/>
            <a:gdLst>
              <a:gd name="T0" fmla="*/ 2147483646 w 456"/>
              <a:gd name="T1" fmla="*/ 2147483646 h 1152"/>
              <a:gd name="T2" fmla="*/ 2147483646 w 456"/>
              <a:gd name="T3" fmla="*/ 2147483646 h 1152"/>
              <a:gd name="T4" fmla="*/ 0 w 456"/>
              <a:gd name="T5" fmla="*/ 0 h 1152"/>
              <a:gd name="T6" fmla="*/ 0 w 456"/>
              <a:gd name="T7" fmla="*/ 2147483646 h 1152"/>
              <a:gd name="T8" fmla="*/ 2147483646 w 456"/>
              <a:gd name="T9" fmla="*/ 2147483646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6"/>
              <a:gd name="T16" fmla="*/ 0 h 1152"/>
              <a:gd name="T17" fmla="*/ 456 w 456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6" h="1152">
                <a:moveTo>
                  <a:pt x="456" y="936"/>
                </a:moveTo>
                <a:lnTo>
                  <a:pt x="456" y="240"/>
                </a:lnTo>
                <a:lnTo>
                  <a:pt x="0" y="0"/>
                </a:lnTo>
                <a:lnTo>
                  <a:pt x="0" y="1152"/>
                </a:lnTo>
                <a:lnTo>
                  <a:pt x="456" y="936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23" name="Rectangle 10">
            <a:extLst>
              <a:ext uri="{FF2B5EF4-FFF2-40B4-BE49-F238E27FC236}">
                <a16:creationId xmlns:a16="http://schemas.microsoft.com/office/drawing/2014/main" id="{0AE76901-64EA-452B-AFDE-8F9F036BB3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21538" y="3522663"/>
            <a:ext cx="134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24" name="Rectangle 11">
            <a:extLst>
              <a:ext uri="{FF2B5EF4-FFF2-40B4-BE49-F238E27FC236}">
                <a16:creationId xmlns:a16="http://schemas.microsoft.com/office/drawing/2014/main" id="{227ABB87-901F-41C5-A807-CF11C5B0C2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1513" y="2668588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25" name="Line 12">
            <a:extLst>
              <a:ext uri="{FF2B5EF4-FFF2-40B4-BE49-F238E27FC236}">
                <a16:creationId xmlns:a16="http://schemas.microsoft.com/office/drawing/2014/main" id="{1D2E01D1-940E-4E71-A2DA-C5EF913CF7C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2849563"/>
            <a:ext cx="352425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26" name="Rectangle 13">
            <a:extLst>
              <a:ext uri="{FF2B5EF4-FFF2-40B4-BE49-F238E27FC236}">
                <a16:creationId xmlns:a16="http://schemas.microsoft.com/office/drawing/2014/main" id="{198EF519-8713-4572-A2C8-07803D534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1850" y="278447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27" name="Rectangle 14">
            <a:extLst>
              <a:ext uri="{FF2B5EF4-FFF2-40B4-BE49-F238E27FC236}">
                <a16:creationId xmlns:a16="http://schemas.microsoft.com/office/drawing/2014/main" id="{5AE16EC5-950D-42DD-B551-9BE5CE385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7875" y="314960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28" name="Rectangle 15">
            <a:extLst>
              <a:ext uri="{FF2B5EF4-FFF2-40B4-BE49-F238E27FC236}">
                <a16:creationId xmlns:a16="http://schemas.microsoft.com/office/drawing/2014/main" id="{994C5876-4C6E-4BFE-AAA9-5B4975EA0B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7875" y="340518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29" name="Rectangle 16">
            <a:extLst>
              <a:ext uri="{FF2B5EF4-FFF2-40B4-BE49-F238E27FC236}">
                <a16:creationId xmlns:a16="http://schemas.microsoft.com/office/drawing/2014/main" id="{72212264-03B7-42CE-B342-7217BB1B0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9638" y="298291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0" name="Freeform 17">
            <a:extLst>
              <a:ext uri="{FF2B5EF4-FFF2-40B4-BE49-F238E27FC236}">
                <a16:creationId xmlns:a16="http://schemas.microsoft.com/office/drawing/2014/main" id="{B4F6F247-4EF8-46DC-BB2C-A72A9D70283C}"/>
              </a:ext>
            </a:extLst>
          </p:cNvPr>
          <p:cNvSpPr>
            <a:spLocks noChangeAspect="1"/>
          </p:cNvSpPr>
          <p:nvPr/>
        </p:nvSpPr>
        <p:spPr bwMode="auto">
          <a:xfrm>
            <a:off x="6100763" y="2571750"/>
            <a:ext cx="555625" cy="633413"/>
          </a:xfrm>
          <a:custGeom>
            <a:avLst/>
            <a:gdLst>
              <a:gd name="T0" fmla="*/ 0 w 528"/>
              <a:gd name="T1" fmla="*/ 0 h 600"/>
              <a:gd name="T2" fmla="*/ 2147483646 w 528"/>
              <a:gd name="T3" fmla="*/ 0 h 600"/>
              <a:gd name="T4" fmla="*/ 2147483646 w 528"/>
              <a:gd name="T5" fmla="*/ 2147483646 h 600"/>
              <a:gd name="T6" fmla="*/ 0 60000 65536"/>
              <a:gd name="T7" fmla="*/ 0 60000 65536"/>
              <a:gd name="T8" fmla="*/ 0 60000 65536"/>
              <a:gd name="T9" fmla="*/ 0 w 528"/>
              <a:gd name="T10" fmla="*/ 0 h 600"/>
              <a:gd name="T11" fmla="*/ 528 w 528"/>
              <a:gd name="T12" fmla="*/ 600 h 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600">
                <a:moveTo>
                  <a:pt x="0" y="0"/>
                </a:moveTo>
                <a:lnTo>
                  <a:pt x="528" y="0"/>
                </a:lnTo>
                <a:lnTo>
                  <a:pt x="528" y="60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31" name="Rectangle 18">
            <a:extLst>
              <a:ext uri="{FF2B5EF4-FFF2-40B4-BE49-F238E27FC236}">
                <a16:creationId xmlns:a16="http://schemas.microsoft.com/office/drawing/2014/main" id="{1755580A-3EE9-42D0-BBC1-E3204FB5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9638" y="328771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2" name="Rectangle 19">
            <a:extLst>
              <a:ext uri="{FF2B5EF4-FFF2-40B4-BE49-F238E27FC236}">
                <a16:creationId xmlns:a16="http://schemas.microsoft.com/office/drawing/2014/main" id="{8A12F7BA-83DC-40D8-A630-A9DC5C83EB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1513" y="2413000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3" name="Line 20">
            <a:extLst>
              <a:ext uri="{FF2B5EF4-FFF2-40B4-BE49-F238E27FC236}">
                <a16:creationId xmlns:a16="http://schemas.microsoft.com/office/drawing/2014/main" id="{D2A1F859-C2B4-40E6-BE51-2CBCE35F0A7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3760788"/>
            <a:ext cx="2254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34" name="Line 21">
            <a:extLst>
              <a:ext uri="{FF2B5EF4-FFF2-40B4-BE49-F238E27FC236}">
                <a16:creationId xmlns:a16="http://schemas.microsoft.com/office/drawing/2014/main" id="{E2241D82-96B8-409D-93AA-B1F54C2BCAB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100763" y="4014788"/>
            <a:ext cx="2254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35" name="Rectangle 22">
            <a:extLst>
              <a:ext uri="{FF2B5EF4-FFF2-40B4-BE49-F238E27FC236}">
                <a16:creationId xmlns:a16="http://schemas.microsoft.com/office/drawing/2014/main" id="{2856EB32-D4DA-41B0-BE8C-A127AA97F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11850" y="252730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6" name="Rectangle 23">
            <a:extLst>
              <a:ext uri="{FF2B5EF4-FFF2-40B4-BE49-F238E27FC236}">
                <a16:creationId xmlns:a16="http://schemas.microsoft.com/office/drawing/2014/main" id="{B512370B-1BD4-4E12-9C42-718799DC65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7875" y="365918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7" name="Line 25">
            <a:extLst>
              <a:ext uri="{FF2B5EF4-FFF2-40B4-BE49-F238E27FC236}">
                <a16:creationId xmlns:a16="http://schemas.microsoft.com/office/drawing/2014/main" id="{2BF42671-7E05-4FDC-9A79-5C67B9F00E7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179763" y="2520950"/>
            <a:ext cx="1587" cy="17462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38" name="Rectangle 26">
            <a:extLst>
              <a:ext uri="{FF2B5EF4-FFF2-40B4-BE49-F238E27FC236}">
                <a16:creationId xmlns:a16="http://schemas.microsoft.com/office/drawing/2014/main" id="{85DFE290-6C6F-47B2-B3FA-E76530DE3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57875" y="391477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39" name="Rectangle 27">
            <a:extLst>
              <a:ext uri="{FF2B5EF4-FFF2-40B4-BE49-F238E27FC236}">
                <a16:creationId xmlns:a16="http://schemas.microsoft.com/office/drawing/2014/main" id="{0907A347-D094-47A1-BBDB-48580FC157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1738" y="301783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0" name="Rectangle 28">
            <a:extLst>
              <a:ext uri="{FF2B5EF4-FFF2-40B4-BE49-F238E27FC236}">
                <a16:creationId xmlns:a16="http://schemas.microsoft.com/office/drawing/2014/main" id="{61ECBF8C-1E4C-44BC-8F6B-06D95AF41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1738" y="33210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1" name="Rectangle 29">
            <a:extLst>
              <a:ext uri="{FF2B5EF4-FFF2-40B4-BE49-F238E27FC236}">
                <a16:creationId xmlns:a16="http://schemas.microsoft.com/office/drawing/2014/main" id="{57EE535A-816D-4C92-99ED-7C844E94F2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1738" y="36258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2" name="Rectangle 30">
            <a:extLst>
              <a:ext uri="{FF2B5EF4-FFF2-40B4-BE49-F238E27FC236}">
                <a16:creationId xmlns:a16="http://schemas.microsoft.com/office/drawing/2014/main" id="{55ED3D4B-119C-41DA-BF95-9CFA12CB87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1738" y="392906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3" name="Rectangle 31">
            <a:extLst>
              <a:ext uri="{FF2B5EF4-FFF2-40B4-BE49-F238E27FC236}">
                <a16:creationId xmlns:a16="http://schemas.microsoft.com/office/drawing/2014/main" id="{800031F3-2275-4FE8-9B07-ED84E6A7E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3688" y="33210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4" name="Rectangle 32">
            <a:extLst>
              <a:ext uri="{FF2B5EF4-FFF2-40B4-BE49-F238E27FC236}">
                <a16:creationId xmlns:a16="http://schemas.microsoft.com/office/drawing/2014/main" id="{19696BB0-3836-4C35-A3C9-E602762456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3688" y="36258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5" name="Rectangle 33">
            <a:extLst>
              <a:ext uri="{FF2B5EF4-FFF2-40B4-BE49-F238E27FC236}">
                <a16:creationId xmlns:a16="http://schemas.microsoft.com/office/drawing/2014/main" id="{DEB4C13B-F164-41D7-B116-6B19BAB11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3688" y="392906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6" name="Rectangle 34">
            <a:extLst>
              <a:ext uri="{FF2B5EF4-FFF2-40B4-BE49-F238E27FC236}">
                <a16:creationId xmlns:a16="http://schemas.microsoft.com/office/drawing/2014/main" id="{DE32FACE-5B78-41DB-B951-EC386EF1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75038" y="2509838"/>
            <a:ext cx="134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7" name="Rectangle 35">
            <a:extLst>
              <a:ext uri="{FF2B5EF4-FFF2-40B4-BE49-F238E27FC236}">
                <a16:creationId xmlns:a16="http://schemas.microsoft.com/office/drawing/2014/main" id="{45495BFA-E8D0-4A59-87CC-82DC9C9841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92363" y="2509838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8" name="Rectangle 36">
            <a:extLst>
              <a:ext uri="{FF2B5EF4-FFF2-40B4-BE49-F238E27FC236}">
                <a16:creationId xmlns:a16="http://schemas.microsoft.com/office/drawing/2014/main" id="{224B1938-8287-4A68-A027-44303EBBA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52700" y="26257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49" name="Rectangle 37">
            <a:extLst>
              <a:ext uri="{FF2B5EF4-FFF2-40B4-BE49-F238E27FC236}">
                <a16:creationId xmlns:a16="http://schemas.microsoft.com/office/drawing/2014/main" id="{F7B48AF3-24CF-4FCA-9D93-2EBFBBDA72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3688" y="301783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0" name="Rectangle 38">
            <a:extLst>
              <a:ext uri="{FF2B5EF4-FFF2-40B4-BE49-F238E27FC236}">
                <a16:creationId xmlns:a16="http://schemas.microsoft.com/office/drawing/2014/main" id="{C4E6DF54-5AD5-46CB-8836-03763587A6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52725" y="2509838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1" name="Rectangle 39">
            <a:extLst>
              <a:ext uri="{FF2B5EF4-FFF2-40B4-BE49-F238E27FC236}">
                <a16:creationId xmlns:a16="http://schemas.microsoft.com/office/drawing/2014/main" id="{48215E57-2C43-409E-9BCA-00D5A995E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13063" y="26257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2" name="Rectangle 40">
            <a:extLst>
              <a:ext uri="{FF2B5EF4-FFF2-40B4-BE49-F238E27FC236}">
                <a16:creationId xmlns:a16="http://schemas.microsoft.com/office/drawing/2014/main" id="{4B000896-DF86-4700-9207-804B51948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9638" y="35909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3" name="Rectangle 41">
            <a:extLst>
              <a:ext uri="{FF2B5EF4-FFF2-40B4-BE49-F238E27FC236}">
                <a16:creationId xmlns:a16="http://schemas.microsoft.com/office/drawing/2014/main" id="{03A3D51F-059B-4832-BD45-E5754E3F9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9638" y="38957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86054" name="Line 99">
            <a:extLst>
              <a:ext uri="{FF2B5EF4-FFF2-40B4-BE49-F238E27FC236}">
                <a16:creationId xmlns:a16="http://schemas.microsoft.com/office/drawing/2014/main" id="{62235620-D830-4D48-AB40-BAAC9CDCC59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209800" y="2879725"/>
            <a:ext cx="14700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86055" name="Line 101">
            <a:extLst>
              <a:ext uri="{FF2B5EF4-FFF2-40B4-BE49-F238E27FC236}">
                <a16:creationId xmlns:a16="http://schemas.microsoft.com/office/drawing/2014/main" id="{BB1A8AE3-9EE4-456C-8CB8-FA3E284FA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6838" y="2846388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7119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AB290D70-250F-4784-ADD6-8B2733AE5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a logic function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a 2x1 multiplexer </a:t>
            </a:r>
          </a:p>
        </p:txBody>
      </p:sp>
      <p:sp>
        <p:nvSpPr>
          <p:cNvPr id="86018" name="TextBox 125">
            <a:extLst>
              <a:ext uri="{FF2B5EF4-FFF2-40B4-BE49-F238E27FC236}">
                <a16:creationId xmlns:a16="http://schemas.microsoft.com/office/drawing/2014/main" id="{9ED30AF4-BB93-4600-9892-330DBFB21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4.6a from the textbook ]</a:t>
            </a:r>
          </a:p>
        </p:txBody>
      </p:sp>
      <p:sp>
        <p:nvSpPr>
          <p:cNvPr id="86029" name="Rectangle 16">
            <a:extLst>
              <a:ext uri="{FF2B5EF4-FFF2-40B4-BE49-F238E27FC236}">
                <a16:creationId xmlns:a16="http://schemas.microsoft.com/office/drawing/2014/main" id="{72212264-03B7-42CE-B342-7217BB1B0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7838" y="229711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1" name="Rectangle 18">
            <a:extLst>
              <a:ext uri="{FF2B5EF4-FFF2-40B4-BE49-F238E27FC236}">
                <a16:creationId xmlns:a16="http://schemas.microsoft.com/office/drawing/2014/main" id="{1755580A-3EE9-42D0-BBC1-E3204FB5A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7838" y="260191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37" name="Line 25">
            <a:extLst>
              <a:ext uri="{FF2B5EF4-FFF2-40B4-BE49-F238E27FC236}">
                <a16:creationId xmlns:a16="http://schemas.microsoft.com/office/drawing/2014/main" id="{2BF42671-7E05-4FDC-9A79-5C67B9F00E7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4017963" y="1835150"/>
            <a:ext cx="1587" cy="17462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sp>
        <p:nvSpPr>
          <p:cNvPr id="86039" name="Rectangle 27">
            <a:extLst>
              <a:ext uri="{FF2B5EF4-FFF2-40B4-BE49-F238E27FC236}">
                <a16:creationId xmlns:a16="http://schemas.microsoft.com/office/drawing/2014/main" id="{0907A347-D094-47A1-BBDB-48580FC157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9938" y="233203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0" name="Rectangle 28">
            <a:extLst>
              <a:ext uri="{FF2B5EF4-FFF2-40B4-BE49-F238E27FC236}">
                <a16:creationId xmlns:a16="http://schemas.microsoft.com/office/drawing/2014/main" id="{61ECBF8C-1E4C-44BC-8F6B-06D95AF411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9938" y="26352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1" name="Rectangle 29">
            <a:extLst>
              <a:ext uri="{FF2B5EF4-FFF2-40B4-BE49-F238E27FC236}">
                <a16:creationId xmlns:a16="http://schemas.microsoft.com/office/drawing/2014/main" id="{57EE535A-816D-4C92-99ED-7C844E94F2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9938" y="29400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2" name="Rectangle 30">
            <a:extLst>
              <a:ext uri="{FF2B5EF4-FFF2-40B4-BE49-F238E27FC236}">
                <a16:creationId xmlns:a16="http://schemas.microsoft.com/office/drawing/2014/main" id="{55ED3D4B-119C-41DA-BF95-9CFA12CB87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09938" y="324326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3" name="Rectangle 31">
            <a:extLst>
              <a:ext uri="{FF2B5EF4-FFF2-40B4-BE49-F238E27FC236}">
                <a16:creationId xmlns:a16="http://schemas.microsoft.com/office/drawing/2014/main" id="{800031F3-2275-4FE8-9B07-ED84E6A7E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1888" y="26352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4" name="Rectangle 32">
            <a:extLst>
              <a:ext uri="{FF2B5EF4-FFF2-40B4-BE49-F238E27FC236}">
                <a16:creationId xmlns:a16="http://schemas.microsoft.com/office/drawing/2014/main" id="{19696BB0-3836-4C35-A3C9-E602762456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1888" y="2940050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5" name="Rectangle 33">
            <a:extLst>
              <a:ext uri="{FF2B5EF4-FFF2-40B4-BE49-F238E27FC236}">
                <a16:creationId xmlns:a16="http://schemas.microsoft.com/office/drawing/2014/main" id="{DEB4C13B-F164-41D7-B116-6B19BAB11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1888" y="3243263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6" name="Rectangle 34">
            <a:extLst>
              <a:ext uri="{FF2B5EF4-FFF2-40B4-BE49-F238E27FC236}">
                <a16:creationId xmlns:a16="http://schemas.microsoft.com/office/drawing/2014/main" id="{DE32FACE-5B78-41DB-B951-EC386EF1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13238" y="1824038"/>
            <a:ext cx="1346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f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7" name="Rectangle 35">
            <a:extLst>
              <a:ext uri="{FF2B5EF4-FFF2-40B4-BE49-F238E27FC236}">
                <a16:creationId xmlns:a16="http://schemas.microsoft.com/office/drawing/2014/main" id="{45495BFA-E8D0-4A59-87CC-82DC9C9841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0563" y="1824038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8" name="Rectangle 36">
            <a:extLst>
              <a:ext uri="{FF2B5EF4-FFF2-40B4-BE49-F238E27FC236}">
                <a16:creationId xmlns:a16="http://schemas.microsoft.com/office/drawing/2014/main" id="{224B1938-8287-4A68-A027-44303EBBA8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0900" y="19399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49" name="Rectangle 37">
            <a:extLst>
              <a:ext uri="{FF2B5EF4-FFF2-40B4-BE49-F238E27FC236}">
                <a16:creationId xmlns:a16="http://schemas.microsoft.com/office/drawing/2014/main" id="{F7B48AF3-24CF-4FCA-9D93-2EBFBBDA72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1888" y="2332038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0" name="Rectangle 38">
            <a:extLst>
              <a:ext uri="{FF2B5EF4-FFF2-40B4-BE49-F238E27FC236}">
                <a16:creationId xmlns:a16="http://schemas.microsoft.com/office/drawing/2014/main" id="{C4E6DF54-5AD5-46CB-8836-03763587A6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90925" y="1824038"/>
            <a:ext cx="235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+mn-lt"/>
              </a:rPr>
              <a:t>w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1" name="Rectangle 39">
            <a:extLst>
              <a:ext uri="{FF2B5EF4-FFF2-40B4-BE49-F238E27FC236}">
                <a16:creationId xmlns:a16="http://schemas.microsoft.com/office/drawing/2014/main" id="{48215E57-2C43-409E-9BCA-00D5A995E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1263" y="19399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2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2" name="Rectangle 40">
            <a:extLst>
              <a:ext uri="{FF2B5EF4-FFF2-40B4-BE49-F238E27FC236}">
                <a16:creationId xmlns:a16="http://schemas.microsoft.com/office/drawing/2014/main" id="{4B000896-DF86-4700-9207-804B51948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7838" y="29051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1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3" name="Rectangle 41">
            <a:extLst>
              <a:ext uri="{FF2B5EF4-FFF2-40B4-BE49-F238E27FC236}">
                <a16:creationId xmlns:a16="http://schemas.microsoft.com/office/drawing/2014/main" id="{03A3D51F-059B-4832-BD45-E5754E3F9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7838" y="3209925"/>
            <a:ext cx="1923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+mn-lt"/>
              </a:rPr>
              <a:t>0 </a:t>
            </a:r>
            <a:endParaRPr lang="en-US" altLang="en-US" sz="2000" b="0">
              <a:latin typeface="+mn-lt"/>
            </a:endParaRPr>
          </a:p>
        </p:txBody>
      </p:sp>
      <p:sp>
        <p:nvSpPr>
          <p:cNvPr id="86054" name="Line 99">
            <a:extLst>
              <a:ext uri="{FF2B5EF4-FFF2-40B4-BE49-F238E27FC236}">
                <a16:creationId xmlns:a16="http://schemas.microsoft.com/office/drawing/2014/main" id="{62235620-D830-4D48-AB40-BAAC9CDCC59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048000" y="2193925"/>
            <a:ext cx="14700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>
              <a:latin typeface="+mn-lt"/>
            </a:endParaRPr>
          </a:p>
        </p:txBody>
      </p:sp>
      <p:pic>
        <p:nvPicPr>
          <p:cNvPr id="34" name="Picture 35" descr="Screen shot 2015-10-09 at 3.42.52 PM.png">
            <a:extLst>
              <a:ext uri="{FF2B5EF4-FFF2-40B4-BE49-F238E27FC236}">
                <a16:creationId xmlns:a16="http://schemas.microsoft.com/office/drawing/2014/main" id="{A514DC0D-C3FF-489B-9D48-9ED0BE120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698625"/>
            <a:ext cx="1982788" cy="1795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6">
            <a:extLst>
              <a:ext uri="{FF2B5EF4-FFF2-40B4-BE49-F238E27FC236}">
                <a16:creationId xmlns:a16="http://schemas.microsoft.com/office/drawing/2014/main" id="{3692395F-DACB-4AF0-8DD0-4AAD6BF91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1219200"/>
            <a:ext cx="495697" cy="19762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180B129-6699-44DE-80FA-EB33125E7326}"/>
                  </a:ext>
                </a:extLst>
              </p14:cNvPr>
              <p14:cNvContentPartPr/>
              <p14:nvPr/>
            </p14:nvContentPartPr>
            <p14:xfrm>
              <a:off x="3071880" y="1586880"/>
              <a:ext cx="4821480" cy="397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180B129-6699-44DE-80FA-EB33125E73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2520" y="1577520"/>
                <a:ext cx="4840200" cy="39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5723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F1154393-5125-4B1F-8D11-149FE7503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200"/>
              <a:t>Implementation of the same logic function </a:t>
            </a:r>
            <a:br>
              <a:rPr lang="en-US" altLang="en-US"/>
            </a:br>
            <a:r>
              <a:rPr lang="en-US" altLang="en-US" sz="3200"/>
              <a:t>with a 2x1 multiplexer </a:t>
            </a:r>
            <a:endParaRPr lang="en-US" altLang="en-US"/>
          </a:p>
        </p:txBody>
      </p:sp>
      <p:sp>
        <p:nvSpPr>
          <p:cNvPr id="87042" name="TextBox 125">
            <a:extLst>
              <a:ext uri="{FF2B5EF4-FFF2-40B4-BE49-F238E27FC236}">
                <a16:creationId xmlns:a16="http://schemas.microsoft.com/office/drawing/2014/main" id="{A5A282DF-53D6-4D02-B8DA-E0B5364A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4.6b-c from the textbook ]</a:t>
            </a:r>
          </a:p>
        </p:txBody>
      </p:sp>
      <p:sp>
        <p:nvSpPr>
          <p:cNvPr id="87043" name="Rectangle 42">
            <a:extLst>
              <a:ext uri="{FF2B5EF4-FFF2-40B4-BE49-F238E27FC236}">
                <a16:creationId xmlns:a16="http://schemas.microsoft.com/office/drawing/2014/main" id="{3CFF9446-74DC-4628-A712-22A88A43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3238" y="3521075"/>
            <a:ext cx="18208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Helvetica" panose="020B0604020202020204" pitchFamily="34" charset="0"/>
              </a:rPr>
              <a:t>(b) Modified truth table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4" name="Rectangle 43">
            <a:extLst>
              <a:ext uri="{FF2B5EF4-FFF2-40B4-BE49-F238E27FC236}">
                <a16:creationId xmlns:a16="http://schemas.microsoft.com/office/drawing/2014/main" id="{E795AA0D-5F14-44F3-B7F0-5EAC6F0D0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18859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5" name="Line 44">
            <a:extLst>
              <a:ext uri="{FF2B5EF4-FFF2-40B4-BE49-F238E27FC236}">
                <a16:creationId xmlns:a16="http://schemas.microsoft.com/office/drawing/2014/main" id="{84C1395B-CA0E-4A98-A34D-2053BC75C40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295400" y="1789113"/>
            <a:ext cx="14700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6" name="Line 45">
            <a:extLst>
              <a:ext uri="{FF2B5EF4-FFF2-40B4-BE49-F238E27FC236}">
                <a16:creationId xmlns:a16="http://schemas.microsoft.com/office/drawing/2014/main" id="{B53CD29B-4052-4822-85AA-DFCB9E5C776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208213" y="1433513"/>
            <a:ext cx="1587" cy="172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7" name="Rectangle 46">
            <a:extLst>
              <a:ext uri="{FF2B5EF4-FFF2-40B4-BE49-F238E27FC236}">
                <a16:creationId xmlns:a16="http://schemas.microsoft.com/office/drawing/2014/main" id="{6F8AA4A2-C056-4493-BC25-21D301A39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1891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8" name="Rectangle 47">
            <a:extLst>
              <a:ext uri="{FF2B5EF4-FFF2-40B4-BE49-F238E27FC236}">
                <a16:creationId xmlns:a16="http://schemas.microsoft.com/office/drawing/2014/main" id="{B8BAA7E3-570B-44CA-8AD2-36A5AA06DC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19192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9" name="Rectangle 48">
            <a:extLst>
              <a:ext uri="{FF2B5EF4-FFF2-40B4-BE49-F238E27FC236}">
                <a16:creationId xmlns:a16="http://schemas.microsoft.com/office/drawing/2014/main" id="{0F5476E3-B048-4C9F-ADBD-041C905F8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2209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0" name="Rectangle 49">
            <a:extLst>
              <a:ext uri="{FF2B5EF4-FFF2-40B4-BE49-F238E27FC236}">
                <a16:creationId xmlns:a16="http://schemas.microsoft.com/office/drawing/2014/main" id="{1F548492-2083-4A3B-9442-196664B39F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5257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1" name="Rectangle 50">
            <a:extLst>
              <a:ext uri="{FF2B5EF4-FFF2-40B4-BE49-F238E27FC236}">
                <a16:creationId xmlns:a16="http://schemas.microsoft.com/office/drawing/2014/main" id="{2D5182BC-C100-4EB7-BEB2-EA127D98D5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8305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2" name="Rectangle 51">
            <a:extLst>
              <a:ext uri="{FF2B5EF4-FFF2-40B4-BE49-F238E27FC236}">
                <a16:creationId xmlns:a16="http://schemas.microsoft.com/office/drawing/2014/main" id="{D87A3BEC-0F92-402B-B828-643FF059C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2209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3" name="Rectangle 52">
            <a:extLst>
              <a:ext uri="{FF2B5EF4-FFF2-40B4-BE49-F238E27FC236}">
                <a16:creationId xmlns:a16="http://schemas.microsoft.com/office/drawing/2014/main" id="{F74F7817-F5E7-480E-A145-68FCDC6F59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5257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4" name="Rectangle 53">
            <a:extLst>
              <a:ext uri="{FF2B5EF4-FFF2-40B4-BE49-F238E27FC236}">
                <a16:creationId xmlns:a16="http://schemas.microsoft.com/office/drawing/2014/main" id="{C16E30EB-7359-4E09-9036-03304B5AD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8305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5" name="Rectangle 54">
            <a:extLst>
              <a:ext uri="{FF2B5EF4-FFF2-40B4-BE49-F238E27FC236}">
                <a16:creationId xmlns:a16="http://schemas.microsoft.com/office/drawing/2014/main" id="{53940F5C-9613-4055-8C2E-2BF196E6F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1263" y="1412875"/>
            <a:ext cx="936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6" name="Rectangle 55">
            <a:extLst>
              <a:ext uri="{FF2B5EF4-FFF2-40B4-BE49-F238E27FC236}">
                <a16:creationId xmlns:a16="http://schemas.microsoft.com/office/drawing/2014/main" id="{92D73FC5-4984-4DF1-9A56-1D5963C0E2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0" y="1412875"/>
            <a:ext cx="163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7" name="Rectangle 56">
            <a:extLst>
              <a:ext uri="{FF2B5EF4-FFF2-40B4-BE49-F238E27FC236}">
                <a16:creationId xmlns:a16="http://schemas.microsoft.com/office/drawing/2014/main" id="{092DC389-BEF5-4888-A202-234CC8B8E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7338" y="1528763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8" name="Rectangle 57">
            <a:extLst>
              <a:ext uri="{FF2B5EF4-FFF2-40B4-BE49-F238E27FC236}">
                <a16:creationId xmlns:a16="http://schemas.microsoft.com/office/drawing/2014/main" id="{CA010AF3-9CD5-49A0-815D-72FC2F4AD6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19192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9" name="Rectangle 58">
            <a:extLst>
              <a:ext uri="{FF2B5EF4-FFF2-40B4-BE49-F238E27FC236}">
                <a16:creationId xmlns:a16="http://schemas.microsoft.com/office/drawing/2014/main" id="{648BADCA-58C1-47A5-999D-E410A0F860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7363" y="1412875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0" name="Rectangle 59">
            <a:extLst>
              <a:ext uri="{FF2B5EF4-FFF2-40B4-BE49-F238E27FC236}">
                <a16:creationId xmlns:a16="http://schemas.microsoft.com/office/drawing/2014/main" id="{63B96230-C791-49DD-AD45-1D74843E5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19288" y="1528763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1" name="Rectangle 60">
            <a:extLst>
              <a:ext uri="{FF2B5EF4-FFF2-40B4-BE49-F238E27FC236}">
                <a16:creationId xmlns:a16="http://schemas.microsoft.com/office/drawing/2014/main" id="{7A211D25-2FB0-4EE4-808C-936BB21F5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4939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2" name="Freeform 61">
            <a:extLst>
              <a:ext uri="{FF2B5EF4-FFF2-40B4-BE49-F238E27FC236}">
                <a16:creationId xmlns:a16="http://schemas.microsoft.com/office/drawing/2014/main" id="{4DE16EF9-40FA-4FD1-A663-C4DDB511CB00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117725"/>
            <a:ext cx="152400" cy="50800"/>
          </a:xfrm>
          <a:custGeom>
            <a:avLst/>
            <a:gdLst>
              <a:gd name="T0" fmla="*/ 0 w 144"/>
              <a:gd name="T1" fmla="*/ 2147483646 h 48"/>
              <a:gd name="T2" fmla="*/ 2147483646 w 144"/>
              <a:gd name="T3" fmla="*/ 2147483646 h 48"/>
              <a:gd name="T4" fmla="*/ 0 w 144"/>
              <a:gd name="T5" fmla="*/ 0 h 48"/>
              <a:gd name="T6" fmla="*/ 0 w 144"/>
              <a:gd name="T7" fmla="*/ 2147483646 h 48"/>
              <a:gd name="T8" fmla="*/ 0 w 14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48"/>
              <a:gd name="T17" fmla="*/ 144 w 14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48">
                <a:moveTo>
                  <a:pt x="0" y="48"/>
                </a:moveTo>
                <a:lnTo>
                  <a:pt x="144" y="24"/>
                </a:lnTo>
                <a:lnTo>
                  <a:pt x="0" y="0"/>
                </a:lnTo>
                <a:lnTo>
                  <a:pt x="0" y="24"/>
                </a:lnTo>
                <a:lnTo>
                  <a:pt x="0" y="48"/>
                </a:lnTo>
                <a:close/>
              </a:path>
            </a:pathLst>
          </a:custGeom>
          <a:solidFill>
            <a:srgbClr val="66FFFF"/>
          </a:solidFill>
          <a:ln w="1746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63" name="Line 62">
            <a:extLst>
              <a:ext uri="{FF2B5EF4-FFF2-40B4-BE49-F238E27FC236}">
                <a16:creationId xmlns:a16="http://schemas.microsoft.com/office/drawing/2014/main" id="{10C9A84E-DAC4-4CFD-B796-480E32881E9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816225" y="2143125"/>
            <a:ext cx="531813" cy="1588"/>
          </a:xfrm>
          <a:prstGeom prst="line">
            <a:avLst/>
          </a:pr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4" name="Freeform 63">
            <a:extLst>
              <a:ext uri="{FF2B5EF4-FFF2-40B4-BE49-F238E27FC236}">
                <a16:creationId xmlns:a16="http://schemas.microsoft.com/office/drawing/2014/main" id="{BF6928B2-ABC4-4773-B3F6-23C90D183CDB}"/>
              </a:ext>
            </a:extLst>
          </p:cNvPr>
          <p:cNvSpPr>
            <a:spLocks noChangeAspect="1"/>
          </p:cNvSpPr>
          <p:nvPr/>
        </p:nvSpPr>
        <p:spPr bwMode="auto">
          <a:xfrm>
            <a:off x="2714625" y="1919288"/>
            <a:ext cx="95250" cy="458787"/>
          </a:xfrm>
          <a:custGeom>
            <a:avLst/>
            <a:gdLst>
              <a:gd name="T0" fmla="*/ 2147483646 w 90"/>
              <a:gd name="T1" fmla="*/ 0 h 436"/>
              <a:gd name="T2" fmla="*/ 2147483646 w 90"/>
              <a:gd name="T3" fmla="*/ 2147483646 h 436"/>
              <a:gd name="T4" fmla="*/ 2147483646 w 90"/>
              <a:gd name="T5" fmla="*/ 2147483646 h 436"/>
              <a:gd name="T6" fmla="*/ 2147483646 w 90"/>
              <a:gd name="T7" fmla="*/ 2147483646 h 436"/>
              <a:gd name="T8" fmla="*/ 2147483646 w 90"/>
              <a:gd name="T9" fmla="*/ 2147483646 h 436"/>
              <a:gd name="T10" fmla="*/ 2147483646 w 90"/>
              <a:gd name="T11" fmla="*/ 2147483646 h 436"/>
              <a:gd name="T12" fmla="*/ 2147483646 w 90"/>
              <a:gd name="T13" fmla="*/ 2147483646 h 436"/>
              <a:gd name="T14" fmla="*/ 2147483646 w 90"/>
              <a:gd name="T15" fmla="*/ 2147483646 h 436"/>
              <a:gd name="T16" fmla="*/ 2147483646 w 90"/>
              <a:gd name="T17" fmla="*/ 2147483646 h 436"/>
              <a:gd name="T18" fmla="*/ 2147483646 w 90"/>
              <a:gd name="T19" fmla="*/ 2147483646 h 436"/>
              <a:gd name="T20" fmla="*/ 2147483646 w 90"/>
              <a:gd name="T21" fmla="*/ 2147483646 h 436"/>
              <a:gd name="T22" fmla="*/ 2147483646 w 90"/>
              <a:gd name="T23" fmla="*/ 2147483646 h 436"/>
              <a:gd name="T24" fmla="*/ 2147483646 w 90"/>
              <a:gd name="T25" fmla="*/ 2147483646 h 436"/>
              <a:gd name="T26" fmla="*/ 2147483646 w 90"/>
              <a:gd name="T27" fmla="*/ 2147483646 h 436"/>
              <a:gd name="T28" fmla="*/ 2147483646 w 90"/>
              <a:gd name="T29" fmla="*/ 2147483646 h 436"/>
              <a:gd name="T30" fmla="*/ 2147483646 w 90"/>
              <a:gd name="T31" fmla="*/ 2147483646 h 436"/>
              <a:gd name="T32" fmla="*/ 2147483646 w 90"/>
              <a:gd name="T33" fmla="*/ 2147483646 h 436"/>
              <a:gd name="T34" fmla="*/ 2147483646 w 90"/>
              <a:gd name="T35" fmla="*/ 2147483646 h 436"/>
              <a:gd name="T36" fmla="*/ 2147483646 w 90"/>
              <a:gd name="T37" fmla="*/ 2147483646 h 436"/>
              <a:gd name="T38" fmla="*/ 2147483646 w 90"/>
              <a:gd name="T39" fmla="*/ 2147483646 h 436"/>
              <a:gd name="T40" fmla="*/ 2147483646 w 90"/>
              <a:gd name="T41" fmla="*/ 2147483646 h 436"/>
              <a:gd name="T42" fmla="*/ 2147483646 w 90"/>
              <a:gd name="T43" fmla="*/ 2147483646 h 436"/>
              <a:gd name="T44" fmla="*/ 2147483646 w 90"/>
              <a:gd name="T45" fmla="*/ 2147483646 h 436"/>
              <a:gd name="T46" fmla="*/ 2147483646 w 90"/>
              <a:gd name="T47" fmla="*/ 2147483646 h 436"/>
              <a:gd name="T48" fmla="*/ 2147483646 w 90"/>
              <a:gd name="T49" fmla="*/ 2147483646 h 436"/>
              <a:gd name="T50" fmla="*/ 2147483646 w 90"/>
              <a:gd name="T51" fmla="*/ 2147483646 h 436"/>
              <a:gd name="T52" fmla="*/ 2147483646 w 90"/>
              <a:gd name="T53" fmla="*/ 2147483646 h 436"/>
              <a:gd name="T54" fmla="*/ 2147483646 w 90"/>
              <a:gd name="T55" fmla="*/ 2147483646 h 436"/>
              <a:gd name="T56" fmla="*/ 2147483646 w 90"/>
              <a:gd name="T57" fmla="*/ 2147483646 h 436"/>
              <a:gd name="T58" fmla="*/ 2147483646 w 90"/>
              <a:gd name="T59" fmla="*/ 2147483646 h 436"/>
              <a:gd name="T60" fmla="*/ 2147483646 w 90"/>
              <a:gd name="T61" fmla="*/ 2147483646 h 436"/>
              <a:gd name="T62" fmla="*/ 2147483646 w 90"/>
              <a:gd name="T63" fmla="*/ 2147483646 h 436"/>
              <a:gd name="T64" fmla="*/ 0 w 90"/>
              <a:gd name="T65" fmla="*/ 2147483646 h 4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0"/>
              <a:gd name="T100" fmla="*/ 0 h 436"/>
              <a:gd name="T101" fmla="*/ 90 w 90"/>
              <a:gd name="T102" fmla="*/ 436 h 4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0" h="436">
                <a:moveTo>
                  <a:pt x="0" y="0"/>
                </a:moveTo>
                <a:lnTo>
                  <a:pt x="10" y="0"/>
                </a:lnTo>
                <a:lnTo>
                  <a:pt x="19" y="2"/>
                </a:lnTo>
                <a:lnTo>
                  <a:pt x="27" y="5"/>
                </a:lnTo>
                <a:lnTo>
                  <a:pt x="33" y="8"/>
                </a:lnTo>
                <a:lnTo>
                  <a:pt x="38" y="14"/>
                </a:lnTo>
                <a:lnTo>
                  <a:pt x="43" y="19"/>
                </a:lnTo>
                <a:lnTo>
                  <a:pt x="45" y="26"/>
                </a:lnTo>
                <a:lnTo>
                  <a:pt x="48" y="34"/>
                </a:lnTo>
                <a:lnTo>
                  <a:pt x="49" y="42"/>
                </a:lnTo>
                <a:lnTo>
                  <a:pt x="50" y="50"/>
                </a:lnTo>
                <a:lnTo>
                  <a:pt x="50" y="59"/>
                </a:lnTo>
                <a:lnTo>
                  <a:pt x="49" y="68"/>
                </a:lnTo>
                <a:lnTo>
                  <a:pt x="49" y="78"/>
                </a:lnTo>
                <a:lnTo>
                  <a:pt x="48" y="89"/>
                </a:lnTo>
                <a:lnTo>
                  <a:pt x="46" y="98"/>
                </a:lnTo>
                <a:lnTo>
                  <a:pt x="45" y="109"/>
                </a:lnTo>
                <a:lnTo>
                  <a:pt x="43" y="119"/>
                </a:lnTo>
                <a:lnTo>
                  <a:pt x="42" y="128"/>
                </a:lnTo>
                <a:lnTo>
                  <a:pt x="40" y="139"/>
                </a:lnTo>
                <a:lnTo>
                  <a:pt x="40" y="149"/>
                </a:lnTo>
                <a:lnTo>
                  <a:pt x="39" y="158"/>
                </a:lnTo>
                <a:lnTo>
                  <a:pt x="40" y="167"/>
                </a:lnTo>
                <a:lnTo>
                  <a:pt x="40" y="175"/>
                </a:lnTo>
                <a:lnTo>
                  <a:pt x="42" y="184"/>
                </a:lnTo>
                <a:lnTo>
                  <a:pt x="44" y="191"/>
                </a:lnTo>
                <a:lnTo>
                  <a:pt x="48" y="198"/>
                </a:lnTo>
                <a:lnTo>
                  <a:pt x="51" y="203"/>
                </a:lnTo>
                <a:lnTo>
                  <a:pt x="56" y="208"/>
                </a:lnTo>
                <a:lnTo>
                  <a:pt x="63" y="212"/>
                </a:lnTo>
                <a:lnTo>
                  <a:pt x="70" y="215"/>
                </a:lnTo>
                <a:lnTo>
                  <a:pt x="79" y="217"/>
                </a:lnTo>
                <a:lnTo>
                  <a:pt x="90" y="217"/>
                </a:lnTo>
                <a:lnTo>
                  <a:pt x="79" y="218"/>
                </a:lnTo>
                <a:lnTo>
                  <a:pt x="70" y="220"/>
                </a:lnTo>
                <a:lnTo>
                  <a:pt x="63" y="223"/>
                </a:lnTo>
                <a:lnTo>
                  <a:pt x="56" y="227"/>
                </a:lnTo>
                <a:lnTo>
                  <a:pt x="51" y="232"/>
                </a:lnTo>
                <a:lnTo>
                  <a:pt x="48" y="238"/>
                </a:lnTo>
                <a:lnTo>
                  <a:pt x="44" y="244"/>
                </a:lnTo>
                <a:lnTo>
                  <a:pt x="42" y="252"/>
                </a:lnTo>
                <a:lnTo>
                  <a:pt x="40" y="259"/>
                </a:lnTo>
                <a:lnTo>
                  <a:pt x="40" y="268"/>
                </a:lnTo>
                <a:lnTo>
                  <a:pt x="39" y="277"/>
                </a:lnTo>
                <a:lnTo>
                  <a:pt x="40" y="287"/>
                </a:lnTo>
                <a:lnTo>
                  <a:pt x="40" y="296"/>
                </a:lnTo>
                <a:lnTo>
                  <a:pt x="42" y="306"/>
                </a:lnTo>
                <a:lnTo>
                  <a:pt x="43" y="316"/>
                </a:lnTo>
                <a:lnTo>
                  <a:pt x="45" y="326"/>
                </a:lnTo>
                <a:lnTo>
                  <a:pt x="46" y="336"/>
                </a:lnTo>
                <a:lnTo>
                  <a:pt x="48" y="347"/>
                </a:lnTo>
                <a:lnTo>
                  <a:pt x="49" y="356"/>
                </a:lnTo>
                <a:lnTo>
                  <a:pt x="49" y="366"/>
                </a:lnTo>
                <a:lnTo>
                  <a:pt x="50" y="376"/>
                </a:lnTo>
                <a:lnTo>
                  <a:pt x="50" y="385"/>
                </a:lnTo>
                <a:lnTo>
                  <a:pt x="49" y="394"/>
                </a:lnTo>
                <a:lnTo>
                  <a:pt x="48" y="401"/>
                </a:lnTo>
                <a:lnTo>
                  <a:pt x="45" y="409"/>
                </a:lnTo>
                <a:lnTo>
                  <a:pt x="43" y="415"/>
                </a:lnTo>
                <a:lnTo>
                  <a:pt x="38" y="421"/>
                </a:lnTo>
                <a:lnTo>
                  <a:pt x="33" y="426"/>
                </a:lnTo>
                <a:lnTo>
                  <a:pt x="27" y="430"/>
                </a:lnTo>
                <a:lnTo>
                  <a:pt x="19" y="433"/>
                </a:lnTo>
                <a:lnTo>
                  <a:pt x="10" y="434"/>
                </a:lnTo>
                <a:lnTo>
                  <a:pt x="0" y="436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5" name="Freeform 64">
            <a:extLst>
              <a:ext uri="{FF2B5EF4-FFF2-40B4-BE49-F238E27FC236}">
                <a16:creationId xmlns:a16="http://schemas.microsoft.com/office/drawing/2014/main" id="{84D0CF2B-8543-4FB2-AF3A-635E662F1245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422525"/>
            <a:ext cx="152400" cy="76200"/>
          </a:xfrm>
          <a:custGeom>
            <a:avLst/>
            <a:gdLst>
              <a:gd name="T0" fmla="*/ 0 w 144"/>
              <a:gd name="T1" fmla="*/ 2147483646 h 72"/>
              <a:gd name="T2" fmla="*/ 2147483646 w 144"/>
              <a:gd name="T3" fmla="*/ 2147483646 h 72"/>
              <a:gd name="T4" fmla="*/ 0 w 144"/>
              <a:gd name="T5" fmla="*/ 0 h 72"/>
              <a:gd name="T6" fmla="*/ 0 w 144"/>
              <a:gd name="T7" fmla="*/ 2147483646 h 72"/>
              <a:gd name="T8" fmla="*/ 0 w 144"/>
              <a:gd name="T9" fmla="*/ 2147483646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2"/>
              <a:gd name="T17" fmla="*/ 144 w 144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2">
                <a:moveTo>
                  <a:pt x="0" y="72"/>
                </a:moveTo>
                <a:lnTo>
                  <a:pt x="144" y="24"/>
                </a:lnTo>
                <a:lnTo>
                  <a:pt x="0" y="0"/>
                </a:lnTo>
                <a:lnTo>
                  <a:pt x="0" y="24"/>
                </a:lnTo>
                <a:lnTo>
                  <a:pt x="0" y="72"/>
                </a:lnTo>
                <a:close/>
              </a:path>
            </a:pathLst>
          </a:custGeom>
          <a:solidFill>
            <a:srgbClr val="66FFFF"/>
          </a:solidFill>
          <a:ln w="1746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66" name="Freeform 65">
            <a:extLst>
              <a:ext uri="{FF2B5EF4-FFF2-40B4-BE49-F238E27FC236}">
                <a16:creationId xmlns:a16="http://schemas.microsoft.com/office/drawing/2014/main" id="{A336B9F1-1643-4CDF-9AB4-50F65BB2A0F5}"/>
              </a:ext>
            </a:extLst>
          </p:cNvPr>
          <p:cNvSpPr>
            <a:spLocks noChangeAspect="1"/>
          </p:cNvSpPr>
          <p:nvPr/>
        </p:nvSpPr>
        <p:spPr bwMode="auto">
          <a:xfrm>
            <a:off x="2816225" y="2447925"/>
            <a:ext cx="531813" cy="303213"/>
          </a:xfrm>
          <a:custGeom>
            <a:avLst/>
            <a:gdLst>
              <a:gd name="T0" fmla="*/ 2147483646 w 504"/>
              <a:gd name="T1" fmla="*/ 0 h 288"/>
              <a:gd name="T2" fmla="*/ 2147483646 w 504"/>
              <a:gd name="T3" fmla="*/ 0 h 288"/>
              <a:gd name="T4" fmla="*/ 2147483646 w 504"/>
              <a:gd name="T5" fmla="*/ 2147483646 h 288"/>
              <a:gd name="T6" fmla="*/ 0 w 504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288"/>
              <a:gd name="T14" fmla="*/ 504 w 504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288">
                <a:moveTo>
                  <a:pt x="504" y="0"/>
                </a:moveTo>
                <a:lnTo>
                  <a:pt x="240" y="0"/>
                </a:lnTo>
                <a:lnTo>
                  <a:pt x="240" y="288"/>
                </a:lnTo>
                <a:lnTo>
                  <a:pt x="0" y="288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7" name="Freeform 66">
            <a:extLst>
              <a:ext uri="{FF2B5EF4-FFF2-40B4-BE49-F238E27FC236}">
                <a16:creationId xmlns:a16="http://schemas.microsoft.com/office/drawing/2014/main" id="{56457755-7065-492E-BB35-4FA83A67B93A}"/>
              </a:ext>
            </a:extLst>
          </p:cNvPr>
          <p:cNvSpPr>
            <a:spLocks noChangeAspect="1"/>
          </p:cNvSpPr>
          <p:nvPr/>
        </p:nvSpPr>
        <p:spPr bwMode="auto">
          <a:xfrm>
            <a:off x="2714625" y="2530475"/>
            <a:ext cx="95250" cy="457200"/>
          </a:xfrm>
          <a:custGeom>
            <a:avLst/>
            <a:gdLst>
              <a:gd name="T0" fmla="*/ 2147483646 w 90"/>
              <a:gd name="T1" fmla="*/ 2147483646 h 436"/>
              <a:gd name="T2" fmla="*/ 2147483646 w 90"/>
              <a:gd name="T3" fmla="*/ 2147483646 h 436"/>
              <a:gd name="T4" fmla="*/ 2147483646 w 90"/>
              <a:gd name="T5" fmla="*/ 2147483646 h 436"/>
              <a:gd name="T6" fmla="*/ 2147483646 w 90"/>
              <a:gd name="T7" fmla="*/ 2147483646 h 436"/>
              <a:gd name="T8" fmla="*/ 2147483646 w 90"/>
              <a:gd name="T9" fmla="*/ 2147483646 h 436"/>
              <a:gd name="T10" fmla="*/ 2147483646 w 90"/>
              <a:gd name="T11" fmla="*/ 2147483646 h 436"/>
              <a:gd name="T12" fmla="*/ 2147483646 w 90"/>
              <a:gd name="T13" fmla="*/ 2147483646 h 436"/>
              <a:gd name="T14" fmla="*/ 2147483646 w 90"/>
              <a:gd name="T15" fmla="*/ 2147483646 h 436"/>
              <a:gd name="T16" fmla="*/ 2147483646 w 90"/>
              <a:gd name="T17" fmla="*/ 2147483646 h 436"/>
              <a:gd name="T18" fmla="*/ 2147483646 w 90"/>
              <a:gd name="T19" fmla="*/ 2147483646 h 436"/>
              <a:gd name="T20" fmla="*/ 2147483646 w 90"/>
              <a:gd name="T21" fmla="*/ 2147483646 h 436"/>
              <a:gd name="T22" fmla="*/ 2147483646 w 90"/>
              <a:gd name="T23" fmla="*/ 2147483646 h 436"/>
              <a:gd name="T24" fmla="*/ 2147483646 w 90"/>
              <a:gd name="T25" fmla="*/ 2147483646 h 436"/>
              <a:gd name="T26" fmla="*/ 2147483646 w 90"/>
              <a:gd name="T27" fmla="*/ 2147483646 h 436"/>
              <a:gd name="T28" fmla="*/ 2147483646 w 90"/>
              <a:gd name="T29" fmla="*/ 2147483646 h 436"/>
              <a:gd name="T30" fmla="*/ 2147483646 w 90"/>
              <a:gd name="T31" fmla="*/ 2147483646 h 436"/>
              <a:gd name="T32" fmla="*/ 2147483646 w 90"/>
              <a:gd name="T33" fmla="*/ 2147483646 h 436"/>
              <a:gd name="T34" fmla="*/ 2147483646 w 90"/>
              <a:gd name="T35" fmla="*/ 2147483646 h 436"/>
              <a:gd name="T36" fmla="*/ 2147483646 w 90"/>
              <a:gd name="T37" fmla="*/ 2147483646 h 436"/>
              <a:gd name="T38" fmla="*/ 2147483646 w 90"/>
              <a:gd name="T39" fmla="*/ 2147483646 h 436"/>
              <a:gd name="T40" fmla="*/ 2147483646 w 90"/>
              <a:gd name="T41" fmla="*/ 2147483646 h 436"/>
              <a:gd name="T42" fmla="*/ 2147483646 w 90"/>
              <a:gd name="T43" fmla="*/ 2147483646 h 436"/>
              <a:gd name="T44" fmla="*/ 2147483646 w 90"/>
              <a:gd name="T45" fmla="*/ 2147483646 h 436"/>
              <a:gd name="T46" fmla="*/ 2147483646 w 90"/>
              <a:gd name="T47" fmla="*/ 2147483646 h 436"/>
              <a:gd name="T48" fmla="*/ 2147483646 w 90"/>
              <a:gd name="T49" fmla="*/ 2147483646 h 436"/>
              <a:gd name="T50" fmla="*/ 2147483646 w 90"/>
              <a:gd name="T51" fmla="*/ 2147483646 h 436"/>
              <a:gd name="T52" fmla="*/ 2147483646 w 90"/>
              <a:gd name="T53" fmla="*/ 2147483646 h 436"/>
              <a:gd name="T54" fmla="*/ 2147483646 w 90"/>
              <a:gd name="T55" fmla="*/ 2147483646 h 436"/>
              <a:gd name="T56" fmla="*/ 2147483646 w 90"/>
              <a:gd name="T57" fmla="*/ 2147483646 h 436"/>
              <a:gd name="T58" fmla="*/ 2147483646 w 90"/>
              <a:gd name="T59" fmla="*/ 2147483646 h 436"/>
              <a:gd name="T60" fmla="*/ 2147483646 w 90"/>
              <a:gd name="T61" fmla="*/ 2147483646 h 436"/>
              <a:gd name="T62" fmla="*/ 2147483646 w 90"/>
              <a:gd name="T63" fmla="*/ 2147483646 h 436"/>
              <a:gd name="T64" fmla="*/ 0 w 90"/>
              <a:gd name="T65" fmla="*/ 2147483646 h 4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0"/>
              <a:gd name="T100" fmla="*/ 0 h 436"/>
              <a:gd name="T101" fmla="*/ 90 w 90"/>
              <a:gd name="T102" fmla="*/ 436 h 4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0" h="436">
                <a:moveTo>
                  <a:pt x="0" y="0"/>
                </a:moveTo>
                <a:lnTo>
                  <a:pt x="10" y="2"/>
                </a:lnTo>
                <a:lnTo>
                  <a:pt x="19" y="3"/>
                </a:lnTo>
                <a:lnTo>
                  <a:pt x="27" y="6"/>
                </a:lnTo>
                <a:lnTo>
                  <a:pt x="33" y="10"/>
                </a:lnTo>
                <a:lnTo>
                  <a:pt x="38" y="15"/>
                </a:lnTo>
                <a:lnTo>
                  <a:pt x="43" y="21"/>
                </a:lnTo>
                <a:lnTo>
                  <a:pt x="45" y="28"/>
                </a:lnTo>
                <a:lnTo>
                  <a:pt x="48" y="35"/>
                </a:lnTo>
                <a:lnTo>
                  <a:pt x="49" y="42"/>
                </a:lnTo>
                <a:lnTo>
                  <a:pt x="50" y="51"/>
                </a:lnTo>
                <a:lnTo>
                  <a:pt x="50" y="60"/>
                </a:lnTo>
                <a:lnTo>
                  <a:pt x="49" y="70"/>
                </a:lnTo>
                <a:lnTo>
                  <a:pt x="49" y="80"/>
                </a:lnTo>
                <a:lnTo>
                  <a:pt x="48" y="89"/>
                </a:lnTo>
                <a:lnTo>
                  <a:pt x="46" y="100"/>
                </a:lnTo>
                <a:lnTo>
                  <a:pt x="45" y="110"/>
                </a:lnTo>
                <a:lnTo>
                  <a:pt x="43" y="120"/>
                </a:lnTo>
                <a:lnTo>
                  <a:pt x="42" y="130"/>
                </a:lnTo>
                <a:lnTo>
                  <a:pt x="40" y="140"/>
                </a:lnTo>
                <a:lnTo>
                  <a:pt x="40" y="149"/>
                </a:lnTo>
                <a:lnTo>
                  <a:pt x="39" y="159"/>
                </a:lnTo>
                <a:lnTo>
                  <a:pt x="40" y="168"/>
                </a:lnTo>
                <a:lnTo>
                  <a:pt x="40" y="177"/>
                </a:lnTo>
                <a:lnTo>
                  <a:pt x="42" y="184"/>
                </a:lnTo>
                <a:lnTo>
                  <a:pt x="44" y="192"/>
                </a:lnTo>
                <a:lnTo>
                  <a:pt x="48" y="198"/>
                </a:lnTo>
                <a:lnTo>
                  <a:pt x="51" y="204"/>
                </a:lnTo>
                <a:lnTo>
                  <a:pt x="56" y="209"/>
                </a:lnTo>
                <a:lnTo>
                  <a:pt x="63" y="213"/>
                </a:lnTo>
                <a:lnTo>
                  <a:pt x="70" y="216"/>
                </a:lnTo>
                <a:lnTo>
                  <a:pt x="79" y="218"/>
                </a:lnTo>
                <a:lnTo>
                  <a:pt x="90" y="219"/>
                </a:lnTo>
                <a:lnTo>
                  <a:pt x="79" y="219"/>
                </a:lnTo>
                <a:lnTo>
                  <a:pt x="70" y="221"/>
                </a:lnTo>
                <a:lnTo>
                  <a:pt x="63" y="224"/>
                </a:lnTo>
                <a:lnTo>
                  <a:pt x="56" y="228"/>
                </a:lnTo>
                <a:lnTo>
                  <a:pt x="51" y="233"/>
                </a:lnTo>
                <a:lnTo>
                  <a:pt x="48" y="239"/>
                </a:lnTo>
                <a:lnTo>
                  <a:pt x="44" y="245"/>
                </a:lnTo>
                <a:lnTo>
                  <a:pt x="42" y="252"/>
                </a:lnTo>
                <a:lnTo>
                  <a:pt x="40" y="261"/>
                </a:lnTo>
                <a:lnTo>
                  <a:pt x="40" y="269"/>
                </a:lnTo>
                <a:lnTo>
                  <a:pt x="39" y="278"/>
                </a:lnTo>
                <a:lnTo>
                  <a:pt x="40" y="287"/>
                </a:lnTo>
                <a:lnTo>
                  <a:pt x="40" y="297"/>
                </a:lnTo>
                <a:lnTo>
                  <a:pt x="42" y="308"/>
                </a:lnTo>
                <a:lnTo>
                  <a:pt x="43" y="317"/>
                </a:lnTo>
                <a:lnTo>
                  <a:pt x="45" y="327"/>
                </a:lnTo>
                <a:lnTo>
                  <a:pt x="46" y="338"/>
                </a:lnTo>
                <a:lnTo>
                  <a:pt x="48" y="347"/>
                </a:lnTo>
                <a:lnTo>
                  <a:pt x="49" y="358"/>
                </a:lnTo>
                <a:lnTo>
                  <a:pt x="49" y="368"/>
                </a:lnTo>
                <a:lnTo>
                  <a:pt x="50" y="377"/>
                </a:lnTo>
                <a:lnTo>
                  <a:pt x="50" y="385"/>
                </a:lnTo>
                <a:lnTo>
                  <a:pt x="49" y="394"/>
                </a:lnTo>
                <a:lnTo>
                  <a:pt x="48" y="402"/>
                </a:lnTo>
                <a:lnTo>
                  <a:pt x="45" y="409"/>
                </a:lnTo>
                <a:lnTo>
                  <a:pt x="43" y="415"/>
                </a:lnTo>
                <a:lnTo>
                  <a:pt x="38" y="421"/>
                </a:lnTo>
                <a:lnTo>
                  <a:pt x="33" y="426"/>
                </a:lnTo>
                <a:lnTo>
                  <a:pt x="27" y="431"/>
                </a:lnTo>
                <a:lnTo>
                  <a:pt x="19" y="433"/>
                </a:lnTo>
                <a:lnTo>
                  <a:pt x="10" y="436"/>
                </a:lnTo>
                <a:lnTo>
                  <a:pt x="0" y="436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8" name="Line 67">
            <a:extLst>
              <a:ext uri="{FF2B5EF4-FFF2-40B4-BE49-F238E27FC236}">
                <a16:creationId xmlns:a16="http://schemas.microsoft.com/office/drawing/2014/main" id="{0058795D-6664-4AB9-BD9E-4002BE75C2F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710238" y="2460625"/>
            <a:ext cx="14446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9" name="Freeform 70">
            <a:extLst>
              <a:ext uri="{FF2B5EF4-FFF2-40B4-BE49-F238E27FC236}">
                <a16:creationId xmlns:a16="http://schemas.microsoft.com/office/drawing/2014/main" id="{F5C196D5-6CB4-4C7F-B67D-8A266559CA9F}"/>
              </a:ext>
            </a:extLst>
          </p:cNvPr>
          <p:cNvSpPr>
            <a:spLocks noChangeAspect="1"/>
          </p:cNvSpPr>
          <p:nvPr/>
        </p:nvSpPr>
        <p:spPr bwMode="auto">
          <a:xfrm>
            <a:off x="7154863" y="2206625"/>
            <a:ext cx="355600" cy="887413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0" name="Line 71">
            <a:extLst>
              <a:ext uri="{FF2B5EF4-FFF2-40B4-BE49-F238E27FC236}">
                <a16:creationId xmlns:a16="http://schemas.microsoft.com/office/drawing/2014/main" id="{8CD3D1A3-2F3A-437A-8F13-88BA0A9CCAC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32663" y="1927225"/>
            <a:ext cx="1587" cy="355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1" name="Rectangle 72">
            <a:extLst>
              <a:ext uri="{FF2B5EF4-FFF2-40B4-BE49-F238E27FC236}">
                <a16:creationId xmlns:a16="http://schemas.microsoft.com/office/drawing/2014/main" id="{5151BB05-12CC-41E9-9766-0679FCBCA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7987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2" name="Rectangle 74">
            <a:extLst>
              <a:ext uri="{FF2B5EF4-FFF2-40B4-BE49-F238E27FC236}">
                <a16:creationId xmlns:a16="http://schemas.microsoft.com/office/drawing/2014/main" id="{DB087C86-919A-427D-B69A-967B67907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62913" y="2533650"/>
            <a:ext cx="936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3" name="Rectangle 75">
            <a:extLst>
              <a:ext uri="{FF2B5EF4-FFF2-40B4-BE49-F238E27FC236}">
                <a16:creationId xmlns:a16="http://schemas.microsoft.com/office/drawing/2014/main" id="{FEBFE900-26D0-45BC-A980-506FA58E01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51463" y="2290763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4" name="Rectangle 76">
            <a:extLst>
              <a:ext uri="{FF2B5EF4-FFF2-40B4-BE49-F238E27FC236}">
                <a16:creationId xmlns:a16="http://schemas.microsoft.com/office/drawing/2014/main" id="{E97EAC4E-B33B-482E-A8F8-A8D3547DB6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11800" y="2405063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5" name="Rectangle 77">
            <a:extLst>
              <a:ext uri="{FF2B5EF4-FFF2-40B4-BE49-F238E27FC236}">
                <a16:creationId xmlns:a16="http://schemas.microsoft.com/office/drawing/2014/main" id="{DF3A6C21-B05B-4BDA-8F5F-342DE8A7E7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7800" y="1751013"/>
            <a:ext cx="163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6" name="Line 78">
            <a:extLst>
              <a:ext uri="{FF2B5EF4-FFF2-40B4-BE49-F238E27FC236}">
                <a16:creationId xmlns:a16="http://schemas.microsoft.com/office/drawing/2014/main" id="{2371BC59-8E3E-4B77-8A8E-551DBE2CFA5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449638" y="1892300"/>
            <a:ext cx="1139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7" name="Line 79">
            <a:extLst>
              <a:ext uri="{FF2B5EF4-FFF2-40B4-BE49-F238E27FC236}">
                <a16:creationId xmlns:a16="http://schemas.microsoft.com/office/drawing/2014/main" id="{29998F9D-92A9-4C02-A06E-965D12A0EE7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994150" y="1535113"/>
            <a:ext cx="3175" cy="1171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8" name="Rectangle 80">
            <a:extLst>
              <a:ext uri="{FF2B5EF4-FFF2-40B4-BE49-F238E27FC236}">
                <a16:creationId xmlns:a16="http://schemas.microsoft.com/office/drawing/2014/main" id="{C2205A97-41DA-4345-9EF6-DFBB98B3E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91313" y="1866900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9" name="Rectangle 81">
            <a:extLst>
              <a:ext uri="{FF2B5EF4-FFF2-40B4-BE49-F238E27FC236}">
                <a16:creationId xmlns:a16="http://schemas.microsoft.com/office/drawing/2014/main" id="{AE71F29F-D2CD-41F0-BFB2-EC2B416CE7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3788" y="20351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0" name="Rectangle 82">
            <a:extLst>
              <a:ext uri="{FF2B5EF4-FFF2-40B4-BE49-F238E27FC236}">
                <a16:creationId xmlns:a16="http://schemas.microsoft.com/office/drawing/2014/main" id="{99C513E0-A12C-471C-AF60-FB7BF55F9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3788" y="23399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1" name="Rectangle 83">
            <a:extLst>
              <a:ext uri="{FF2B5EF4-FFF2-40B4-BE49-F238E27FC236}">
                <a16:creationId xmlns:a16="http://schemas.microsoft.com/office/drawing/2014/main" id="{297C5A81-3820-4AE2-8BA7-6D422EB9D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8475" y="1530350"/>
            <a:ext cx="936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2" name="Rectangle 84">
            <a:extLst>
              <a:ext uri="{FF2B5EF4-FFF2-40B4-BE49-F238E27FC236}">
                <a16:creationId xmlns:a16="http://schemas.microsoft.com/office/drawing/2014/main" id="{A9250F95-DA84-48DE-A452-251ECB56C2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2825" y="1549400"/>
            <a:ext cx="163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3" name="Rectangle 85">
            <a:extLst>
              <a:ext uri="{FF2B5EF4-FFF2-40B4-BE49-F238E27FC236}">
                <a16:creationId xmlns:a16="http://schemas.microsoft.com/office/drawing/2014/main" id="{683BE9E4-1660-4ADE-954C-3C6B8F2D91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6338" y="1665288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4" name="Rectangle 86">
            <a:extLst>
              <a:ext uri="{FF2B5EF4-FFF2-40B4-BE49-F238E27FC236}">
                <a16:creationId xmlns:a16="http://schemas.microsoft.com/office/drawing/2014/main" id="{43ECE46D-7968-47B0-8AAF-9C91671247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4813" y="1963738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5" name="Rectangle 87">
            <a:extLst>
              <a:ext uri="{FF2B5EF4-FFF2-40B4-BE49-F238E27FC236}">
                <a16:creationId xmlns:a16="http://schemas.microsoft.com/office/drawing/2014/main" id="{A0110C31-A686-4336-BABA-D3C857BA1D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5150" y="2079625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6" name="Rectangle 88">
            <a:extLst>
              <a:ext uri="{FF2B5EF4-FFF2-40B4-BE49-F238E27FC236}">
                <a16:creationId xmlns:a16="http://schemas.microsoft.com/office/drawing/2014/main" id="{BEA69512-EFB9-4A96-AD88-BE881551FB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4813" y="2322513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7" name="Line 89">
            <a:extLst>
              <a:ext uri="{FF2B5EF4-FFF2-40B4-BE49-F238E27FC236}">
                <a16:creationId xmlns:a16="http://schemas.microsoft.com/office/drawing/2014/main" id="{499DBBDD-91C3-4696-843E-166F4341FF9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233863" y="2346325"/>
            <a:ext cx="101600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88" name="Freeform 90">
            <a:extLst>
              <a:ext uri="{FF2B5EF4-FFF2-40B4-BE49-F238E27FC236}">
                <a16:creationId xmlns:a16="http://schemas.microsoft.com/office/drawing/2014/main" id="{2EE0004D-0DF2-4046-9F8B-3E6528D554C9}"/>
              </a:ext>
            </a:extLst>
          </p:cNvPr>
          <p:cNvSpPr>
            <a:spLocks noChangeAspect="1"/>
          </p:cNvSpPr>
          <p:nvPr/>
        </p:nvSpPr>
        <p:spPr bwMode="auto">
          <a:xfrm>
            <a:off x="6496050" y="2687638"/>
            <a:ext cx="279400" cy="279400"/>
          </a:xfrm>
          <a:custGeom>
            <a:avLst/>
            <a:gdLst>
              <a:gd name="T0" fmla="*/ 2147483646 w 263"/>
              <a:gd name="T1" fmla="*/ 2147483646 h 264"/>
              <a:gd name="T2" fmla="*/ 0 w 263"/>
              <a:gd name="T3" fmla="*/ 2147483646 h 264"/>
              <a:gd name="T4" fmla="*/ 0 w 263"/>
              <a:gd name="T5" fmla="*/ 0 h 264"/>
              <a:gd name="T6" fmla="*/ 2147483646 w 263"/>
              <a:gd name="T7" fmla="*/ 214748364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64"/>
              <a:gd name="T14" fmla="*/ 263 w 263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64">
                <a:moveTo>
                  <a:pt x="263" y="120"/>
                </a:moveTo>
                <a:lnTo>
                  <a:pt x="0" y="264"/>
                </a:lnTo>
                <a:lnTo>
                  <a:pt x="0" y="0"/>
                </a:lnTo>
                <a:lnTo>
                  <a:pt x="263" y="12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89" name="Freeform 92">
            <a:extLst>
              <a:ext uri="{FF2B5EF4-FFF2-40B4-BE49-F238E27FC236}">
                <a16:creationId xmlns:a16="http://schemas.microsoft.com/office/drawing/2014/main" id="{D03D04D9-4047-4CAD-BE20-8F1A3F43C9A2}"/>
              </a:ext>
            </a:extLst>
          </p:cNvPr>
          <p:cNvSpPr>
            <a:spLocks noChangeAspect="1"/>
          </p:cNvSpPr>
          <p:nvPr/>
        </p:nvSpPr>
        <p:spPr bwMode="auto">
          <a:xfrm>
            <a:off x="6777038" y="2767013"/>
            <a:ext cx="90487" cy="90487"/>
          </a:xfrm>
          <a:custGeom>
            <a:avLst/>
            <a:gdLst>
              <a:gd name="T0" fmla="*/ 2147483646 w 86"/>
              <a:gd name="T1" fmla="*/ 0 h 86"/>
              <a:gd name="T2" fmla="*/ 2147483646 w 86"/>
              <a:gd name="T3" fmla="*/ 2147483646 h 86"/>
              <a:gd name="T4" fmla="*/ 2147483646 w 86"/>
              <a:gd name="T5" fmla="*/ 2147483646 h 86"/>
              <a:gd name="T6" fmla="*/ 2147483646 w 86"/>
              <a:gd name="T7" fmla="*/ 2147483646 h 86"/>
              <a:gd name="T8" fmla="*/ 2147483646 w 86"/>
              <a:gd name="T9" fmla="*/ 2147483646 h 86"/>
              <a:gd name="T10" fmla="*/ 2147483646 w 86"/>
              <a:gd name="T11" fmla="*/ 2147483646 h 86"/>
              <a:gd name="T12" fmla="*/ 2147483646 w 86"/>
              <a:gd name="T13" fmla="*/ 2147483646 h 86"/>
              <a:gd name="T14" fmla="*/ 2147483646 w 86"/>
              <a:gd name="T15" fmla="*/ 2147483646 h 86"/>
              <a:gd name="T16" fmla="*/ 2147483646 w 86"/>
              <a:gd name="T17" fmla="*/ 2147483646 h 86"/>
              <a:gd name="T18" fmla="*/ 0 w 86"/>
              <a:gd name="T19" fmla="*/ 2147483646 h 86"/>
              <a:gd name="T20" fmla="*/ 0 w 86"/>
              <a:gd name="T21" fmla="*/ 2147483646 h 86"/>
              <a:gd name="T22" fmla="*/ 0 w 86"/>
              <a:gd name="T23" fmla="*/ 2147483646 h 86"/>
              <a:gd name="T24" fmla="*/ 2147483646 w 86"/>
              <a:gd name="T25" fmla="*/ 2147483646 h 86"/>
              <a:gd name="T26" fmla="*/ 2147483646 w 86"/>
              <a:gd name="T27" fmla="*/ 2147483646 h 86"/>
              <a:gd name="T28" fmla="*/ 2147483646 w 86"/>
              <a:gd name="T29" fmla="*/ 2147483646 h 86"/>
              <a:gd name="T30" fmla="*/ 2147483646 w 86"/>
              <a:gd name="T31" fmla="*/ 2147483646 h 86"/>
              <a:gd name="T32" fmla="*/ 2147483646 w 86"/>
              <a:gd name="T33" fmla="*/ 2147483646 h 86"/>
              <a:gd name="T34" fmla="*/ 2147483646 w 86"/>
              <a:gd name="T35" fmla="*/ 2147483646 h 86"/>
              <a:gd name="T36" fmla="*/ 2147483646 w 86"/>
              <a:gd name="T37" fmla="*/ 2147483646 h 86"/>
              <a:gd name="T38" fmla="*/ 2147483646 w 86"/>
              <a:gd name="T39" fmla="*/ 2147483646 h 86"/>
              <a:gd name="T40" fmla="*/ 2147483646 w 86"/>
              <a:gd name="T41" fmla="*/ 2147483646 h 86"/>
              <a:gd name="T42" fmla="*/ 2147483646 w 86"/>
              <a:gd name="T43" fmla="*/ 2147483646 h 86"/>
              <a:gd name="T44" fmla="*/ 2147483646 w 86"/>
              <a:gd name="T45" fmla="*/ 2147483646 h 86"/>
              <a:gd name="T46" fmla="*/ 2147483646 w 86"/>
              <a:gd name="T47" fmla="*/ 2147483646 h 86"/>
              <a:gd name="T48" fmla="*/ 2147483646 w 86"/>
              <a:gd name="T49" fmla="*/ 2147483646 h 86"/>
              <a:gd name="T50" fmla="*/ 2147483646 w 86"/>
              <a:gd name="T51" fmla="*/ 2147483646 h 86"/>
              <a:gd name="T52" fmla="*/ 2147483646 w 86"/>
              <a:gd name="T53" fmla="*/ 2147483646 h 86"/>
              <a:gd name="T54" fmla="*/ 2147483646 w 86"/>
              <a:gd name="T55" fmla="*/ 2147483646 h 86"/>
              <a:gd name="T56" fmla="*/ 2147483646 w 86"/>
              <a:gd name="T57" fmla="*/ 2147483646 h 86"/>
              <a:gd name="T58" fmla="*/ 2147483646 w 86"/>
              <a:gd name="T59" fmla="*/ 2147483646 h 86"/>
              <a:gd name="T60" fmla="*/ 2147483646 w 86"/>
              <a:gd name="T61" fmla="*/ 2147483646 h 86"/>
              <a:gd name="T62" fmla="*/ 2147483646 w 86"/>
              <a:gd name="T63" fmla="*/ 2147483646 h 86"/>
              <a:gd name="T64" fmla="*/ 2147483646 w 86"/>
              <a:gd name="T65" fmla="*/ 2147483646 h 86"/>
              <a:gd name="T66" fmla="*/ 2147483646 w 86"/>
              <a:gd name="T67" fmla="*/ 2147483646 h 86"/>
              <a:gd name="T68" fmla="*/ 2147483646 w 86"/>
              <a:gd name="T69" fmla="*/ 2147483646 h 86"/>
              <a:gd name="T70" fmla="*/ 2147483646 w 86"/>
              <a:gd name="T71" fmla="*/ 2147483646 h 86"/>
              <a:gd name="T72" fmla="*/ 2147483646 w 86"/>
              <a:gd name="T73" fmla="*/ 2147483646 h 86"/>
              <a:gd name="T74" fmla="*/ 2147483646 w 86"/>
              <a:gd name="T75" fmla="*/ 2147483646 h 86"/>
              <a:gd name="T76" fmla="*/ 2147483646 w 86"/>
              <a:gd name="T77" fmla="*/ 2147483646 h 86"/>
              <a:gd name="T78" fmla="*/ 2147483646 w 86"/>
              <a:gd name="T79" fmla="*/ 2147483646 h 86"/>
              <a:gd name="T80" fmla="*/ 2147483646 w 86"/>
              <a:gd name="T81" fmla="*/ 2147483646 h 86"/>
              <a:gd name="T82" fmla="*/ 2147483646 w 86"/>
              <a:gd name="T83" fmla="*/ 2147483646 h 86"/>
              <a:gd name="T84" fmla="*/ 2147483646 w 86"/>
              <a:gd name="T85" fmla="*/ 0 h 86"/>
              <a:gd name="T86" fmla="*/ 2147483646 w 86"/>
              <a:gd name="T87" fmla="*/ 0 h 8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86"/>
              <a:gd name="T133" fmla="*/ 0 h 86"/>
              <a:gd name="T134" fmla="*/ 86 w 86"/>
              <a:gd name="T135" fmla="*/ 86 h 8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86" h="86">
                <a:moveTo>
                  <a:pt x="43" y="0"/>
                </a:moveTo>
                <a:lnTo>
                  <a:pt x="41" y="0"/>
                </a:lnTo>
                <a:lnTo>
                  <a:pt x="38" y="0"/>
                </a:lnTo>
                <a:lnTo>
                  <a:pt x="36" y="0"/>
                </a:lnTo>
                <a:lnTo>
                  <a:pt x="33" y="1"/>
                </a:lnTo>
                <a:lnTo>
                  <a:pt x="32" y="1"/>
                </a:lnTo>
                <a:lnTo>
                  <a:pt x="30" y="2"/>
                </a:lnTo>
                <a:lnTo>
                  <a:pt x="27" y="2"/>
                </a:lnTo>
                <a:lnTo>
                  <a:pt x="26" y="3"/>
                </a:lnTo>
                <a:lnTo>
                  <a:pt x="24" y="4"/>
                </a:lnTo>
                <a:lnTo>
                  <a:pt x="23" y="4"/>
                </a:lnTo>
                <a:lnTo>
                  <a:pt x="20" y="6"/>
                </a:lnTo>
                <a:lnTo>
                  <a:pt x="19" y="7"/>
                </a:lnTo>
                <a:lnTo>
                  <a:pt x="17" y="8"/>
                </a:lnTo>
                <a:lnTo>
                  <a:pt x="15" y="9"/>
                </a:lnTo>
                <a:lnTo>
                  <a:pt x="13" y="10"/>
                </a:lnTo>
                <a:lnTo>
                  <a:pt x="12" y="13"/>
                </a:lnTo>
                <a:lnTo>
                  <a:pt x="11" y="14"/>
                </a:lnTo>
                <a:lnTo>
                  <a:pt x="9" y="15"/>
                </a:lnTo>
                <a:lnTo>
                  <a:pt x="8" y="16"/>
                </a:lnTo>
                <a:lnTo>
                  <a:pt x="7" y="19"/>
                </a:lnTo>
                <a:lnTo>
                  <a:pt x="6" y="20"/>
                </a:lnTo>
                <a:lnTo>
                  <a:pt x="5" y="22"/>
                </a:lnTo>
                <a:lnTo>
                  <a:pt x="3" y="24"/>
                </a:lnTo>
                <a:lnTo>
                  <a:pt x="2" y="26"/>
                </a:lnTo>
                <a:lnTo>
                  <a:pt x="2" y="28"/>
                </a:lnTo>
                <a:lnTo>
                  <a:pt x="1" y="30"/>
                </a:lnTo>
                <a:lnTo>
                  <a:pt x="1" y="32"/>
                </a:lnTo>
                <a:lnTo>
                  <a:pt x="0" y="34"/>
                </a:lnTo>
                <a:lnTo>
                  <a:pt x="0" y="37"/>
                </a:lnTo>
                <a:lnTo>
                  <a:pt x="0" y="38"/>
                </a:lnTo>
                <a:lnTo>
                  <a:pt x="0" y="40"/>
                </a:lnTo>
                <a:lnTo>
                  <a:pt x="0" y="43"/>
                </a:lnTo>
                <a:lnTo>
                  <a:pt x="0" y="45"/>
                </a:lnTo>
                <a:lnTo>
                  <a:pt x="0" y="48"/>
                </a:lnTo>
                <a:lnTo>
                  <a:pt x="0" y="50"/>
                </a:lnTo>
                <a:lnTo>
                  <a:pt x="0" y="51"/>
                </a:lnTo>
                <a:lnTo>
                  <a:pt x="1" y="54"/>
                </a:lnTo>
                <a:lnTo>
                  <a:pt x="1" y="56"/>
                </a:lnTo>
                <a:lnTo>
                  <a:pt x="2" y="58"/>
                </a:lnTo>
                <a:lnTo>
                  <a:pt x="2" y="60"/>
                </a:lnTo>
                <a:lnTo>
                  <a:pt x="3" y="62"/>
                </a:lnTo>
                <a:lnTo>
                  <a:pt x="5" y="63"/>
                </a:lnTo>
                <a:lnTo>
                  <a:pt x="6" y="66"/>
                </a:lnTo>
                <a:lnTo>
                  <a:pt x="7" y="67"/>
                </a:lnTo>
                <a:lnTo>
                  <a:pt x="8" y="69"/>
                </a:lnTo>
                <a:lnTo>
                  <a:pt x="9" y="70"/>
                </a:lnTo>
                <a:lnTo>
                  <a:pt x="11" y="72"/>
                </a:lnTo>
                <a:lnTo>
                  <a:pt x="12" y="74"/>
                </a:lnTo>
                <a:lnTo>
                  <a:pt x="13" y="75"/>
                </a:lnTo>
                <a:lnTo>
                  <a:pt x="15" y="76"/>
                </a:lnTo>
                <a:lnTo>
                  <a:pt x="17" y="78"/>
                </a:lnTo>
                <a:lnTo>
                  <a:pt x="19" y="79"/>
                </a:lnTo>
                <a:lnTo>
                  <a:pt x="20" y="80"/>
                </a:lnTo>
                <a:lnTo>
                  <a:pt x="23" y="81"/>
                </a:lnTo>
                <a:lnTo>
                  <a:pt x="24" y="82"/>
                </a:lnTo>
                <a:lnTo>
                  <a:pt x="26" y="82"/>
                </a:lnTo>
                <a:lnTo>
                  <a:pt x="27" y="84"/>
                </a:lnTo>
                <a:lnTo>
                  <a:pt x="30" y="85"/>
                </a:lnTo>
                <a:lnTo>
                  <a:pt x="32" y="85"/>
                </a:lnTo>
                <a:lnTo>
                  <a:pt x="33" y="86"/>
                </a:lnTo>
                <a:lnTo>
                  <a:pt x="36" y="86"/>
                </a:lnTo>
                <a:lnTo>
                  <a:pt x="38" y="86"/>
                </a:lnTo>
                <a:lnTo>
                  <a:pt x="41" y="86"/>
                </a:lnTo>
                <a:lnTo>
                  <a:pt x="43" y="86"/>
                </a:lnTo>
                <a:lnTo>
                  <a:pt x="45" y="86"/>
                </a:lnTo>
                <a:lnTo>
                  <a:pt x="47" y="86"/>
                </a:lnTo>
                <a:lnTo>
                  <a:pt x="49" y="86"/>
                </a:lnTo>
                <a:lnTo>
                  <a:pt x="51" y="86"/>
                </a:lnTo>
                <a:lnTo>
                  <a:pt x="54" y="85"/>
                </a:lnTo>
                <a:lnTo>
                  <a:pt x="56" y="85"/>
                </a:lnTo>
                <a:lnTo>
                  <a:pt x="57" y="84"/>
                </a:lnTo>
                <a:lnTo>
                  <a:pt x="60" y="82"/>
                </a:lnTo>
                <a:lnTo>
                  <a:pt x="61" y="82"/>
                </a:lnTo>
                <a:lnTo>
                  <a:pt x="63" y="81"/>
                </a:lnTo>
                <a:lnTo>
                  <a:pt x="66" y="80"/>
                </a:lnTo>
                <a:lnTo>
                  <a:pt x="67" y="79"/>
                </a:lnTo>
                <a:lnTo>
                  <a:pt x="68" y="78"/>
                </a:lnTo>
                <a:lnTo>
                  <a:pt x="71" y="76"/>
                </a:lnTo>
                <a:lnTo>
                  <a:pt x="72" y="75"/>
                </a:lnTo>
                <a:lnTo>
                  <a:pt x="73" y="74"/>
                </a:lnTo>
                <a:lnTo>
                  <a:pt x="75" y="72"/>
                </a:lnTo>
                <a:lnTo>
                  <a:pt x="77" y="70"/>
                </a:lnTo>
                <a:lnTo>
                  <a:pt x="78" y="69"/>
                </a:lnTo>
                <a:lnTo>
                  <a:pt x="79" y="67"/>
                </a:lnTo>
                <a:lnTo>
                  <a:pt x="80" y="66"/>
                </a:lnTo>
                <a:lnTo>
                  <a:pt x="81" y="63"/>
                </a:lnTo>
                <a:lnTo>
                  <a:pt x="81" y="62"/>
                </a:lnTo>
                <a:lnTo>
                  <a:pt x="83" y="60"/>
                </a:lnTo>
                <a:lnTo>
                  <a:pt x="84" y="58"/>
                </a:lnTo>
                <a:lnTo>
                  <a:pt x="84" y="56"/>
                </a:lnTo>
                <a:lnTo>
                  <a:pt x="85" y="54"/>
                </a:lnTo>
                <a:lnTo>
                  <a:pt x="85" y="51"/>
                </a:lnTo>
                <a:lnTo>
                  <a:pt x="86" y="50"/>
                </a:lnTo>
                <a:lnTo>
                  <a:pt x="86" y="48"/>
                </a:lnTo>
                <a:lnTo>
                  <a:pt x="86" y="45"/>
                </a:lnTo>
                <a:lnTo>
                  <a:pt x="86" y="43"/>
                </a:lnTo>
                <a:lnTo>
                  <a:pt x="86" y="40"/>
                </a:lnTo>
                <a:lnTo>
                  <a:pt x="86" y="38"/>
                </a:lnTo>
                <a:lnTo>
                  <a:pt x="86" y="37"/>
                </a:lnTo>
                <a:lnTo>
                  <a:pt x="85" y="34"/>
                </a:lnTo>
                <a:lnTo>
                  <a:pt x="85" y="32"/>
                </a:lnTo>
                <a:lnTo>
                  <a:pt x="84" y="30"/>
                </a:lnTo>
                <a:lnTo>
                  <a:pt x="84" y="28"/>
                </a:lnTo>
                <a:lnTo>
                  <a:pt x="83" y="26"/>
                </a:lnTo>
                <a:lnTo>
                  <a:pt x="81" y="24"/>
                </a:lnTo>
                <a:lnTo>
                  <a:pt x="81" y="22"/>
                </a:lnTo>
                <a:lnTo>
                  <a:pt x="80" y="20"/>
                </a:lnTo>
                <a:lnTo>
                  <a:pt x="79" y="19"/>
                </a:lnTo>
                <a:lnTo>
                  <a:pt x="78" y="16"/>
                </a:lnTo>
                <a:lnTo>
                  <a:pt x="77" y="15"/>
                </a:lnTo>
                <a:lnTo>
                  <a:pt x="75" y="14"/>
                </a:lnTo>
                <a:lnTo>
                  <a:pt x="73" y="13"/>
                </a:lnTo>
                <a:lnTo>
                  <a:pt x="72" y="10"/>
                </a:lnTo>
                <a:lnTo>
                  <a:pt x="71" y="9"/>
                </a:lnTo>
                <a:lnTo>
                  <a:pt x="68" y="8"/>
                </a:lnTo>
                <a:lnTo>
                  <a:pt x="67" y="7"/>
                </a:lnTo>
                <a:lnTo>
                  <a:pt x="66" y="6"/>
                </a:lnTo>
                <a:lnTo>
                  <a:pt x="63" y="4"/>
                </a:lnTo>
                <a:lnTo>
                  <a:pt x="61" y="4"/>
                </a:lnTo>
                <a:lnTo>
                  <a:pt x="60" y="3"/>
                </a:lnTo>
                <a:lnTo>
                  <a:pt x="57" y="2"/>
                </a:lnTo>
                <a:lnTo>
                  <a:pt x="56" y="2"/>
                </a:lnTo>
                <a:lnTo>
                  <a:pt x="54" y="1"/>
                </a:lnTo>
                <a:lnTo>
                  <a:pt x="51" y="1"/>
                </a:lnTo>
                <a:lnTo>
                  <a:pt x="49" y="0"/>
                </a:lnTo>
                <a:lnTo>
                  <a:pt x="47" y="0"/>
                </a:lnTo>
                <a:lnTo>
                  <a:pt x="45" y="0"/>
                </a:lnTo>
                <a:lnTo>
                  <a:pt x="43" y="0"/>
                </a:lnTo>
              </a:path>
            </a:pathLst>
          </a:custGeom>
          <a:solidFill>
            <a:schemeClr val="bg1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90" name="Freeform 93">
            <a:extLst>
              <a:ext uri="{FF2B5EF4-FFF2-40B4-BE49-F238E27FC236}">
                <a16:creationId xmlns:a16="http://schemas.microsoft.com/office/drawing/2014/main" id="{11B9D3C6-E75B-43D9-95E0-4C2C383F3E57}"/>
              </a:ext>
            </a:extLst>
          </p:cNvPr>
          <p:cNvSpPr>
            <a:spLocks noChangeAspect="1"/>
          </p:cNvSpPr>
          <p:nvPr/>
        </p:nvSpPr>
        <p:spPr bwMode="auto">
          <a:xfrm>
            <a:off x="6142038" y="2460625"/>
            <a:ext cx="354012" cy="354013"/>
          </a:xfrm>
          <a:custGeom>
            <a:avLst/>
            <a:gdLst>
              <a:gd name="T0" fmla="*/ 0 w 336"/>
              <a:gd name="T1" fmla="*/ 0 h 336"/>
              <a:gd name="T2" fmla="*/ 0 w 336"/>
              <a:gd name="T3" fmla="*/ 2147483646 h 336"/>
              <a:gd name="T4" fmla="*/ 2147483646 w 336"/>
              <a:gd name="T5" fmla="*/ 2147483646 h 336"/>
              <a:gd name="T6" fmla="*/ 0 60000 65536"/>
              <a:gd name="T7" fmla="*/ 0 60000 65536"/>
              <a:gd name="T8" fmla="*/ 0 60000 65536"/>
              <a:gd name="T9" fmla="*/ 0 w 336"/>
              <a:gd name="T10" fmla="*/ 0 h 336"/>
              <a:gd name="T11" fmla="*/ 336 w 336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336">
                <a:moveTo>
                  <a:pt x="0" y="0"/>
                </a:moveTo>
                <a:lnTo>
                  <a:pt x="0" y="336"/>
                </a:lnTo>
                <a:lnTo>
                  <a:pt x="336" y="336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91" name="Freeform 94">
            <a:extLst>
              <a:ext uri="{FF2B5EF4-FFF2-40B4-BE49-F238E27FC236}">
                <a16:creationId xmlns:a16="http://schemas.microsoft.com/office/drawing/2014/main" id="{43E44A53-F8E8-46F7-BF47-F83AB3A913E2}"/>
              </a:ext>
            </a:extLst>
          </p:cNvPr>
          <p:cNvSpPr>
            <a:spLocks noChangeAspect="1"/>
          </p:cNvSpPr>
          <p:nvPr/>
        </p:nvSpPr>
        <p:spPr bwMode="auto">
          <a:xfrm>
            <a:off x="6100763" y="2411413"/>
            <a:ext cx="82550" cy="82550"/>
          </a:xfrm>
          <a:custGeom>
            <a:avLst/>
            <a:gdLst>
              <a:gd name="T0" fmla="*/ 2147483646 w 48"/>
              <a:gd name="T1" fmla="*/ 0 h 48"/>
              <a:gd name="T2" fmla="*/ 2147483646 w 48"/>
              <a:gd name="T3" fmla="*/ 0 h 48"/>
              <a:gd name="T4" fmla="*/ 2147483646 w 48"/>
              <a:gd name="T5" fmla="*/ 2147483646 h 48"/>
              <a:gd name="T6" fmla="*/ 2147483646 w 48"/>
              <a:gd name="T7" fmla="*/ 2147483646 h 48"/>
              <a:gd name="T8" fmla="*/ 2147483646 w 48"/>
              <a:gd name="T9" fmla="*/ 2147483646 h 48"/>
              <a:gd name="T10" fmla="*/ 2147483646 w 48"/>
              <a:gd name="T11" fmla="*/ 2147483646 h 48"/>
              <a:gd name="T12" fmla="*/ 2147483646 w 48"/>
              <a:gd name="T13" fmla="*/ 2147483646 h 48"/>
              <a:gd name="T14" fmla="*/ 2147483646 w 48"/>
              <a:gd name="T15" fmla="*/ 2147483646 h 48"/>
              <a:gd name="T16" fmla="*/ 2147483646 w 48"/>
              <a:gd name="T17" fmla="*/ 2147483646 h 48"/>
              <a:gd name="T18" fmla="*/ 0 w 48"/>
              <a:gd name="T19" fmla="*/ 2147483646 h 48"/>
              <a:gd name="T20" fmla="*/ 0 w 48"/>
              <a:gd name="T21" fmla="*/ 2147483646 h 48"/>
              <a:gd name="T22" fmla="*/ 0 w 48"/>
              <a:gd name="T23" fmla="*/ 2147483646 h 48"/>
              <a:gd name="T24" fmla="*/ 0 w 48"/>
              <a:gd name="T25" fmla="*/ 2147483646 h 48"/>
              <a:gd name="T26" fmla="*/ 2147483646 w 48"/>
              <a:gd name="T27" fmla="*/ 2147483646 h 48"/>
              <a:gd name="T28" fmla="*/ 2147483646 w 48"/>
              <a:gd name="T29" fmla="*/ 2147483646 h 48"/>
              <a:gd name="T30" fmla="*/ 2147483646 w 48"/>
              <a:gd name="T31" fmla="*/ 2147483646 h 48"/>
              <a:gd name="T32" fmla="*/ 2147483646 w 48"/>
              <a:gd name="T33" fmla="*/ 2147483646 h 48"/>
              <a:gd name="T34" fmla="*/ 2147483646 w 48"/>
              <a:gd name="T35" fmla="*/ 2147483646 h 48"/>
              <a:gd name="T36" fmla="*/ 2147483646 w 48"/>
              <a:gd name="T37" fmla="*/ 2147483646 h 48"/>
              <a:gd name="T38" fmla="*/ 2147483646 w 48"/>
              <a:gd name="T39" fmla="*/ 2147483646 h 48"/>
              <a:gd name="T40" fmla="*/ 2147483646 w 48"/>
              <a:gd name="T41" fmla="*/ 2147483646 h 48"/>
              <a:gd name="T42" fmla="*/ 2147483646 w 48"/>
              <a:gd name="T43" fmla="*/ 2147483646 h 48"/>
              <a:gd name="T44" fmla="*/ 2147483646 w 48"/>
              <a:gd name="T45" fmla="*/ 2147483646 h 48"/>
              <a:gd name="T46" fmla="*/ 2147483646 w 48"/>
              <a:gd name="T47" fmla="*/ 2147483646 h 48"/>
              <a:gd name="T48" fmla="*/ 2147483646 w 48"/>
              <a:gd name="T49" fmla="*/ 2147483646 h 48"/>
              <a:gd name="T50" fmla="*/ 2147483646 w 48"/>
              <a:gd name="T51" fmla="*/ 2147483646 h 48"/>
              <a:gd name="T52" fmla="*/ 2147483646 w 48"/>
              <a:gd name="T53" fmla="*/ 2147483646 h 48"/>
              <a:gd name="T54" fmla="*/ 2147483646 w 48"/>
              <a:gd name="T55" fmla="*/ 2147483646 h 48"/>
              <a:gd name="T56" fmla="*/ 2147483646 w 48"/>
              <a:gd name="T57" fmla="*/ 2147483646 h 48"/>
              <a:gd name="T58" fmla="*/ 2147483646 w 48"/>
              <a:gd name="T59" fmla="*/ 2147483646 h 48"/>
              <a:gd name="T60" fmla="*/ 2147483646 w 48"/>
              <a:gd name="T61" fmla="*/ 2147483646 h 48"/>
              <a:gd name="T62" fmla="*/ 2147483646 w 48"/>
              <a:gd name="T63" fmla="*/ 2147483646 h 48"/>
              <a:gd name="T64" fmla="*/ 2147483646 w 48"/>
              <a:gd name="T65" fmla="*/ 2147483646 h 48"/>
              <a:gd name="T66" fmla="*/ 2147483646 w 48"/>
              <a:gd name="T67" fmla="*/ 2147483646 h 48"/>
              <a:gd name="T68" fmla="*/ 2147483646 w 48"/>
              <a:gd name="T69" fmla="*/ 2147483646 h 48"/>
              <a:gd name="T70" fmla="*/ 2147483646 w 48"/>
              <a:gd name="T71" fmla="*/ 2147483646 h 48"/>
              <a:gd name="T72" fmla="*/ 2147483646 w 48"/>
              <a:gd name="T73" fmla="*/ 2147483646 h 48"/>
              <a:gd name="T74" fmla="*/ 2147483646 w 48"/>
              <a:gd name="T75" fmla="*/ 2147483646 h 48"/>
              <a:gd name="T76" fmla="*/ 2147483646 w 48"/>
              <a:gd name="T77" fmla="*/ 2147483646 h 48"/>
              <a:gd name="T78" fmla="*/ 2147483646 w 48"/>
              <a:gd name="T79" fmla="*/ 2147483646 h 48"/>
              <a:gd name="T80" fmla="*/ 2147483646 w 48"/>
              <a:gd name="T81" fmla="*/ 2147483646 h 48"/>
              <a:gd name="T82" fmla="*/ 2147483646 w 48"/>
              <a:gd name="T83" fmla="*/ 2147483646 h 48"/>
              <a:gd name="T84" fmla="*/ 2147483646 w 48"/>
              <a:gd name="T85" fmla="*/ 0 h 48"/>
              <a:gd name="T86" fmla="*/ 2147483646 w 48"/>
              <a:gd name="T87" fmla="*/ 0 h 48"/>
              <a:gd name="T88" fmla="*/ 2147483646 w 48"/>
              <a:gd name="T89" fmla="*/ 2147483646 h 4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48"/>
              <a:gd name="T136" fmla="*/ 0 h 48"/>
              <a:gd name="T137" fmla="*/ 48 w 48"/>
              <a:gd name="T138" fmla="*/ 48 h 4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48" h="48">
                <a:moveTo>
                  <a:pt x="24" y="24"/>
                </a:moveTo>
                <a:lnTo>
                  <a:pt x="24" y="0"/>
                </a:lnTo>
                <a:lnTo>
                  <a:pt x="22" y="0"/>
                </a:lnTo>
                <a:lnTo>
                  <a:pt x="21" y="0"/>
                </a:lnTo>
                <a:lnTo>
                  <a:pt x="20" y="0"/>
                </a:lnTo>
                <a:lnTo>
                  <a:pt x="19" y="0"/>
                </a:lnTo>
                <a:lnTo>
                  <a:pt x="18" y="1"/>
                </a:lnTo>
                <a:lnTo>
                  <a:pt x="16" y="1"/>
                </a:lnTo>
                <a:lnTo>
                  <a:pt x="15" y="1"/>
                </a:lnTo>
                <a:lnTo>
                  <a:pt x="14" y="3"/>
                </a:lnTo>
                <a:lnTo>
                  <a:pt x="13" y="3"/>
                </a:lnTo>
                <a:lnTo>
                  <a:pt x="12" y="3"/>
                </a:lnTo>
                <a:lnTo>
                  <a:pt x="10" y="4"/>
                </a:lnTo>
                <a:lnTo>
                  <a:pt x="9" y="5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9"/>
                </a:lnTo>
                <a:lnTo>
                  <a:pt x="4" y="9"/>
                </a:lnTo>
                <a:lnTo>
                  <a:pt x="4" y="10"/>
                </a:ln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lnTo>
                  <a:pt x="2" y="13"/>
                </a:lnTo>
                <a:lnTo>
                  <a:pt x="1" y="15"/>
                </a:lnTo>
                <a:lnTo>
                  <a:pt x="1" y="16"/>
                </a:lnTo>
                <a:lnTo>
                  <a:pt x="1" y="17"/>
                </a:lnTo>
                <a:lnTo>
                  <a:pt x="0" y="18"/>
                </a:lnTo>
                <a:lnTo>
                  <a:pt x="0" y="19"/>
                </a:lnTo>
                <a:lnTo>
                  <a:pt x="0" y="21"/>
                </a:lnTo>
                <a:lnTo>
                  <a:pt x="0" y="22"/>
                </a:lnTo>
                <a:lnTo>
                  <a:pt x="0" y="23"/>
                </a:lnTo>
                <a:lnTo>
                  <a:pt x="0" y="24"/>
                </a:lnTo>
                <a:lnTo>
                  <a:pt x="0" y="25"/>
                </a:lnTo>
                <a:lnTo>
                  <a:pt x="0" y="27"/>
                </a:lnTo>
                <a:lnTo>
                  <a:pt x="0" y="28"/>
                </a:lnTo>
                <a:lnTo>
                  <a:pt x="0" y="29"/>
                </a:lnTo>
                <a:lnTo>
                  <a:pt x="0" y="30"/>
                </a:lnTo>
                <a:lnTo>
                  <a:pt x="1" y="31"/>
                </a:lnTo>
                <a:lnTo>
                  <a:pt x="1" y="33"/>
                </a:lnTo>
                <a:lnTo>
                  <a:pt x="1" y="34"/>
                </a:lnTo>
                <a:lnTo>
                  <a:pt x="2" y="35"/>
                </a:lnTo>
                <a:lnTo>
                  <a:pt x="2" y="36"/>
                </a:lnTo>
                <a:lnTo>
                  <a:pt x="3" y="36"/>
                </a:lnTo>
                <a:lnTo>
                  <a:pt x="3" y="37"/>
                </a:lnTo>
                <a:lnTo>
                  <a:pt x="4" y="39"/>
                </a:lnTo>
                <a:lnTo>
                  <a:pt x="4" y="40"/>
                </a:lnTo>
                <a:lnTo>
                  <a:pt x="6" y="40"/>
                </a:lnTo>
                <a:lnTo>
                  <a:pt x="7" y="41"/>
                </a:lnTo>
                <a:lnTo>
                  <a:pt x="7" y="42"/>
                </a:lnTo>
                <a:lnTo>
                  <a:pt x="8" y="42"/>
                </a:lnTo>
                <a:lnTo>
                  <a:pt x="9" y="43"/>
                </a:lnTo>
                <a:lnTo>
                  <a:pt x="10" y="45"/>
                </a:lnTo>
                <a:lnTo>
                  <a:pt x="12" y="46"/>
                </a:lnTo>
                <a:lnTo>
                  <a:pt x="13" y="46"/>
                </a:lnTo>
                <a:lnTo>
                  <a:pt x="14" y="46"/>
                </a:lnTo>
                <a:lnTo>
                  <a:pt x="15" y="47"/>
                </a:lnTo>
                <a:lnTo>
                  <a:pt x="16" y="47"/>
                </a:lnTo>
                <a:lnTo>
                  <a:pt x="18" y="47"/>
                </a:lnTo>
                <a:lnTo>
                  <a:pt x="19" y="48"/>
                </a:lnTo>
                <a:lnTo>
                  <a:pt x="20" y="48"/>
                </a:lnTo>
                <a:lnTo>
                  <a:pt x="21" y="48"/>
                </a:lnTo>
                <a:lnTo>
                  <a:pt x="22" y="48"/>
                </a:lnTo>
                <a:lnTo>
                  <a:pt x="24" y="48"/>
                </a:lnTo>
                <a:lnTo>
                  <a:pt x="25" y="48"/>
                </a:lnTo>
                <a:lnTo>
                  <a:pt x="26" y="48"/>
                </a:lnTo>
                <a:lnTo>
                  <a:pt x="27" y="48"/>
                </a:lnTo>
                <a:lnTo>
                  <a:pt x="28" y="48"/>
                </a:lnTo>
                <a:lnTo>
                  <a:pt x="30" y="47"/>
                </a:lnTo>
                <a:lnTo>
                  <a:pt x="31" y="47"/>
                </a:lnTo>
                <a:lnTo>
                  <a:pt x="32" y="47"/>
                </a:lnTo>
                <a:lnTo>
                  <a:pt x="32" y="46"/>
                </a:lnTo>
                <a:lnTo>
                  <a:pt x="33" y="46"/>
                </a:lnTo>
                <a:lnTo>
                  <a:pt x="34" y="46"/>
                </a:lnTo>
                <a:lnTo>
                  <a:pt x="36" y="45"/>
                </a:lnTo>
                <a:lnTo>
                  <a:pt x="37" y="45"/>
                </a:lnTo>
                <a:lnTo>
                  <a:pt x="38" y="43"/>
                </a:lnTo>
                <a:lnTo>
                  <a:pt x="38" y="42"/>
                </a:lnTo>
                <a:lnTo>
                  <a:pt x="39" y="42"/>
                </a:lnTo>
                <a:lnTo>
                  <a:pt x="40" y="41"/>
                </a:lnTo>
                <a:lnTo>
                  <a:pt x="40" y="40"/>
                </a:lnTo>
                <a:lnTo>
                  <a:pt x="42" y="40"/>
                </a:lnTo>
                <a:lnTo>
                  <a:pt x="43" y="39"/>
                </a:lnTo>
                <a:lnTo>
                  <a:pt x="43" y="37"/>
                </a:lnTo>
                <a:lnTo>
                  <a:pt x="44" y="36"/>
                </a:lnTo>
                <a:lnTo>
                  <a:pt x="45" y="35"/>
                </a:lnTo>
                <a:lnTo>
                  <a:pt x="45" y="34"/>
                </a:lnTo>
                <a:lnTo>
                  <a:pt x="45" y="33"/>
                </a:lnTo>
                <a:lnTo>
                  <a:pt x="46" y="31"/>
                </a:lnTo>
                <a:lnTo>
                  <a:pt x="46" y="30"/>
                </a:lnTo>
                <a:lnTo>
                  <a:pt x="46" y="29"/>
                </a:lnTo>
                <a:lnTo>
                  <a:pt x="46" y="28"/>
                </a:lnTo>
                <a:lnTo>
                  <a:pt x="48" y="27"/>
                </a:lnTo>
                <a:lnTo>
                  <a:pt x="48" y="25"/>
                </a:lnTo>
                <a:lnTo>
                  <a:pt x="48" y="24"/>
                </a:lnTo>
                <a:lnTo>
                  <a:pt x="48" y="23"/>
                </a:lnTo>
                <a:lnTo>
                  <a:pt x="48" y="22"/>
                </a:lnTo>
                <a:lnTo>
                  <a:pt x="46" y="21"/>
                </a:lnTo>
                <a:lnTo>
                  <a:pt x="46" y="19"/>
                </a:lnTo>
                <a:lnTo>
                  <a:pt x="46" y="18"/>
                </a:lnTo>
                <a:lnTo>
                  <a:pt x="46" y="17"/>
                </a:lnTo>
                <a:lnTo>
                  <a:pt x="45" y="16"/>
                </a:lnTo>
                <a:lnTo>
                  <a:pt x="45" y="15"/>
                </a:lnTo>
                <a:lnTo>
                  <a:pt x="45" y="13"/>
                </a:lnTo>
                <a:lnTo>
                  <a:pt x="44" y="12"/>
                </a:lnTo>
                <a:lnTo>
                  <a:pt x="43" y="11"/>
                </a:lnTo>
                <a:lnTo>
                  <a:pt x="43" y="10"/>
                </a:lnTo>
                <a:lnTo>
                  <a:pt x="42" y="9"/>
                </a:lnTo>
                <a:lnTo>
                  <a:pt x="40" y="9"/>
                </a:lnTo>
                <a:lnTo>
                  <a:pt x="40" y="7"/>
                </a:lnTo>
                <a:lnTo>
                  <a:pt x="39" y="6"/>
                </a:lnTo>
                <a:lnTo>
                  <a:pt x="38" y="6"/>
                </a:lnTo>
                <a:lnTo>
                  <a:pt x="38" y="5"/>
                </a:lnTo>
                <a:lnTo>
                  <a:pt x="37" y="4"/>
                </a:lnTo>
                <a:lnTo>
                  <a:pt x="36" y="4"/>
                </a:lnTo>
                <a:lnTo>
                  <a:pt x="34" y="3"/>
                </a:lnTo>
                <a:lnTo>
                  <a:pt x="33" y="3"/>
                </a:lnTo>
                <a:lnTo>
                  <a:pt x="32" y="3"/>
                </a:lnTo>
                <a:lnTo>
                  <a:pt x="32" y="1"/>
                </a:lnTo>
                <a:lnTo>
                  <a:pt x="31" y="1"/>
                </a:lnTo>
                <a:lnTo>
                  <a:pt x="30" y="1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4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92" name="Rectangle 96">
            <a:extLst>
              <a:ext uri="{FF2B5EF4-FFF2-40B4-BE49-F238E27FC236}">
                <a16:creationId xmlns:a16="http://schemas.microsoft.com/office/drawing/2014/main" id="{3EBA2CA2-D851-40CA-BF3E-CAE9C3A483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5150" y="2428875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93" name="Rectangle 97">
            <a:extLst>
              <a:ext uri="{FF2B5EF4-FFF2-40B4-BE49-F238E27FC236}">
                <a16:creationId xmlns:a16="http://schemas.microsoft.com/office/drawing/2014/main" id="{B14CFEC2-264E-49E2-BEBD-8E41BC54EF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2525" y="3463925"/>
            <a:ext cx="8080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Helvetica" panose="020B0604020202020204" pitchFamily="34" charset="0"/>
              </a:rPr>
              <a:t>(c) Circuit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94" name="Line 100">
            <a:extLst>
              <a:ext uri="{FF2B5EF4-FFF2-40B4-BE49-F238E27FC236}">
                <a16:creationId xmlns:a16="http://schemas.microsoft.com/office/drawing/2014/main" id="{4E3517FD-6417-468F-9F56-25491AA40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9513" y="2643188"/>
            <a:ext cx="407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95" name="Line 102">
            <a:extLst>
              <a:ext uri="{FF2B5EF4-FFF2-40B4-BE49-F238E27FC236}">
                <a16:creationId xmlns:a16="http://schemas.microsoft.com/office/drawing/2014/main" id="{68B07200-9BCB-411B-908A-43D64C52C4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67525" y="1927225"/>
            <a:ext cx="465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96" name="Line 103">
            <a:extLst>
              <a:ext uri="{FF2B5EF4-FFF2-40B4-BE49-F238E27FC236}">
                <a16:creationId xmlns:a16="http://schemas.microsoft.com/office/drawing/2014/main" id="{BEC72124-1FAD-4471-B4A3-BAA9FE09D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7525" y="2814638"/>
            <a:ext cx="287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87097" name="Straight Connector 57">
            <a:extLst>
              <a:ext uri="{FF2B5EF4-FFF2-40B4-BE49-F238E27FC236}">
                <a16:creationId xmlns:a16="http://schemas.microsoft.com/office/drawing/2014/main" id="{C83D7EDC-F597-4A01-A8CF-4A991D59B5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93863" y="1422400"/>
            <a:ext cx="0" cy="17827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8" name="Straight Connector 58">
            <a:extLst>
              <a:ext uri="{FF2B5EF4-FFF2-40B4-BE49-F238E27FC236}">
                <a16:creationId xmlns:a16="http://schemas.microsoft.com/office/drawing/2014/main" id="{B7623E6E-70D5-4590-8292-45E0303D5F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71588" y="2466975"/>
            <a:ext cx="1544637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F442C2-6F39-41F3-A54C-A0BFF35F4E49}"/>
                  </a:ext>
                </a:extLst>
              </p14:cNvPr>
              <p14:cNvContentPartPr/>
              <p14:nvPr/>
            </p14:nvContentPartPr>
            <p14:xfrm>
              <a:off x="3869280" y="612360"/>
              <a:ext cx="4101120" cy="520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F442C2-6F39-41F3-A54C-A0BFF35F4E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9920" y="603000"/>
                <a:ext cx="4119840" cy="522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F1154393-5125-4B1F-8D11-149FE7503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sz="3200" dirty="0"/>
              <a:t>Implementation of the same logic function </a:t>
            </a:r>
            <a:br>
              <a:rPr lang="en-US" altLang="en-US" dirty="0"/>
            </a:br>
            <a:r>
              <a:rPr lang="en-US" altLang="en-US" sz="3200" dirty="0"/>
              <a:t>with a 2x1 multiplexer </a:t>
            </a:r>
            <a:r>
              <a:rPr lang="en-US" altLang="en-US" sz="3200" dirty="0">
                <a:solidFill>
                  <a:srgbClr val="FF0000"/>
                </a:solidFill>
              </a:rPr>
              <a:t>only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87042" name="TextBox 125">
            <a:extLst>
              <a:ext uri="{FF2B5EF4-FFF2-40B4-BE49-F238E27FC236}">
                <a16:creationId xmlns:a16="http://schemas.microsoft.com/office/drawing/2014/main" id="{A5A282DF-53D6-4D02-B8DA-E0B5364A7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6477000"/>
            <a:ext cx="2692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4.6b-c from the textbook ]</a:t>
            </a:r>
          </a:p>
        </p:txBody>
      </p:sp>
      <p:sp>
        <p:nvSpPr>
          <p:cNvPr id="87043" name="Rectangle 42">
            <a:extLst>
              <a:ext uri="{FF2B5EF4-FFF2-40B4-BE49-F238E27FC236}">
                <a16:creationId xmlns:a16="http://schemas.microsoft.com/office/drawing/2014/main" id="{3CFF9446-74DC-4628-A712-22A88A43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3238" y="3521075"/>
            <a:ext cx="18208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Helvetica" panose="020B0604020202020204" pitchFamily="34" charset="0"/>
              </a:rPr>
              <a:t>(b) Modified truth table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4" name="Rectangle 43">
            <a:extLst>
              <a:ext uri="{FF2B5EF4-FFF2-40B4-BE49-F238E27FC236}">
                <a16:creationId xmlns:a16="http://schemas.microsoft.com/office/drawing/2014/main" id="{E795AA0D-5F14-44F3-B7F0-5EAC6F0D0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1885950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5" name="Line 44">
            <a:extLst>
              <a:ext uri="{FF2B5EF4-FFF2-40B4-BE49-F238E27FC236}">
                <a16:creationId xmlns:a16="http://schemas.microsoft.com/office/drawing/2014/main" id="{84C1395B-CA0E-4A98-A34D-2053BC75C404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295400" y="1789113"/>
            <a:ext cx="14700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6" name="Line 45">
            <a:extLst>
              <a:ext uri="{FF2B5EF4-FFF2-40B4-BE49-F238E27FC236}">
                <a16:creationId xmlns:a16="http://schemas.microsoft.com/office/drawing/2014/main" id="{B53CD29B-4052-4822-85AA-DFCB9E5C776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208213" y="1433513"/>
            <a:ext cx="1587" cy="172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7" name="Rectangle 46">
            <a:extLst>
              <a:ext uri="{FF2B5EF4-FFF2-40B4-BE49-F238E27FC236}">
                <a16:creationId xmlns:a16="http://schemas.microsoft.com/office/drawing/2014/main" id="{6F8AA4A2-C056-4493-BC25-21D301A39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1891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8" name="Rectangle 47">
            <a:extLst>
              <a:ext uri="{FF2B5EF4-FFF2-40B4-BE49-F238E27FC236}">
                <a16:creationId xmlns:a16="http://schemas.microsoft.com/office/drawing/2014/main" id="{B8BAA7E3-570B-44CA-8AD2-36A5AA06DC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19192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49" name="Rectangle 48">
            <a:extLst>
              <a:ext uri="{FF2B5EF4-FFF2-40B4-BE49-F238E27FC236}">
                <a16:creationId xmlns:a16="http://schemas.microsoft.com/office/drawing/2014/main" id="{0F5476E3-B048-4C9F-ADBD-041C905F8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2209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0" name="Rectangle 49">
            <a:extLst>
              <a:ext uri="{FF2B5EF4-FFF2-40B4-BE49-F238E27FC236}">
                <a16:creationId xmlns:a16="http://schemas.microsoft.com/office/drawing/2014/main" id="{1F548492-2083-4A3B-9442-196664B39F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5257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1" name="Rectangle 50">
            <a:extLst>
              <a:ext uri="{FF2B5EF4-FFF2-40B4-BE49-F238E27FC236}">
                <a16:creationId xmlns:a16="http://schemas.microsoft.com/office/drawing/2014/main" id="{2D5182BC-C100-4EB7-BEB2-EA127D98D5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6375" y="28305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2" name="Rectangle 51">
            <a:extLst>
              <a:ext uri="{FF2B5EF4-FFF2-40B4-BE49-F238E27FC236}">
                <a16:creationId xmlns:a16="http://schemas.microsoft.com/office/drawing/2014/main" id="{D87A3BEC-0F92-402B-B828-643FF059C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2209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3" name="Rectangle 52">
            <a:extLst>
              <a:ext uri="{FF2B5EF4-FFF2-40B4-BE49-F238E27FC236}">
                <a16:creationId xmlns:a16="http://schemas.microsoft.com/office/drawing/2014/main" id="{F74F7817-F5E7-480E-A145-68FCDC6F59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5257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4" name="Rectangle 53">
            <a:extLst>
              <a:ext uri="{FF2B5EF4-FFF2-40B4-BE49-F238E27FC236}">
                <a16:creationId xmlns:a16="http://schemas.microsoft.com/office/drawing/2014/main" id="{C16E30EB-7359-4E09-9036-03304B5AD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283051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5" name="Rectangle 54">
            <a:extLst>
              <a:ext uri="{FF2B5EF4-FFF2-40B4-BE49-F238E27FC236}">
                <a16:creationId xmlns:a16="http://schemas.microsoft.com/office/drawing/2014/main" id="{53940F5C-9613-4055-8C2E-2BF196E6F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1263" y="1412875"/>
            <a:ext cx="936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6" name="Rectangle 55">
            <a:extLst>
              <a:ext uri="{FF2B5EF4-FFF2-40B4-BE49-F238E27FC236}">
                <a16:creationId xmlns:a16="http://schemas.microsoft.com/office/drawing/2014/main" id="{92D73FC5-4984-4DF1-9A56-1D5963C0E2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97000" y="1412875"/>
            <a:ext cx="163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7" name="Rectangle 56">
            <a:extLst>
              <a:ext uri="{FF2B5EF4-FFF2-40B4-BE49-F238E27FC236}">
                <a16:creationId xmlns:a16="http://schemas.microsoft.com/office/drawing/2014/main" id="{092DC389-BEF5-4888-A202-234CC8B8E7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7338" y="1528763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8" name="Rectangle 57">
            <a:extLst>
              <a:ext uri="{FF2B5EF4-FFF2-40B4-BE49-F238E27FC236}">
                <a16:creationId xmlns:a16="http://schemas.microsoft.com/office/drawing/2014/main" id="{CA010AF3-9CD5-49A0-815D-72FC2F4AD6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38325" y="1919288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59" name="Rectangle 58">
            <a:extLst>
              <a:ext uri="{FF2B5EF4-FFF2-40B4-BE49-F238E27FC236}">
                <a16:creationId xmlns:a16="http://schemas.microsoft.com/office/drawing/2014/main" id="{648BADCA-58C1-47A5-999D-E410A0F860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7363" y="1412875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0" name="Rectangle 59">
            <a:extLst>
              <a:ext uri="{FF2B5EF4-FFF2-40B4-BE49-F238E27FC236}">
                <a16:creationId xmlns:a16="http://schemas.microsoft.com/office/drawing/2014/main" id="{63B96230-C791-49DD-AD45-1D74843E57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19288" y="1528763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1" name="Rectangle 60">
            <a:extLst>
              <a:ext uri="{FF2B5EF4-FFF2-40B4-BE49-F238E27FC236}">
                <a16:creationId xmlns:a16="http://schemas.microsoft.com/office/drawing/2014/main" id="{7A211D25-2FB0-4EE4-808C-936BB21F5E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4939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62" name="Freeform 61">
            <a:extLst>
              <a:ext uri="{FF2B5EF4-FFF2-40B4-BE49-F238E27FC236}">
                <a16:creationId xmlns:a16="http://schemas.microsoft.com/office/drawing/2014/main" id="{4DE16EF9-40FA-4FD1-A663-C4DDB511CB00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117725"/>
            <a:ext cx="152400" cy="50800"/>
          </a:xfrm>
          <a:custGeom>
            <a:avLst/>
            <a:gdLst>
              <a:gd name="T0" fmla="*/ 0 w 144"/>
              <a:gd name="T1" fmla="*/ 2147483646 h 48"/>
              <a:gd name="T2" fmla="*/ 2147483646 w 144"/>
              <a:gd name="T3" fmla="*/ 2147483646 h 48"/>
              <a:gd name="T4" fmla="*/ 0 w 144"/>
              <a:gd name="T5" fmla="*/ 0 h 48"/>
              <a:gd name="T6" fmla="*/ 0 w 144"/>
              <a:gd name="T7" fmla="*/ 2147483646 h 48"/>
              <a:gd name="T8" fmla="*/ 0 w 144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48"/>
              <a:gd name="T17" fmla="*/ 144 w 144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48">
                <a:moveTo>
                  <a:pt x="0" y="48"/>
                </a:moveTo>
                <a:lnTo>
                  <a:pt x="144" y="24"/>
                </a:lnTo>
                <a:lnTo>
                  <a:pt x="0" y="0"/>
                </a:lnTo>
                <a:lnTo>
                  <a:pt x="0" y="24"/>
                </a:lnTo>
                <a:lnTo>
                  <a:pt x="0" y="48"/>
                </a:lnTo>
                <a:close/>
              </a:path>
            </a:pathLst>
          </a:custGeom>
          <a:solidFill>
            <a:srgbClr val="66FFFF"/>
          </a:solidFill>
          <a:ln w="1746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63" name="Line 62">
            <a:extLst>
              <a:ext uri="{FF2B5EF4-FFF2-40B4-BE49-F238E27FC236}">
                <a16:creationId xmlns:a16="http://schemas.microsoft.com/office/drawing/2014/main" id="{10C9A84E-DAC4-4CFD-B796-480E32881E9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816225" y="2143125"/>
            <a:ext cx="531813" cy="1588"/>
          </a:xfrm>
          <a:prstGeom prst="line">
            <a:avLst/>
          </a:pr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4" name="Freeform 63">
            <a:extLst>
              <a:ext uri="{FF2B5EF4-FFF2-40B4-BE49-F238E27FC236}">
                <a16:creationId xmlns:a16="http://schemas.microsoft.com/office/drawing/2014/main" id="{BF6928B2-ABC4-4773-B3F6-23C90D183CDB}"/>
              </a:ext>
            </a:extLst>
          </p:cNvPr>
          <p:cNvSpPr>
            <a:spLocks noChangeAspect="1"/>
          </p:cNvSpPr>
          <p:nvPr/>
        </p:nvSpPr>
        <p:spPr bwMode="auto">
          <a:xfrm>
            <a:off x="2714625" y="1919288"/>
            <a:ext cx="95250" cy="458787"/>
          </a:xfrm>
          <a:custGeom>
            <a:avLst/>
            <a:gdLst>
              <a:gd name="T0" fmla="*/ 2147483646 w 90"/>
              <a:gd name="T1" fmla="*/ 0 h 436"/>
              <a:gd name="T2" fmla="*/ 2147483646 w 90"/>
              <a:gd name="T3" fmla="*/ 2147483646 h 436"/>
              <a:gd name="T4" fmla="*/ 2147483646 w 90"/>
              <a:gd name="T5" fmla="*/ 2147483646 h 436"/>
              <a:gd name="T6" fmla="*/ 2147483646 w 90"/>
              <a:gd name="T7" fmla="*/ 2147483646 h 436"/>
              <a:gd name="T8" fmla="*/ 2147483646 w 90"/>
              <a:gd name="T9" fmla="*/ 2147483646 h 436"/>
              <a:gd name="T10" fmla="*/ 2147483646 w 90"/>
              <a:gd name="T11" fmla="*/ 2147483646 h 436"/>
              <a:gd name="T12" fmla="*/ 2147483646 w 90"/>
              <a:gd name="T13" fmla="*/ 2147483646 h 436"/>
              <a:gd name="T14" fmla="*/ 2147483646 w 90"/>
              <a:gd name="T15" fmla="*/ 2147483646 h 436"/>
              <a:gd name="T16" fmla="*/ 2147483646 w 90"/>
              <a:gd name="T17" fmla="*/ 2147483646 h 436"/>
              <a:gd name="T18" fmla="*/ 2147483646 w 90"/>
              <a:gd name="T19" fmla="*/ 2147483646 h 436"/>
              <a:gd name="T20" fmla="*/ 2147483646 w 90"/>
              <a:gd name="T21" fmla="*/ 2147483646 h 436"/>
              <a:gd name="T22" fmla="*/ 2147483646 w 90"/>
              <a:gd name="T23" fmla="*/ 2147483646 h 436"/>
              <a:gd name="T24" fmla="*/ 2147483646 w 90"/>
              <a:gd name="T25" fmla="*/ 2147483646 h 436"/>
              <a:gd name="T26" fmla="*/ 2147483646 w 90"/>
              <a:gd name="T27" fmla="*/ 2147483646 h 436"/>
              <a:gd name="T28" fmla="*/ 2147483646 w 90"/>
              <a:gd name="T29" fmla="*/ 2147483646 h 436"/>
              <a:gd name="T30" fmla="*/ 2147483646 w 90"/>
              <a:gd name="T31" fmla="*/ 2147483646 h 436"/>
              <a:gd name="T32" fmla="*/ 2147483646 w 90"/>
              <a:gd name="T33" fmla="*/ 2147483646 h 436"/>
              <a:gd name="T34" fmla="*/ 2147483646 w 90"/>
              <a:gd name="T35" fmla="*/ 2147483646 h 436"/>
              <a:gd name="T36" fmla="*/ 2147483646 w 90"/>
              <a:gd name="T37" fmla="*/ 2147483646 h 436"/>
              <a:gd name="T38" fmla="*/ 2147483646 w 90"/>
              <a:gd name="T39" fmla="*/ 2147483646 h 436"/>
              <a:gd name="T40" fmla="*/ 2147483646 w 90"/>
              <a:gd name="T41" fmla="*/ 2147483646 h 436"/>
              <a:gd name="T42" fmla="*/ 2147483646 w 90"/>
              <a:gd name="T43" fmla="*/ 2147483646 h 436"/>
              <a:gd name="T44" fmla="*/ 2147483646 w 90"/>
              <a:gd name="T45" fmla="*/ 2147483646 h 436"/>
              <a:gd name="T46" fmla="*/ 2147483646 w 90"/>
              <a:gd name="T47" fmla="*/ 2147483646 h 436"/>
              <a:gd name="T48" fmla="*/ 2147483646 w 90"/>
              <a:gd name="T49" fmla="*/ 2147483646 h 436"/>
              <a:gd name="T50" fmla="*/ 2147483646 w 90"/>
              <a:gd name="T51" fmla="*/ 2147483646 h 436"/>
              <a:gd name="T52" fmla="*/ 2147483646 w 90"/>
              <a:gd name="T53" fmla="*/ 2147483646 h 436"/>
              <a:gd name="T54" fmla="*/ 2147483646 w 90"/>
              <a:gd name="T55" fmla="*/ 2147483646 h 436"/>
              <a:gd name="T56" fmla="*/ 2147483646 w 90"/>
              <a:gd name="T57" fmla="*/ 2147483646 h 436"/>
              <a:gd name="T58" fmla="*/ 2147483646 w 90"/>
              <a:gd name="T59" fmla="*/ 2147483646 h 436"/>
              <a:gd name="T60" fmla="*/ 2147483646 w 90"/>
              <a:gd name="T61" fmla="*/ 2147483646 h 436"/>
              <a:gd name="T62" fmla="*/ 2147483646 w 90"/>
              <a:gd name="T63" fmla="*/ 2147483646 h 436"/>
              <a:gd name="T64" fmla="*/ 0 w 90"/>
              <a:gd name="T65" fmla="*/ 2147483646 h 4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0"/>
              <a:gd name="T100" fmla="*/ 0 h 436"/>
              <a:gd name="T101" fmla="*/ 90 w 90"/>
              <a:gd name="T102" fmla="*/ 436 h 4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0" h="436">
                <a:moveTo>
                  <a:pt x="0" y="0"/>
                </a:moveTo>
                <a:lnTo>
                  <a:pt x="10" y="0"/>
                </a:lnTo>
                <a:lnTo>
                  <a:pt x="19" y="2"/>
                </a:lnTo>
                <a:lnTo>
                  <a:pt x="27" y="5"/>
                </a:lnTo>
                <a:lnTo>
                  <a:pt x="33" y="8"/>
                </a:lnTo>
                <a:lnTo>
                  <a:pt x="38" y="14"/>
                </a:lnTo>
                <a:lnTo>
                  <a:pt x="43" y="19"/>
                </a:lnTo>
                <a:lnTo>
                  <a:pt x="45" y="26"/>
                </a:lnTo>
                <a:lnTo>
                  <a:pt x="48" y="34"/>
                </a:lnTo>
                <a:lnTo>
                  <a:pt x="49" y="42"/>
                </a:lnTo>
                <a:lnTo>
                  <a:pt x="50" y="50"/>
                </a:lnTo>
                <a:lnTo>
                  <a:pt x="50" y="59"/>
                </a:lnTo>
                <a:lnTo>
                  <a:pt x="49" y="68"/>
                </a:lnTo>
                <a:lnTo>
                  <a:pt x="49" y="78"/>
                </a:lnTo>
                <a:lnTo>
                  <a:pt x="48" y="89"/>
                </a:lnTo>
                <a:lnTo>
                  <a:pt x="46" y="98"/>
                </a:lnTo>
                <a:lnTo>
                  <a:pt x="45" y="109"/>
                </a:lnTo>
                <a:lnTo>
                  <a:pt x="43" y="119"/>
                </a:lnTo>
                <a:lnTo>
                  <a:pt x="42" y="128"/>
                </a:lnTo>
                <a:lnTo>
                  <a:pt x="40" y="139"/>
                </a:lnTo>
                <a:lnTo>
                  <a:pt x="40" y="149"/>
                </a:lnTo>
                <a:lnTo>
                  <a:pt x="39" y="158"/>
                </a:lnTo>
                <a:lnTo>
                  <a:pt x="40" y="167"/>
                </a:lnTo>
                <a:lnTo>
                  <a:pt x="40" y="175"/>
                </a:lnTo>
                <a:lnTo>
                  <a:pt x="42" y="184"/>
                </a:lnTo>
                <a:lnTo>
                  <a:pt x="44" y="191"/>
                </a:lnTo>
                <a:lnTo>
                  <a:pt x="48" y="198"/>
                </a:lnTo>
                <a:lnTo>
                  <a:pt x="51" y="203"/>
                </a:lnTo>
                <a:lnTo>
                  <a:pt x="56" y="208"/>
                </a:lnTo>
                <a:lnTo>
                  <a:pt x="63" y="212"/>
                </a:lnTo>
                <a:lnTo>
                  <a:pt x="70" y="215"/>
                </a:lnTo>
                <a:lnTo>
                  <a:pt x="79" y="217"/>
                </a:lnTo>
                <a:lnTo>
                  <a:pt x="90" y="217"/>
                </a:lnTo>
                <a:lnTo>
                  <a:pt x="79" y="218"/>
                </a:lnTo>
                <a:lnTo>
                  <a:pt x="70" y="220"/>
                </a:lnTo>
                <a:lnTo>
                  <a:pt x="63" y="223"/>
                </a:lnTo>
                <a:lnTo>
                  <a:pt x="56" y="227"/>
                </a:lnTo>
                <a:lnTo>
                  <a:pt x="51" y="232"/>
                </a:lnTo>
                <a:lnTo>
                  <a:pt x="48" y="238"/>
                </a:lnTo>
                <a:lnTo>
                  <a:pt x="44" y="244"/>
                </a:lnTo>
                <a:lnTo>
                  <a:pt x="42" y="252"/>
                </a:lnTo>
                <a:lnTo>
                  <a:pt x="40" y="259"/>
                </a:lnTo>
                <a:lnTo>
                  <a:pt x="40" y="268"/>
                </a:lnTo>
                <a:lnTo>
                  <a:pt x="39" y="277"/>
                </a:lnTo>
                <a:lnTo>
                  <a:pt x="40" y="287"/>
                </a:lnTo>
                <a:lnTo>
                  <a:pt x="40" y="296"/>
                </a:lnTo>
                <a:lnTo>
                  <a:pt x="42" y="306"/>
                </a:lnTo>
                <a:lnTo>
                  <a:pt x="43" y="316"/>
                </a:lnTo>
                <a:lnTo>
                  <a:pt x="45" y="326"/>
                </a:lnTo>
                <a:lnTo>
                  <a:pt x="46" y="336"/>
                </a:lnTo>
                <a:lnTo>
                  <a:pt x="48" y="347"/>
                </a:lnTo>
                <a:lnTo>
                  <a:pt x="49" y="356"/>
                </a:lnTo>
                <a:lnTo>
                  <a:pt x="49" y="366"/>
                </a:lnTo>
                <a:lnTo>
                  <a:pt x="50" y="376"/>
                </a:lnTo>
                <a:lnTo>
                  <a:pt x="50" y="385"/>
                </a:lnTo>
                <a:lnTo>
                  <a:pt x="49" y="394"/>
                </a:lnTo>
                <a:lnTo>
                  <a:pt x="48" y="401"/>
                </a:lnTo>
                <a:lnTo>
                  <a:pt x="45" y="409"/>
                </a:lnTo>
                <a:lnTo>
                  <a:pt x="43" y="415"/>
                </a:lnTo>
                <a:lnTo>
                  <a:pt x="38" y="421"/>
                </a:lnTo>
                <a:lnTo>
                  <a:pt x="33" y="426"/>
                </a:lnTo>
                <a:lnTo>
                  <a:pt x="27" y="430"/>
                </a:lnTo>
                <a:lnTo>
                  <a:pt x="19" y="433"/>
                </a:lnTo>
                <a:lnTo>
                  <a:pt x="10" y="434"/>
                </a:lnTo>
                <a:lnTo>
                  <a:pt x="0" y="436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5" name="Freeform 64">
            <a:extLst>
              <a:ext uri="{FF2B5EF4-FFF2-40B4-BE49-F238E27FC236}">
                <a16:creationId xmlns:a16="http://schemas.microsoft.com/office/drawing/2014/main" id="{84D0CF2B-8543-4FB2-AF3A-635E662F1245}"/>
              </a:ext>
            </a:extLst>
          </p:cNvPr>
          <p:cNvSpPr>
            <a:spLocks noChangeAspect="1"/>
          </p:cNvSpPr>
          <p:nvPr/>
        </p:nvSpPr>
        <p:spPr bwMode="auto">
          <a:xfrm>
            <a:off x="3348038" y="2422525"/>
            <a:ext cx="152400" cy="76200"/>
          </a:xfrm>
          <a:custGeom>
            <a:avLst/>
            <a:gdLst>
              <a:gd name="T0" fmla="*/ 0 w 144"/>
              <a:gd name="T1" fmla="*/ 2147483646 h 72"/>
              <a:gd name="T2" fmla="*/ 2147483646 w 144"/>
              <a:gd name="T3" fmla="*/ 2147483646 h 72"/>
              <a:gd name="T4" fmla="*/ 0 w 144"/>
              <a:gd name="T5" fmla="*/ 0 h 72"/>
              <a:gd name="T6" fmla="*/ 0 w 144"/>
              <a:gd name="T7" fmla="*/ 2147483646 h 72"/>
              <a:gd name="T8" fmla="*/ 0 w 144"/>
              <a:gd name="T9" fmla="*/ 2147483646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2"/>
              <a:gd name="T17" fmla="*/ 144 w 144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2">
                <a:moveTo>
                  <a:pt x="0" y="72"/>
                </a:moveTo>
                <a:lnTo>
                  <a:pt x="144" y="24"/>
                </a:lnTo>
                <a:lnTo>
                  <a:pt x="0" y="0"/>
                </a:lnTo>
                <a:lnTo>
                  <a:pt x="0" y="24"/>
                </a:lnTo>
                <a:lnTo>
                  <a:pt x="0" y="72"/>
                </a:lnTo>
                <a:close/>
              </a:path>
            </a:pathLst>
          </a:custGeom>
          <a:solidFill>
            <a:srgbClr val="66FFFF"/>
          </a:solidFill>
          <a:ln w="17463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66" name="Freeform 65">
            <a:extLst>
              <a:ext uri="{FF2B5EF4-FFF2-40B4-BE49-F238E27FC236}">
                <a16:creationId xmlns:a16="http://schemas.microsoft.com/office/drawing/2014/main" id="{A336B9F1-1643-4CDF-9AB4-50F65BB2A0F5}"/>
              </a:ext>
            </a:extLst>
          </p:cNvPr>
          <p:cNvSpPr>
            <a:spLocks noChangeAspect="1"/>
          </p:cNvSpPr>
          <p:nvPr/>
        </p:nvSpPr>
        <p:spPr bwMode="auto">
          <a:xfrm>
            <a:off x="2816225" y="2447925"/>
            <a:ext cx="531813" cy="303213"/>
          </a:xfrm>
          <a:custGeom>
            <a:avLst/>
            <a:gdLst>
              <a:gd name="T0" fmla="*/ 2147483646 w 504"/>
              <a:gd name="T1" fmla="*/ 0 h 288"/>
              <a:gd name="T2" fmla="*/ 2147483646 w 504"/>
              <a:gd name="T3" fmla="*/ 0 h 288"/>
              <a:gd name="T4" fmla="*/ 2147483646 w 504"/>
              <a:gd name="T5" fmla="*/ 2147483646 h 288"/>
              <a:gd name="T6" fmla="*/ 0 w 504"/>
              <a:gd name="T7" fmla="*/ 2147483646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04"/>
              <a:gd name="T13" fmla="*/ 0 h 288"/>
              <a:gd name="T14" fmla="*/ 504 w 504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4" h="288">
                <a:moveTo>
                  <a:pt x="504" y="0"/>
                </a:moveTo>
                <a:lnTo>
                  <a:pt x="240" y="0"/>
                </a:lnTo>
                <a:lnTo>
                  <a:pt x="240" y="288"/>
                </a:lnTo>
                <a:lnTo>
                  <a:pt x="0" y="288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67" name="Freeform 66">
            <a:extLst>
              <a:ext uri="{FF2B5EF4-FFF2-40B4-BE49-F238E27FC236}">
                <a16:creationId xmlns:a16="http://schemas.microsoft.com/office/drawing/2014/main" id="{56457755-7065-492E-BB35-4FA83A67B93A}"/>
              </a:ext>
            </a:extLst>
          </p:cNvPr>
          <p:cNvSpPr>
            <a:spLocks noChangeAspect="1"/>
          </p:cNvSpPr>
          <p:nvPr/>
        </p:nvSpPr>
        <p:spPr bwMode="auto">
          <a:xfrm>
            <a:off x="2714625" y="2530475"/>
            <a:ext cx="95250" cy="457200"/>
          </a:xfrm>
          <a:custGeom>
            <a:avLst/>
            <a:gdLst>
              <a:gd name="T0" fmla="*/ 2147483646 w 90"/>
              <a:gd name="T1" fmla="*/ 2147483646 h 436"/>
              <a:gd name="T2" fmla="*/ 2147483646 w 90"/>
              <a:gd name="T3" fmla="*/ 2147483646 h 436"/>
              <a:gd name="T4" fmla="*/ 2147483646 w 90"/>
              <a:gd name="T5" fmla="*/ 2147483646 h 436"/>
              <a:gd name="T6" fmla="*/ 2147483646 w 90"/>
              <a:gd name="T7" fmla="*/ 2147483646 h 436"/>
              <a:gd name="T8" fmla="*/ 2147483646 w 90"/>
              <a:gd name="T9" fmla="*/ 2147483646 h 436"/>
              <a:gd name="T10" fmla="*/ 2147483646 w 90"/>
              <a:gd name="T11" fmla="*/ 2147483646 h 436"/>
              <a:gd name="T12" fmla="*/ 2147483646 w 90"/>
              <a:gd name="T13" fmla="*/ 2147483646 h 436"/>
              <a:gd name="T14" fmla="*/ 2147483646 w 90"/>
              <a:gd name="T15" fmla="*/ 2147483646 h 436"/>
              <a:gd name="T16" fmla="*/ 2147483646 w 90"/>
              <a:gd name="T17" fmla="*/ 2147483646 h 436"/>
              <a:gd name="T18" fmla="*/ 2147483646 w 90"/>
              <a:gd name="T19" fmla="*/ 2147483646 h 436"/>
              <a:gd name="T20" fmla="*/ 2147483646 w 90"/>
              <a:gd name="T21" fmla="*/ 2147483646 h 436"/>
              <a:gd name="T22" fmla="*/ 2147483646 w 90"/>
              <a:gd name="T23" fmla="*/ 2147483646 h 436"/>
              <a:gd name="T24" fmla="*/ 2147483646 w 90"/>
              <a:gd name="T25" fmla="*/ 2147483646 h 436"/>
              <a:gd name="T26" fmla="*/ 2147483646 w 90"/>
              <a:gd name="T27" fmla="*/ 2147483646 h 436"/>
              <a:gd name="T28" fmla="*/ 2147483646 w 90"/>
              <a:gd name="T29" fmla="*/ 2147483646 h 436"/>
              <a:gd name="T30" fmla="*/ 2147483646 w 90"/>
              <a:gd name="T31" fmla="*/ 2147483646 h 436"/>
              <a:gd name="T32" fmla="*/ 2147483646 w 90"/>
              <a:gd name="T33" fmla="*/ 2147483646 h 436"/>
              <a:gd name="T34" fmla="*/ 2147483646 w 90"/>
              <a:gd name="T35" fmla="*/ 2147483646 h 436"/>
              <a:gd name="T36" fmla="*/ 2147483646 w 90"/>
              <a:gd name="T37" fmla="*/ 2147483646 h 436"/>
              <a:gd name="T38" fmla="*/ 2147483646 w 90"/>
              <a:gd name="T39" fmla="*/ 2147483646 h 436"/>
              <a:gd name="T40" fmla="*/ 2147483646 w 90"/>
              <a:gd name="T41" fmla="*/ 2147483646 h 436"/>
              <a:gd name="T42" fmla="*/ 2147483646 w 90"/>
              <a:gd name="T43" fmla="*/ 2147483646 h 436"/>
              <a:gd name="T44" fmla="*/ 2147483646 w 90"/>
              <a:gd name="T45" fmla="*/ 2147483646 h 436"/>
              <a:gd name="T46" fmla="*/ 2147483646 w 90"/>
              <a:gd name="T47" fmla="*/ 2147483646 h 436"/>
              <a:gd name="T48" fmla="*/ 2147483646 w 90"/>
              <a:gd name="T49" fmla="*/ 2147483646 h 436"/>
              <a:gd name="T50" fmla="*/ 2147483646 w 90"/>
              <a:gd name="T51" fmla="*/ 2147483646 h 436"/>
              <a:gd name="T52" fmla="*/ 2147483646 w 90"/>
              <a:gd name="T53" fmla="*/ 2147483646 h 436"/>
              <a:gd name="T54" fmla="*/ 2147483646 w 90"/>
              <a:gd name="T55" fmla="*/ 2147483646 h 436"/>
              <a:gd name="T56" fmla="*/ 2147483646 w 90"/>
              <a:gd name="T57" fmla="*/ 2147483646 h 436"/>
              <a:gd name="T58" fmla="*/ 2147483646 w 90"/>
              <a:gd name="T59" fmla="*/ 2147483646 h 436"/>
              <a:gd name="T60" fmla="*/ 2147483646 w 90"/>
              <a:gd name="T61" fmla="*/ 2147483646 h 436"/>
              <a:gd name="T62" fmla="*/ 2147483646 w 90"/>
              <a:gd name="T63" fmla="*/ 2147483646 h 436"/>
              <a:gd name="T64" fmla="*/ 0 w 90"/>
              <a:gd name="T65" fmla="*/ 2147483646 h 4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0"/>
              <a:gd name="T100" fmla="*/ 0 h 436"/>
              <a:gd name="T101" fmla="*/ 90 w 90"/>
              <a:gd name="T102" fmla="*/ 436 h 4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0" h="436">
                <a:moveTo>
                  <a:pt x="0" y="0"/>
                </a:moveTo>
                <a:lnTo>
                  <a:pt x="10" y="2"/>
                </a:lnTo>
                <a:lnTo>
                  <a:pt x="19" y="3"/>
                </a:lnTo>
                <a:lnTo>
                  <a:pt x="27" y="6"/>
                </a:lnTo>
                <a:lnTo>
                  <a:pt x="33" y="10"/>
                </a:lnTo>
                <a:lnTo>
                  <a:pt x="38" y="15"/>
                </a:lnTo>
                <a:lnTo>
                  <a:pt x="43" y="21"/>
                </a:lnTo>
                <a:lnTo>
                  <a:pt x="45" y="28"/>
                </a:lnTo>
                <a:lnTo>
                  <a:pt x="48" y="35"/>
                </a:lnTo>
                <a:lnTo>
                  <a:pt x="49" y="42"/>
                </a:lnTo>
                <a:lnTo>
                  <a:pt x="50" y="51"/>
                </a:lnTo>
                <a:lnTo>
                  <a:pt x="50" y="60"/>
                </a:lnTo>
                <a:lnTo>
                  <a:pt x="49" y="70"/>
                </a:lnTo>
                <a:lnTo>
                  <a:pt x="49" y="80"/>
                </a:lnTo>
                <a:lnTo>
                  <a:pt x="48" y="89"/>
                </a:lnTo>
                <a:lnTo>
                  <a:pt x="46" y="100"/>
                </a:lnTo>
                <a:lnTo>
                  <a:pt x="45" y="110"/>
                </a:lnTo>
                <a:lnTo>
                  <a:pt x="43" y="120"/>
                </a:lnTo>
                <a:lnTo>
                  <a:pt x="42" y="130"/>
                </a:lnTo>
                <a:lnTo>
                  <a:pt x="40" y="140"/>
                </a:lnTo>
                <a:lnTo>
                  <a:pt x="40" y="149"/>
                </a:lnTo>
                <a:lnTo>
                  <a:pt x="39" y="159"/>
                </a:lnTo>
                <a:lnTo>
                  <a:pt x="40" y="168"/>
                </a:lnTo>
                <a:lnTo>
                  <a:pt x="40" y="177"/>
                </a:lnTo>
                <a:lnTo>
                  <a:pt x="42" y="184"/>
                </a:lnTo>
                <a:lnTo>
                  <a:pt x="44" y="192"/>
                </a:lnTo>
                <a:lnTo>
                  <a:pt x="48" y="198"/>
                </a:lnTo>
                <a:lnTo>
                  <a:pt x="51" y="204"/>
                </a:lnTo>
                <a:lnTo>
                  <a:pt x="56" y="209"/>
                </a:lnTo>
                <a:lnTo>
                  <a:pt x="63" y="213"/>
                </a:lnTo>
                <a:lnTo>
                  <a:pt x="70" y="216"/>
                </a:lnTo>
                <a:lnTo>
                  <a:pt x="79" y="218"/>
                </a:lnTo>
                <a:lnTo>
                  <a:pt x="90" y="219"/>
                </a:lnTo>
                <a:lnTo>
                  <a:pt x="79" y="219"/>
                </a:lnTo>
                <a:lnTo>
                  <a:pt x="70" y="221"/>
                </a:lnTo>
                <a:lnTo>
                  <a:pt x="63" y="224"/>
                </a:lnTo>
                <a:lnTo>
                  <a:pt x="56" y="228"/>
                </a:lnTo>
                <a:lnTo>
                  <a:pt x="51" y="233"/>
                </a:lnTo>
                <a:lnTo>
                  <a:pt x="48" y="239"/>
                </a:lnTo>
                <a:lnTo>
                  <a:pt x="44" y="245"/>
                </a:lnTo>
                <a:lnTo>
                  <a:pt x="42" y="252"/>
                </a:lnTo>
                <a:lnTo>
                  <a:pt x="40" y="261"/>
                </a:lnTo>
                <a:lnTo>
                  <a:pt x="40" y="269"/>
                </a:lnTo>
                <a:lnTo>
                  <a:pt x="39" y="278"/>
                </a:lnTo>
                <a:lnTo>
                  <a:pt x="40" y="287"/>
                </a:lnTo>
                <a:lnTo>
                  <a:pt x="40" y="297"/>
                </a:lnTo>
                <a:lnTo>
                  <a:pt x="42" y="308"/>
                </a:lnTo>
                <a:lnTo>
                  <a:pt x="43" y="317"/>
                </a:lnTo>
                <a:lnTo>
                  <a:pt x="45" y="327"/>
                </a:lnTo>
                <a:lnTo>
                  <a:pt x="46" y="338"/>
                </a:lnTo>
                <a:lnTo>
                  <a:pt x="48" y="347"/>
                </a:lnTo>
                <a:lnTo>
                  <a:pt x="49" y="358"/>
                </a:lnTo>
                <a:lnTo>
                  <a:pt x="49" y="368"/>
                </a:lnTo>
                <a:lnTo>
                  <a:pt x="50" y="377"/>
                </a:lnTo>
                <a:lnTo>
                  <a:pt x="50" y="385"/>
                </a:lnTo>
                <a:lnTo>
                  <a:pt x="49" y="394"/>
                </a:lnTo>
                <a:lnTo>
                  <a:pt x="48" y="402"/>
                </a:lnTo>
                <a:lnTo>
                  <a:pt x="45" y="409"/>
                </a:lnTo>
                <a:lnTo>
                  <a:pt x="43" y="415"/>
                </a:lnTo>
                <a:lnTo>
                  <a:pt x="38" y="421"/>
                </a:lnTo>
                <a:lnTo>
                  <a:pt x="33" y="426"/>
                </a:lnTo>
                <a:lnTo>
                  <a:pt x="27" y="431"/>
                </a:lnTo>
                <a:lnTo>
                  <a:pt x="19" y="433"/>
                </a:lnTo>
                <a:lnTo>
                  <a:pt x="10" y="436"/>
                </a:lnTo>
                <a:lnTo>
                  <a:pt x="0" y="436"/>
                </a:lnTo>
              </a:path>
            </a:pathLst>
          </a:custGeom>
          <a:noFill/>
          <a:ln w="17463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1" name="Rectangle 72">
            <a:extLst>
              <a:ext uri="{FF2B5EF4-FFF2-40B4-BE49-F238E27FC236}">
                <a16:creationId xmlns:a16="http://schemas.microsoft.com/office/drawing/2014/main" id="{5151BB05-12CC-41E9-9766-0679FCBCAF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55863" y="2798763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76" name="Line 78">
            <a:extLst>
              <a:ext uri="{FF2B5EF4-FFF2-40B4-BE49-F238E27FC236}">
                <a16:creationId xmlns:a16="http://schemas.microsoft.com/office/drawing/2014/main" id="{2371BC59-8E3E-4B77-8A8E-551DBE2CFA5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449638" y="1892300"/>
            <a:ext cx="1139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7" name="Line 79">
            <a:extLst>
              <a:ext uri="{FF2B5EF4-FFF2-40B4-BE49-F238E27FC236}">
                <a16:creationId xmlns:a16="http://schemas.microsoft.com/office/drawing/2014/main" id="{29998F9D-92A9-4C02-A06E-965D12A0EE72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994150" y="1535113"/>
            <a:ext cx="3175" cy="1171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9" name="Rectangle 81">
            <a:extLst>
              <a:ext uri="{FF2B5EF4-FFF2-40B4-BE49-F238E27FC236}">
                <a16:creationId xmlns:a16="http://schemas.microsoft.com/office/drawing/2014/main" id="{AE71F29F-D2CD-41F0-BFB2-EC2B416CE7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3788" y="20351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0" name="Rectangle 82">
            <a:extLst>
              <a:ext uri="{FF2B5EF4-FFF2-40B4-BE49-F238E27FC236}">
                <a16:creationId xmlns:a16="http://schemas.microsoft.com/office/drawing/2014/main" id="{99C513E0-A12C-471C-AF60-FB7BF55F9C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3788" y="2339975"/>
            <a:ext cx="1333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1" name="Rectangle 83">
            <a:extLst>
              <a:ext uri="{FF2B5EF4-FFF2-40B4-BE49-F238E27FC236}">
                <a16:creationId xmlns:a16="http://schemas.microsoft.com/office/drawing/2014/main" id="{297C5A81-3820-4AE2-8BA7-6D422EB9D7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08475" y="1530350"/>
            <a:ext cx="9366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2" name="Rectangle 84">
            <a:extLst>
              <a:ext uri="{FF2B5EF4-FFF2-40B4-BE49-F238E27FC236}">
                <a16:creationId xmlns:a16="http://schemas.microsoft.com/office/drawing/2014/main" id="{A9250F95-DA84-48DE-A452-251ECB56C2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52825" y="1549400"/>
            <a:ext cx="163513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3" name="Rectangle 85">
            <a:extLst>
              <a:ext uri="{FF2B5EF4-FFF2-40B4-BE49-F238E27FC236}">
                <a16:creationId xmlns:a16="http://schemas.microsoft.com/office/drawing/2014/main" id="{683BE9E4-1660-4ADE-954C-3C6B8F2D91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6338" y="1665288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4" name="Rectangle 86">
            <a:extLst>
              <a:ext uri="{FF2B5EF4-FFF2-40B4-BE49-F238E27FC236}">
                <a16:creationId xmlns:a16="http://schemas.microsoft.com/office/drawing/2014/main" id="{43ECE46D-7968-47B0-8AAF-9C91671247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4813" y="1963738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5" name="Rectangle 87">
            <a:extLst>
              <a:ext uri="{FF2B5EF4-FFF2-40B4-BE49-F238E27FC236}">
                <a16:creationId xmlns:a16="http://schemas.microsoft.com/office/drawing/2014/main" id="{A0110C31-A686-4336-BABA-D3C857BA1D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5150" y="2079625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6" name="Rectangle 88">
            <a:extLst>
              <a:ext uri="{FF2B5EF4-FFF2-40B4-BE49-F238E27FC236}">
                <a16:creationId xmlns:a16="http://schemas.microsoft.com/office/drawing/2014/main" id="{BEA69512-EFB9-4A96-AD88-BE881551FB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14813" y="2322513"/>
            <a:ext cx="1635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87" name="Line 89">
            <a:extLst>
              <a:ext uri="{FF2B5EF4-FFF2-40B4-BE49-F238E27FC236}">
                <a16:creationId xmlns:a16="http://schemas.microsoft.com/office/drawing/2014/main" id="{499DBBDD-91C3-4696-843E-166F4341FF9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233863" y="2346325"/>
            <a:ext cx="101600" cy="158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92" name="Rectangle 96">
            <a:extLst>
              <a:ext uri="{FF2B5EF4-FFF2-40B4-BE49-F238E27FC236}">
                <a16:creationId xmlns:a16="http://schemas.microsoft.com/office/drawing/2014/main" id="{3EBA2CA2-D851-40CA-BF3E-CAE9C3A483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75150" y="2428875"/>
            <a:ext cx="104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87093" name="Rectangle 97">
            <a:extLst>
              <a:ext uri="{FF2B5EF4-FFF2-40B4-BE49-F238E27FC236}">
                <a16:creationId xmlns:a16="http://schemas.microsoft.com/office/drawing/2014/main" id="{B14CFEC2-264E-49E2-BEBD-8E41BC54EF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8163" y="3489325"/>
            <a:ext cx="8080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dirty="0">
                <a:solidFill>
                  <a:srgbClr val="000000"/>
                </a:solidFill>
                <a:latin typeface="Helvetica" panose="020B0604020202020204" pitchFamily="34" charset="0"/>
              </a:rPr>
              <a:t>(c) Circuit </a:t>
            </a:r>
            <a:endParaRPr lang="en-US" altLang="en-US" b="0" dirty="0">
              <a:latin typeface="Times" panose="02020603050405020304" pitchFamily="18" charset="0"/>
            </a:endParaRPr>
          </a:p>
        </p:txBody>
      </p:sp>
      <p:cxnSp>
        <p:nvCxnSpPr>
          <p:cNvPr id="87097" name="Straight Connector 57">
            <a:extLst>
              <a:ext uri="{FF2B5EF4-FFF2-40B4-BE49-F238E27FC236}">
                <a16:creationId xmlns:a16="http://schemas.microsoft.com/office/drawing/2014/main" id="{C83D7EDC-F597-4A01-A8CF-4A991D59B5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93863" y="1422400"/>
            <a:ext cx="0" cy="17827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098" name="Straight Connector 58">
            <a:extLst>
              <a:ext uri="{FF2B5EF4-FFF2-40B4-BE49-F238E27FC236}">
                <a16:creationId xmlns:a16="http://schemas.microsoft.com/office/drawing/2014/main" id="{B7623E6E-70D5-4590-8292-45E0303D5F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71588" y="2466975"/>
            <a:ext cx="1544637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501CC077-010A-4189-826F-547A3AED74A8}"/>
              </a:ext>
            </a:extLst>
          </p:cNvPr>
          <p:cNvGrpSpPr/>
          <p:nvPr/>
        </p:nvGrpSpPr>
        <p:grpSpPr>
          <a:xfrm>
            <a:off x="5424488" y="1295400"/>
            <a:ext cx="2805112" cy="2101850"/>
            <a:chOff x="5424488" y="1295400"/>
            <a:chExt cx="2805112" cy="2101850"/>
          </a:xfrm>
        </p:grpSpPr>
        <p:sp>
          <p:nvSpPr>
            <p:cNvPr id="87068" name="Line 67">
              <a:extLst>
                <a:ext uri="{FF2B5EF4-FFF2-40B4-BE49-F238E27FC236}">
                  <a16:creationId xmlns:a16="http://schemas.microsoft.com/office/drawing/2014/main" id="{0058795D-6664-4AB9-BD9E-4002BE75C2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83263" y="2005012"/>
              <a:ext cx="144462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69" name="Freeform 70">
              <a:extLst>
                <a:ext uri="{FF2B5EF4-FFF2-40B4-BE49-F238E27FC236}">
                  <a16:creationId xmlns:a16="http://schemas.microsoft.com/office/drawing/2014/main" id="{F5C196D5-6CB4-4C7F-B67D-8A266559CA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7888" y="1751012"/>
              <a:ext cx="355600" cy="887413"/>
            </a:xfrm>
            <a:custGeom>
              <a:avLst/>
              <a:gdLst>
                <a:gd name="T0" fmla="*/ 2147483646 w 336"/>
                <a:gd name="T1" fmla="*/ 2147483646 h 840"/>
                <a:gd name="T2" fmla="*/ 2147483646 w 336"/>
                <a:gd name="T3" fmla="*/ 2147483646 h 840"/>
                <a:gd name="T4" fmla="*/ 0 w 336"/>
                <a:gd name="T5" fmla="*/ 0 h 840"/>
                <a:gd name="T6" fmla="*/ 0 w 336"/>
                <a:gd name="T7" fmla="*/ 2147483646 h 840"/>
                <a:gd name="T8" fmla="*/ 2147483646 w 336"/>
                <a:gd name="T9" fmla="*/ 2147483646 h 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840"/>
                <a:gd name="T17" fmla="*/ 336 w 336"/>
                <a:gd name="T18" fmla="*/ 840 h 8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840">
                  <a:moveTo>
                    <a:pt x="336" y="672"/>
                  </a:moveTo>
                  <a:lnTo>
                    <a:pt x="336" y="168"/>
                  </a:lnTo>
                  <a:lnTo>
                    <a:pt x="0" y="0"/>
                  </a:lnTo>
                  <a:lnTo>
                    <a:pt x="0" y="840"/>
                  </a:lnTo>
                  <a:lnTo>
                    <a:pt x="336" y="672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70" name="Line 71">
              <a:extLst>
                <a:ext uri="{FF2B5EF4-FFF2-40B4-BE49-F238E27FC236}">
                  <a16:creationId xmlns:a16="http://schemas.microsoft.com/office/drawing/2014/main" id="{8CD3D1A3-2F3A-437A-8F13-88BA0A9CCA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05688" y="1471612"/>
              <a:ext cx="1587" cy="3556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72" name="Rectangle 74">
              <a:extLst>
                <a:ext uri="{FF2B5EF4-FFF2-40B4-BE49-F238E27FC236}">
                  <a16:creationId xmlns:a16="http://schemas.microsoft.com/office/drawing/2014/main" id="{DB087C86-919A-427D-B69A-967B679073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35938" y="2078037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73" name="Rectangle 75">
              <a:extLst>
                <a:ext uri="{FF2B5EF4-FFF2-40B4-BE49-F238E27FC236}">
                  <a16:creationId xmlns:a16="http://schemas.microsoft.com/office/drawing/2014/main" id="{FEBFE900-26D0-45BC-A980-506FA58E01C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24488" y="1835150"/>
              <a:ext cx="16351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74" name="Rectangle 76">
              <a:extLst>
                <a:ext uri="{FF2B5EF4-FFF2-40B4-BE49-F238E27FC236}">
                  <a16:creationId xmlns:a16="http://schemas.microsoft.com/office/drawing/2014/main" id="{E97EAC4E-B33B-482E-A8F8-A8D3547DB6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84825" y="1949450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75" name="Rectangle 77">
              <a:extLst>
                <a:ext uri="{FF2B5EF4-FFF2-40B4-BE49-F238E27FC236}">
                  <a16:creationId xmlns:a16="http://schemas.microsoft.com/office/drawing/2014/main" id="{DF3A6C21-B05B-4BDA-8F5F-342DE8A7E7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00825" y="1295400"/>
              <a:ext cx="1635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78" name="Rectangle 80">
              <a:extLst>
                <a:ext uri="{FF2B5EF4-FFF2-40B4-BE49-F238E27FC236}">
                  <a16:creationId xmlns:a16="http://schemas.microsoft.com/office/drawing/2014/main" id="{C2205A97-41DA-4345-9EF6-DFBB98B3EFF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64338" y="1411287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7090" name="Freeform 93">
              <a:extLst>
                <a:ext uri="{FF2B5EF4-FFF2-40B4-BE49-F238E27FC236}">
                  <a16:creationId xmlns:a16="http://schemas.microsoft.com/office/drawing/2014/main" id="{11B9D3C6-E75B-43D9-95E0-4C2C383F3E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15063" y="2005012"/>
              <a:ext cx="354012" cy="354013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2147483646 h 336"/>
                <a:gd name="T4" fmla="*/ 2147483646 w 336"/>
                <a:gd name="T5" fmla="*/ 2147483646 h 336"/>
                <a:gd name="T6" fmla="*/ 0 60000 65536"/>
                <a:gd name="T7" fmla="*/ 0 60000 65536"/>
                <a:gd name="T8" fmla="*/ 0 60000 65536"/>
                <a:gd name="T9" fmla="*/ 0 w 336"/>
                <a:gd name="T10" fmla="*/ 0 h 336"/>
                <a:gd name="T11" fmla="*/ 336 w 33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91" name="Freeform 94">
              <a:extLst>
                <a:ext uri="{FF2B5EF4-FFF2-40B4-BE49-F238E27FC236}">
                  <a16:creationId xmlns:a16="http://schemas.microsoft.com/office/drawing/2014/main" id="{43E44A53-F8E8-46F7-BF47-F83AB3A913E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73788" y="1955800"/>
              <a:ext cx="82550" cy="82550"/>
            </a:xfrm>
            <a:custGeom>
              <a:avLst/>
              <a:gdLst>
                <a:gd name="T0" fmla="*/ 2147483646 w 48"/>
                <a:gd name="T1" fmla="*/ 0 h 48"/>
                <a:gd name="T2" fmla="*/ 2147483646 w 48"/>
                <a:gd name="T3" fmla="*/ 0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0 w 48"/>
                <a:gd name="T19" fmla="*/ 2147483646 h 48"/>
                <a:gd name="T20" fmla="*/ 0 w 48"/>
                <a:gd name="T21" fmla="*/ 2147483646 h 48"/>
                <a:gd name="T22" fmla="*/ 0 w 48"/>
                <a:gd name="T23" fmla="*/ 2147483646 h 48"/>
                <a:gd name="T24" fmla="*/ 0 w 48"/>
                <a:gd name="T25" fmla="*/ 2147483646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0 h 48"/>
                <a:gd name="T86" fmla="*/ 2147483646 w 48"/>
                <a:gd name="T87" fmla="*/ 0 h 48"/>
                <a:gd name="T88" fmla="*/ 2147483646 w 48"/>
                <a:gd name="T89" fmla="*/ 2147483646 h 4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8"/>
                <a:gd name="T136" fmla="*/ 0 h 48"/>
                <a:gd name="T137" fmla="*/ 48 w 48"/>
                <a:gd name="T138" fmla="*/ 48 h 4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8" h="48">
                  <a:moveTo>
                    <a:pt x="24" y="24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6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6" y="40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9" y="43"/>
                  </a:lnTo>
                  <a:lnTo>
                    <a:pt x="10" y="45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4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8"/>
                  </a:lnTo>
                  <a:lnTo>
                    <a:pt x="20" y="48"/>
                  </a:lnTo>
                  <a:lnTo>
                    <a:pt x="21" y="48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5" y="48"/>
                  </a:lnTo>
                  <a:lnTo>
                    <a:pt x="26" y="48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6"/>
                  </a:lnTo>
                  <a:lnTo>
                    <a:pt x="34" y="46"/>
                  </a:lnTo>
                  <a:lnTo>
                    <a:pt x="36" y="45"/>
                  </a:lnTo>
                  <a:lnTo>
                    <a:pt x="37" y="45"/>
                  </a:lnTo>
                  <a:lnTo>
                    <a:pt x="38" y="43"/>
                  </a:lnTo>
                  <a:lnTo>
                    <a:pt x="38" y="42"/>
                  </a:lnTo>
                  <a:lnTo>
                    <a:pt x="39" y="42"/>
                  </a:lnTo>
                  <a:lnTo>
                    <a:pt x="40" y="41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3" y="39"/>
                  </a:lnTo>
                  <a:lnTo>
                    <a:pt x="43" y="37"/>
                  </a:lnTo>
                  <a:lnTo>
                    <a:pt x="44" y="36"/>
                  </a:lnTo>
                  <a:lnTo>
                    <a:pt x="45" y="35"/>
                  </a:lnTo>
                  <a:lnTo>
                    <a:pt x="45" y="34"/>
                  </a:lnTo>
                  <a:lnTo>
                    <a:pt x="45" y="33"/>
                  </a:lnTo>
                  <a:lnTo>
                    <a:pt x="46" y="31"/>
                  </a:lnTo>
                  <a:lnTo>
                    <a:pt x="46" y="30"/>
                  </a:lnTo>
                  <a:lnTo>
                    <a:pt x="46" y="29"/>
                  </a:lnTo>
                  <a:lnTo>
                    <a:pt x="46" y="28"/>
                  </a:lnTo>
                  <a:lnTo>
                    <a:pt x="48" y="27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3"/>
                  </a:lnTo>
                  <a:lnTo>
                    <a:pt x="48" y="22"/>
                  </a:lnTo>
                  <a:lnTo>
                    <a:pt x="46" y="21"/>
                  </a:lnTo>
                  <a:lnTo>
                    <a:pt x="46" y="19"/>
                  </a:lnTo>
                  <a:lnTo>
                    <a:pt x="46" y="18"/>
                  </a:lnTo>
                  <a:lnTo>
                    <a:pt x="46" y="17"/>
                  </a:lnTo>
                  <a:lnTo>
                    <a:pt x="45" y="16"/>
                  </a:lnTo>
                  <a:lnTo>
                    <a:pt x="45" y="15"/>
                  </a:lnTo>
                  <a:lnTo>
                    <a:pt x="45" y="13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40" y="7"/>
                  </a:lnTo>
                  <a:lnTo>
                    <a:pt x="39" y="6"/>
                  </a:lnTo>
                  <a:lnTo>
                    <a:pt x="38" y="6"/>
                  </a:lnTo>
                  <a:lnTo>
                    <a:pt x="38" y="5"/>
                  </a:lnTo>
                  <a:lnTo>
                    <a:pt x="37" y="4"/>
                  </a:lnTo>
                  <a:lnTo>
                    <a:pt x="36" y="4"/>
                  </a:lnTo>
                  <a:lnTo>
                    <a:pt x="34" y="3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94" name="Line 100">
              <a:extLst>
                <a:ext uri="{FF2B5EF4-FFF2-40B4-BE49-F238E27FC236}">
                  <a16:creationId xmlns:a16="http://schemas.microsoft.com/office/drawing/2014/main" id="{4E3517FD-6417-468F-9F56-25491AA40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2538" y="2187575"/>
              <a:ext cx="407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95" name="Line 102">
              <a:extLst>
                <a:ext uri="{FF2B5EF4-FFF2-40B4-BE49-F238E27FC236}">
                  <a16:creationId xmlns:a16="http://schemas.microsoft.com/office/drawing/2014/main" id="{68B07200-9BCB-411B-908A-43D64C52C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0550" y="1471612"/>
              <a:ext cx="465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096" name="Line 103">
              <a:extLst>
                <a:ext uri="{FF2B5EF4-FFF2-40B4-BE49-F238E27FC236}">
                  <a16:creationId xmlns:a16="http://schemas.microsoft.com/office/drawing/2014/main" id="{BEC72124-1FAD-4471-B4A3-BAA9FE09D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0550" y="2359025"/>
              <a:ext cx="287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E810377-4505-4961-995F-7CB231DD3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83275" y="2378075"/>
              <a:ext cx="1057275" cy="1019175"/>
            </a:xfrm>
            <a:prstGeom prst="rect">
              <a:avLst/>
            </a:prstGeom>
          </p:spPr>
        </p:pic>
        <p:sp>
          <p:nvSpPr>
            <p:cNvPr id="62" name="Line 71">
              <a:extLst>
                <a:ext uri="{FF2B5EF4-FFF2-40B4-BE49-F238E27FC236}">
                  <a16:creationId xmlns:a16="http://schemas.microsoft.com/office/drawing/2014/main" id="{EE92A964-8383-4457-9DC9-A60851C0BAA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948489" y="2360613"/>
              <a:ext cx="0" cy="512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30DDA0-F13B-42AB-85CB-789EB81437C5}"/>
                  </a:ext>
                </a:extLst>
              </p14:cNvPr>
              <p14:cNvContentPartPr/>
              <p14:nvPr/>
            </p14:nvContentPartPr>
            <p14:xfrm>
              <a:off x="7304760" y="1978560"/>
              <a:ext cx="96840" cy="46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30DDA0-F13B-42AB-85CB-789EB81437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5400" y="1969200"/>
                <a:ext cx="115560" cy="4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04146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89" name="Picture 2">
            <a:extLst>
              <a:ext uri="{FF2B5EF4-FFF2-40B4-BE49-F238E27FC236}">
                <a16:creationId xmlns:a16="http://schemas.microsoft.com/office/drawing/2014/main" id="{64A8AA82-D630-437F-A6D4-0AB2D4C73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8" y="1414463"/>
            <a:ext cx="5783262" cy="475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0" name="TextBox 3">
            <a:extLst>
              <a:ext uri="{FF2B5EF4-FFF2-40B4-BE49-F238E27FC236}">
                <a16:creationId xmlns:a16="http://schemas.microsoft.com/office/drawing/2014/main" id="{66E65A4C-FD68-44E0-BF66-1B7F5E1F7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4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2.11 from the textbook ]</a:t>
            </a: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C74E7621-F8B6-4EA2-A2F2-8FFC4EE1A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The XOR Logic Gate</a:t>
            </a:r>
            <a:endParaRPr lang="en-US" altLang="en-US" sz="2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1" descr="Screen shot 2013-09-11 at 2.49.51 PM.png">
            <a:extLst>
              <a:ext uri="{FF2B5EF4-FFF2-40B4-BE49-F238E27FC236}">
                <a16:creationId xmlns:a16="http://schemas.microsoft.com/office/drawing/2014/main" id="{5ECD041E-7C92-4225-AA0D-C625DAC3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1201737"/>
            <a:ext cx="35337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2" name="Straight Connector 36">
            <a:extLst>
              <a:ext uri="{FF2B5EF4-FFF2-40B4-BE49-F238E27FC236}">
                <a16:creationId xmlns:a16="http://schemas.microsoft.com/office/drawing/2014/main" id="{1711C17E-4223-4E26-93E8-80D619076F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01913" y="1395412"/>
            <a:ext cx="1587" cy="172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63" name="Straight Connector 37">
            <a:extLst>
              <a:ext uri="{FF2B5EF4-FFF2-40B4-BE49-F238E27FC236}">
                <a16:creationId xmlns:a16="http://schemas.microsoft.com/office/drawing/2014/main" id="{6B25A2F7-BD85-44E6-9A08-BE75803D9EB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90800" y="3119437"/>
            <a:ext cx="14414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164" name="Straight Connector 40">
            <a:extLst>
              <a:ext uri="{FF2B5EF4-FFF2-40B4-BE49-F238E27FC236}">
                <a16:creationId xmlns:a16="http://schemas.microsoft.com/office/drawing/2014/main" id="{8D3DE5E0-7217-43AC-A59F-C728468812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1422400"/>
            <a:ext cx="2438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5" name="Oval 49">
            <a:extLst>
              <a:ext uri="{FF2B5EF4-FFF2-40B4-BE49-F238E27FC236}">
                <a16:creationId xmlns:a16="http://schemas.microsoft.com/office/drawing/2014/main" id="{C12D8FC1-01D8-46D7-8544-498C4A52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354137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92166" name="Straight Connector 55">
            <a:extLst>
              <a:ext uri="{FF2B5EF4-FFF2-40B4-BE49-F238E27FC236}">
                <a16:creationId xmlns:a16="http://schemas.microsoft.com/office/drawing/2014/main" id="{B7C00985-BF18-4B9A-992D-A7E400C6A2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43050" y="2776537"/>
            <a:ext cx="251618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7" name="TextBox 14">
            <a:extLst>
              <a:ext uri="{FF2B5EF4-FFF2-40B4-BE49-F238E27FC236}">
                <a16:creationId xmlns:a16="http://schemas.microsoft.com/office/drawing/2014/main" id="{4899B55C-C834-4090-B567-895AD2C07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1143000"/>
            <a:ext cx="417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i="1">
                <a:latin typeface="Times" panose="02020603050405020304" pitchFamily="18" charset="0"/>
              </a:rPr>
              <a:t>x</a:t>
            </a:r>
            <a:endParaRPr lang="en-US" altLang="en-US" sz="2800" b="0" i="1" baseline="-25000">
              <a:latin typeface="Times" panose="02020603050405020304" pitchFamily="18" charset="0"/>
            </a:endParaRPr>
          </a:p>
        </p:txBody>
      </p:sp>
      <p:sp>
        <p:nvSpPr>
          <p:cNvPr id="92168" name="TextBox 63">
            <a:extLst>
              <a:ext uri="{FF2B5EF4-FFF2-40B4-BE49-F238E27FC236}">
                <a16:creationId xmlns:a16="http://schemas.microsoft.com/office/drawing/2014/main" id="{B350046A-BF39-4EC7-B165-0EE6DD7BE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420937"/>
            <a:ext cx="415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i="1">
                <a:latin typeface="Times" panose="02020603050405020304" pitchFamily="18" charset="0"/>
              </a:rPr>
              <a:t>y</a:t>
            </a:r>
            <a:endParaRPr lang="en-US" altLang="en-US" sz="2800" b="0" i="1" baseline="-25000">
              <a:latin typeface="Times" panose="02020603050405020304" pitchFamily="18" charset="0"/>
            </a:endParaRPr>
          </a:p>
        </p:txBody>
      </p:sp>
      <p:sp>
        <p:nvSpPr>
          <p:cNvPr id="92169" name="TextBox 21">
            <a:extLst>
              <a:ext uri="{FF2B5EF4-FFF2-40B4-BE49-F238E27FC236}">
                <a16:creationId xmlns:a16="http://schemas.microsoft.com/office/drawing/2014/main" id="{3B830DDD-0288-46CB-A859-A6BA85B5C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263" y="1897062"/>
            <a:ext cx="390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i="1">
                <a:latin typeface="Times" panose="02020603050405020304" pitchFamily="18" charset="0"/>
              </a:rPr>
              <a:t>f</a:t>
            </a:r>
            <a:endParaRPr lang="en-US" altLang="en-US" sz="2800" b="0" i="1" baseline="-25000">
              <a:latin typeface="Times" panose="02020603050405020304" pitchFamily="18" charset="0"/>
            </a:endParaRPr>
          </a:p>
        </p:txBody>
      </p:sp>
      <p:pic>
        <p:nvPicPr>
          <p:cNvPr id="92170" name="Picture 2" descr="Screen shot 2013-10-14 at 1.25.31 PM.png">
            <a:extLst>
              <a:ext uri="{FF2B5EF4-FFF2-40B4-BE49-F238E27FC236}">
                <a16:creationId xmlns:a16="http://schemas.microsoft.com/office/drawing/2014/main" id="{7E1F174B-3310-430B-9D72-3D7FFF00E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25" y="3657600"/>
            <a:ext cx="33940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71" name="Picture 5" descr="Screen shot 2013-10-14 at 1.30.03 PM.png">
            <a:extLst>
              <a:ext uri="{FF2B5EF4-FFF2-40B4-BE49-F238E27FC236}">
                <a16:creationId xmlns:a16="http://schemas.microsoft.com/office/drawing/2014/main" id="{7B42232F-5A70-4574-84C1-35B843127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395538" y="1692275"/>
            <a:ext cx="43815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72" name="TextBox 6">
            <a:extLst>
              <a:ext uri="{FF2B5EF4-FFF2-40B4-BE49-F238E27FC236}">
                <a16:creationId xmlns:a16="http://schemas.microsoft.com/office/drawing/2014/main" id="{76FE63EE-0DE1-460B-B5FC-826DB76CE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4259263"/>
            <a:ext cx="498475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These two circuits are equivalent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>
                <a:latin typeface="Times" panose="02020603050405020304" pitchFamily="18" charset="0"/>
              </a:rPr>
              <a:t>(the wires of the bottom AND gate are flipped)</a:t>
            </a:r>
          </a:p>
        </p:txBody>
      </p:sp>
      <p:sp>
        <p:nvSpPr>
          <p:cNvPr id="92173" name="Title 1">
            <a:extLst>
              <a:ext uri="{FF2B5EF4-FFF2-40B4-BE49-F238E27FC236}">
                <a16:creationId xmlns:a16="http://schemas.microsoft.com/office/drawing/2014/main" id="{9C32706E-E2CE-4070-B145-7F4E6CD5663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11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000" dirty="0"/>
              <a:t>Implementation of the XOR Logic Gate with a 2-to-1 multiplexer and one NOT Gate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75584306-05B9-4C09-86D5-3F512E538E9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917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000" dirty="0"/>
              <a:t>In other words,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000" dirty="0"/>
              <a:t>all five of these are equivalent!</a:t>
            </a:r>
          </a:p>
        </p:txBody>
      </p:sp>
      <p:grpSp>
        <p:nvGrpSpPr>
          <p:cNvPr id="93186" name="Group 4">
            <a:extLst>
              <a:ext uri="{FF2B5EF4-FFF2-40B4-BE49-F238E27FC236}">
                <a16:creationId xmlns:a16="http://schemas.microsoft.com/office/drawing/2014/main" id="{B09E51CE-C889-46FE-927E-A3FC26424CA7}"/>
              </a:ext>
            </a:extLst>
          </p:cNvPr>
          <p:cNvGrpSpPr>
            <a:grpSpLocks/>
          </p:cNvGrpSpPr>
          <p:nvPr/>
        </p:nvGrpSpPr>
        <p:grpSpPr bwMode="auto">
          <a:xfrm>
            <a:off x="5480845" y="985837"/>
            <a:ext cx="3287713" cy="1482725"/>
            <a:chOff x="5638800" y="2528080"/>
            <a:chExt cx="3287838" cy="1481945"/>
          </a:xfrm>
        </p:grpSpPr>
        <p:sp>
          <p:nvSpPr>
            <p:cNvPr id="93215" name="Line 67">
              <a:extLst>
                <a:ext uri="{FF2B5EF4-FFF2-40B4-BE49-F238E27FC236}">
                  <a16:creationId xmlns:a16="http://schemas.microsoft.com/office/drawing/2014/main" id="{941DED0F-3BC4-426D-A218-A822806EA3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64263" y="3376613"/>
              <a:ext cx="14446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6" name="Freeform 70">
              <a:extLst>
                <a:ext uri="{FF2B5EF4-FFF2-40B4-BE49-F238E27FC236}">
                  <a16:creationId xmlns:a16="http://schemas.microsoft.com/office/drawing/2014/main" id="{B12DA3E2-CCBE-4A7A-AF6E-7F300B3994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08888" y="3122613"/>
              <a:ext cx="355600" cy="887412"/>
            </a:xfrm>
            <a:custGeom>
              <a:avLst/>
              <a:gdLst>
                <a:gd name="T0" fmla="*/ 2147483646 w 336"/>
                <a:gd name="T1" fmla="*/ 2147483646 h 840"/>
                <a:gd name="T2" fmla="*/ 2147483646 w 336"/>
                <a:gd name="T3" fmla="*/ 2147483646 h 840"/>
                <a:gd name="T4" fmla="*/ 0 w 336"/>
                <a:gd name="T5" fmla="*/ 0 h 840"/>
                <a:gd name="T6" fmla="*/ 0 w 336"/>
                <a:gd name="T7" fmla="*/ 2147483646 h 840"/>
                <a:gd name="T8" fmla="*/ 2147483646 w 336"/>
                <a:gd name="T9" fmla="*/ 2147483646 h 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840"/>
                <a:gd name="T17" fmla="*/ 336 w 336"/>
                <a:gd name="T18" fmla="*/ 840 h 8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840">
                  <a:moveTo>
                    <a:pt x="336" y="672"/>
                  </a:moveTo>
                  <a:lnTo>
                    <a:pt x="336" y="168"/>
                  </a:lnTo>
                  <a:lnTo>
                    <a:pt x="0" y="0"/>
                  </a:lnTo>
                  <a:lnTo>
                    <a:pt x="0" y="840"/>
                  </a:lnTo>
                  <a:lnTo>
                    <a:pt x="336" y="672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7" name="Line 71">
              <a:extLst>
                <a:ext uri="{FF2B5EF4-FFF2-40B4-BE49-F238E27FC236}">
                  <a16:creationId xmlns:a16="http://schemas.microsoft.com/office/drawing/2014/main" id="{D6DA9936-FAE2-4D3F-8BC0-37225E19F3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786688" y="2843213"/>
              <a:ext cx="1587" cy="3556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8" name="Freeform 90">
              <a:extLst>
                <a:ext uri="{FF2B5EF4-FFF2-40B4-BE49-F238E27FC236}">
                  <a16:creationId xmlns:a16="http://schemas.microsoft.com/office/drawing/2014/main" id="{F52CC4AA-E5F7-4479-8C7F-198FE3D37F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50075" y="3603625"/>
              <a:ext cx="279400" cy="279400"/>
            </a:xfrm>
            <a:custGeom>
              <a:avLst/>
              <a:gdLst>
                <a:gd name="T0" fmla="*/ 2147483646 w 263"/>
                <a:gd name="T1" fmla="*/ 2147483646 h 264"/>
                <a:gd name="T2" fmla="*/ 0 w 263"/>
                <a:gd name="T3" fmla="*/ 2147483646 h 264"/>
                <a:gd name="T4" fmla="*/ 0 w 263"/>
                <a:gd name="T5" fmla="*/ 0 h 264"/>
                <a:gd name="T6" fmla="*/ 2147483646 w 263"/>
                <a:gd name="T7" fmla="*/ 2147483646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3"/>
                <a:gd name="T13" fmla="*/ 0 h 264"/>
                <a:gd name="T14" fmla="*/ 263 w 263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3" h="264">
                  <a:moveTo>
                    <a:pt x="263" y="120"/>
                  </a:moveTo>
                  <a:lnTo>
                    <a:pt x="0" y="264"/>
                  </a:lnTo>
                  <a:lnTo>
                    <a:pt x="0" y="0"/>
                  </a:lnTo>
                  <a:lnTo>
                    <a:pt x="263" y="12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9" name="Freeform 92">
              <a:extLst>
                <a:ext uri="{FF2B5EF4-FFF2-40B4-BE49-F238E27FC236}">
                  <a16:creationId xmlns:a16="http://schemas.microsoft.com/office/drawing/2014/main" id="{6F050257-0B35-499C-94A9-2D615A99E7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31063" y="3683000"/>
              <a:ext cx="90487" cy="90488"/>
            </a:xfrm>
            <a:custGeom>
              <a:avLst/>
              <a:gdLst>
                <a:gd name="T0" fmla="*/ 2147483646 w 86"/>
                <a:gd name="T1" fmla="*/ 0 h 86"/>
                <a:gd name="T2" fmla="*/ 2147483646 w 86"/>
                <a:gd name="T3" fmla="*/ 2147483646 h 86"/>
                <a:gd name="T4" fmla="*/ 2147483646 w 86"/>
                <a:gd name="T5" fmla="*/ 2147483646 h 86"/>
                <a:gd name="T6" fmla="*/ 2147483646 w 86"/>
                <a:gd name="T7" fmla="*/ 2147483646 h 86"/>
                <a:gd name="T8" fmla="*/ 2147483646 w 86"/>
                <a:gd name="T9" fmla="*/ 2147483646 h 86"/>
                <a:gd name="T10" fmla="*/ 2147483646 w 86"/>
                <a:gd name="T11" fmla="*/ 2147483646 h 86"/>
                <a:gd name="T12" fmla="*/ 2147483646 w 86"/>
                <a:gd name="T13" fmla="*/ 2147483646 h 86"/>
                <a:gd name="T14" fmla="*/ 2147483646 w 86"/>
                <a:gd name="T15" fmla="*/ 2147483646 h 86"/>
                <a:gd name="T16" fmla="*/ 2147483646 w 86"/>
                <a:gd name="T17" fmla="*/ 2147483646 h 86"/>
                <a:gd name="T18" fmla="*/ 0 w 86"/>
                <a:gd name="T19" fmla="*/ 2147483646 h 86"/>
                <a:gd name="T20" fmla="*/ 0 w 86"/>
                <a:gd name="T21" fmla="*/ 2147483646 h 86"/>
                <a:gd name="T22" fmla="*/ 0 w 86"/>
                <a:gd name="T23" fmla="*/ 2147483646 h 86"/>
                <a:gd name="T24" fmla="*/ 2147483646 w 86"/>
                <a:gd name="T25" fmla="*/ 2147483646 h 86"/>
                <a:gd name="T26" fmla="*/ 2147483646 w 86"/>
                <a:gd name="T27" fmla="*/ 2147483646 h 86"/>
                <a:gd name="T28" fmla="*/ 2147483646 w 86"/>
                <a:gd name="T29" fmla="*/ 2147483646 h 86"/>
                <a:gd name="T30" fmla="*/ 2147483646 w 86"/>
                <a:gd name="T31" fmla="*/ 2147483646 h 86"/>
                <a:gd name="T32" fmla="*/ 2147483646 w 86"/>
                <a:gd name="T33" fmla="*/ 2147483646 h 86"/>
                <a:gd name="T34" fmla="*/ 2147483646 w 86"/>
                <a:gd name="T35" fmla="*/ 2147483646 h 86"/>
                <a:gd name="T36" fmla="*/ 2147483646 w 86"/>
                <a:gd name="T37" fmla="*/ 2147483646 h 86"/>
                <a:gd name="T38" fmla="*/ 2147483646 w 86"/>
                <a:gd name="T39" fmla="*/ 2147483646 h 86"/>
                <a:gd name="T40" fmla="*/ 2147483646 w 86"/>
                <a:gd name="T41" fmla="*/ 2147483646 h 86"/>
                <a:gd name="T42" fmla="*/ 2147483646 w 86"/>
                <a:gd name="T43" fmla="*/ 2147483646 h 86"/>
                <a:gd name="T44" fmla="*/ 2147483646 w 86"/>
                <a:gd name="T45" fmla="*/ 2147483646 h 86"/>
                <a:gd name="T46" fmla="*/ 2147483646 w 86"/>
                <a:gd name="T47" fmla="*/ 2147483646 h 86"/>
                <a:gd name="T48" fmla="*/ 2147483646 w 86"/>
                <a:gd name="T49" fmla="*/ 2147483646 h 86"/>
                <a:gd name="T50" fmla="*/ 2147483646 w 86"/>
                <a:gd name="T51" fmla="*/ 2147483646 h 86"/>
                <a:gd name="T52" fmla="*/ 2147483646 w 86"/>
                <a:gd name="T53" fmla="*/ 2147483646 h 86"/>
                <a:gd name="T54" fmla="*/ 2147483646 w 86"/>
                <a:gd name="T55" fmla="*/ 2147483646 h 86"/>
                <a:gd name="T56" fmla="*/ 2147483646 w 86"/>
                <a:gd name="T57" fmla="*/ 2147483646 h 86"/>
                <a:gd name="T58" fmla="*/ 2147483646 w 86"/>
                <a:gd name="T59" fmla="*/ 2147483646 h 86"/>
                <a:gd name="T60" fmla="*/ 2147483646 w 86"/>
                <a:gd name="T61" fmla="*/ 2147483646 h 86"/>
                <a:gd name="T62" fmla="*/ 2147483646 w 86"/>
                <a:gd name="T63" fmla="*/ 2147483646 h 86"/>
                <a:gd name="T64" fmla="*/ 2147483646 w 86"/>
                <a:gd name="T65" fmla="*/ 2147483646 h 86"/>
                <a:gd name="T66" fmla="*/ 2147483646 w 86"/>
                <a:gd name="T67" fmla="*/ 2147483646 h 86"/>
                <a:gd name="T68" fmla="*/ 2147483646 w 86"/>
                <a:gd name="T69" fmla="*/ 2147483646 h 86"/>
                <a:gd name="T70" fmla="*/ 2147483646 w 86"/>
                <a:gd name="T71" fmla="*/ 2147483646 h 86"/>
                <a:gd name="T72" fmla="*/ 2147483646 w 86"/>
                <a:gd name="T73" fmla="*/ 2147483646 h 86"/>
                <a:gd name="T74" fmla="*/ 2147483646 w 86"/>
                <a:gd name="T75" fmla="*/ 2147483646 h 86"/>
                <a:gd name="T76" fmla="*/ 2147483646 w 86"/>
                <a:gd name="T77" fmla="*/ 2147483646 h 86"/>
                <a:gd name="T78" fmla="*/ 2147483646 w 86"/>
                <a:gd name="T79" fmla="*/ 2147483646 h 86"/>
                <a:gd name="T80" fmla="*/ 2147483646 w 86"/>
                <a:gd name="T81" fmla="*/ 2147483646 h 86"/>
                <a:gd name="T82" fmla="*/ 2147483646 w 86"/>
                <a:gd name="T83" fmla="*/ 2147483646 h 86"/>
                <a:gd name="T84" fmla="*/ 2147483646 w 86"/>
                <a:gd name="T85" fmla="*/ 0 h 86"/>
                <a:gd name="T86" fmla="*/ 2147483646 w 86"/>
                <a:gd name="T87" fmla="*/ 0 h 8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86"/>
                <a:gd name="T133" fmla="*/ 0 h 86"/>
                <a:gd name="T134" fmla="*/ 86 w 86"/>
                <a:gd name="T135" fmla="*/ 86 h 8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86" h="86">
                  <a:moveTo>
                    <a:pt x="43" y="0"/>
                  </a:moveTo>
                  <a:lnTo>
                    <a:pt x="41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3" y="1"/>
                  </a:lnTo>
                  <a:lnTo>
                    <a:pt x="32" y="1"/>
                  </a:lnTo>
                  <a:lnTo>
                    <a:pt x="30" y="2"/>
                  </a:lnTo>
                  <a:lnTo>
                    <a:pt x="27" y="2"/>
                  </a:lnTo>
                  <a:lnTo>
                    <a:pt x="26" y="3"/>
                  </a:lnTo>
                  <a:lnTo>
                    <a:pt x="24" y="4"/>
                  </a:lnTo>
                  <a:lnTo>
                    <a:pt x="23" y="4"/>
                  </a:lnTo>
                  <a:lnTo>
                    <a:pt x="20" y="6"/>
                  </a:lnTo>
                  <a:lnTo>
                    <a:pt x="19" y="7"/>
                  </a:lnTo>
                  <a:lnTo>
                    <a:pt x="17" y="8"/>
                  </a:lnTo>
                  <a:lnTo>
                    <a:pt x="15" y="9"/>
                  </a:lnTo>
                  <a:lnTo>
                    <a:pt x="13" y="10"/>
                  </a:lnTo>
                  <a:lnTo>
                    <a:pt x="12" y="13"/>
                  </a:lnTo>
                  <a:lnTo>
                    <a:pt x="11" y="14"/>
                  </a:lnTo>
                  <a:lnTo>
                    <a:pt x="9" y="15"/>
                  </a:lnTo>
                  <a:lnTo>
                    <a:pt x="8" y="16"/>
                  </a:lnTo>
                  <a:lnTo>
                    <a:pt x="7" y="19"/>
                  </a:lnTo>
                  <a:lnTo>
                    <a:pt x="6" y="20"/>
                  </a:lnTo>
                  <a:lnTo>
                    <a:pt x="5" y="22"/>
                  </a:lnTo>
                  <a:lnTo>
                    <a:pt x="3" y="24"/>
                  </a:lnTo>
                  <a:lnTo>
                    <a:pt x="2" y="26"/>
                  </a:lnTo>
                  <a:lnTo>
                    <a:pt x="2" y="28"/>
                  </a:lnTo>
                  <a:lnTo>
                    <a:pt x="1" y="30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1" y="56"/>
                  </a:lnTo>
                  <a:lnTo>
                    <a:pt x="2" y="58"/>
                  </a:lnTo>
                  <a:lnTo>
                    <a:pt x="2" y="60"/>
                  </a:lnTo>
                  <a:lnTo>
                    <a:pt x="3" y="62"/>
                  </a:lnTo>
                  <a:lnTo>
                    <a:pt x="5" y="63"/>
                  </a:lnTo>
                  <a:lnTo>
                    <a:pt x="6" y="66"/>
                  </a:lnTo>
                  <a:lnTo>
                    <a:pt x="7" y="67"/>
                  </a:lnTo>
                  <a:lnTo>
                    <a:pt x="8" y="69"/>
                  </a:lnTo>
                  <a:lnTo>
                    <a:pt x="9" y="70"/>
                  </a:lnTo>
                  <a:lnTo>
                    <a:pt x="11" y="72"/>
                  </a:lnTo>
                  <a:lnTo>
                    <a:pt x="12" y="74"/>
                  </a:lnTo>
                  <a:lnTo>
                    <a:pt x="13" y="75"/>
                  </a:lnTo>
                  <a:lnTo>
                    <a:pt x="15" y="76"/>
                  </a:lnTo>
                  <a:lnTo>
                    <a:pt x="17" y="78"/>
                  </a:lnTo>
                  <a:lnTo>
                    <a:pt x="19" y="79"/>
                  </a:lnTo>
                  <a:lnTo>
                    <a:pt x="20" y="80"/>
                  </a:lnTo>
                  <a:lnTo>
                    <a:pt x="23" y="81"/>
                  </a:lnTo>
                  <a:lnTo>
                    <a:pt x="24" y="82"/>
                  </a:lnTo>
                  <a:lnTo>
                    <a:pt x="26" y="82"/>
                  </a:lnTo>
                  <a:lnTo>
                    <a:pt x="27" y="84"/>
                  </a:lnTo>
                  <a:lnTo>
                    <a:pt x="30" y="85"/>
                  </a:lnTo>
                  <a:lnTo>
                    <a:pt x="32" y="85"/>
                  </a:lnTo>
                  <a:lnTo>
                    <a:pt x="33" y="86"/>
                  </a:lnTo>
                  <a:lnTo>
                    <a:pt x="36" y="86"/>
                  </a:lnTo>
                  <a:lnTo>
                    <a:pt x="38" y="86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5" y="86"/>
                  </a:lnTo>
                  <a:lnTo>
                    <a:pt x="47" y="86"/>
                  </a:lnTo>
                  <a:lnTo>
                    <a:pt x="49" y="86"/>
                  </a:lnTo>
                  <a:lnTo>
                    <a:pt x="51" y="86"/>
                  </a:lnTo>
                  <a:lnTo>
                    <a:pt x="54" y="85"/>
                  </a:lnTo>
                  <a:lnTo>
                    <a:pt x="56" y="85"/>
                  </a:lnTo>
                  <a:lnTo>
                    <a:pt x="57" y="84"/>
                  </a:lnTo>
                  <a:lnTo>
                    <a:pt x="60" y="82"/>
                  </a:lnTo>
                  <a:lnTo>
                    <a:pt x="61" y="82"/>
                  </a:lnTo>
                  <a:lnTo>
                    <a:pt x="63" y="81"/>
                  </a:lnTo>
                  <a:lnTo>
                    <a:pt x="66" y="80"/>
                  </a:lnTo>
                  <a:lnTo>
                    <a:pt x="67" y="79"/>
                  </a:lnTo>
                  <a:lnTo>
                    <a:pt x="68" y="78"/>
                  </a:lnTo>
                  <a:lnTo>
                    <a:pt x="71" y="76"/>
                  </a:lnTo>
                  <a:lnTo>
                    <a:pt x="72" y="75"/>
                  </a:lnTo>
                  <a:lnTo>
                    <a:pt x="73" y="74"/>
                  </a:lnTo>
                  <a:lnTo>
                    <a:pt x="75" y="72"/>
                  </a:lnTo>
                  <a:lnTo>
                    <a:pt x="77" y="70"/>
                  </a:lnTo>
                  <a:lnTo>
                    <a:pt x="78" y="69"/>
                  </a:lnTo>
                  <a:lnTo>
                    <a:pt x="79" y="67"/>
                  </a:lnTo>
                  <a:lnTo>
                    <a:pt x="80" y="66"/>
                  </a:lnTo>
                  <a:lnTo>
                    <a:pt x="81" y="63"/>
                  </a:lnTo>
                  <a:lnTo>
                    <a:pt x="81" y="62"/>
                  </a:lnTo>
                  <a:lnTo>
                    <a:pt x="83" y="60"/>
                  </a:lnTo>
                  <a:lnTo>
                    <a:pt x="84" y="58"/>
                  </a:lnTo>
                  <a:lnTo>
                    <a:pt x="84" y="56"/>
                  </a:lnTo>
                  <a:lnTo>
                    <a:pt x="85" y="54"/>
                  </a:lnTo>
                  <a:lnTo>
                    <a:pt x="85" y="51"/>
                  </a:lnTo>
                  <a:lnTo>
                    <a:pt x="86" y="50"/>
                  </a:lnTo>
                  <a:lnTo>
                    <a:pt x="86" y="48"/>
                  </a:lnTo>
                  <a:lnTo>
                    <a:pt x="86" y="45"/>
                  </a:lnTo>
                  <a:lnTo>
                    <a:pt x="86" y="43"/>
                  </a:lnTo>
                  <a:lnTo>
                    <a:pt x="86" y="40"/>
                  </a:lnTo>
                  <a:lnTo>
                    <a:pt x="86" y="38"/>
                  </a:lnTo>
                  <a:lnTo>
                    <a:pt x="86" y="37"/>
                  </a:lnTo>
                  <a:lnTo>
                    <a:pt x="85" y="34"/>
                  </a:lnTo>
                  <a:lnTo>
                    <a:pt x="85" y="32"/>
                  </a:lnTo>
                  <a:lnTo>
                    <a:pt x="84" y="30"/>
                  </a:lnTo>
                  <a:lnTo>
                    <a:pt x="84" y="28"/>
                  </a:lnTo>
                  <a:lnTo>
                    <a:pt x="83" y="26"/>
                  </a:lnTo>
                  <a:lnTo>
                    <a:pt x="81" y="24"/>
                  </a:lnTo>
                  <a:lnTo>
                    <a:pt x="81" y="22"/>
                  </a:lnTo>
                  <a:lnTo>
                    <a:pt x="80" y="20"/>
                  </a:lnTo>
                  <a:lnTo>
                    <a:pt x="79" y="19"/>
                  </a:lnTo>
                  <a:lnTo>
                    <a:pt x="78" y="16"/>
                  </a:lnTo>
                  <a:lnTo>
                    <a:pt x="77" y="15"/>
                  </a:lnTo>
                  <a:lnTo>
                    <a:pt x="75" y="14"/>
                  </a:lnTo>
                  <a:lnTo>
                    <a:pt x="73" y="13"/>
                  </a:lnTo>
                  <a:lnTo>
                    <a:pt x="72" y="10"/>
                  </a:lnTo>
                  <a:lnTo>
                    <a:pt x="71" y="9"/>
                  </a:lnTo>
                  <a:lnTo>
                    <a:pt x="68" y="8"/>
                  </a:lnTo>
                  <a:lnTo>
                    <a:pt x="67" y="7"/>
                  </a:lnTo>
                  <a:lnTo>
                    <a:pt x="66" y="6"/>
                  </a:lnTo>
                  <a:lnTo>
                    <a:pt x="63" y="4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7" y="2"/>
                  </a:lnTo>
                  <a:lnTo>
                    <a:pt x="56" y="2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0"/>
                  </a:lnTo>
                </a:path>
              </a:pathLst>
            </a:custGeom>
            <a:solidFill>
              <a:schemeClr val="bg1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20" name="Freeform 93">
              <a:extLst>
                <a:ext uri="{FF2B5EF4-FFF2-40B4-BE49-F238E27FC236}">
                  <a16:creationId xmlns:a16="http://schemas.microsoft.com/office/drawing/2014/main" id="{B021471A-F28D-4858-80D4-52F5F05D99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596063" y="3376613"/>
              <a:ext cx="354012" cy="354012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2147483646 h 336"/>
                <a:gd name="T4" fmla="*/ 2147483646 w 336"/>
                <a:gd name="T5" fmla="*/ 2147483646 h 336"/>
                <a:gd name="T6" fmla="*/ 0 60000 65536"/>
                <a:gd name="T7" fmla="*/ 0 60000 65536"/>
                <a:gd name="T8" fmla="*/ 0 60000 65536"/>
                <a:gd name="T9" fmla="*/ 0 w 336"/>
                <a:gd name="T10" fmla="*/ 0 h 336"/>
                <a:gd name="T11" fmla="*/ 336 w 33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1" name="Freeform 94">
              <a:extLst>
                <a:ext uri="{FF2B5EF4-FFF2-40B4-BE49-F238E27FC236}">
                  <a16:creationId xmlns:a16="http://schemas.microsoft.com/office/drawing/2014/main" id="{876B4E3C-8219-44F9-80D0-20D88BE513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554788" y="3327400"/>
              <a:ext cx="82550" cy="82550"/>
            </a:xfrm>
            <a:custGeom>
              <a:avLst/>
              <a:gdLst>
                <a:gd name="T0" fmla="*/ 2147483646 w 48"/>
                <a:gd name="T1" fmla="*/ 0 h 48"/>
                <a:gd name="T2" fmla="*/ 2147483646 w 48"/>
                <a:gd name="T3" fmla="*/ 0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0 w 48"/>
                <a:gd name="T19" fmla="*/ 2147483646 h 48"/>
                <a:gd name="T20" fmla="*/ 0 w 48"/>
                <a:gd name="T21" fmla="*/ 2147483646 h 48"/>
                <a:gd name="T22" fmla="*/ 0 w 48"/>
                <a:gd name="T23" fmla="*/ 2147483646 h 48"/>
                <a:gd name="T24" fmla="*/ 0 w 48"/>
                <a:gd name="T25" fmla="*/ 2147483646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0 h 48"/>
                <a:gd name="T86" fmla="*/ 2147483646 w 48"/>
                <a:gd name="T87" fmla="*/ 0 h 48"/>
                <a:gd name="T88" fmla="*/ 2147483646 w 48"/>
                <a:gd name="T89" fmla="*/ 2147483646 h 4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8"/>
                <a:gd name="T136" fmla="*/ 0 h 48"/>
                <a:gd name="T137" fmla="*/ 48 w 48"/>
                <a:gd name="T138" fmla="*/ 48 h 4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8" h="48">
                  <a:moveTo>
                    <a:pt x="24" y="24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6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6" y="40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9" y="43"/>
                  </a:lnTo>
                  <a:lnTo>
                    <a:pt x="10" y="45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4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8"/>
                  </a:lnTo>
                  <a:lnTo>
                    <a:pt x="20" y="48"/>
                  </a:lnTo>
                  <a:lnTo>
                    <a:pt x="21" y="48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5" y="48"/>
                  </a:lnTo>
                  <a:lnTo>
                    <a:pt x="26" y="48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6"/>
                  </a:lnTo>
                  <a:lnTo>
                    <a:pt x="34" y="46"/>
                  </a:lnTo>
                  <a:lnTo>
                    <a:pt x="36" y="45"/>
                  </a:lnTo>
                  <a:lnTo>
                    <a:pt x="37" y="45"/>
                  </a:lnTo>
                  <a:lnTo>
                    <a:pt x="38" y="43"/>
                  </a:lnTo>
                  <a:lnTo>
                    <a:pt x="38" y="42"/>
                  </a:lnTo>
                  <a:lnTo>
                    <a:pt x="39" y="42"/>
                  </a:lnTo>
                  <a:lnTo>
                    <a:pt x="40" y="41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3" y="39"/>
                  </a:lnTo>
                  <a:lnTo>
                    <a:pt x="43" y="37"/>
                  </a:lnTo>
                  <a:lnTo>
                    <a:pt x="44" y="36"/>
                  </a:lnTo>
                  <a:lnTo>
                    <a:pt x="45" y="35"/>
                  </a:lnTo>
                  <a:lnTo>
                    <a:pt x="45" y="34"/>
                  </a:lnTo>
                  <a:lnTo>
                    <a:pt x="45" y="33"/>
                  </a:lnTo>
                  <a:lnTo>
                    <a:pt x="46" y="31"/>
                  </a:lnTo>
                  <a:lnTo>
                    <a:pt x="46" y="30"/>
                  </a:lnTo>
                  <a:lnTo>
                    <a:pt x="46" y="29"/>
                  </a:lnTo>
                  <a:lnTo>
                    <a:pt x="46" y="28"/>
                  </a:lnTo>
                  <a:lnTo>
                    <a:pt x="48" y="27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3"/>
                  </a:lnTo>
                  <a:lnTo>
                    <a:pt x="48" y="22"/>
                  </a:lnTo>
                  <a:lnTo>
                    <a:pt x="46" y="21"/>
                  </a:lnTo>
                  <a:lnTo>
                    <a:pt x="46" y="19"/>
                  </a:lnTo>
                  <a:lnTo>
                    <a:pt x="46" y="18"/>
                  </a:lnTo>
                  <a:lnTo>
                    <a:pt x="46" y="17"/>
                  </a:lnTo>
                  <a:lnTo>
                    <a:pt x="45" y="16"/>
                  </a:lnTo>
                  <a:lnTo>
                    <a:pt x="45" y="15"/>
                  </a:lnTo>
                  <a:lnTo>
                    <a:pt x="45" y="13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40" y="7"/>
                  </a:lnTo>
                  <a:lnTo>
                    <a:pt x="39" y="6"/>
                  </a:lnTo>
                  <a:lnTo>
                    <a:pt x="38" y="6"/>
                  </a:lnTo>
                  <a:lnTo>
                    <a:pt x="38" y="5"/>
                  </a:lnTo>
                  <a:lnTo>
                    <a:pt x="37" y="4"/>
                  </a:lnTo>
                  <a:lnTo>
                    <a:pt x="36" y="4"/>
                  </a:lnTo>
                  <a:lnTo>
                    <a:pt x="34" y="3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2" name="Line 100">
              <a:extLst>
                <a:ext uri="{FF2B5EF4-FFF2-40B4-BE49-F238E27FC236}">
                  <a16:creationId xmlns:a16="http://schemas.microsoft.com/office/drawing/2014/main" id="{5AFE7925-012B-49B5-A002-3F1897A6D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3538" y="3559175"/>
              <a:ext cx="407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23" name="Line 102">
              <a:extLst>
                <a:ext uri="{FF2B5EF4-FFF2-40B4-BE49-F238E27FC236}">
                  <a16:creationId xmlns:a16="http://schemas.microsoft.com/office/drawing/2014/main" id="{4592D381-024E-45FE-956F-22E060700E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21550" y="2843213"/>
              <a:ext cx="465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24" name="Line 103">
              <a:extLst>
                <a:ext uri="{FF2B5EF4-FFF2-40B4-BE49-F238E27FC236}">
                  <a16:creationId xmlns:a16="http://schemas.microsoft.com/office/drawing/2014/main" id="{01D9B720-AA28-4728-9323-DE45CF3E2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21550" y="3730625"/>
              <a:ext cx="287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25" name="TextBox 31">
              <a:extLst>
                <a:ext uri="{FF2B5EF4-FFF2-40B4-BE49-F238E27FC236}">
                  <a16:creationId xmlns:a16="http://schemas.microsoft.com/office/drawing/2014/main" id="{E3B490AB-C5F8-4A86-ACD2-0819F4116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08156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26" name="TextBox 32">
              <a:extLst>
                <a:ext uri="{FF2B5EF4-FFF2-40B4-BE49-F238E27FC236}">
                  <a16:creationId xmlns:a16="http://schemas.microsoft.com/office/drawing/2014/main" id="{B0A13A49-B371-4EEA-9C48-A27696CF2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52808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y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27" name="TextBox 33">
              <a:extLst>
                <a:ext uri="{FF2B5EF4-FFF2-40B4-BE49-F238E27FC236}">
                  <a16:creationId xmlns:a16="http://schemas.microsoft.com/office/drawing/2014/main" id="{84E2274B-039A-4693-AC82-34018E1CE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8722" y="3271100"/>
              <a:ext cx="4079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f</a:t>
              </a:r>
            </a:p>
          </p:txBody>
        </p:sp>
      </p:grpSp>
      <p:grpSp>
        <p:nvGrpSpPr>
          <p:cNvPr id="93187" name="Group 7">
            <a:extLst>
              <a:ext uri="{FF2B5EF4-FFF2-40B4-BE49-F238E27FC236}">
                <a16:creationId xmlns:a16="http://schemas.microsoft.com/office/drawing/2014/main" id="{9616D8C9-0DD7-4588-84D3-85E8C40550FA}"/>
              </a:ext>
            </a:extLst>
          </p:cNvPr>
          <p:cNvGrpSpPr>
            <a:grpSpLocks/>
          </p:cNvGrpSpPr>
          <p:nvPr/>
        </p:nvGrpSpPr>
        <p:grpSpPr bwMode="auto">
          <a:xfrm>
            <a:off x="138907" y="3863088"/>
            <a:ext cx="3151188" cy="1066800"/>
            <a:chOff x="3429000" y="4876800"/>
            <a:chExt cx="3151116" cy="1066800"/>
          </a:xfrm>
        </p:grpSpPr>
        <p:pic>
          <p:nvPicPr>
            <p:cNvPr id="93211" name="Picture 1" descr="Screen shot 2013-10-14 at 1.36.06 PM.png">
              <a:extLst>
                <a:ext uri="{FF2B5EF4-FFF2-40B4-BE49-F238E27FC236}">
                  <a16:creationId xmlns:a16="http://schemas.microsoft.com/office/drawing/2014/main" id="{7F871C1F-3E7F-42D9-B64D-6A8BD35CD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4876800"/>
              <a:ext cx="2298700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212" name="TextBox 38">
              <a:extLst>
                <a:ext uri="{FF2B5EF4-FFF2-40B4-BE49-F238E27FC236}">
                  <a16:creationId xmlns:a16="http://schemas.microsoft.com/office/drawing/2014/main" id="{668E5359-0BA7-431A-B02F-A3D12B1F6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488698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13" name="TextBox 41">
              <a:extLst>
                <a:ext uri="{FF2B5EF4-FFF2-40B4-BE49-F238E27FC236}">
                  <a16:creationId xmlns:a16="http://schemas.microsoft.com/office/drawing/2014/main" id="{2FFB573F-9CB5-4E43-9657-65E924347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526798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y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14" name="TextBox 46">
              <a:extLst>
                <a:ext uri="{FF2B5EF4-FFF2-40B4-BE49-F238E27FC236}">
                  <a16:creationId xmlns:a16="http://schemas.microsoft.com/office/drawing/2014/main" id="{C55827E1-4698-4C0B-BADF-FF7E9A48C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5191780"/>
              <a:ext cx="4079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f</a:t>
              </a:r>
            </a:p>
          </p:txBody>
        </p:sp>
      </p:grpSp>
      <p:grpSp>
        <p:nvGrpSpPr>
          <p:cNvPr id="93188" name="Group 3">
            <a:extLst>
              <a:ext uri="{FF2B5EF4-FFF2-40B4-BE49-F238E27FC236}">
                <a16:creationId xmlns:a16="http://schemas.microsoft.com/office/drawing/2014/main" id="{AF28A82D-471A-425C-8F4F-8E9FE7085A84}"/>
              </a:ext>
            </a:extLst>
          </p:cNvPr>
          <p:cNvGrpSpPr>
            <a:grpSpLocks/>
          </p:cNvGrpSpPr>
          <p:nvPr/>
        </p:nvGrpSpPr>
        <p:grpSpPr bwMode="auto">
          <a:xfrm>
            <a:off x="95910" y="973281"/>
            <a:ext cx="4217988" cy="1981200"/>
            <a:chOff x="609600" y="2209800"/>
            <a:chExt cx="4217916" cy="1981200"/>
          </a:xfrm>
        </p:grpSpPr>
        <p:pic>
          <p:nvPicPr>
            <p:cNvPr id="93207" name="Picture 2" descr="Screen shot 2013-10-14 at 1.25.31 PM.png">
              <a:extLst>
                <a:ext uri="{FF2B5EF4-FFF2-40B4-BE49-F238E27FC236}">
                  <a16:creationId xmlns:a16="http://schemas.microsoft.com/office/drawing/2014/main" id="{7D15E933-1B6C-4601-AA8F-A8C02BB57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2362200"/>
              <a:ext cx="3394745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208" name="TextBox 42">
              <a:extLst>
                <a:ext uri="{FF2B5EF4-FFF2-40B4-BE49-F238E27FC236}">
                  <a16:creationId xmlns:a16="http://schemas.microsoft.com/office/drawing/2014/main" id="{7CC6F6C1-1EE2-4B6F-A845-CB8C80C8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220980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x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09" name="TextBox 43">
              <a:extLst>
                <a:ext uri="{FF2B5EF4-FFF2-40B4-BE49-F238E27FC236}">
                  <a16:creationId xmlns:a16="http://schemas.microsoft.com/office/drawing/2014/main" id="{7A35C291-E159-48E0-9F53-5753DA82B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3581400"/>
              <a:ext cx="41623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y</a:t>
              </a:r>
              <a:endParaRPr lang="en-US" altLang="en-US" sz="2800" b="0" i="1" baseline="-25000">
                <a:latin typeface="Times" panose="02020603050405020304" pitchFamily="18" charset="0"/>
              </a:endParaRPr>
            </a:p>
          </p:txBody>
        </p:sp>
        <p:sp>
          <p:nvSpPr>
            <p:cNvPr id="93210" name="TextBox 47">
              <a:extLst>
                <a:ext uri="{FF2B5EF4-FFF2-40B4-BE49-F238E27FC236}">
                  <a16:creationId xmlns:a16="http://schemas.microsoft.com/office/drawing/2014/main" id="{5B3A3084-658D-4B04-B989-34DAC028C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2971800"/>
              <a:ext cx="4079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0" i="1">
                  <a:latin typeface="Times" panose="02020603050405020304" pitchFamily="18" charset="0"/>
                </a:rPr>
                <a:t>f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B4353B2-62DA-4265-A18D-719BE7C88736}"/>
              </a:ext>
            </a:extLst>
          </p:cNvPr>
          <p:cNvGrpSpPr/>
          <p:nvPr/>
        </p:nvGrpSpPr>
        <p:grpSpPr>
          <a:xfrm>
            <a:off x="3869688" y="4599500"/>
            <a:ext cx="1563687" cy="1828800"/>
            <a:chOff x="6736558" y="2967037"/>
            <a:chExt cx="1563687" cy="1828800"/>
          </a:xfrm>
        </p:grpSpPr>
        <p:sp>
          <p:nvSpPr>
            <p:cNvPr id="93189" name="Line 4">
              <a:extLst>
                <a:ext uri="{FF2B5EF4-FFF2-40B4-BE49-F238E27FC236}">
                  <a16:creationId xmlns:a16="http://schemas.microsoft.com/office/drawing/2014/main" id="{81FA24D8-2350-4EA1-8384-35390B5A4B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85808" y="3810000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0" name="Line 5">
              <a:extLst>
                <a:ext uri="{FF2B5EF4-FFF2-40B4-BE49-F238E27FC236}">
                  <a16:creationId xmlns:a16="http://schemas.microsoft.com/office/drawing/2014/main" id="{B6A96603-C92B-41EC-B54B-A3FF6ED531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85808" y="4064000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1" name="Line 6">
              <a:extLst>
                <a:ext uri="{FF2B5EF4-FFF2-40B4-BE49-F238E27FC236}">
                  <a16:creationId xmlns:a16="http://schemas.microsoft.com/office/drawing/2014/main" id="{A355C12B-D921-4641-8C2B-D9F76D1DC8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819233" y="4189412"/>
              <a:ext cx="25241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2" name="Freeform 7">
              <a:extLst>
                <a:ext uri="{FF2B5EF4-FFF2-40B4-BE49-F238E27FC236}">
                  <a16:creationId xmlns:a16="http://schemas.microsoft.com/office/drawing/2014/main" id="{DAC63510-F660-460E-BC49-D2F341B7988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328695" y="3581400"/>
              <a:ext cx="482600" cy="1214437"/>
            </a:xfrm>
            <a:custGeom>
              <a:avLst/>
              <a:gdLst>
                <a:gd name="T0" fmla="*/ 2147483646 w 456"/>
                <a:gd name="T1" fmla="*/ 2147483646 h 1152"/>
                <a:gd name="T2" fmla="*/ 2147483646 w 456"/>
                <a:gd name="T3" fmla="*/ 2147483646 h 1152"/>
                <a:gd name="T4" fmla="*/ 0 w 456"/>
                <a:gd name="T5" fmla="*/ 0 h 1152"/>
                <a:gd name="T6" fmla="*/ 0 w 456"/>
                <a:gd name="T7" fmla="*/ 2147483646 h 1152"/>
                <a:gd name="T8" fmla="*/ 2147483646 w 456"/>
                <a:gd name="T9" fmla="*/ 214748364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6"/>
                <a:gd name="T16" fmla="*/ 0 h 1152"/>
                <a:gd name="T17" fmla="*/ 456 w 4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6" h="1152">
                  <a:moveTo>
                    <a:pt x="456" y="936"/>
                  </a:moveTo>
                  <a:lnTo>
                    <a:pt x="456" y="240"/>
                  </a:lnTo>
                  <a:lnTo>
                    <a:pt x="0" y="0"/>
                  </a:lnTo>
                  <a:lnTo>
                    <a:pt x="0" y="1152"/>
                  </a:lnTo>
                  <a:lnTo>
                    <a:pt x="456" y="936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3" name="Rectangle 10">
              <a:extLst>
                <a:ext uri="{FF2B5EF4-FFF2-40B4-BE49-F238E27FC236}">
                  <a16:creationId xmlns:a16="http://schemas.microsoft.com/office/drawing/2014/main" id="{F6B6C53F-F3E7-437B-946C-69E71ED433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206583" y="4076700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194" name="Rectangle 11">
              <a:extLst>
                <a:ext uri="{FF2B5EF4-FFF2-40B4-BE49-F238E27FC236}">
                  <a16:creationId xmlns:a16="http://schemas.microsoft.com/office/drawing/2014/main" id="{717D971E-37B5-4AA1-8FA3-7666801451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36558" y="3222625"/>
              <a:ext cx="16351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195" name="Line 12">
              <a:extLst>
                <a:ext uri="{FF2B5EF4-FFF2-40B4-BE49-F238E27FC236}">
                  <a16:creationId xmlns:a16="http://schemas.microsoft.com/office/drawing/2014/main" id="{28A6EEB0-1D4A-4B4E-934B-F03FCC080E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85808" y="3403600"/>
              <a:ext cx="352425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6" name="Rectangle 13">
              <a:extLst>
                <a:ext uri="{FF2B5EF4-FFF2-40B4-BE49-F238E27FC236}">
                  <a16:creationId xmlns:a16="http://schemas.microsoft.com/office/drawing/2014/main" id="{332A68E7-0776-49A6-9926-9DC26895A0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6895" y="3338512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197" name="Rectangle 14">
              <a:extLst>
                <a:ext uri="{FF2B5EF4-FFF2-40B4-BE49-F238E27FC236}">
                  <a16:creationId xmlns:a16="http://schemas.microsoft.com/office/drawing/2014/main" id="{5083BF78-CDBD-4302-BFDF-F50FD8E129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920" y="3703637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198" name="Rectangle 15">
              <a:extLst>
                <a:ext uri="{FF2B5EF4-FFF2-40B4-BE49-F238E27FC236}">
                  <a16:creationId xmlns:a16="http://schemas.microsoft.com/office/drawing/2014/main" id="{3DD3501A-B732-41CA-941B-18A2C79B4E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920" y="395922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199" name="Freeform 17">
              <a:extLst>
                <a:ext uri="{FF2B5EF4-FFF2-40B4-BE49-F238E27FC236}">
                  <a16:creationId xmlns:a16="http://schemas.microsoft.com/office/drawing/2014/main" id="{EC2271E8-9991-4DD4-AF32-3F4BDD0B435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085808" y="3125787"/>
              <a:ext cx="555625" cy="633413"/>
            </a:xfrm>
            <a:custGeom>
              <a:avLst/>
              <a:gdLst>
                <a:gd name="T0" fmla="*/ 0 w 528"/>
                <a:gd name="T1" fmla="*/ 0 h 600"/>
                <a:gd name="T2" fmla="*/ 2147483646 w 528"/>
                <a:gd name="T3" fmla="*/ 0 h 600"/>
                <a:gd name="T4" fmla="*/ 2147483646 w 528"/>
                <a:gd name="T5" fmla="*/ 2147483646 h 600"/>
                <a:gd name="T6" fmla="*/ 0 60000 65536"/>
                <a:gd name="T7" fmla="*/ 0 60000 65536"/>
                <a:gd name="T8" fmla="*/ 0 60000 65536"/>
                <a:gd name="T9" fmla="*/ 0 w 528"/>
                <a:gd name="T10" fmla="*/ 0 h 600"/>
                <a:gd name="T11" fmla="*/ 528 w 528"/>
                <a:gd name="T12" fmla="*/ 600 h 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00">
                  <a:moveTo>
                    <a:pt x="0" y="0"/>
                  </a:moveTo>
                  <a:lnTo>
                    <a:pt x="528" y="0"/>
                  </a:lnTo>
                  <a:lnTo>
                    <a:pt x="528" y="6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0" name="Rectangle 19">
              <a:extLst>
                <a:ext uri="{FF2B5EF4-FFF2-40B4-BE49-F238E27FC236}">
                  <a16:creationId xmlns:a16="http://schemas.microsoft.com/office/drawing/2014/main" id="{65F76B71-624B-456E-8A61-70ED896504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36558" y="2967037"/>
              <a:ext cx="16351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201" name="Line 20">
              <a:extLst>
                <a:ext uri="{FF2B5EF4-FFF2-40B4-BE49-F238E27FC236}">
                  <a16:creationId xmlns:a16="http://schemas.microsoft.com/office/drawing/2014/main" id="{00CBD8B4-C391-43A8-AE7E-A8D0ADA992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85808" y="4314825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2" name="Line 21">
              <a:extLst>
                <a:ext uri="{FF2B5EF4-FFF2-40B4-BE49-F238E27FC236}">
                  <a16:creationId xmlns:a16="http://schemas.microsoft.com/office/drawing/2014/main" id="{9D1631C0-A282-44EA-8A0E-4CB4416B48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85808" y="4568825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3" name="Rectangle 22">
              <a:extLst>
                <a:ext uri="{FF2B5EF4-FFF2-40B4-BE49-F238E27FC236}">
                  <a16:creationId xmlns:a16="http://schemas.microsoft.com/office/drawing/2014/main" id="{67892EDF-C5D4-419A-83BA-894B46EC78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96895" y="3081337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204" name="Rectangle 23">
              <a:extLst>
                <a:ext uri="{FF2B5EF4-FFF2-40B4-BE49-F238E27FC236}">
                  <a16:creationId xmlns:a16="http://schemas.microsoft.com/office/drawing/2014/main" id="{263CBD43-2629-4B70-8C77-D0002C9B55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920" y="4213225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205" name="Rectangle 26">
              <a:extLst>
                <a:ext uri="{FF2B5EF4-FFF2-40B4-BE49-F238E27FC236}">
                  <a16:creationId xmlns:a16="http://schemas.microsoft.com/office/drawing/2014/main" id="{37E3FA8C-DD68-41C0-83E7-B11C8A9397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920" y="4468812"/>
              <a:ext cx="13335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0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3206" name="Line 101">
              <a:extLst>
                <a:ext uri="{FF2B5EF4-FFF2-40B4-BE49-F238E27FC236}">
                  <a16:creationId xmlns:a16="http://schemas.microsoft.com/office/drawing/2014/main" id="{A5F92519-E585-4BB4-9748-EB25002FB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1883" y="3400425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A1CAA7B-1A8C-4736-B56F-6D970B5E8253}"/>
              </a:ext>
            </a:extLst>
          </p:cNvPr>
          <p:cNvGrpSpPr/>
          <p:nvPr/>
        </p:nvGrpSpPr>
        <p:grpSpPr>
          <a:xfrm>
            <a:off x="5904638" y="3112013"/>
            <a:ext cx="2805112" cy="2101850"/>
            <a:chOff x="5424488" y="1295400"/>
            <a:chExt cx="2805112" cy="2101850"/>
          </a:xfrm>
        </p:grpSpPr>
        <p:sp>
          <p:nvSpPr>
            <p:cNvPr id="47" name="Line 67">
              <a:extLst>
                <a:ext uri="{FF2B5EF4-FFF2-40B4-BE49-F238E27FC236}">
                  <a16:creationId xmlns:a16="http://schemas.microsoft.com/office/drawing/2014/main" id="{989A49E8-B1E1-4989-8AFC-67414492023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83263" y="2005012"/>
              <a:ext cx="144462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70">
              <a:extLst>
                <a:ext uri="{FF2B5EF4-FFF2-40B4-BE49-F238E27FC236}">
                  <a16:creationId xmlns:a16="http://schemas.microsoft.com/office/drawing/2014/main" id="{93288137-AE08-45F3-AAC3-361818E895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227888" y="1751012"/>
              <a:ext cx="355600" cy="887413"/>
            </a:xfrm>
            <a:custGeom>
              <a:avLst/>
              <a:gdLst>
                <a:gd name="T0" fmla="*/ 2147483646 w 336"/>
                <a:gd name="T1" fmla="*/ 2147483646 h 840"/>
                <a:gd name="T2" fmla="*/ 2147483646 w 336"/>
                <a:gd name="T3" fmla="*/ 2147483646 h 840"/>
                <a:gd name="T4" fmla="*/ 0 w 336"/>
                <a:gd name="T5" fmla="*/ 0 h 840"/>
                <a:gd name="T6" fmla="*/ 0 w 336"/>
                <a:gd name="T7" fmla="*/ 2147483646 h 840"/>
                <a:gd name="T8" fmla="*/ 2147483646 w 336"/>
                <a:gd name="T9" fmla="*/ 2147483646 h 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840"/>
                <a:gd name="T17" fmla="*/ 336 w 336"/>
                <a:gd name="T18" fmla="*/ 840 h 8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840">
                  <a:moveTo>
                    <a:pt x="336" y="672"/>
                  </a:moveTo>
                  <a:lnTo>
                    <a:pt x="336" y="168"/>
                  </a:lnTo>
                  <a:lnTo>
                    <a:pt x="0" y="0"/>
                  </a:lnTo>
                  <a:lnTo>
                    <a:pt x="0" y="840"/>
                  </a:lnTo>
                  <a:lnTo>
                    <a:pt x="336" y="672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71">
              <a:extLst>
                <a:ext uri="{FF2B5EF4-FFF2-40B4-BE49-F238E27FC236}">
                  <a16:creationId xmlns:a16="http://schemas.microsoft.com/office/drawing/2014/main" id="{E08EC232-BF16-4143-8A6D-DE3AC4761C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05688" y="1471612"/>
              <a:ext cx="1587" cy="3556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74">
              <a:extLst>
                <a:ext uri="{FF2B5EF4-FFF2-40B4-BE49-F238E27FC236}">
                  <a16:creationId xmlns:a16="http://schemas.microsoft.com/office/drawing/2014/main" id="{17828C13-A8FD-441F-830E-676BEB3DA8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35938" y="2078037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1" name="Rectangle 75">
              <a:extLst>
                <a:ext uri="{FF2B5EF4-FFF2-40B4-BE49-F238E27FC236}">
                  <a16:creationId xmlns:a16="http://schemas.microsoft.com/office/drawing/2014/main" id="{B1004F74-CBF8-4763-BE07-0F9B602574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24488" y="1835150"/>
              <a:ext cx="16351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2" name="Rectangle 76">
              <a:extLst>
                <a:ext uri="{FF2B5EF4-FFF2-40B4-BE49-F238E27FC236}">
                  <a16:creationId xmlns:a16="http://schemas.microsoft.com/office/drawing/2014/main" id="{0DE27353-FB9B-4808-B973-E87A2B82F2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84825" y="1949450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3" name="Rectangle 77">
              <a:extLst>
                <a:ext uri="{FF2B5EF4-FFF2-40B4-BE49-F238E27FC236}">
                  <a16:creationId xmlns:a16="http://schemas.microsoft.com/office/drawing/2014/main" id="{8F575A50-2283-4933-BBDB-341893A9F7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600825" y="1295400"/>
              <a:ext cx="163513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4" name="Rectangle 80">
              <a:extLst>
                <a:ext uri="{FF2B5EF4-FFF2-40B4-BE49-F238E27FC236}">
                  <a16:creationId xmlns:a16="http://schemas.microsoft.com/office/drawing/2014/main" id="{9D1B75FB-D0B7-4A01-A6D5-E680B2B4C6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64338" y="1411287"/>
              <a:ext cx="1047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5" name="Freeform 93">
              <a:extLst>
                <a:ext uri="{FF2B5EF4-FFF2-40B4-BE49-F238E27FC236}">
                  <a16:creationId xmlns:a16="http://schemas.microsoft.com/office/drawing/2014/main" id="{B31FC8D6-13E1-46CB-970D-894E98AB9D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215063" y="2005012"/>
              <a:ext cx="354012" cy="354013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2147483646 h 336"/>
                <a:gd name="T4" fmla="*/ 2147483646 w 336"/>
                <a:gd name="T5" fmla="*/ 2147483646 h 336"/>
                <a:gd name="T6" fmla="*/ 0 60000 65536"/>
                <a:gd name="T7" fmla="*/ 0 60000 65536"/>
                <a:gd name="T8" fmla="*/ 0 60000 65536"/>
                <a:gd name="T9" fmla="*/ 0 w 336"/>
                <a:gd name="T10" fmla="*/ 0 h 336"/>
                <a:gd name="T11" fmla="*/ 336 w 33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33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94">
              <a:extLst>
                <a:ext uri="{FF2B5EF4-FFF2-40B4-BE49-F238E27FC236}">
                  <a16:creationId xmlns:a16="http://schemas.microsoft.com/office/drawing/2014/main" id="{B5205BF2-A86C-4B09-A20B-B703E15EF6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73788" y="1955800"/>
              <a:ext cx="82550" cy="82550"/>
            </a:xfrm>
            <a:custGeom>
              <a:avLst/>
              <a:gdLst>
                <a:gd name="T0" fmla="*/ 2147483646 w 48"/>
                <a:gd name="T1" fmla="*/ 0 h 48"/>
                <a:gd name="T2" fmla="*/ 2147483646 w 48"/>
                <a:gd name="T3" fmla="*/ 0 h 48"/>
                <a:gd name="T4" fmla="*/ 2147483646 w 48"/>
                <a:gd name="T5" fmla="*/ 2147483646 h 48"/>
                <a:gd name="T6" fmla="*/ 2147483646 w 48"/>
                <a:gd name="T7" fmla="*/ 2147483646 h 48"/>
                <a:gd name="T8" fmla="*/ 2147483646 w 48"/>
                <a:gd name="T9" fmla="*/ 2147483646 h 48"/>
                <a:gd name="T10" fmla="*/ 2147483646 w 48"/>
                <a:gd name="T11" fmla="*/ 2147483646 h 48"/>
                <a:gd name="T12" fmla="*/ 2147483646 w 48"/>
                <a:gd name="T13" fmla="*/ 2147483646 h 48"/>
                <a:gd name="T14" fmla="*/ 2147483646 w 48"/>
                <a:gd name="T15" fmla="*/ 2147483646 h 48"/>
                <a:gd name="T16" fmla="*/ 2147483646 w 48"/>
                <a:gd name="T17" fmla="*/ 2147483646 h 48"/>
                <a:gd name="T18" fmla="*/ 0 w 48"/>
                <a:gd name="T19" fmla="*/ 2147483646 h 48"/>
                <a:gd name="T20" fmla="*/ 0 w 48"/>
                <a:gd name="T21" fmla="*/ 2147483646 h 48"/>
                <a:gd name="T22" fmla="*/ 0 w 48"/>
                <a:gd name="T23" fmla="*/ 2147483646 h 48"/>
                <a:gd name="T24" fmla="*/ 0 w 48"/>
                <a:gd name="T25" fmla="*/ 2147483646 h 48"/>
                <a:gd name="T26" fmla="*/ 2147483646 w 48"/>
                <a:gd name="T27" fmla="*/ 2147483646 h 48"/>
                <a:gd name="T28" fmla="*/ 2147483646 w 48"/>
                <a:gd name="T29" fmla="*/ 2147483646 h 48"/>
                <a:gd name="T30" fmla="*/ 2147483646 w 48"/>
                <a:gd name="T31" fmla="*/ 2147483646 h 48"/>
                <a:gd name="T32" fmla="*/ 2147483646 w 48"/>
                <a:gd name="T33" fmla="*/ 2147483646 h 48"/>
                <a:gd name="T34" fmla="*/ 2147483646 w 48"/>
                <a:gd name="T35" fmla="*/ 2147483646 h 48"/>
                <a:gd name="T36" fmla="*/ 2147483646 w 48"/>
                <a:gd name="T37" fmla="*/ 2147483646 h 48"/>
                <a:gd name="T38" fmla="*/ 2147483646 w 48"/>
                <a:gd name="T39" fmla="*/ 2147483646 h 48"/>
                <a:gd name="T40" fmla="*/ 2147483646 w 48"/>
                <a:gd name="T41" fmla="*/ 2147483646 h 48"/>
                <a:gd name="T42" fmla="*/ 2147483646 w 48"/>
                <a:gd name="T43" fmla="*/ 2147483646 h 48"/>
                <a:gd name="T44" fmla="*/ 2147483646 w 48"/>
                <a:gd name="T45" fmla="*/ 2147483646 h 48"/>
                <a:gd name="T46" fmla="*/ 2147483646 w 48"/>
                <a:gd name="T47" fmla="*/ 2147483646 h 48"/>
                <a:gd name="T48" fmla="*/ 2147483646 w 48"/>
                <a:gd name="T49" fmla="*/ 2147483646 h 48"/>
                <a:gd name="T50" fmla="*/ 2147483646 w 48"/>
                <a:gd name="T51" fmla="*/ 2147483646 h 48"/>
                <a:gd name="T52" fmla="*/ 2147483646 w 48"/>
                <a:gd name="T53" fmla="*/ 2147483646 h 48"/>
                <a:gd name="T54" fmla="*/ 2147483646 w 48"/>
                <a:gd name="T55" fmla="*/ 2147483646 h 48"/>
                <a:gd name="T56" fmla="*/ 2147483646 w 48"/>
                <a:gd name="T57" fmla="*/ 2147483646 h 48"/>
                <a:gd name="T58" fmla="*/ 2147483646 w 48"/>
                <a:gd name="T59" fmla="*/ 2147483646 h 48"/>
                <a:gd name="T60" fmla="*/ 2147483646 w 48"/>
                <a:gd name="T61" fmla="*/ 2147483646 h 48"/>
                <a:gd name="T62" fmla="*/ 2147483646 w 48"/>
                <a:gd name="T63" fmla="*/ 2147483646 h 48"/>
                <a:gd name="T64" fmla="*/ 2147483646 w 48"/>
                <a:gd name="T65" fmla="*/ 2147483646 h 48"/>
                <a:gd name="T66" fmla="*/ 2147483646 w 48"/>
                <a:gd name="T67" fmla="*/ 2147483646 h 48"/>
                <a:gd name="T68" fmla="*/ 2147483646 w 48"/>
                <a:gd name="T69" fmla="*/ 2147483646 h 48"/>
                <a:gd name="T70" fmla="*/ 2147483646 w 48"/>
                <a:gd name="T71" fmla="*/ 2147483646 h 48"/>
                <a:gd name="T72" fmla="*/ 2147483646 w 48"/>
                <a:gd name="T73" fmla="*/ 2147483646 h 48"/>
                <a:gd name="T74" fmla="*/ 2147483646 w 48"/>
                <a:gd name="T75" fmla="*/ 2147483646 h 48"/>
                <a:gd name="T76" fmla="*/ 2147483646 w 48"/>
                <a:gd name="T77" fmla="*/ 2147483646 h 48"/>
                <a:gd name="T78" fmla="*/ 2147483646 w 48"/>
                <a:gd name="T79" fmla="*/ 2147483646 h 48"/>
                <a:gd name="T80" fmla="*/ 2147483646 w 48"/>
                <a:gd name="T81" fmla="*/ 2147483646 h 48"/>
                <a:gd name="T82" fmla="*/ 2147483646 w 48"/>
                <a:gd name="T83" fmla="*/ 2147483646 h 48"/>
                <a:gd name="T84" fmla="*/ 2147483646 w 48"/>
                <a:gd name="T85" fmla="*/ 0 h 48"/>
                <a:gd name="T86" fmla="*/ 2147483646 w 48"/>
                <a:gd name="T87" fmla="*/ 0 h 48"/>
                <a:gd name="T88" fmla="*/ 2147483646 w 48"/>
                <a:gd name="T89" fmla="*/ 2147483646 h 4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8"/>
                <a:gd name="T136" fmla="*/ 0 h 48"/>
                <a:gd name="T137" fmla="*/ 48 w 48"/>
                <a:gd name="T138" fmla="*/ 48 h 4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8" h="48">
                  <a:moveTo>
                    <a:pt x="24" y="24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8" y="1"/>
                  </a:lnTo>
                  <a:lnTo>
                    <a:pt x="16" y="1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4"/>
                  </a:lnTo>
                  <a:lnTo>
                    <a:pt x="9" y="5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7"/>
                  </a:lnTo>
                  <a:lnTo>
                    <a:pt x="6" y="9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3" y="36"/>
                  </a:lnTo>
                  <a:lnTo>
                    <a:pt x="3" y="37"/>
                  </a:lnTo>
                  <a:lnTo>
                    <a:pt x="4" y="39"/>
                  </a:lnTo>
                  <a:lnTo>
                    <a:pt x="4" y="40"/>
                  </a:lnTo>
                  <a:lnTo>
                    <a:pt x="6" y="40"/>
                  </a:lnTo>
                  <a:lnTo>
                    <a:pt x="7" y="41"/>
                  </a:lnTo>
                  <a:lnTo>
                    <a:pt x="7" y="42"/>
                  </a:lnTo>
                  <a:lnTo>
                    <a:pt x="8" y="42"/>
                  </a:lnTo>
                  <a:lnTo>
                    <a:pt x="9" y="43"/>
                  </a:lnTo>
                  <a:lnTo>
                    <a:pt x="10" y="45"/>
                  </a:lnTo>
                  <a:lnTo>
                    <a:pt x="12" y="46"/>
                  </a:lnTo>
                  <a:lnTo>
                    <a:pt x="13" y="46"/>
                  </a:lnTo>
                  <a:lnTo>
                    <a:pt x="14" y="46"/>
                  </a:lnTo>
                  <a:lnTo>
                    <a:pt x="15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9" y="48"/>
                  </a:lnTo>
                  <a:lnTo>
                    <a:pt x="20" y="48"/>
                  </a:lnTo>
                  <a:lnTo>
                    <a:pt x="21" y="48"/>
                  </a:lnTo>
                  <a:lnTo>
                    <a:pt x="22" y="48"/>
                  </a:lnTo>
                  <a:lnTo>
                    <a:pt x="24" y="48"/>
                  </a:lnTo>
                  <a:lnTo>
                    <a:pt x="25" y="48"/>
                  </a:lnTo>
                  <a:lnTo>
                    <a:pt x="26" y="48"/>
                  </a:lnTo>
                  <a:lnTo>
                    <a:pt x="27" y="48"/>
                  </a:lnTo>
                  <a:lnTo>
                    <a:pt x="28" y="48"/>
                  </a:lnTo>
                  <a:lnTo>
                    <a:pt x="30" y="47"/>
                  </a:lnTo>
                  <a:lnTo>
                    <a:pt x="31" y="47"/>
                  </a:lnTo>
                  <a:lnTo>
                    <a:pt x="32" y="47"/>
                  </a:lnTo>
                  <a:lnTo>
                    <a:pt x="32" y="46"/>
                  </a:lnTo>
                  <a:lnTo>
                    <a:pt x="33" y="46"/>
                  </a:lnTo>
                  <a:lnTo>
                    <a:pt x="34" y="46"/>
                  </a:lnTo>
                  <a:lnTo>
                    <a:pt x="36" y="45"/>
                  </a:lnTo>
                  <a:lnTo>
                    <a:pt x="37" y="45"/>
                  </a:lnTo>
                  <a:lnTo>
                    <a:pt x="38" y="43"/>
                  </a:lnTo>
                  <a:lnTo>
                    <a:pt x="38" y="42"/>
                  </a:lnTo>
                  <a:lnTo>
                    <a:pt x="39" y="42"/>
                  </a:lnTo>
                  <a:lnTo>
                    <a:pt x="40" y="41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3" y="39"/>
                  </a:lnTo>
                  <a:lnTo>
                    <a:pt x="43" y="37"/>
                  </a:lnTo>
                  <a:lnTo>
                    <a:pt x="44" y="36"/>
                  </a:lnTo>
                  <a:lnTo>
                    <a:pt x="45" y="35"/>
                  </a:lnTo>
                  <a:lnTo>
                    <a:pt x="45" y="34"/>
                  </a:lnTo>
                  <a:lnTo>
                    <a:pt x="45" y="33"/>
                  </a:lnTo>
                  <a:lnTo>
                    <a:pt x="46" y="31"/>
                  </a:lnTo>
                  <a:lnTo>
                    <a:pt x="46" y="30"/>
                  </a:lnTo>
                  <a:lnTo>
                    <a:pt x="46" y="29"/>
                  </a:lnTo>
                  <a:lnTo>
                    <a:pt x="46" y="28"/>
                  </a:lnTo>
                  <a:lnTo>
                    <a:pt x="48" y="27"/>
                  </a:lnTo>
                  <a:lnTo>
                    <a:pt x="48" y="25"/>
                  </a:lnTo>
                  <a:lnTo>
                    <a:pt x="48" y="24"/>
                  </a:lnTo>
                  <a:lnTo>
                    <a:pt x="48" y="23"/>
                  </a:lnTo>
                  <a:lnTo>
                    <a:pt x="48" y="22"/>
                  </a:lnTo>
                  <a:lnTo>
                    <a:pt x="46" y="21"/>
                  </a:lnTo>
                  <a:lnTo>
                    <a:pt x="46" y="19"/>
                  </a:lnTo>
                  <a:lnTo>
                    <a:pt x="46" y="18"/>
                  </a:lnTo>
                  <a:lnTo>
                    <a:pt x="46" y="17"/>
                  </a:lnTo>
                  <a:lnTo>
                    <a:pt x="45" y="16"/>
                  </a:lnTo>
                  <a:lnTo>
                    <a:pt x="45" y="15"/>
                  </a:lnTo>
                  <a:lnTo>
                    <a:pt x="45" y="13"/>
                  </a:lnTo>
                  <a:lnTo>
                    <a:pt x="44" y="12"/>
                  </a:lnTo>
                  <a:lnTo>
                    <a:pt x="43" y="11"/>
                  </a:lnTo>
                  <a:lnTo>
                    <a:pt x="43" y="10"/>
                  </a:lnTo>
                  <a:lnTo>
                    <a:pt x="42" y="9"/>
                  </a:lnTo>
                  <a:lnTo>
                    <a:pt x="40" y="9"/>
                  </a:lnTo>
                  <a:lnTo>
                    <a:pt x="40" y="7"/>
                  </a:lnTo>
                  <a:lnTo>
                    <a:pt x="39" y="6"/>
                  </a:lnTo>
                  <a:lnTo>
                    <a:pt x="38" y="6"/>
                  </a:lnTo>
                  <a:lnTo>
                    <a:pt x="38" y="5"/>
                  </a:lnTo>
                  <a:lnTo>
                    <a:pt x="37" y="4"/>
                  </a:lnTo>
                  <a:lnTo>
                    <a:pt x="36" y="4"/>
                  </a:lnTo>
                  <a:lnTo>
                    <a:pt x="34" y="3"/>
                  </a:lnTo>
                  <a:lnTo>
                    <a:pt x="33" y="3"/>
                  </a:lnTo>
                  <a:lnTo>
                    <a:pt x="32" y="3"/>
                  </a:lnTo>
                  <a:lnTo>
                    <a:pt x="32" y="1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00">
              <a:extLst>
                <a:ext uri="{FF2B5EF4-FFF2-40B4-BE49-F238E27FC236}">
                  <a16:creationId xmlns:a16="http://schemas.microsoft.com/office/drawing/2014/main" id="{94F93847-4DC4-47BF-9A9A-3E152848A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2538" y="2187575"/>
              <a:ext cx="4079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02">
              <a:extLst>
                <a:ext uri="{FF2B5EF4-FFF2-40B4-BE49-F238E27FC236}">
                  <a16:creationId xmlns:a16="http://schemas.microsoft.com/office/drawing/2014/main" id="{E85992D5-90B8-4247-8E55-CD9164876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0550" y="1471612"/>
              <a:ext cx="465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103">
              <a:extLst>
                <a:ext uri="{FF2B5EF4-FFF2-40B4-BE49-F238E27FC236}">
                  <a16:creationId xmlns:a16="http://schemas.microsoft.com/office/drawing/2014/main" id="{1F69A738-8EDD-4899-BB60-2A9013AEA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0550" y="2359025"/>
              <a:ext cx="2873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6252A38-25A1-4247-AE32-6C3A0B12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3275" y="2378075"/>
              <a:ext cx="1057275" cy="1019175"/>
            </a:xfrm>
            <a:prstGeom prst="rect">
              <a:avLst/>
            </a:prstGeom>
          </p:spPr>
        </p:pic>
        <p:sp>
          <p:nvSpPr>
            <p:cNvPr id="61" name="Line 71">
              <a:extLst>
                <a:ext uri="{FF2B5EF4-FFF2-40B4-BE49-F238E27FC236}">
                  <a16:creationId xmlns:a16="http://schemas.microsoft.com/office/drawing/2014/main" id="{E8ADF112-D2A0-4332-90EE-653EFFB51A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948489" y="2360613"/>
              <a:ext cx="0" cy="512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extBox 125">
            <a:extLst>
              <a:ext uri="{FF2B5EF4-FFF2-40B4-BE49-F238E27FC236}">
                <a16:creationId xmlns:a16="http://schemas.microsoft.com/office/drawing/2014/main" id="{38A04670-4173-49FE-AE4D-CBB21755F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4.7 from the textbook ]</a:t>
            </a:r>
          </a:p>
        </p:txBody>
      </p:sp>
      <p:sp>
        <p:nvSpPr>
          <p:cNvPr id="94210" name="Line 51">
            <a:extLst>
              <a:ext uri="{FF2B5EF4-FFF2-40B4-BE49-F238E27FC236}">
                <a16:creationId xmlns:a16="http://schemas.microsoft.com/office/drawing/2014/main" id="{052B8D5E-90F5-47FE-99B3-569CD4663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8588" y="1595437"/>
            <a:ext cx="1370012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1" name="Line 52">
            <a:extLst>
              <a:ext uri="{FF2B5EF4-FFF2-40B4-BE49-F238E27FC236}">
                <a16:creationId xmlns:a16="http://schemas.microsoft.com/office/drawing/2014/main" id="{F6FAFAAD-C798-4897-B9D0-8006E86F5C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9338" y="1274586"/>
            <a:ext cx="1587" cy="28003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2" name="Rectangle 54">
            <a:extLst>
              <a:ext uri="{FF2B5EF4-FFF2-40B4-BE49-F238E27FC236}">
                <a16:creationId xmlns:a16="http://schemas.microsoft.com/office/drawing/2014/main" id="{446A37D0-C0B5-42E5-906A-D331C333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16367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3" name="Rectangle 55">
            <a:extLst>
              <a:ext uri="{FF2B5EF4-FFF2-40B4-BE49-F238E27FC236}">
                <a16:creationId xmlns:a16="http://schemas.microsoft.com/office/drawing/2014/main" id="{BC63758D-AAF0-494B-9E45-861C49BD0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16367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4" name="Rectangle 56">
            <a:extLst>
              <a:ext uri="{FF2B5EF4-FFF2-40B4-BE49-F238E27FC236}">
                <a16:creationId xmlns:a16="http://schemas.microsoft.com/office/drawing/2014/main" id="{448ADA01-6856-4399-98EB-17F9B2C6D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19192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5" name="Rectangle 57">
            <a:extLst>
              <a:ext uri="{FF2B5EF4-FFF2-40B4-BE49-F238E27FC236}">
                <a16:creationId xmlns:a16="http://schemas.microsoft.com/office/drawing/2014/main" id="{A439EC50-E591-4FDE-AC8C-5BFD5A1DF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19192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6" name="Rectangle 58">
            <a:extLst>
              <a:ext uri="{FF2B5EF4-FFF2-40B4-BE49-F238E27FC236}">
                <a16:creationId xmlns:a16="http://schemas.microsoft.com/office/drawing/2014/main" id="{3D42BC5F-65F6-4A63-A1CE-DDB31E629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22002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7" name="Rectangle 59">
            <a:extLst>
              <a:ext uri="{FF2B5EF4-FFF2-40B4-BE49-F238E27FC236}">
                <a16:creationId xmlns:a16="http://schemas.microsoft.com/office/drawing/2014/main" id="{76086AEF-079D-4486-B3C8-BB9506FC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22002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8" name="Rectangle 60">
            <a:extLst>
              <a:ext uri="{FF2B5EF4-FFF2-40B4-BE49-F238E27FC236}">
                <a16:creationId xmlns:a16="http://schemas.microsoft.com/office/drawing/2014/main" id="{126111DB-8792-4F3E-B8A3-00FAB6854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2481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19" name="Rectangle 61">
            <a:extLst>
              <a:ext uri="{FF2B5EF4-FFF2-40B4-BE49-F238E27FC236}">
                <a16:creationId xmlns:a16="http://schemas.microsoft.com/office/drawing/2014/main" id="{32BE5AD5-06FC-44E3-9A5A-847984E75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2481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0" name="Rectangle 62">
            <a:extLst>
              <a:ext uri="{FF2B5EF4-FFF2-40B4-BE49-F238E27FC236}">
                <a16:creationId xmlns:a16="http://schemas.microsoft.com/office/drawing/2014/main" id="{034CDB7E-64D9-4D0C-9F4E-918E925C0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16367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1" name="Rectangle 63">
            <a:extLst>
              <a:ext uri="{FF2B5EF4-FFF2-40B4-BE49-F238E27FC236}">
                <a16:creationId xmlns:a16="http://schemas.microsoft.com/office/drawing/2014/main" id="{9EAB45D1-FFBC-472E-9D9B-5C64EB25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19192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2" name="Rectangle 64">
            <a:extLst>
              <a:ext uri="{FF2B5EF4-FFF2-40B4-BE49-F238E27FC236}">
                <a16:creationId xmlns:a16="http://schemas.microsoft.com/office/drawing/2014/main" id="{23053AE2-AC3A-422B-8522-A54333AD8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22002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3" name="Rectangle 65">
            <a:extLst>
              <a:ext uri="{FF2B5EF4-FFF2-40B4-BE49-F238E27FC236}">
                <a16:creationId xmlns:a16="http://schemas.microsoft.com/office/drawing/2014/main" id="{84C64CF1-A178-4126-93CE-8AE94C911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2481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4" name="Rectangle 66">
            <a:extLst>
              <a:ext uri="{FF2B5EF4-FFF2-40B4-BE49-F238E27FC236}">
                <a16:creationId xmlns:a16="http://schemas.microsoft.com/office/drawing/2014/main" id="{AA9A45B6-CEFE-424D-B351-FAF1D651F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27638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5" name="Rectangle 67">
            <a:extLst>
              <a:ext uri="{FF2B5EF4-FFF2-40B4-BE49-F238E27FC236}">
                <a16:creationId xmlns:a16="http://schemas.microsoft.com/office/drawing/2014/main" id="{88DAC3A4-0AB7-4F66-8DA3-9652BA7F6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27638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6" name="Rectangle 68">
            <a:extLst>
              <a:ext uri="{FF2B5EF4-FFF2-40B4-BE49-F238E27FC236}">
                <a16:creationId xmlns:a16="http://schemas.microsoft.com/office/drawing/2014/main" id="{65FF2284-10A4-4421-8B5C-399FB0DE3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30448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7" name="Rectangle 69">
            <a:extLst>
              <a:ext uri="{FF2B5EF4-FFF2-40B4-BE49-F238E27FC236}">
                <a16:creationId xmlns:a16="http://schemas.microsoft.com/office/drawing/2014/main" id="{23740CF7-01D4-4AC3-B126-F3681FED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30448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8" name="Rectangle 70">
            <a:extLst>
              <a:ext uri="{FF2B5EF4-FFF2-40B4-BE49-F238E27FC236}">
                <a16:creationId xmlns:a16="http://schemas.microsoft.com/office/drawing/2014/main" id="{852C4551-BD38-4439-A788-DB1F667E9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3325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29" name="Rectangle 71">
            <a:extLst>
              <a:ext uri="{FF2B5EF4-FFF2-40B4-BE49-F238E27FC236}">
                <a16:creationId xmlns:a16="http://schemas.microsoft.com/office/drawing/2014/main" id="{C3ACCBD9-A869-4CEE-B57D-81CAD9C2E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3325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0" name="Rectangle 72">
            <a:extLst>
              <a:ext uri="{FF2B5EF4-FFF2-40B4-BE49-F238E27FC236}">
                <a16:creationId xmlns:a16="http://schemas.microsoft.com/office/drawing/2014/main" id="{D6475F93-5F57-4720-AC4C-1C04AD794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36083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1" name="Rectangle 73">
            <a:extLst>
              <a:ext uri="{FF2B5EF4-FFF2-40B4-BE49-F238E27FC236}">
                <a16:creationId xmlns:a16="http://schemas.microsoft.com/office/drawing/2014/main" id="{AB06F34F-B287-471A-88CB-B301FE7B8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638" y="36083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2" name="Rectangle 74">
            <a:extLst>
              <a:ext uri="{FF2B5EF4-FFF2-40B4-BE49-F238E27FC236}">
                <a16:creationId xmlns:a16="http://schemas.microsoft.com/office/drawing/2014/main" id="{17062771-2039-4B83-8D36-A528DF712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27638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3" name="Rectangle 75">
            <a:extLst>
              <a:ext uri="{FF2B5EF4-FFF2-40B4-BE49-F238E27FC236}">
                <a16:creationId xmlns:a16="http://schemas.microsoft.com/office/drawing/2014/main" id="{6CAEB0C4-B5C9-466A-A9D3-BC2B8B648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30448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4" name="Rectangle 76">
            <a:extLst>
              <a:ext uri="{FF2B5EF4-FFF2-40B4-BE49-F238E27FC236}">
                <a16:creationId xmlns:a16="http://schemas.microsoft.com/office/drawing/2014/main" id="{015983ED-2415-47E6-B6EE-4B37A56B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3325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5" name="Rectangle 77">
            <a:extLst>
              <a:ext uri="{FF2B5EF4-FFF2-40B4-BE49-F238E27FC236}">
                <a16:creationId xmlns:a16="http://schemas.microsoft.com/office/drawing/2014/main" id="{0EDB16B6-996A-480D-ABFE-BF7C7D606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25" y="36083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6" name="Rectangle 78">
            <a:extLst>
              <a:ext uri="{FF2B5EF4-FFF2-40B4-BE49-F238E27FC236}">
                <a16:creationId xmlns:a16="http://schemas.microsoft.com/office/drawing/2014/main" id="{BC6300AA-BAE7-4651-9D03-46A9575D2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1219200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7" name="Rectangle 79">
            <a:extLst>
              <a:ext uri="{FF2B5EF4-FFF2-40B4-BE49-F238E27FC236}">
                <a16:creationId xmlns:a16="http://schemas.microsoft.com/office/drawing/2014/main" id="{4D9E62A4-BF93-4243-8F8C-B7808B7E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050" y="13160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8" name="Rectangle 80">
            <a:extLst>
              <a:ext uri="{FF2B5EF4-FFF2-40B4-BE49-F238E27FC236}">
                <a16:creationId xmlns:a16="http://schemas.microsoft.com/office/drawing/2014/main" id="{FA181446-4C12-418E-B0FD-6C5BC71A6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25" y="1219200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39" name="Rectangle 81">
            <a:extLst>
              <a:ext uri="{FF2B5EF4-FFF2-40B4-BE49-F238E27FC236}">
                <a16:creationId xmlns:a16="http://schemas.microsoft.com/office/drawing/2014/main" id="{B2067DF1-1246-4A2E-8D63-F4F31CB80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150" y="13160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0" name="Rectangle 82">
            <a:extLst>
              <a:ext uri="{FF2B5EF4-FFF2-40B4-BE49-F238E27FC236}">
                <a16:creationId xmlns:a16="http://schemas.microsoft.com/office/drawing/2014/main" id="{9F15F040-9FA0-413D-AC5B-9FC1C923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219200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1" name="Rectangle 83">
            <a:extLst>
              <a:ext uri="{FF2B5EF4-FFF2-40B4-BE49-F238E27FC236}">
                <a16:creationId xmlns:a16="http://schemas.microsoft.com/office/drawing/2014/main" id="{082A69D2-B8B4-4A05-8147-880826E1C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3" y="13160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2" name="Rectangle 84">
            <a:extLst>
              <a:ext uri="{FF2B5EF4-FFF2-40B4-BE49-F238E27FC236}">
                <a16:creationId xmlns:a16="http://schemas.microsoft.com/office/drawing/2014/main" id="{1A3BC083-6F23-4FB1-88F8-832AD857F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1219200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3" name="Rectangle 85">
            <a:extLst>
              <a:ext uri="{FF2B5EF4-FFF2-40B4-BE49-F238E27FC236}">
                <a16:creationId xmlns:a16="http://schemas.microsoft.com/office/drawing/2014/main" id="{09AE15C6-F3EA-4874-A51A-AD884C159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6367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4" name="Rectangle 86">
            <a:extLst>
              <a:ext uri="{FF2B5EF4-FFF2-40B4-BE49-F238E27FC236}">
                <a16:creationId xmlns:a16="http://schemas.microsoft.com/office/drawing/2014/main" id="{4BD42D11-D73E-49DF-9A60-F4866881A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9192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5" name="Rectangle 87">
            <a:extLst>
              <a:ext uri="{FF2B5EF4-FFF2-40B4-BE49-F238E27FC236}">
                <a16:creationId xmlns:a16="http://schemas.microsoft.com/office/drawing/2014/main" id="{62180319-72E4-4564-89AA-D5F22BD32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2002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6" name="Rectangle 88">
            <a:extLst>
              <a:ext uri="{FF2B5EF4-FFF2-40B4-BE49-F238E27FC236}">
                <a16:creationId xmlns:a16="http://schemas.microsoft.com/office/drawing/2014/main" id="{5F7D436B-E6E8-41E3-8739-C2483E1DD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481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7" name="Rectangle 89">
            <a:extLst>
              <a:ext uri="{FF2B5EF4-FFF2-40B4-BE49-F238E27FC236}">
                <a16:creationId xmlns:a16="http://schemas.microsoft.com/office/drawing/2014/main" id="{688F72F0-3079-4BC3-AEA1-0745E21F3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7638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8" name="Rectangle 90">
            <a:extLst>
              <a:ext uri="{FF2B5EF4-FFF2-40B4-BE49-F238E27FC236}">
                <a16:creationId xmlns:a16="http://schemas.microsoft.com/office/drawing/2014/main" id="{E4F77E4B-CAF5-42F3-816A-02E300D0D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30448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49" name="Rectangle 91">
            <a:extLst>
              <a:ext uri="{FF2B5EF4-FFF2-40B4-BE49-F238E27FC236}">
                <a16:creationId xmlns:a16="http://schemas.microsoft.com/office/drawing/2014/main" id="{4D1524F9-2606-4D5D-A034-D99ABCF4B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3325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50" name="Rectangle 98">
            <a:extLst>
              <a:ext uri="{FF2B5EF4-FFF2-40B4-BE49-F238E27FC236}">
                <a16:creationId xmlns:a16="http://schemas.microsoft.com/office/drawing/2014/main" id="{DD0849A7-D9A3-48C7-80DB-C5CB7B8A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36083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251" name="Title 1">
            <a:extLst>
              <a:ext uri="{FF2B5EF4-FFF2-40B4-BE49-F238E27FC236}">
                <a16:creationId xmlns:a16="http://schemas.microsoft.com/office/drawing/2014/main" id="{A2EB55CC-427C-40A3-91C1-C8657E5486F0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Implement f using only a minimal number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4-to-1 MUX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and no other gates (NOT gates are not allowed, either).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FDC153-02CC-4AF1-8881-7BB72D3DE438}"/>
                  </a:ext>
                </a:extLst>
              </p14:cNvPr>
              <p14:cNvContentPartPr/>
              <p14:nvPr/>
            </p14:nvContentPartPr>
            <p14:xfrm>
              <a:off x="2579040" y="1058400"/>
              <a:ext cx="6054840" cy="487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FDC153-02CC-4AF1-8881-7BB72D3DE4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9680" y="1049040"/>
                <a:ext cx="6073560" cy="489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extBox 125">
            <a:extLst>
              <a:ext uri="{FF2B5EF4-FFF2-40B4-BE49-F238E27FC236}">
                <a16:creationId xmlns:a16="http://schemas.microsoft.com/office/drawing/2014/main" id="{19C28025-1087-4F23-87DB-409DEABEC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4.7 from the textbook ]</a:t>
            </a:r>
          </a:p>
        </p:txBody>
      </p:sp>
      <p:sp>
        <p:nvSpPr>
          <p:cNvPr id="95234" name="Line 51">
            <a:extLst>
              <a:ext uri="{FF2B5EF4-FFF2-40B4-BE49-F238E27FC236}">
                <a16:creationId xmlns:a16="http://schemas.microsoft.com/office/drawing/2014/main" id="{57EF32AD-EF73-43EF-ABDC-1006C9A5B9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22513" y="1522412"/>
            <a:ext cx="1370012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5" name="Line 52">
            <a:extLst>
              <a:ext uri="{FF2B5EF4-FFF2-40B4-BE49-F238E27FC236}">
                <a16:creationId xmlns:a16="http://schemas.microsoft.com/office/drawing/2014/main" id="{8BF7F175-FB58-42DE-BDC5-3A50286EEC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3263" y="1162050"/>
            <a:ext cx="1587" cy="28003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6" name="Rectangle 54">
            <a:extLst>
              <a:ext uri="{FF2B5EF4-FFF2-40B4-BE49-F238E27FC236}">
                <a16:creationId xmlns:a16="http://schemas.microsoft.com/office/drawing/2014/main" id="{2B4F8BAC-F1D0-4F6A-A452-7A065B9BC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15636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7" name="Rectangle 55">
            <a:extLst>
              <a:ext uri="{FF2B5EF4-FFF2-40B4-BE49-F238E27FC236}">
                <a16:creationId xmlns:a16="http://schemas.microsoft.com/office/drawing/2014/main" id="{B169A77D-398C-48F5-A456-3BC43030D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15636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8" name="Rectangle 56">
            <a:extLst>
              <a:ext uri="{FF2B5EF4-FFF2-40B4-BE49-F238E27FC236}">
                <a16:creationId xmlns:a16="http://schemas.microsoft.com/office/drawing/2014/main" id="{C5AF2916-633B-4824-81A6-B29B4B489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1846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39" name="Rectangle 57">
            <a:extLst>
              <a:ext uri="{FF2B5EF4-FFF2-40B4-BE49-F238E27FC236}">
                <a16:creationId xmlns:a16="http://schemas.microsoft.com/office/drawing/2014/main" id="{02E07E19-3FDC-4698-A180-90709F8ED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1846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0" name="Rectangle 58">
            <a:extLst>
              <a:ext uri="{FF2B5EF4-FFF2-40B4-BE49-F238E27FC236}">
                <a16:creationId xmlns:a16="http://schemas.microsoft.com/office/drawing/2014/main" id="{EE824768-A496-4E97-B1BB-79F4EEE87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21272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1" name="Rectangle 59">
            <a:extLst>
              <a:ext uri="{FF2B5EF4-FFF2-40B4-BE49-F238E27FC236}">
                <a16:creationId xmlns:a16="http://schemas.microsoft.com/office/drawing/2014/main" id="{72602F8D-55E2-4576-81B6-97C0FE442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21272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2" name="Rectangle 60">
            <a:extLst>
              <a:ext uri="{FF2B5EF4-FFF2-40B4-BE49-F238E27FC236}">
                <a16:creationId xmlns:a16="http://schemas.microsoft.com/office/drawing/2014/main" id="{89F8F911-7CAF-4542-91FB-B680CCD71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24082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3" name="Rectangle 61">
            <a:extLst>
              <a:ext uri="{FF2B5EF4-FFF2-40B4-BE49-F238E27FC236}">
                <a16:creationId xmlns:a16="http://schemas.microsoft.com/office/drawing/2014/main" id="{2C4964C1-0471-469A-97C1-37F89E911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24082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4" name="Rectangle 62">
            <a:extLst>
              <a:ext uri="{FF2B5EF4-FFF2-40B4-BE49-F238E27FC236}">
                <a16:creationId xmlns:a16="http://schemas.microsoft.com/office/drawing/2014/main" id="{CCF02597-0B5E-47BD-8A6B-F059C124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15636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5" name="Rectangle 63">
            <a:extLst>
              <a:ext uri="{FF2B5EF4-FFF2-40B4-BE49-F238E27FC236}">
                <a16:creationId xmlns:a16="http://schemas.microsoft.com/office/drawing/2014/main" id="{FE4F3860-F702-4AD8-8B1B-BFBF85C53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1846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6" name="Rectangle 64">
            <a:extLst>
              <a:ext uri="{FF2B5EF4-FFF2-40B4-BE49-F238E27FC236}">
                <a16:creationId xmlns:a16="http://schemas.microsoft.com/office/drawing/2014/main" id="{2E52902A-9965-4E96-B5EE-2ECE21C4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21272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7" name="Rectangle 65">
            <a:extLst>
              <a:ext uri="{FF2B5EF4-FFF2-40B4-BE49-F238E27FC236}">
                <a16:creationId xmlns:a16="http://schemas.microsoft.com/office/drawing/2014/main" id="{104C0159-8C00-42D8-819C-BA468C2AB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24082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8" name="Rectangle 66">
            <a:extLst>
              <a:ext uri="{FF2B5EF4-FFF2-40B4-BE49-F238E27FC236}">
                <a16:creationId xmlns:a16="http://schemas.microsoft.com/office/drawing/2014/main" id="{FDA411F8-FE65-4CBA-B22F-4E253AADD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2690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49" name="Rectangle 67">
            <a:extLst>
              <a:ext uri="{FF2B5EF4-FFF2-40B4-BE49-F238E27FC236}">
                <a16:creationId xmlns:a16="http://schemas.microsoft.com/office/drawing/2014/main" id="{F6FF265B-023A-49C6-9077-F68BD7EE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2690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0" name="Rectangle 68">
            <a:extLst>
              <a:ext uri="{FF2B5EF4-FFF2-40B4-BE49-F238E27FC236}">
                <a16:creationId xmlns:a16="http://schemas.microsoft.com/office/drawing/2014/main" id="{6BE9CEA7-7380-45F1-A89E-586EFA33F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29718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1" name="Rectangle 69">
            <a:extLst>
              <a:ext uri="{FF2B5EF4-FFF2-40B4-BE49-F238E27FC236}">
                <a16:creationId xmlns:a16="http://schemas.microsoft.com/office/drawing/2014/main" id="{0B4C8B0C-BB47-483E-8374-EFE962953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29718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2" name="Rectangle 70">
            <a:extLst>
              <a:ext uri="{FF2B5EF4-FFF2-40B4-BE49-F238E27FC236}">
                <a16:creationId xmlns:a16="http://schemas.microsoft.com/office/drawing/2014/main" id="{6C1EAE9D-6DFF-4D0F-9059-FB585979B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32527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3" name="Rectangle 71">
            <a:extLst>
              <a:ext uri="{FF2B5EF4-FFF2-40B4-BE49-F238E27FC236}">
                <a16:creationId xmlns:a16="http://schemas.microsoft.com/office/drawing/2014/main" id="{33C148C3-2140-4B59-A88A-185DCC977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2527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4" name="Rectangle 72">
            <a:extLst>
              <a:ext uri="{FF2B5EF4-FFF2-40B4-BE49-F238E27FC236}">
                <a16:creationId xmlns:a16="http://schemas.microsoft.com/office/drawing/2014/main" id="{ECF9D196-0C82-41B9-BFC0-9F5D4576B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35353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5" name="Rectangle 73">
            <a:extLst>
              <a:ext uri="{FF2B5EF4-FFF2-40B4-BE49-F238E27FC236}">
                <a16:creationId xmlns:a16="http://schemas.microsoft.com/office/drawing/2014/main" id="{2C1A24C7-AEE8-41AB-999C-4ABA0CBFF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35353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6" name="Rectangle 74">
            <a:extLst>
              <a:ext uri="{FF2B5EF4-FFF2-40B4-BE49-F238E27FC236}">
                <a16:creationId xmlns:a16="http://schemas.microsoft.com/office/drawing/2014/main" id="{82B9B619-59FB-4118-B10A-ECB345985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2690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7" name="Rectangle 75">
            <a:extLst>
              <a:ext uri="{FF2B5EF4-FFF2-40B4-BE49-F238E27FC236}">
                <a16:creationId xmlns:a16="http://schemas.microsoft.com/office/drawing/2014/main" id="{E0C85796-21F9-42AD-8075-4E71A4F48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29718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8" name="Rectangle 76">
            <a:extLst>
              <a:ext uri="{FF2B5EF4-FFF2-40B4-BE49-F238E27FC236}">
                <a16:creationId xmlns:a16="http://schemas.microsoft.com/office/drawing/2014/main" id="{F4506457-5355-4122-9212-CC661C5AA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32527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59" name="Rectangle 77">
            <a:extLst>
              <a:ext uri="{FF2B5EF4-FFF2-40B4-BE49-F238E27FC236}">
                <a16:creationId xmlns:a16="http://schemas.microsoft.com/office/drawing/2014/main" id="{98C68697-6DB3-4888-8CA5-B37EB765E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0" y="35353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0" name="Rectangle 78">
            <a:extLst>
              <a:ext uri="{FF2B5EF4-FFF2-40B4-BE49-F238E27FC236}">
                <a16:creationId xmlns:a16="http://schemas.microsoft.com/office/drawing/2014/main" id="{901EFE6C-30B2-444D-BEE5-D273AE783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114617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1" name="Rectangle 79">
            <a:extLst>
              <a:ext uri="{FF2B5EF4-FFF2-40B4-BE49-F238E27FC236}">
                <a16:creationId xmlns:a16="http://schemas.microsoft.com/office/drawing/2014/main" id="{59CC3E84-5B67-4BEE-AE06-F2987153A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1243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2" name="Rectangle 80">
            <a:extLst>
              <a:ext uri="{FF2B5EF4-FFF2-40B4-BE49-F238E27FC236}">
                <a16:creationId xmlns:a16="http://schemas.microsoft.com/office/drawing/2014/main" id="{10520032-2246-47AD-9C11-6DFF02558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550" y="114617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3" name="Rectangle 81">
            <a:extLst>
              <a:ext uri="{FF2B5EF4-FFF2-40B4-BE49-F238E27FC236}">
                <a16:creationId xmlns:a16="http://schemas.microsoft.com/office/drawing/2014/main" id="{B4497211-66AF-4A10-90F5-38B582696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9075" y="1243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4" name="Rectangle 82">
            <a:extLst>
              <a:ext uri="{FF2B5EF4-FFF2-40B4-BE49-F238E27FC236}">
                <a16:creationId xmlns:a16="http://schemas.microsoft.com/office/drawing/2014/main" id="{17F455E3-7331-4341-98AF-15CC35DCF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114617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5" name="Rectangle 83">
            <a:extLst>
              <a:ext uri="{FF2B5EF4-FFF2-40B4-BE49-F238E27FC236}">
                <a16:creationId xmlns:a16="http://schemas.microsoft.com/office/drawing/2014/main" id="{04AF03C5-73AA-4BF8-870A-74769FC7F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238" y="1243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6" name="Rectangle 84">
            <a:extLst>
              <a:ext uri="{FF2B5EF4-FFF2-40B4-BE49-F238E27FC236}">
                <a16:creationId xmlns:a16="http://schemas.microsoft.com/office/drawing/2014/main" id="{8CCA38E7-F241-4127-9318-29CBCD876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275" y="1146175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7" name="Rectangle 85">
            <a:extLst>
              <a:ext uri="{FF2B5EF4-FFF2-40B4-BE49-F238E27FC236}">
                <a16:creationId xmlns:a16="http://schemas.microsoft.com/office/drawing/2014/main" id="{893E1CC8-A10C-4D9B-A7C7-ED1E88F8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15636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8" name="Rectangle 86">
            <a:extLst>
              <a:ext uri="{FF2B5EF4-FFF2-40B4-BE49-F238E27FC236}">
                <a16:creationId xmlns:a16="http://schemas.microsoft.com/office/drawing/2014/main" id="{398D6B7C-E710-42F6-8072-6AC2E168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18462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69" name="Rectangle 87">
            <a:extLst>
              <a:ext uri="{FF2B5EF4-FFF2-40B4-BE49-F238E27FC236}">
                <a16:creationId xmlns:a16="http://schemas.microsoft.com/office/drawing/2014/main" id="{3FDFF532-7CBF-4F6D-8690-FBDB15E9F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12725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70" name="Rectangle 88">
            <a:extLst>
              <a:ext uri="{FF2B5EF4-FFF2-40B4-BE49-F238E27FC236}">
                <a16:creationId xmlns:a16="http://schemas.microsoft.com/office/drawing/2014/main" id="{EE7C006C-9647-4F3E-BD7E-E6A73B892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4082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71" name="Rectangle 89">
            <a:extLst>
              <a:ext uri="{FF2B5EF4-FFF2-40B4-BE49-F238E27FC236}">
                <a16:creationId xmlns:a16="http://schemas.microsoft.com/office/drawing/2014/main" id="{25698AEE-4F3B-4683-82B6-60A3FCF2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6908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72" name="Rectangle 90">
            <a:extLst>
              <a:ext uri="{FF2B5EF4-FFF2-40B4-BE49-F238E27FC236}">
                <a16:creationId xmlns:a16="http://schemas.microsoft.com/office/drawing/2014/main" id="{8E637862-33A1-4A6B-9F3A-A3CCDD05F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29718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73" name="Rectangle 91">
            <a:extLst>
              <a:ext uri="{FF2B5EF4-FFF2-40B4-BE49-F238E27FC236}">
                <a16:creationId xmlns:a16="http://schemas.microsoft.com/office/drawing/2014/main" id="{53BFAF56-1003-4F6D-91F6-4105B154C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32527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274" name="Rectangle 98">
            <a:extLst>
              <a:ext uri="{FF2B5EF4-FFF2-40B4-BE49-F238E27FC236}">
                <a16:creationId xmlns:a16="http://schemas.microsoft.com/office/drawing/2014/main" id="{EA22B6A2-133E-4E30-9073-46AB90445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353536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95276" name="Straight Connector 77">
            <a:extLst>
              <a:ext uri="{FF2B5EF4-FFF2-40B4-BE49-F238E27FC236}">
                <a16:creationId xmlns:a16="http://schemas.microsoft.com/office/drawing/2014/main" id="{4EE1F083-7451-4B34-BBFE-AFC40EDC4B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68613" y="103505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77" name="Straight Connector 78">
            <a:extLst>
              <a:ext uri="{FF2B5EF4-FFF2-40B4-BE49-F238E27FC236}">
                <a16:creationId xmlns:a16="http://schemas.microsoft.com/office/drawing/2014/main" id="{A4B80F05-65E9-42A8-A3D3-D9BE16E4F7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09775" y="2667000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78" name="Straight Connector 79">
            <a:extLst>
              <a:ext uri="{FF2B5EF4-FFF2-40B4-BE49-F238E27FC236}">
                <a16:creationId xmlns:a16="http://schemas.microsoft.com/office/drawing/2014/main" id="{D856D0EC-AF75-492B-9636-F628BA6904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1200" y="324008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79" name="Straight Connector 80">
            <a:extLst>
              <a:ext uri="{FF2B5EF4-FFF2-40B4-BE49-F238E27FC236}">
                <a16:creationId xmlns:a16="http://schemas.microsoft.com/office/drawing/2014/main" id="{823ADCA7-707A-44E9-BC32-3391C0646C6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41525" y="208438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Line 35">
            <a:extLst>
              <a:ext uri="{FF2B5EF4-FFF2-40B4-BE49-F238E27FC236}">
                <a16:creationId xmlns:a16="http://schemas.microsoft.com/office/drawing/2014/main" id="{44AC529F-C565-4D31-B5EE-4D135AEB87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9788" y="1598612"/>
            <a:ext cx="12414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" name="Line 36">
            <a:extLst>
              <a:ext uri="{FF2B5EF4-FFF2-40B4-BE49-F238E27FC236}">
                <a16:creationId xmlns:a16="http://schemas.microsoft.com/office/drawing/2014/main" id="{0289FA37-1ECA-4442-8B60-8A2A60E8D6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00675" y="1219200"/>
            <a:ext cx="22521" cy="1806376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" name="Rectangle 45">
            <a:extLst>
              <a:ext uri="{FF2B5EF4-FFF2-40B4-BE49-F238E27FC236}">
                <a16:creationId xmlns:a16="http://schemas.microsoft.com/office/drawing/2014/main" id="{B8E90EAF-FAAC-4949-8DE6-B5267CD53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1216223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6DFB866-0EE8-4C95-9186-85106686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925" y="1143000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Rectangle 47">
            <a:extLst>
              <a:ext uri="{FF2B5EF4-FFF2-40B4-BE49-F238E27FC236}">
                <a16:creationId xmlns:a16="http://schemas.microsoft.com/office/drawing/2014/main" id="{44A152A4-FF0C-4920-A48D-A3E5A61BB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450" y="1285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" name="Rectangle 49">
            <a:extLst>
              <a:ext uri="{FF2B5EF4-FFF2-40B4-BE49-F238E27FC236}">
                <a16:creationId xmlns:a16="http://schemas.microsoft.com/office/drawing/2014/main" id="{395377A5-6F94-410B-AE90-0B78BA4BA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1143000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" name="Rectangle 50">
            <a:extLst>
              <a:ext uri="{FF2B5EF4-FFF2-40B4-BE49-F238E27FC236}">
                <a16:creationId xmlns:a16="http://schemas.microsoft.com/office/drawing/2014/main" id="{75C5D3A1-7468-4D55-B9E4-FF46EF0E7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0" y="1285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FFC3C4F-BC1D-475D-A418-4AB621D22AAE}"/>
              </a:ext>
            </a:extLst>
          </p:cNvPr>
          <p:cNvGrpSpPr/>
          <p:nvPr/>
        </p:nvGrpSpPr>
        <p:grpSpPr>
          <a:xfrm>
            <a:off x="7188200" y="1106290"/>
            <a:ext cx="1590672" cy="1995486"/>
            <a:chOff x="6100763" y="2571750"/>
            <a:chExt cx="1214437" cy="1670050"/>
          </a:xfrm>
        </p:grpSpPr>
        <p:sp>
          <p:nvSpPr>
            <p:cNvPr id="71" name="Line 4">
              <a:extLst>
                <a:ext uri="{FF2B5EF4-FFF2-40B4-BE49-F238E27FC236}">
                  <a16:creationId xmlns:a16="http://schemas.microsoft.com/office/drawing/2014/main" id="{5E2BC14D-2260-4FF2-9B6B-AF9A9945C7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255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" name="Line 5">
              <a:extLst>
                <a:ext uri="{FF2B5EF4-FFF2-40B4-BE49-F238E27FC236}">
                  <a16:creationId xmlns:a16="http://schemas.microsoft.com/office/drawing/2014/main" id="{1173D0AE-B710-432F-A773-57C23F38CD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509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3" name="Line 6">
              <a:extLst>
                <a:ext uri="{FF2B5EF4-FFF2-40B4-BE49-F238E27FC236}">
                  <a16:creationId xmlns:a16="http://schemas.microsoft.com/office/drawing/2014/main" id="{B04D93F3-00AE-41AC-BFF1-BE2C6A4B58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834188" y="3635375"/>
              <a:ext cx="25241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" name="Freeform 7">
              <a:extLst>
                <a:ext uri="{FF2B5EF4-FFF2-40B4-BE49-F238E27FC236}">
                  <a16:creationId xmlns:a16="http://schemas.microsoft.com/office/drawing/2014/main" id="{587E99E6-26AB-4B34-960A-59B24CBFF3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43650" y="3027363"/>
              <a:ext cx="482600" cy="1214437"/>
            </a:xfrm>
            <a:custGeom>
              <a:avLst/>
              <a:gdLst>
                <a:gd name="T0" fmla="*/ 2147483646 w 456"/>
                <a:gd name="T1" fmla="*/ 2147483646 h 1152"/>
                <a:gd name="T2" fmla="*/ 2147483646 w 456"/>
                <a:gd name="T3" fmla="*/ 2147483646 h 1152"/>
                <a:gd name="T4" fmla="*/ 0 w 456"/>
                <a:gd name="T5" fmla="*/ 0 h 1152"/>
                <a:gd name="T6" fmla="*/ 0 w 456"/>
                <a:gd name="T7" fmla="*/ 2147483646 h 1152"/>
                <a:gd name="T8" fmla="*/ 2147483646 w 456"/>
                <a:gd name="T9" fmla="*/ 214748364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6"/>
                <a:gd name="T16" fmla="*/ 0 h 1152"/>
                <a:gd name="T17" fmla="*/ 456 w 4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6" h="1152">
                  <a:moveTo>
                    <a:pt x="456" y="936"/>
                  </a:moveTo>
                  <a:lnTo>
                    <a:pt x="456" y="240"/>
                  </a:lnTo>
                  <a:lnTo>
                    <a:pt x="0" y="0"/>
                  </a:lnTo>
                  <a:lnTo>
                    <a:pt x="0" y="1152"/>
                  </a:lnTo>
                  <a:lnTo>
                    <a:pt x="456" y="936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" name="Rectangle 10">
              <a:extLst>
                <a:ext uri="{FF2B5EF4-FFF2-40B4-BE49-F238E27FC236}">
                  <a16:creationId xmlns:a16="http://schemas.microsoft.com/office/drawing/2014/main" id="{87112939-94FC-4F62-AC1C-A425B95E2E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21538" y="3522663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EA8B29D5-5F64-4DD0-9B55-C0348377D2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2849563"/>
              <a:ext cx="352425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D289FC05-6ADE-46F8-9269-90EA97BDCE6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00763" y="2571750"/>
              <a:ext cx="555625" cy="633413"/>
            </a:xfrm>
            <a:custGeom>
              <a:avLst/>
              <a:gdLst>
                <a:gd name="T0" fmla="*/ 0 w 528"/>
                <a:gd name="T1" fmla="*/ 0 h 600"/>
                <a:gd name="T2" fmla="*/ 2147483646 w 528"/>
                <a:gd name="T3" fmla="*/ 0 h 600"/>
                <a:gd name="T4" fmla="*/ 2147483646 w 528"/>
                <a:gd name="T5" fmla="*/ 2147483646 h 600"/>
                <a:gd name="T6" fmla="*/ 0 60000 65536"/>
                <a:gd name="T7" fmla="*/ 0 60000 65536"/>
                <a:gd name="T8" fmla="*/ 0 60000 65536"/>
                <a:gd name="T9" fmla="*/ 0 w 528"/>
                <a:gd name="T10" fmla="*/ 0 h 600"/>
                <a:gd name="T11" fmla="*/ 528 w 528"/>
                <a:gd name="T12" fmla="*/ 600 h 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00">
                  <a:moveTo>
                    <a:pt x="0" y="0"/>
                  </a:moveTo>
                  <a:lnTo>
                    <a:pt x="528" y="0"/>
                  </a:lnTo>
                  <a:lnTo>
                    <a:pt x="528" y="6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Line 20">
              <a:extLst>
                <a:ext uri="{FF2B5EF4-FFF2-40B4-BE49-F238E27FC236}">
                  <a16:creationId xmlns:a16="http://schemas.microsoft.com/office/drawing/2014/main" id="{26465274-36E3-48B5-A6D7-78CD0B431E3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760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Line 21">
              <a:extLst>
                <a:ext uri="{FF2B5EF4-FFF2-40B4-BE49-F238E27FC236}">
                  <a16:creationId xmlns:a16="http://schemas.microsoft.com/office/drawing/2014/main" id="{5443E3D5-E732-4A39-925F-0C312C58799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4014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Line 101">
              <a:extLst>
                <a:ext uri="{FF2B5EF4-FFF2-40B4-BE49-F238E27FC236}">
                  <a16:creationId xmlns:a16="http://schemas.microsoft.com/office/drawing/2014/main" id="{3D3F4940-1905-4B3B-8F03-E04CBAFC0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838" y="2846388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9" name="Title 1">
            <a:extLst>
              <a:ext uri="{FF2B5EF4-FFF2-40B4-BE49-F238E27FC236}">
                <a16:creationId xmlns:a16="http://schemas.microsoft.com/office/drawing/2014/main" id="{1CBCD0E2-077A-4E92-A907-4225E84F3FA2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Implement f using only a minimal number of 4-to-1 MUX and no other gates (NOT gates are not allowed, either).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572BDE-72E9-4A9D-9BC1-489198393F5C}"/>
              </a:ext>
            </a:extLst>
          </p:cNvPr>
          <p:cNvGrpSpPr/>
          <p:nvPr/>
        </p:nvGrpSpPr>
        <p:grpSpPr>
          <a:xfrm>
            <a:off x="7566311" y="1926164"/>
            <a:ext cx="172080" cy="56160"/>
            <a:chOff x="7566311" y="1926164"/>
            <a:chExt cx="172080" cy="5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4A0BEDA-D87E-4AB4-BFC8-76132D8B9F73}"/>
                    </a:ext>
                  </a:extLst>
                </p14:cNvPr>
                <p14:cNvContentPartPr/>
                <p14:nvPr/>
              </p14:nvContentPartPr>
              <p14:xfrm>
                <a:off x="7566311" y="1930124"/>
                <a:ext cx="61560" cy="5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4A0BEDA-D87E-4AB4-BFC8-76132D8B9F7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57671" y="1921484"/>
                  <a:ext cx="79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7290F7-394E-45E7-8DBB-9ED5B0EDA67E}"/>
                    </a:ext>
                  </a:extLst>
                </p14:cNvPr>
                <p14:cNvContentPartPr/>
                <p14:nvPr/>
              </p14:nvContentPartPr>
              <p14:xfrm>
                <a:off x="7674671" y="1926164"/>
                <a:ext cx="63720" cy="54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7290F7-394E-45E7-8DBB-9ED5B0EDA6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65671" y="1917164"/>
                  <a:ext cx="8136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C505A2-26D0-4169-BA3C-D44049D3FF0D}"/>
              </a:ext>
            </a:extLst>
          </p:cNvPr>
          <p:cNvGrpSpPr/>
          <p:nvPr/>
        </p:nvGrpSpPr>
        <p:grpSpPr>
          <a:xfrm>
            <a:off x="7577471" y="2183924"/>
            <a:ext cx="146520" cy="151920"/>
            <a:chOff x="7577471" y="2183924"/>
            <a:chExt cx="14652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97B8EFB-9C44-425F-9211-1EEA48DBC5D4}"/>
                    </a:ext>
                  </a:extLst>
                </p14:cNvPr>
                <p14:cNvContentPartPr/>
                <p14:nvPr/>
              </p14:nvContentPartPr>
              <p14:xfrm>
                <a:off x="7577471" y="2201204"/>
                <a:ext cx="65520" cy="69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97B8EFB-9C44-425F-9211-1EEA48DBC5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68471" y="2192564"/>
                  <a:ext cx="83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CC6F30-E08F-42A8-9F49-030E9AF09737}"/>
                    </a:ext>
                  </a:extLst>
                </p14:cNvPr>
                <p14:cNvContentPartPr/>
                <p14:nvPr/>
              </p14:nvContentPartPr>
              <p14:xfrm>
                <a:off x="7711751" y="2183924"/>
                <a:ext cx="12240" cy="15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CC6F30-E08F-42A8-9F49-030E9AF0973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02751" y="2174924"/>
                  <a:ext cx="2988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E75E20-8923-4A8A-B3F7-930CCC5AD013}"/>
              </a:ext>
            </a:extLst>
          </p:cNvPr>
          <p:cNvGrpSpPr/>
          <p:nvPr/>
        </p:nvGrpSpPr>
        <p:grpSpPr>
          <a:xfrm>
            <a:off x="7597991" y="2498564"/>
            <a:ext cx="145440" cy="136800"/>
            <a:chOff x="7597991" y="2498564"/>
            <a:chExt cx="14544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B8230F-1C87-40CF-9A0F-0CDA56C2A6B1}"/>
                    </a:ext>
                  </a:extLst>
                </p14:cNvPr>
                <p14:cNvContentPartPr/>
                <p14:nvPr/>
              </p14:nvContentPartPr>
              <p14:xfrm>
                <a:off x="7597991" y="2498564"/>
                <a:ext cx="10440" cy="136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B8230F-1C87-40CF-9A0F-0CDA56C2A6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88991" y="2489924"/>
                  <a:ext cx="28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7B3FCF-B336-4D78-9262-1A159D8BAF3D}"/>
                    </a:ext>
                  </a:extLst>
                </p14:cNvPr>
                <p14:cNvContentPartPr/>
                <p14:nvPr/>
              </p14:nvContentPartPr>
              <p14:xfrm>
                <a:off x="7665671" y="2525564"/>
                <a:ext cx="77760" cy="70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7B3FCF-B336-4D78-9262-1A159D8BAF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6671" y="2516924"/>
                  <a:ext cx="954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D4BF36-7D5D-41EE-889B-2C581F55807E}"/>
              </a:ext>
            </a:extLst>
          </p:cNvPr>
          <p:cNvGrpSpPr/>
          <p:nvPr/>
        </p:nvGrpSpPr>
        <p:grpSpPr>
          <a:xfrm>
            <a:off x="7612031" y="2796284"/>
            <a:ext cx="102960" cy="134640"/>
            <a:chOff x="7612031" y="2796284"/>
            <a:chExt cx="10296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E25CA9-D772-4E0E-BEB3-A94ED30165DC}"/>
                    </a:ext>
                  </a:extLst>
                </p14:cNvPr>
                <p14:cNvContentPartPr/>
                <p14:nvPr/>
              </p14:nvContentPartPr>
              <p14:xfrm>
                <a:off x="7612031" y="2796284"/>
                <a:ext cx="18720" cy="118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E25CA9-D772-4E0E-BEB3-A94ED30165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03391" y="2787284"/>
                  <a:ext cx="36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84AF19-98A1-4173-8F76-60B4E8DFCAC0}"/>
                    </a:ext>
                  </a:extLst>
                </p14:cNvPr>
                <p14:cNvContentPartPr/>
                <p14:nvPr/>
              </p14:nvContentPartPr>
              <p14:xfrm>
                <a:off x="7687271" y="2804564"/>
                <a:ext cx="27720" cy="12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84AF19-98A1-4173-8F76-60B4E8DFCAC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78271" y="2795564"/>
                  <a:ext cx="45360" cy="144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extBox 125">
            <a:extLst>
              <a:ext uri="{FF2B5EF4-FFF2-40B4-BE49-F238E27FC236}">
                <a16:creationId xmlns:a16="http://schemas.microsoft.com/office/drawing/2014/main" id="{B07B6FA5-35DA-4915-B9B5-82D2F732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4.7 from the textbook ]</a:t>
            </a:r>
          </a:p>
        </p:txBody>
      </p:sp>
      <p:sp>
        <p:nvSpPr>
          <p:cNvPr id="96258" name="Rectangle 7">
            <a:extLst>
              <a:ext uri="{FF2B5EF4-FFF2-40B4-BE49-F238E27FC236}">
                <a16:creationId xmlns:a16="http://schemas.microsoft.com/office/drawing/2014/main" id="{62E274C2-572F-4B0D-ACD6-A0F32FDF8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2" y="196056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59" name="Rectangle 8">
            <a:extLst>
              <a:ext uri="{FF2B5EF4-FFF2-40B4-BE49-F238E27FC236}">
                <a16:creationId xmlns:a16="http://schemas.microsoft.com/office/drawing/2014/main" id="{3DC70099-8C2D-449C-A0A4-D13F06FDC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20574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0" name="Rectangle 9">
            <a:extLst>
              <a:ext uri="{FF2B5EF4-FFF2-40B4-BE49-F238E27FC236}">
                <a16:creationId xmlns:a16="http://schemas.microsoft.com/office/drawing/2014/main" id="{8F788052-8E01-4514-98CE-243380131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2" y="169227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1" name="Rectangle 15">
            <a:extLst>
              <a:ext uri="{FF2B5EF4-FFF2-40B4-BE49-F238E27FC236}">
                <a16:creationId xmlns:a16="http://schemas.microsoft.com/office/drawing/2014/main" id="{63BB3A28-E982-483A-A062-F96FB0558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0" y="178911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2" name="Freeform 27">
            <a:extLst>
              <a:ext uri="{FF2B5EF4-FFF2-40B4-BE49-F238E27FC236}">
                <a16:creationId xmlns:a16="http://schemas.microsoft.com/office/drawing/2014/main" id="{BD1A5D2F-174E-4272-B8A0-ECC99D6DB2F0}"/>
              </a:ext>
            </a:extLst>
          </p:cNvPr>
          <p:cNvSpPr>
            <a:spLocks/>
          </p:cNvSpPr>
          <p:nvPr/>
        </p:nvSpPr>
        <p:spPr bwMode="auto">
          <a:xfrm>
            <a:off x="4497387" y="1584325"/>
            <a:ext cx="128588" cy="42863"/>
          </a:xfrm>
          <a:custGeom>
            <a:avLst/>
            <a:gdLst>
              <a:gd name="T0" fmla="*/ 0 w 81"/>
              <a:gd name="T1" fmla="*/ 2147483646 h 27"/>
              <a:gd name="T2" fmla="*/ 2147483646 w 81"/>
              <a:gd name="T3" fmla="*/ 2147483646 h 27"/>
              <a:gd name="T4" fmla="*/ 0 w 81"/>
              <a:gd name="T5" fmla="*/ 0 h 27"/>
              <a:gd name="T6" fmla="*/ 0 w 81"/>
              <a:gd name="T7" fmla="*/ 2147483646 h 27"/>
              <a:gd name="T8" fmla="*/ 0 w 81"/>
              <a:gd name="T9" fmla="*/ 2147483646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27"/>
              <a:gd name="T17" fmla="*/ 81 w 8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27">
                <a:moveTo>
                  <a:pt x="0" y="27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27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3" name="Line 28">
            <a:extLst>
              <a:ext uri="{FF2B5EF4-FFF2-40B4-BE49-F238E27FC236}">
                <a16:creationId xmlns:a16="http://schemas.microsoft.com/office/drawing/2014/main" id="{996DE771-1A32-41A5-BADC-F4879F7821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5862" y="1606550"/>
            <a:ext cx="749300" cy="1588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4" name="Freeform 29">
            <a:extLst>
              <a:ext uri="{FF2B5EF4-FFF2-40B4-BE49-F238E27FC236}">
                <a16:creationId xmlns:a16="http://schemas.microsoft.com/office/drawing/2014/main" id="{2703DE29-78B3-4DC1-9E90-1197A50BD506}"/>
              </a:ext>
            </a:extLst>
          </p:cNvPr>
          <p:cNvSpPr>
            <a:spLocks/>
          </p:cNvSpPr>
          <p:nvPr/>
        </p:nvSpPr>
        <p:spPr bwMode="auto">
          <a:xfrm>
            <a:off x="3613150" y="1416050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1"/>
                  <a:pt x="100" y="181"/>
                </a:cubicBezTo>
                <a:cubicBezTo>
                  <a:pt x="0" y="181"/>
                  <a:pt x="125" y="362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5" name="Freeform 30">
            <a:extLst>
              <a:ext uri="{FF2B5EF4-FFF2-40B4-BE49-F238E27FC236}">
                <a16:creationId xmlns:a16="http://schemas.microsoft.com/office/drawing/2014/main" id="{05C1B8F2-46E0-4A49-A002-A248F6B536F7}"/>
              </a:ext>
            </a:extLst>
          </p:cNvPr>
          <p:cNvSpPr>
            <a:spLocks/>
          </p:cNvSpPr>
          <p:nvPr/>
        </p:nvSpPr>
        <p:spPr bwMode="auto">
          <a:xfrm>
            <a:off x="4497387" y="1841500"/>
            <a:ext cx="128588" cy="42863"/>
          </a:xfrm>
          <a:custGeom>
            <a:avLst/>
            <a:gdLst>
              <a:gd name="T0" fmla="*/ 0 w 81"/>
              <a:gd name="T1" fmla="*/ 2147483646 h 27"/>
              <a:gd name="T2" fmla="*/ 2147483646 w 81"/>
              <a:gd name="T3" fmla="*/ 2147483646 h 27"/>
              <a:gd name="T4" fmla="*/ 0 w 81"/>
              <a:gd name="T5" fmla="*/ 0 h 27"/>
              <a:gd name="T6" fmla="*/ 0 w 81"/>
              <a:gd name="T7" fmla="*/ 2147483646 h 27"/>
              <a:gd name="T8" fmla="*/ 0 w 81"/>
              <a:gd name="T9" fmla="*/ 2147483646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27"/>
              <a:gd name="T17" fmla="*/ 81 w 8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27">
                <a:moveTo>
                  <a:pt x="0" y="27"/>
                </a:moveTo>
                <a:lnTo>
                  <a:pt x="81" y="13"/>
                </a:lnTo>
                <a:lnTo>
                  <a:pt x="0" y="0"/>
                </a:lnTo>
                <a:lnTo>
                  <a:pt x="0" y="13"/>
                </a:lnTo>
                <a:lnTo>
                  <a:pt x="0" y="27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6" name="Freeform 31">
            <a:extLst>
              <a:ext uri="{FF2B5EF4-FFF2-40B4-BE49-F238E27FC236}">
                <a16:creationId xmlns:a16="http://schemas.microsoft.com/office/drawing/2014/main" id="{F88C5C57-B3D8-4DB5-BB4A-31971D864BAD}"/>
              </a:ext>
            </a:extLst>
          </p:cNvPr>
          <p:cNvSpPr>
            <a:spLocks/>
          </p:cNvSpPr>
          <p:nvPr/>
        </p:nvSpPr>
        <p:spPr bwMode="auto">
          <a:xfrm>
            <a:off x="3725862" y="1862138"/>
            <a:ext cx="749300" cy="300037"/>
          </a:xfrm>
          <a:custGeom>
            <a:avLst/>
            <a:gdLst>
              <a:gd name="T0" fmla="*/ 2147483646 w 472"/>
              <a:gd name="T1" fmla="*/ 0 h 189"/>
              <a:gd name="T2" fmla="*/ 2147483646 w 472"/>
              <a:gd name="T3" fmla="*/ 0 h 189"/>
              <a:gd name="T4" fmla="*/ 2147483646 w 472"/>
              <a:gd name="T5" fmla="*/ 2147483646 h 189"/>
              <a:gd name="T6" fmla="*/ 0 w 472"/>
              <a:gd name="T7" fmla="*/ 2147483646 h 189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189"/>
              <a:gd name="T14" fmla="*/ 472 w 472"/>
              <a:gd name="T15" fmla="*/ 189 h 1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189">
                <a:moveTo>
                  <a:pt x="472" y="0"/>
                </a:moveTo>
                <a:lnTo>
                  <a:pt x="135" y="0"/>
                </a:lnTo>
                <a:lnTo>
                  <a:pt x="135" y="189"/>
                </a:lnTo>
                <a:lnTo>
                  <a:pt x="0" y="189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7" name="Freeform 32">
            <a:extLst>
              <a:ext uri="{FF2B5EF4-FFF2-40B4-BE49-F238E27FC236}">
                <a16:creationId xmlns:a16="http://schemas.microsoft.com/office/drawing/2014/main" id="{C582CC3A-D6B8-4113-BF7A-1FA0DBBEA967}"/>
              </a:ext>
            </a:extLst>
          </p:cNvPr>
          <p:cNvSpPr>
            <a:spLocks/>
          </p:cNvSpPr>
          <p:nvPr/>
        </p:nvSpPr>
        <p:spPr bwMode="auto">
          <a:xfrm>
            <a:off x="3613150" y="1973263"/>
            <a:ext cx="133350" cy="388937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2"/>
                  <a:pt x="100" y="182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8" name="Line 35">
            <a:extLst>
              <a:ext uri="{FF2B5EF4-FFF2-40B4-BE49-F238E27FC236}">
                <a16:creationId xmlns:a16="http://schemas.microsoft.com/office/drawing/2014/main" id="{83B49D46-CAB9-4624-A971-F9729D4B73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5975" y="1412875"/>
            <a:ext cx="12414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69" name="Line 36">
            <a:extLst>
              <a:ext uri="{FF2B5EF4-FFF2-40B4-BE49-F238E27FC236}">
                <a16:creationId xmlns:a16="http://schemas.microsoft.com/office/drawing/2014/main" id="{8C39688C-D4D7-4931-B520-28F4C4FD0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5" y="1092200"/>
            <a:ext cx="1587" cy="14763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0" name="Rectangle 37">
            <a:extLst>
              <a:ext uri="{FF2B5EF4-FFF2-40B4-BE49-F238E27FC236}">
                <a16:creationId xmlns:a16="http://schemas.microsoft.com/office/drawing/2014/main" id="{218B2068-C931-4B41-BAE1-4A84367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75" y="14922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1" name="Rectangle 38">
            <a:extLst>
              <a:ext uri="{FF2B5EF4-FFF2-40B4-BE49-F238E27FC236}">
                <a16:creationId xmlns:a16="http://schemas.microsoft.com/office/drawing/2014/main" id="{4627FD81-E135-41CF-8DFF-EDB26E09B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15176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2" name="Rectangle 39">
            <a:extLst>
              <a:ext uri="{FF2B5EF4-FFF2-40B4-BE49-F238E27FC236}">
                <a16:creationId xmlns:a16="http://schemas.microsoft.com/office/drawing/2014/main" id="{7CDA02E5-AE81-4AEB-A58D-5697650D5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1774825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3" name="Rectangle 40">
            <a:extLst>
              <a:ext uri="{FF2B5EF4-FFF2-40B4-BE49-F238E27FC236}">
                <a16:creationId xmlns:a16="http://schemas.microsoft.com/office/drawing/2014/main" id="{2FACE028-0EA9-4A35-B472-6E14B61CE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2032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4" name="Rectangle 41">
            <a:extLst>
              <a:ext uri="{FF2B5EF4-FFF2-40B4-BE49-F238E27FC236}">
                <a16:creationId xmlns:a16="http://schemas.microsoft.com/office/drawing/2014/main" id="{626FDFD5-4982-4601-B124-0C8B2A54E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22875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5" name="Rectangle 42">
            <a:extLst>
              <a:ext uri="{FF2B5EF4-FFF2-40B4-BE49-F238E27FC236}">
                <a16:creationId xmlns:a16="http://schemas.microsoft.com/office/drawing/2014/main" id="{E4A74479-C08E-4913-AB20-0C06EB7C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2" y="1774825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6" name="Rectangle 43">
            <a:extLst>
              <a:ext uri="{FF2B5EF4-FFF2-40B4-BE49-F238E27FC236}">
                <a16:creationId xmlns:a16="http://schemas.microsoft.com/office/drawing/2014/main" id="{AA590A3F-714E-4799-949D-C66944EE3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2" y="2032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7" name="Rectangle 44">
            <a:extLst>
              <a:ext uri="{FF2B5EF4-FFF2-40B4-BE49-F238E27FC236}">
                <a16:creationId xmlns:a16="http://schemas.microsoft.com/office/drawing/2014/main" id="{92F33A2C-3B95-4EAA-A5F0-485C92EF8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2" y="22875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8" name="Rectangle 45">
            <a:extLst>
              <a:ext uri="{FF2B5EF4-FFF2-40B4-BE49-F238E27FC236}">
                <a16:creationId xmlns:a16="http://schemas.microsoft.com/office/drawing/2014/main" id="{A11A2121-B3B6-4D7D-B4B9-2C621A3F0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1090613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79" name="Rectangle 46">
            <a:extLst>
              <a:ext uri="{FF2B5EF4-FFF2-40B4-BE49-F238E27FC236}">
                <a16:creationId xmlns:a16="http://schemas.microsoft.com/office/drawing/2014/main" id="{9D15BF14-FC56-4702-8391-CBC241481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2" y="109061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0" name="Rectangle 47">
            <a:extLst>
              <a:ext uri="{FF2B5EF4-FFF2-40B4-BE49-F238E27FC236}">
                <a16:creationId xmlns:a16="http://schemas.microsoft.com/office/drawing/2014/main" id="{C3385B05-0BED-4667-9F48-04A7CA398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7" y="11874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1" name="Rectangle 48">
            <a:extLst>
              <a:ext uri="{FF2B5EF4-FFF2-40B4-BE49-F238E27FC236}">
                <a16:creationId xmlns:a16="http://schemas.microsoft.com/office/drawing/2014/main" id="{B1BF61C4-1D7C-4705-A7A6-9B476EA57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2" y="15176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2" name="Rectangle 49">
            <a:extLst>
              <a:ext uri="{FF2B5EF4-FFF2-40B4-BE49-F238E27FC236}">
                <a16:creationId xmlns:a16="http://schemas.microsoft.com/office/drawing/2014/main" id="{15BA4388-C7B5-4F14-BB15-705410E94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912" y="109061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3" name="Rectangle 50">
            <a:extLst>
              <a:ext uri="{FF2B5EF4-FFF2-40B4-BE49-F238E27FC236}">
                <a16:creationId xmlns:a16="http://schemas.microsoft.com/office/drawing/2014/main" id="{E0A28D5B-9CB1-4457-8A05-2E85B7C8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437" y="11874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4" name="Line 51">
            <a:extLst>
              <a:ext uri="{FF2B5EF4-FFF2-40B4-BE49-F238E27FC236}">
                <a16:creationId xmlns:a16="http://schemas.microsoft.com/office/drawing/2014/main" id="{B75C9F6D-9A7C-49F3-9F9B-B5080CBBE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0125" y="1263650"/>
            <a:ext cx="1370012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5" name="Line 52">
            <a:extLst>
              <a:ext uri="{FF2B5EF4-FFF2-40B4-BE49-F238E27FC236}">
                <a16:creationId xmlns:a16="http://schemas.microsoft.com/office/drawing/2014/main" id="{9EF03E57-55FA-44B5-9F6D-782035D43F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965200"/>
            <a:ext cx="1587" cy="28003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6" name="Rectangle 53">
            <a:extLst>
              <a:ext uri="{FF2B5EF4-FFF2-40B4-BE49-F238E27FC236}">
                <a16:creationId xmlns:a16="http://schemas.microsoft.com/office/drawing/2014/main" id="{3BBAB71A-239C-48F8-B00B-49F783D53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75" y="22606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7" name="Rectangle 54">
            <a:extLst>
              <a:ext uri="{FF2B5EF4-FFF2-40B4-BE49-F238E27FC236}">
                <a16:creationId xmlns:a16="http://schemas.microsoft.com/office/drawing/2014/main" id="{BDE1117F-70DD-4318-BFEE-18ABB6F38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3668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8" name="Rectangle 55">
            <a:extLst>
              <a:ext uri="{FF2B5EF4-FFF2-40B4-BE49-F238E27FC236}">
                <a16:creationId xmlns:a16="http://schemas.microsoft.com/office/drawing/2014/main" id="{0D0D4A6C-4105-4786-96EF-207B8AEE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3668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89" name="Rectangle 56">
            <a:extLst>
              <a:ext uri="{FF2B5EF4-FFF2-40B4-BE49-F238E27FC236}">
                <a16:creationId xmlns:a16="http://schemas.microsoft.com/office/drawing/2014/main" id="{56061A2A-F892-4263-B6D9-1BA7576A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6494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0" name="Rectangle 57">
            <a:extLst>
              <a:ext uri="{FF2B5EF4-FFF2-40B4-BE49-F238E27FC236}">
                <a16:creationId xmlns:a16="http://schemas.microsoft.com/office/drawing/2014/main" id="{6D332355-1426-48EB-B0DF-7632F42FB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6494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1" name="Rectangle 58">
            <a:extLst>
              <a:ext uri="{FF2B5EF4-FFF2-40B4-BE49-F238E27FC236}">
                <a16:creationId xmlns:a16="http://schemas.microsoft.com/office/drawing/2014/main" id="{AD5A119A-41E0-4884-8E6C-113708AC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19304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2" name="Rectangle 59">
            <a:extLst>
              <a:ext uri="{FF2B5EF4-FFF2-40B4-BE49-F238E27FC236}">
                <a16:creationId xmlns:a16="http://schemas.microsoft.com/office/drawing/2014/main" id="{11E5AF61-2C0B-4D54-A753-5B753CA48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19304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3" name="Rectangle 60">
            <a:extLst>
              <a:ext uri="{FF2B5EF4-FFF2-40B4-BE49-F238E27FC236}">
                <a16:creationId xmlns:a16="http://schemas.microsoft.com/office/drawing/2014/main" id="{07A92440-9C8D-4DAE-BE3A-B77F819BE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2113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4" name="Rectangle 61">
            <a:extLst>
              <a:ext uri="{FF2B5EF4-FFF2-40B4-BE49-F238E27FC236}">
                <a16:creationId xmlns:a16="http://schemas.microsoft.com/office/drawing/2014/main" id="{FB475F3E-B38D-4BAD-B531-412D6AD2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2113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5" name="Rectangle 62">
            <a:extLst>
              <a:ext uri="{FF2B5EF4-FFF2-40B4-BE49-F238E27FC236}">
                <a16:creationId xmlns:a16="http://schemas.microsoft.com/office/drawing/2014/main" id="{2324F826-766B-4836-AE69-5C253DF02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13668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6" name="Rectangle 63">
            <a:extLst>
              <a:ext uri="{FF2B5EF4-FFF2-40B4-BE49-F238E27FC236}">
                <a16:creationId xmlns:a16="http://schemas.microsoft.com/office/drawing/2014/main" id="{77C22C9E-1839-495E-A7D6-357AE48B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16494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7" name="Rectangle 64">
            <a:extLst>
              <a:ext uri="{FF2B5EF4-FFF2-40B4-BE49-F238E27FC236}">
                <a16:creationId xmlns:a16="http://schemas.microsoft.com/office/drawing/2014/main" id="{C8C88198-E424-4F51-9169-26E51CD3D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19304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8" name="Rectangle 65">
            <a:extLst>
              <a:ext uri="{FF2B5EF4-FFF2-40B4-BE49-F238E27FC236}">
                <a16:creationId xmlns:a16="http://schemas.microsoft.com/office/drawing/2014/main" id="{7D1F1DC3-52CD-4E3A-85B2-A41E50B58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22113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299" name="Rectangle 66">
            <a:extLst>
              <a:ext uri="{FF2B5EF4-FFF2-40B4-BE49-F238E27FC236}">
                <a16:creationId xmlns:a16="http://schemas.microsoft.com/office/drawing/2014/main" id="{AD397B14-4E2F-4092-AEF4-2C8B7621C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4939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0" name="Rectangle 67">
            <a:extLst>
              <a:ext uri="{FF2B5EF4-FFF2-40B4-BE49-F238E27FC236}">
                <a16:creationId xmlns:a16="http://schemas.microsoft.com/office/drawing/2014/main" id="{7AF6300D-EFEE-436B-8A61-5061FC28A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4939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1" name="Rectangle 68">
            <a:extLst>
              <a:ext uri="{FF2B5EF4-FFF2-40B4-BE49-F238E27FC236}">
                <a16:creationId xmlns:a16="http://schemas.microsoft.com/office/drawing/2014/main" id="{000232F3-EAA4-480D-835D-CAEEFB142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7749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2" name="Rectangle 69">
            <a:extLst>
              <a:ext uri="{FF2B5EF4-FFF2-40B4-BE49-F238E27FC236}">
                <a16:creationId xmlns:a16="http://schemas.microsoft.com/office/drawing/2014/main" id="{9226C611-8B67-4AC4-AD6D-1A4219CC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7749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3" name="Rectangle 70">
            <a:extLst>
              <a:ext uri="{FF2B5EF4-FFF2-40B4-BE49-F238E27FC236}">
                <a16:creationId xmlns:a16="http://schemas.microsoft.com/office/drawing/2014/main" id="{CE8C8849-F6AC-4966-9D18-7655F2A3C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0559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4" name="Rectangle 71">
            <a:extLst>
              <a:ext uri="{FF2B5EF4-FFF2-40B4-BE49-F238E27FC236}">
                <a16:creationId xmlns:a16="http://schemas.microsoft.com/office/drawing/2014/main" id="{580BD007-EE9E-4915-89EB-CACD3113F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30559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5" name="Rectangle 72">
            <a:extLst>
              <a:ext uri="{FF2B5EF4-FFF2-40B4-BE49-F238E27FC236}">
                <a16:creationId xmlns:a16="http://schemas.microsoft.com/office/drawing/2014/main" id="{22A9CD65-78E6-4E81-9816-936AEFC7D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3385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6" name="Rectangle 73">
            <a:extLst>
              <a:ext uri="{FF2B5EF4-FFF2-40B4-BE49-F238E27FC236}">
                <a16:creationId xmlns:a16="http://schemas.microsoft.com/office/drawing/2014/main" id="{058BE71F-0D60-46FC-98D7-EAD7F300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33385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7" name="Rectangle 74">
            <a:extLst>
              <a:ext uri="{FF2B5EF4-FFF2-40B4-BE49-F238E27FC236}">
                <a16:creationId xmlns:a16="http://schemas.microsoft.com/office/drawing/2014/main" id="{6586F06B-F910-4B5D-940F-9BF1F8E37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24939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8" name="Rectangle 75">
            <a:extLst>
              <a:ext uri="{FF2B5EF4-FFF2-40B4-BE49-F238E27FC236}">
                <a16:creationId xmlns:a16="http://schemas.microsoft.com/office/drawing/2014/main" id="{9F76ADA3-A7C2-479C-B15A-804191BA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27749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09" name="Rectangle 76">
            <a:extLst>
              <a:ext uri="{FF2B5EF4-FFF2-40B4-BE49-F238E27FC236}">
                <a16:creationId xmlns:a16="http://schemas.microsoft.com/office/drawing/2014/main" id="{9EEFDA7D-F9A0-4E9A-AF4A-4F2E120AB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30559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0" name="Rectangle 77">
            <a:extLst>
              <a:ext uri="{FF2B5EF4-FFF2-40B4-BE49-F238E27FC236}">
                <a16:creationId xmlns:a16="http://schemas.microsoft.com/office/drawing/2014/main" id="{63B8D6B5-05C3-4B7C-9D3D-89F94BC31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2" y="33385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1" name="Rectangle 78">
            <a:extLst>
              <a:ext uri="{FF2B5EF4-FFF2-40B4-BE49-F238E27FC236}">
                <a16:creationId xmlns:a16="http://schemas.microsoft.com/office/drawing/2014/main" id="{53E737B4-FA8C-4BB6-8C59-0FCFB5DB0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9493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2" name="Rectangle 79">
            <a:extLst>
              <a:ext uri="{FF2B5EF4-FFF2-40B4-BE49-F238E27FC236}">
                <a16:creationId xmlns:a16="http://schemas.microsoft.com/office/drawing/2014/main" id="{C410583E-5CDE-4C00-B8DD-052BD6D00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7" y="10461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3" name="Rectangle 80">
            <a:extLst>
              <a:ext uri="{FF2B5EF4-FFF2-40B4-BE49-F238E27FC236}">
                <a16:creationId xmlns:a16="http://schemas.microsoft.com/office/drawing/2014/main" id="{7E3371FD-8043-4FE4-8B56-D356612AE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2" y="9493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4" name="Rectangle 81">
            <a:extLst>
              <a:ext uri="{FF2B5EF4-FFF2-40B4-BE49-F238E27FC236}">
                <a16:creationId xmlns:a16="http://schemas.microsoft.com/office/drawing/2014/main" id="{0F4CDA17-6A80-4652-8DFD-3113020CF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87" y="10461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5" name="Rectangle 82">
            <a:extLst>
              <a:ext uri="{FF2B5EF4-FFF2-40B4-BE49-F238E27FC236}">
                <a16:creationId xmlns:a16="http://schemas.microsoft.com/office/drawing/2014/main" id="{7740F1CB-FA04-4E4A-9544-3C4B6C757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2" y="9493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6" name="Rectangle 83">
            <a:extLst>
              <a:ext uri="{FF2B5EF4-FFF2-40B4-BE49-F238E27FC236}">
                <a16:creationId xmlns:a16="http://schemas.microsoft.com/office/drawing/2014/main" id="{51495A43-13E0-49CA-8D39-992EDF1CC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10461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7" name="Rectangle 84">
            <a:extLst>
              <a:ext uri="{FF2B5EF4-FFF2-40B4-BE49-F238E27FC236}">
                <a16:creationId xmlns:a16="http://schemas.microsoft.com/office/drawing/2014/main" id="{60B53FB0-F887-4590-8432-DD64FB547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7" y="949325"/>
            <a:ext cx="523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8" name="Rectangle 85">
            <a:extLst>
              <a:ext uri="{FF2B5EF4-FFF2-40B4-BE49-F238E27FC236}">
                <a16:creationId xmlns:a16="http://schemas.microsoft.com/office/drawing/2014/main" id="{67764107-513F-438B-8BE3-FFA872EB2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13668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19" name="Rectangle 86">
            <a:extLst>
              <a:ext uri="{FF2B5EF4-FFF2-40B4-BE49-F238E27FC236}">
                <a16:creationId xmlns:a16="http://schemas.microsoft.com/office/drawing/2014/main" id="{9EB6A4D4-64B9-4D24-AC48-09B5F9CEB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16494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0" name="Rectangle 87">
            <a:extLst>
              <a:ext uri="{FF2B5EF4-FFF2-40B4-BE49-F238E27FC236}">
                <a16:creationId xmlns:a16="http://schemas.microsoft.com/office/drawing/2014/main" id="{CE7B0619-D08B-4199-80A3-F2CFEC014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19304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1" name="Rectangle 88">
            <a:extLst>
              <a:ext uri="{FF2B5EF4-FFF2-40B4-BE49-F238E27FC236}">
                <a16:creationId xmlns:a16="http://schemas.microsoft.com/office/drawing/2014/main" id="{6CECEDAF-50F5-4D3F-AB49-4B8E8E854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22113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2" name="Rectangle 89">
            <a:extLst>
              <a:ext uri="{FF2B5EF4-FFF2-40B4-BE49-F238E27FC236}">
                <a16:creationId xmlns:a16="http://schemas.microsoft.com/office/drawing/2014/main" id="{5166AE8B-D1B8-4F9C-90FE-16D8C0FE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24939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3" name="Rectangle 90">
            <a:extLst>
              <a:ext uri="{FF2B5EF4-FFF2-40B4-BE49-F238E27FC236}">
                <a16:creationId xmlns:a16="http://schemas.microsoft.com/office/drawing/2014/main" id="{A8053B96-7494-49AA-8DA9-AEBCEECA0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27749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4" name="Rectangle 91">
            <a:extLst>
              <a:ext uri="{FF2B5EF4-FFF2-40B4-BE49-F238E27FC236}">
                <a16:creationId xmlns:a16="http://schemas.microsoft.com/office/drawing/2014/main" id="{7442A174-0804-4FF4-B4BA-9E8829AF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30559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5" name="Freeform 92">
            <a:extLst>
              <a:ext uri="{FF2B5EF4-FFF2-40B4-BE49-F238E27FC236}">
                <a16:creationId xmlns:a16="http://schemas.microsoft.com/office/drawing/2014/main" id="{08959172-DAC1-4E4E-BDEB-9DAC4E72EF40}"/>
              </a:ext>
            </a:extLst>
          </p:cNvPr>
          <p:cNvSpPr>
            <a:spLocks/>
          </p:cNvSpPr>
          <p:nvPr/>
        </p:nvSpPr>
        <p:spPr bwMode="auto">
          <a:xfrm>
            <a:off x="3613150" y="2535238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2"/>
                  <a:pt x="100" y="182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6" name="Freeform 93">
            <a:extLst>
              <a:ext uri="{FF2B5EF4-FFF2-40B4-BE49-F238E27FC236}">
                <a16:creationId xmlns:a16="http://schemas.microsoft.com/office/drawing/2014/main" id="{40912A6C-62C9-41F2-B1E3-71BA928CC38C}"/>
              </a:ext>
            </a:extLst>
          </p:cNvPr>
          <p:cNvSpPr>
            <a:spLocks/>
          </p:cNvSpPr>
          <p:nvPr/>
        </p:nvSpPr>
        <p:spPr bwMode="auto">
          <a:xfrm>
            <a:off x="4497387" y="2097088"/>
            <a:ext cx="128588" cy="65087"/>
          </a:xfrm>
          <a:custGeom>
            <a:avLst/>
            <a:gdLst>
              <a:gd name="T0" fmla="*/ 0 w 81"/>
              <a:gd name="T1" fmla="*/ 2147483646 h 41"/>
              <a:gd name="T2" fmla="*/ 2147483646 w 81"/>
              <a:gd name="T3" fmla="*/ 2147483646 h 41"/>
              <a:gd name="T4" fmla="*/ 0 w 81"/>
              <a:gd name="T5" fmla="*/ 0 h 41"/>
              <a:gd name="T6" fmla="*/ 0 w 81"/>
              <a:gd name="T7" fmla="*/ 2147483646 h 41"/>
              <a:gd name="T8" fmla="*/ 0 w 81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41"/>
              <a:gd name="T17" fmla="*/ 81 w 81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41">
                <a:moveTo>
                  <a:pt x="0" y="41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41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7" name="Freeform 94">
            <a:extLst>
              <a:ext uri="{FF2B5EF4-FFF2-40B4-BE49-F238E27FC236}">
                <a16:creationId xmlns:a16="http://schemas.microsoft.com/office/drawing/2014/main" id="{E177C876-B9D3-4DCE-8B26-AB7A263F93B0}"/>
              </a:ext>
            </a:extLst>
          </p:cNvPr>
          <p:cNvSpPr>
            <a:spLocks/>
          </p:cNvSpPr>
          <p:nvPr/>
        </p:nvSpPr>
        <p:spPr bwMode="auto">
          <a:xfrm>
            <a:off x="3725862" y="2119313"/>
            <a:ext cx="749300" cy="619125"/>
          </a:xfrm>
          <a:custGeom>
            <a:avLst/>
            <a:gdLst>
              <a:gd name="T0" fmla="*/ 2147483646 w 472"/>
              <a:gd name="T1" fmla="*/ 0 h 390"/>
              <a:gd name="T2" fmla="*/ 2147483646 w 472"/>
              <a:gd name="T3" fmla="*/ 0 h 390"/>
              <a:gd name="T4" fmla="*/ 2147483646 w 472"/>
              <a:gd name="T5" fmla="*/ 2147483646 h 390"/>
              <a:gd name="T6" fmla="*/ 0 w 472"/>
              <a:gd name="T7" fmla="*/ 2147483646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390"/>
              <a:gd name="T14" fmla="*/ 472 w 472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390">
                <a:moveTo>
                  <a:pt x="472" y="0"/>
                </a:moveTo>
                <a:lnTo>
                  <a:pt x="243" y="0"/>
                </a:lnTo>
                <a:lnTo>
                  <a:pt x="243" y="390"/>
                </a:lnTo>
                <a:lnTo>
                  <a:pt x="0" y="390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8" name="Freeform 95">
            <a:extLst>
              <a:ext uri="{FF2B5EF4-FFF2-40B4-BE49-F238E27FC236}">
                <a16:creationId xmlns:a16="http://schemas.microsoft.com/office/drawing/2014/main" id="{067BEBAB-C608-4CF2-A7D3-7ACAA79628F3}"/>
              </a:ext>
            </a:extLst>
          </p:cNvPr>
          <p:cNvSpPr>
            <a:spLocks/>
          </p:cNvSpPr>
          <p:nvPr/>
        </p:nvSpPr>
        <p:spPr bwMode="auto">
          <a:xfrm>
            <a:off x="3613150" y="3089275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1"/>
                  <a:pt x="100" y="181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29" name="Freeform 96">
            <a:extLst>
              <a:ext uri="{FF2B5EF4-FFF2-40B4-BE49-F238E27FC236}">
                <a16:creationId xmlns:a16="http://schemas.microsoft.com/office/drawing/2014/main" id="{43B524CA-0BFD-45A0-B317-0F396E6D09B0}"/>
              </a:ext>
            </a:extLst>
          </p:cNvPr>
          <p:cNvSpPr>
            <a:spLocks/>
          </p:cNvSpPr>
          <p:nvPr/>
        </p:nvSpPr>
        <p:spPr bwMode="auto">
          <a:xfrm>
            <a:off x="4497387" y="2354263"/>
            <a:ext cx="128588" cy="63500"/>
          </a:xfrm>
          <a:custGeom>
            <a:avLst/>
            <a:gdLst>
              <a:gd name="T0" fmla="*/ 0 w 81"/>
              <a:gd name="T1" fmla="*/ 2147483646 h 40"/>
              <a:gd name="T2" fmla="*/ 2147483646 w 81"/>
              <a:gd name="T3" fmla="*/ 2147483646 h 40"/>
              <a:gd name="T4" fmla="*/ 0 w 81"/>
              <a:gd name="T5" fmla="*/ 0 h 40"/>
              <a:gd name="T6" fmla="*/ 0 w 81"/>
              <a:gd name="T7" fmla="*/ 2147483646 h 40"/>
              <a:gd name="T8" fmla="*/ 0 w 81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40"/>
              <a:gd name="T17" fmla="*/ 81 w 81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40">
                <a:moveTo>
                  <a:pt x="0" y="40"/>
                </a:moveTo>
                <a:lnTo>
                  <a:pt x="81" y="27"/>
                </a:lnTo>
                <a:lnTo>
                  <a:pt x="0" y="0"/>
                </a:lnTo>
                <a:lnTo>
                  <a:pt x="0" y="27"/>
                </a:lnTo>
                <a:lnTo>
                  <a:pt x="0" y="40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30" name="Freeform 97">
            <a:extLst>
              <a:ext uri="{FF2B5EF4-FFF2-40B4-BE49-F238E27FC236}">
                <a16:creationId xmlns:a16="http://schemas.microsoft.com/office/drawing/2014/main" id="{888E01B5-3200-4370-A104-DE440891FEA4}"/>
              </a:ext>
            </a:extLst>
          </p:cNvPr>
          <p:cNvSpPr>
            <a:spLocks/>
          </p:cNvSpPr>
          <p:nvPr/>
        </p:nvSpPr>
        <p:spPr bwMode="auto">
          <a:xfrm>
            <a:off x="3725862" y="2397125"/>
            <a:ext cx="749300" cy="876300"/>
          </a:xfrm>
          <a:custGeom>
            <a:avLst/>
            <a:gdLst>
              <a:gd name="T0" fmla="*/ 2147483646 w 472"/>
              <a:gd name="T1" fmla="*/ 0 h 552"/>
              <a:gd name="T2" fmla="*/ 2147483646 w 472"/>
              <a:gd name="T3" fmla="*/ 0 h 552"/>
              <a:gd name="T4" fmla="*/ 2147483646 w 472"/>
              <a:gd name="T5" fmla="*/ 2147483646 h 552"/>
              <a:gd name="T6" fmla="*/ 0 w 472"/>
              <a:gd name="T7" fmla="*/ 2147483646 h 552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552"/>
              <a:gd name="T14" fmla="*/ 472 w 472"/>
              <a:gd name="T15" fmla="*/ 552 h 5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552">
                <a:moveTo>
                  <a:pt x="472" y="0"/>
                </a:moveTo>
                <a:lnTo>
                  <a:pt x="351" y="0"/>
                </a:lnTo>
                <a:lnTo>
                  <a:pt x="351" y="552"/>
                </a:lnTo>
                <a:lnTo>
                  <a:pt x="0" y="552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331" name="Rectangle 98">
            <a:extLst>
              <a:ext uri="{FF2B5EF4-FFF2-40B4-BE49-F238E27FC236}">
                <a16:creationId xmlns:a16="http://schemas.microsoft.com/office/drawing/2014/main" id="{3D017BBD-4CEC-43CF-9B6E-4F1AD48A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2" y="33385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96333" name="Straight Connector 77">
            <a:extLst>
              <a:ext uri="{FF2B5EF4-FFF2-40B4-BE49-F238E27FC236}">
                <a16:creationId xmlns:a16="http://schemas.microsoft.com/office/drawing/2014/main" id="{1FD81366-7780-4A5B-A4AE-C85F2A5200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16225" y="838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334" name="Straight Connector 78">
            <a:extLst>
              <a:ext uri="{FF2B5EF4-FFF2-40B4-BE49-F238E27FC236}">
                <a16:creationId xmlns:a16="http://schemas.microsoft.com/office/drawing/2014/main" id="{D2A01393-B2AA-49B8-8FB1-5DB95C713F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57387" y="2470150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335" name="Straight Connector 79">
            <a:extLst>
              <a:ext uri="{FF2B5EF4-FFF2-40B4-BE49-F238E27FC236}">
                <a16:creationId xmlns:a16="http://schemas.microsoft.com/office/drawing/2014/main" id="{457B099A-FB47-4766-923F-3BD719A136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28812" y="304323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336" name="Straight Connector 80">
            <a:extLst>
              <a:ext uri="{FF2B5EF4-FFF2-40B4-BE49-F238E27FC236}">
                <a16:creationId xmlns:a16="http://schemas.microsoft.com/office/drawing/2014/main" id="{6AEA4E36-07A5-4244-B545-768A110AFD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989137" y="188753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" name="Title 1">
            <a:extLst>
              <a:ext uri="{FF2B5EF4-FFF2-40B4-BE49-F238E27FC236}">
                <a16:creationId xmlns:a16="http://schemas.microsoft.com/office/drawing/2014/main" id="{42184F61-5276-4FAE-B38C-5756AA921E9E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Implement f using only a minimal number of 4-to-1 MUX and no other gates (NOT gates are not allowed, either).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extBox 125">
            <a:extLst>
              <a:ext uri="{FF2B5EF4-FFF2-40B4-BE49-F238E27FC236}">
                <a16:creationId xmlns:a16="http://schemas.microsoft.com/office/drawing/2014/main" id="{3E3A4FD9-F5A2-4109-9DC9-9DC9A03B4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4.7 from the textbook ]</a:t>
            </a:r>
          </a:p>
        </p:txBody>
      </p:sp>
      <p:sp>
        <p:nvSpPr>
          <p:cNvPr id="97282" name="Rectangle 7">
            <a:extLst>
              <a:ext uri="{FF2B5EF4-FFF2-40B4-BE49-F238E27FC236}">
                <a16:creationId xmlns:a16="http://schemas.microsoft.com/office/drawing/2014/main" id="{290B9DDF-43B9-4227-9C37-9D71C6293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218916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3" name="Rectangle 8">
            <a:extLst>
              <a:ext uri="{FF2B5EF4-FFF2-40B4-BE49-F238E27FC236}">
                <a16:creationId xmlns:a16="http://schemas.microsoft.com/office/drawing/2014/main" id="{428AD679-5413-4F2F-B21A-384300074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228600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4" name="Rectangle 9">
            <a:extLst>
              <a:ext uri="{FF2B5EF4-FFF2-40B4-BE49-F238E27FC236}">
                <a16:creationId xmlns:a16="http://schemas.microsoft.com/office/drawing/2014/main" id="{4B48CC0C-E60E-4A3C-B22E-091E85E0B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192087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5" name="Rectangle 15">
            <a:extLst>
              <a:ext uri="{FF2B5EF4-FFF2-40B4-BE49-F238E27FC236}">
                <a16:creationId xmlns:a16="http://schemas.microsoft.com/office/drawing/2014/main" id="{1E888BEC-4A0A-43B3-BF72-92473F8B5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201771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6" name="Freeform 27">
            <a:extLst>
              <a:ext uri="{FF2B5EF4-FFF2-40B4-BE49-F238E27FC236}">
                <a16:creationId xmlns:a16="http://schemas.microsoft.com/office/drawing/2014/main" id="{CEE81342-4283-4695-ACFC-4333E3F6D0A2}"/>
              </a:ext>
            </a:extLst>
          </p:cNvPr>
          <p:cNvSpPr>
            <a:spLocks/>
          </p:cNvSpPr>
          <p:nvPr/>
        </p:nvSpPr>
        <p:spPr bwMode="auto">
          <a:xfrm>
            <a:off x="4016375" y="1812925"/>
            <a:ext cx="128588" cy="42863"/>
          </a:xfrm>
          <a:custGeom>
            <a:avLst/>
            <a:gdLst>
              <a:gd name="T0" fmla="*/ 0 w 81"/>
              <a:gd name="T1" fmla="*/ 2147483646 h 27"/>
              <a:gd name="T2" fmla="*/ 2147483646 w 81"/>
              <a:gd name="T3" fmla="*/ 2147483646 h 27"/>
              <a:gd name="T4" fmla="*/ 0 w 81"/>
              <a:gd name="T5" fmla="*/ 0 h 27"/>
              <a:gd name="T6" fmla="*/ 0 w 81"/>
              <a:gd name="T7" fmla="*/ 2147483646 h 27"/>
              <a:gd name="T8" fmla="*/ 0 w 81"/>
              <a:gd name="T9" fmla="*/ 2147483646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27"/>
              <a:gd name="T17" fmla="*/ 81 w 8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27">
                <a:moveTo>
                  <a:pt x="0" y="27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27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7" name="Line 28">
            <a:extLst>
              <a:ext uri="{FF2B5EF4-FFF2-40B4-BE49-F238E27FC236}">
                <a16:creationId xmlns:a16="http://schemas.microsoft.com/office/drawing/2014/main" id="{B18BEA09-EC52-483F-BCB2-18259EFB62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4850" y="1835150"/>
            <a:ext cx="749300" cy="1588"/>
          </a:xfrm>
          <a:prstGeom prst="line">
            <a:avLst/>
          </a:pr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8" name="Freeform 29">
            <a:extLst>
              <a:ext uri="{FF2B5EF4-FFF2-40B4-BE49-F238E27FC236}">
                <a16:creationId xmlns:a16="http://schemas.microsoft.com/office/drawing/2014/main" id="{D6C85703-6EB3-4FE5-BF87-6BD5F0BF392F}"/>
              </a:ext>
            </a:extLst>
          </p:cNvPr>
          <p:cNvSpPr>
            <a:spLocks/>
          </p:cNvSpPr>
          <p:nvPr/>
        </p:nvSpPr>
        <p:spPr bwMode="auto">
          <a:xfrm>
            <a:off x="3132138" y="1644650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1"/>
                  <a:pt x="100" y="181"/>
                </a:cubicBezTo>
                <a:cubicBezTo>
                  <a:pt x="0" y="181"/>
                  <a:pt x="125" y="362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89" name="Freeform 30">
            <a:extLst>
              <a:ext uri="{FF2B5EF4-FFF2-40B4-BE49-F238E27FC236}">
                <a16:creationId xmlns:a16="http://schemas.microsoft.com/office/drawing/2014/main" id="{2D915C2D-66F6-4362-BFA3-3FED2D688C6E}"/>
              </a:ext>
            </a:extLst>
          </p:cNvPr>
          <p:cNvSpPr>
            <a:spLocks/>
          </p:cNvSpPr>
          <p:nvPr/>
        </p:nvSpPr>
        <p:spPr bwMode="auto">
          <a:xfrm>
            <a:off x="4016375" y="2070100"/>
            <a:ext cx="128588" cy="42863"/>
          </a:xfrm>
          <a:custGeom>
            <a:avLst/>
            <a:gdLst>
              <a:gd name="T0" fmla="*/ 0 w 81"/>
              <a:gd name="T1" fmla="*/ 2147483646 h 27"/>
              <a:gd name="T2" fmla="*/ 2147483646 w 81"/>
              <a:gd name="T3" fmla="*/ 2147483646 h 27"/>
              <a:gd name="T4" fmla="*/ 0 w 81"/>
              <a:gd name="T5" fmla="*/ 0 h 27"/>
              <a:gd name="T6" fmla="*/ 0 w 81"/>
              <a:gd name="T7" fmla="*/ 2147483646 h 27"/>
              <a:gd name="T8" fmla="*/ 0 w 81"/>
              <a:gd name="T9" fmla="*/ 2147483646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27"/>
              <a:gd name="T17" fmla="*/ 81 w 8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27">
                <a:moveTo>
                  <a:pt x="0" y="27"/>
                </a:moveTo>
                <a:lnTo>
                  <a:pt x="81" y="13"/>
                </a:lnTo>
                <a:lnTo>
                  <a:pt x="0" y="0"/>
                </a:lnTo>
                <a:lnTo>
                  <a:pt x="0" y="13"/>
                </a:lnTo>
                <a:lnTo>
                  <a:pt x="0" y="27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0" name="Freeform 31">
            <a:extLst>
              <a:ext uri="{FF2B5EF4-FFF2-40B4-BE49-F238E27FC236}">
                <a16:creationId xmlns:a16="http://schemas.microsoft.com/office/drawing/2014/main" id="{C80643F4-A088-4AF8-B6ED-19841D6C969E}"/>
              </a:ext>
            </a:extLst>
          </p:cNvPr>
          <p:cNvSpPr>
            <a:spLocks/>
          </p:cNvSpPr>
          <p:nvPr/>
        </p:nvSpPr>
        <p:spPr bwMode="auto">
          <a:xfrm>
            <a:off x="3244850" y="2090738"/>
            <a:ext cx="749300" cy="300037"/>
          </a:xfrm>
          <a:custGeom>
            <a:avLst/>
            <a:gdLst>
              <a:gd name="T0" fmla="*/ 2147483646 w 472"/>
              <a:gd name="T1" fmla="*/ 0 h 189"/>
              <a:gd name="T2" fmla="*/ 2147483646 w 472"/>
              <a:gd name="T3" fmla="*/ 0 h 189"/>
              <a:gd name="T4" fmla="*/ 2147483646 w 472"/>
              <a:gd name="T5" fmla="*/ 2147483646 h 189"/>
              <a:gd name="T6" fmla="*/ 0 w 472"/>
              <a:gd name="T7" fmla="*/ 2147483646 h 189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189"/>
              <a:gd name="T14" fmla="*/ 472 w 472"/>
              <a:gd name="T15" fmla="*/ 189 h 1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189">
                <a:moveTo>
                  <a:pt x="472" y="0"/>
                </a:moveTo>
                <a:lnTo>
                  <a:pt x="135" y="0"/>
                </a:lnTo>
                <a:lnTo>
                  <a:pt x="135" y="189"/>
                </a:lnTo>
                <a:lnTo>
                  <a:pt x="0" y="189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1" name="Freeform 32">
            <a:extLst>
              <a:ext uri="{FF2B5EF4-FFF2-40B4-BE49-F238E27FC236}">
                <a16:creationId xmlns:a16="http://schemas.microsoft.com/office/drawing/2014/main" id="{2EA869CE-FF69-4F97-9B6F-F8572A900AC8}"/>
              </a:ext>
            </a:extLst>
          </p:cNvPr>
          <p:cNvSpPr>
            <a:spLocks/>
          </p:cNvSpPr>
          <p:nvPr/>
        </p:nvSpPr>
        <p:spPr bwMode="auto">
          <a:xfrm>
            <a:off x="3132138" y="2201863"/>
            <a:ext cx="133350" cy="388937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2"/>
                  <a:pt x="100" y="182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2" name="Line 35">
            <a:extLst>
              <a:ext uri="{FF2B5EF4-FFF2-40B4-BE49-F238E27FC236}">
                <a16:creationId xmlns:a16="http://schemas.microsoft.com/office/drawing/2014/main" id="{0E8486A9-BAE7-4092-ACF1-4BD1C0C15B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4963" y="1641475"/>
            <a:ext cx="12414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3" name="Line 36">
            <a:extLst>
              <a:ext uri="{FF2B5EF4-FFF2-40B4-BE49-F238E27FC236}">
                <a16:creationId xmlns:a16="http://schemas.microsoft.com/office/drawing/2014/main" id="{7723C4C9-49BF-4D60-AFD7-55C31871A6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4263" y="1320800"/>
            <a:ext cx="1587" cy="14763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4" name="Rectangle 37">
            <a:extLst>
              <a:ext uri="{FF2B5EF4-FFF2-40B4-BE49-F238E27FC236}">
                <a16:creationId xmlns:a16="http://schemas.microsoft.com/office/drawing/2014/main" id="{DF15D1AB-9222-4E34-8AFE-2FB129E24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863" y="17208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5" name="Rectangle 38">
            <a:extLst>
              <a:ext uri="{FF2B5EF4-FFF2-40B4-BE49-F238E27FC236}">
                <a16:creationId xmlns:a16="http://schemas.microsoft.com/office/drawing/2014/main" id="{B8C3DD3A-8F71-4B36-96A2-2E05AE6A3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17462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6" name="Rectangle 39">
            <a:extLst>
              <a:ext uri="{FF2B5EF4-FFF2-40B4-BE49-F238E27FC236}">
                <a16:creationId xmlns:a16="http://schemas.microsoft.com/office/drawing/2014/main" id="{565A70F7-4369-4448-B18F-7793B8A7E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2003425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7" name="Rectangle 40">
            <a:extLst>
              <a:ext uri="{FF2B5EF4-FFF2-40B4-BE49-F238E27FC236}">
                <a16:creationId xmlns:a16="http://schemas.microsoft.com/office/drawing/2014/main" id="{3A79E6A9-409F-4127-9B3F-4E4CA99BF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22606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8" name="Rectangle 41">
            <a:extLst>
              <a:ext uri="{FF2B5EF4-FFF2-40B4-BE49-F238E27FC236}">
                <a16:creationId xmlns:a16="http://schemas.microsoft.com/office/drawing/2014/main" id="{6717D8A5-17EB-47B2-A18C-28955905B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63" y="25161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299" name="Rectangle 42">
            <a:extLst>
              <a:ext uri="{FF2B5EF4-FFF2-40B4-BE49-F238E27FC236}">
                <a16:creationId xmlns:a16="http://schemas.microsoft.com/office/drawing/2014/main" id="{E0795AEC-D93D-45EF-97AF-C72B6336E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003425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0" name="Rectangle 43">
            <a:extLst>
              <a:ext uri="{FF2B5EF4-FFF2-40B4-BE49-F238E27FC236}">
                <a16:creationId xmlns:a16="http://schemas.microsoft.com/office/drawing/2014/main" id="{4E756C72-227E-499A-BCDA-797A97277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2606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1" name="Rectangle 44">
            <a:extLst>
              <a:ext uri="{FF2B5EF4-FFF2-40B4-BE49-F238E27FC236}">
                <a16:creationId xmlns:a16="http://schemas.microsoft.com/office/drawing/2014/main" id="{A475E375-72E1-486C-ABA6-6B550D2AA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25161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2" name="Rectangle 45">
            <a:extLst>
              <a:ext uri="{FF2B5EF4-FFF2-40B4-BE49-F238E27FC236}">
                <a16:creationId xmlns:a16="http://schemas.microsoft.com/office/drawing/2014/main" id="{BCB9ABC6-A332-499B-8129-97011980C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5088" y="1319213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3" name="Rectangle 46">
            <a:extLst>
              <a:ext uri="{FF2B5EF4-FFF2-40B4-BE49-F238E27FC236}">
                <a16:creationId xmlns:a16="http://schemas.microsoft.com/office/drawing/2014/main" id="{510B2942-8C98-461F-AE34-F45F1F1FC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100" y="131921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4" name="Rectangle 47">
            <a:extLst>
              <a:ext uri="{FF2B5EF4-FFF2-40B4-BE49-F238E27FC236}">
                <a16:creationId xmlns:a16="http://schemas.microsoft.com/office/drawing/2014/main" id="{10290348-ECD6-4E77-A823-606F6F39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25" y="14160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5" name="Rectangle 48">
            <a:extLst>
              <a:ext uri="{FF2B5EF4-FFF2-40B4-BE49-F238E27FC236}">
                <a16:creationId xmlns:a16="http://schemas.microsoft.com/office/drawing/2014/main" id="{C0DB7CBB-99DC-4DC4-8FE3-C37D3FE7B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17462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6" name="Rectangle 49">
            <a:extLst>
              <a:ext uri="{FF2B5EF4-FFF2-40B4-BE49-F238E27FC236}">
                <a16:creationId xmlns:a16="http://schemas.microsoft.com/office/drawing/2014/main" id="{6E616F41-4BA2-456A-8F51-788CECAE3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3900" y="1319213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7" name="Rectangle 50">
            <a:extLst>
              <a:ext uri="{FF2B5EF4-FFF2-40B4-BE49-F238E27FC236}">
                <a16:creationId xmlns:a16="http://schemas.microsoft.com/office/drawing/2014/main" id="{17B52AFB-A18E-4A49-AEA0-4263DB736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5" y="1416050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8" name="Line 51">
            <a:extLst>
              <a:ext uri="{FF2B5EF4-FFF2-40B4-BE49-F238E27FC236}">
                <a16:creationId xmlns:a16="http://schemas.microsoft.com/office/drawing/2014/main" id="{352FCEB3-94DD-4981-ABC3-0AFEDB2D1E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9113" y="1492250"/>
            <a:ext cx="1370012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09" name="Line 52">
            <a:extLst>
              <a:ext uri="{FF2B5EF4-FFF2-40B4-BE49-F238E27FC236}">
                <a16:creationId xmlns:a16="http://schemas.microsoft.com/office/drawing/2014/main" id="{743DA8F3-ACE4-404C-A007-8BC8B8EDC1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9863" y="1193800"/>
            <a:ext cx="1587" cy="280035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0" name="Rectangle 53">
            <a:extLst>
              <a:ext uri="{FF2B5EF4-FFF2-40B4-BE49-F238E27FC236}">
                <a16:creationId xmlns:a16="http://schemas.microsoft.com/office/drawing/2014/main" id="{172B0225-8205-40B7-9634-C384616F8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863" y="24892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1" name="Rectangle 54">
            <a:extLst>
              <a:ext uri="{FF2B5EF4-FFF2-40B4-BE49-F238E27FC236}">
                <a16:creationId xmlns:a16="http://schemas.microsoft.com/office/drawing/2014/main" id="{8214198B-9EAA-42C3-89F2-FCFE967D8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15954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2" name="Rectangle 55">
            <a:extLst>
              <a:ext uri="{FF2B5EF4-FFF2-40B4-BE49-F238E27FC236}">
                <a16:creationId xmlns:a16="http://schemas.microsoft.com/office/drawing/2014/main" id="{EC3B0B2C-1C4C-47F1-8103-6B51DF9D5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5954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3" name="Rectangle 56">
            <a:extLst>
              <a:ext uri="{FF2B5EF4-FFF2-40B4-BE49-F238E27FC236}">
                <a16:creationId xmlns:a16="http://schemas.microsoft.com/office/drawing/2014/main" id="{AA3FB7B8-BF56-4F62-A5E7-20F1F798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18780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4" name="Rectangle 57">
            <a:extLst>
              <a:ext uri="{FF2B5EF4-FFF2-40B4-BE49-F238E27FC236}">
                <a16:creationId xmlns:a16="http://schemas.microsoft.com/office/drawing/2014/main" id="{6CE4E56B-DCF8-49A5-8E3B-7F7DF9CB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18780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5" name="Rectangle 58">
            <a:extLst>
              <a:ext uri="{FF2B5EF4-FFF2-40B4-BE49-F238E27FC236}">
                <a16:creationId xmlns:a16="http://schemas.microsoft.com/office/drawing/2014/main" id="{3A0DC7B1-7FBF-4C0F-8C82-6A0CEC204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2159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6" name="Rectangle 59">
            <a:extLst>
              <a:ext uri="{FF2B5EF4-FFF2-40B4-BE49-F238E27FC236}">
                <a16:creationId xmlns:a16="http://schemas.microsoft.com/office/drawing/2014/main" id="{9E8C8CA9-7E71-4C2D-A108-D42080461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159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7" name="Rectangle 60">
            <a:extLst>
              <a:ext uri="{FF2B5EF4-FFF2-40B4-BE49-F238E27FC236}">
                <a16:creationId xmlns:a16="http://schemas.microsoft.com/office/drawing/2014/main" id="{E68EDBB8-A6AA-49C7-ABAD-C7B09EB34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24399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8" name="Rectangle 61">
            <a:extLst>
              <a:ext uri="{FF2B5EF4-FFF2-40B4-BE49-F238E27FC236}">
                <a16:creationId xmlns:a16="http://schemas.microsoft.com/office/drawing/2014/main" id="{47CAB6CF-E319-461A-88C6-FF9B98614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4399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19" name="Rectangle 62">
            <a:extLst>
              <a:ext uri="{FF2B5EF4-FFF2-40B4-BE49-F238E27FC236}">
                <a16:creationId xmlns:a16="http://schemas.microsoft.com/office/drawing/2014/main" id="{748C3001-5C37-447C-824B-352D3841A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15954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0" name="Rectangle 63">
            <a:extLst>
              <a:ext uri="{FF2B5EF4-FFF2-40B4-BE49-F238E27FC236}">
                <a16:creationId xmlns:a16="http://schemas.microsoft.com/office/drawing/2014/main" id="{FA8A9D7A-7488-4C85-A65A-EEF8884AB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18780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1" name="Rectangle 64">
            <a:extLst>
              <a:ext uri="{FF2B5EF4-FFF2-40B4-BE49-F238E27FC236}">
                <a16:creationId xmlns:a16="http://schemas.microsoft.com/office/drawing/2014/main" id="{02B1446C-550F-414B-8D66-7F88E5230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159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2" name="Rectangle 65">
            <a:extLst>
              <a:ext uri="{FF2B5EF4-FFF2-40B4-BE49-F238E27FC236}">
                <a16:creationId xmlns:a16="http://schemas.microsoft.com/office/drawing/2014/main" id="{5D331CFE-19E8-48A8-9E97-6D5983E3B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4399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3" name="Rectangle 66">
            <a:extLst>
              <a:ext uri="{FF2B5EF4-FFF2-40B4-BE49-F238E27FC236}">
                <a16:creationId xmlns:a16="http://schemas.microsoft.com/office/drawing/2014/main" id="{DCB14D07-980E-45CE-A8A7-0EFE75B8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27225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4" name="Rectangle 67">
            <a:extLst>
              <a:ext uri="{FF2B5EF4-FFF2-40B4-BE49-F238E27FC236}">
                <a16:creationId xmlns:a16="http://schemas.microsoft.com/office/drawing/2014/main" id="{0ECD3C4D-D21D-44B9-AB38-0A8B67C9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7225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5" name="Rectangle 68">
            <a:extLst>
              <a:ext uri="{FF2B5EF4-FFF2-40B4-BE49-F238E27FC236}">
                <a16:creationId xmlns:a16="http://schemas.microsoft.com/office/drawing/2014/main" id="{ED7AE812-5F64-4B5F-8A53-4A45BE554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30035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6" name="Rectangle 69">
            <a:extLst>
              <a:ext uri="{FF2B5EF4-FFF2-40B4-BE49-F238E27FC236}">
                <a16:creationId xmlns:a16="http://schemas.microsoft.com/office/drawing/2014/main" id="{8FA00ECE-1C0D-4EA0-9EAE-B494A1124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30035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7" name="Rectangle 70">
            <a:extLst>
              <a:ext uri="{FF2B5EF4-FFF2-40B4-BE49-F238E27FC236}">
                <a16:creationId xmlns:a16="http://schemas.microsoft.com/office/drawing/2014/main" id="{5C5A1BDA-B95A-45CD-8346-CE94EB88D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32845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8" name="Rectangle 71">
            <a:extLst>
              <a:ext uri="{FF2B5EF4-FFF2-40B4-BE49-F238E27FC236}">
                <a16:creationId xmlns:a16="http://schemas.microsoft.com/office/drawing/2014/main" id="{A199223A-9ED0-4160-BB7F-A7C13FF76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32845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29" name="Rectangle 72">
            <a:extLst>
              <a:ext uri="{FF2B5EF4-FFF2-40B4-BE49-F238E27FC236}">
                <a16:creationId xmlns:a16="http://schemas.microsoft.com/office/drawing/2014/main" id="{4F0FF937-9756-459C-94F8-D8FFA708A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35671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0" name="Rectangle 73">
            <a:extLst>
              <a:ext uri="{FF2B5EF4-FFF2-40B4-BE49-F238E27FC236}">
                <a16:creationId xmlns:a16="http://schemas.microsoft.com/office/drawing/2014/main" id="{F6EE8ACD-8274-46B9-86C6-ABC95AA04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35671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1" name="Rectangle 74">
            <a:extLst>
              <a:ext uri="{FF2B5EF4-FFF2-40B4-BE49-F238E27FC236}">
                <a16:creationId xmlns:a16="http://schemas.microsoft.com/office/drawing/2014/main" id="{FF27E052-0011-4945-A891-2A83CD5A4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27225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2" name="Rectangle 75">
            <a:extLst>
              <a:ext uri="{FF2B5EF4-FFF2-40B4-BE49-F238E27FC236}">
                <a16:creationId xmlns:a16="http://schemas.microsoft.com/office/drawing/2014/main" id="{BE980D4A-7785-4457-9D34-1C1AAD03E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0035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3" name="Rectangle 76">
            <a:extLst>
              <a:ext uri="{FF2B5EF4-FFF2-40B4-BE49-F238E27FC236}">
                <a16:creationId xmlns:a16="http://schemas.microsoft.com/office/drawing/2014/main" id="{B0E22769-6A0C-4E64-B697-0A5D598C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2845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4" name="Rectangle 77">
            <a:extLst>
              <a:ext uri="{FF2B5EF4-FFF2-40B4-BE49-F238E27FC236}">
                <a16:creationId xmlns:a16="http://schemas.microsoft.com/office/drawing/2014/main" id="{0740CDE1-644A-45FC-B1AC-88AFCA715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35671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5" name="Rectangle 78">
            <a:extLst>
              <a:ext uri="{FF2B5EF4-FFF2-40B4-BE49-F238E27FC236}">
                <a16:creationId xmlns:a16="http://schemas.microsoft.com/office/drawing/2014/main" id="{643409DE-CE5B-4DB0-8EDF-B25745E27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11779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6" name="Rectangle 79">
            <a:extLst>
              <a:ext uri="{FF2B5EF4-FFF2-40B4-BE49-F238E27FC236}">
                <a16:creationId xmlns:a16="http://schemas.microsoft.com/office/drawing/2014/main" id="{FB20EEA2-0F0D-4CFA-8294-7D9237D89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575" y="12747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7" name="Rectangle 80">
            <a:extLst>
              <a:ext uri="{FF2B5EF4-FFF2-40B4-BE49-F238E27FC236}">
                <a16:creationId xmlns:a16="http://schemas.microsoft.com/office/drawing/2014/main" id="{C87244B0-6E45-432B-AEE4-EBCEDF067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150" y="11779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8" name="Rectangle 81">
            <a:extLst>
              <a:ext uri="{FF2B5EF4-FFF2-40B4-BE49-F238E27FC236}">
                <a16:creationId xmlns:a16="http://schemas.microsoft.com/office/drawing/2014/main" id="{AF61E2DF-5614-41F2-8EAA-27FC9C757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5" y="12747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39" name="Rectangle 82">
            <a:extLst>
              <a:ext uri="{FF2B5EF4-FFF2-40B4-BE49-F238E27FC236}">
                <a16:creationId xmlns:a16="http://schemas.microsoft.com/office/drawing/2014/main" id="{35D9446E-8BF2-49A6-997A-5538A11E9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117792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w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0" name="Rectangle 83">
            <a:extLst>
              <a:ext uri="{FF2B5EF4-FFF2-40B4-BE49-F238E27FC236}">
                <a16:creationId xmlns:a16="http://schemas.microsoft.com/office/drawing/2014/main" id="{524DC35C-5377-4BAA-A640-F4972D5FC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127476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1" name="Rectangle 84">
            <a:extLst>
              <a:ext uri="{FF2B5EF4-FFF2-40B4-BE49-F238E27FC236}">
                <a16:creationId xmlns:a16="http://schemas.microsoft.com/office/drawing/2014/main" id="{9D4C82D8-BEF6-4925-82F8-D462F9913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1177925"/>
            <a:ext cx="523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2" name="Rectangle 85">
            <a:extLst>
              <a:ext uri="{FF2B5EF4-FFF2-40B4-BE49-F238E27FC236}">
                <a16:creationId xmlns:a16="http://schemas.microsoft.com/office/drawing/2014/main" id="{335B7265-96EA-4352-8652-F8E294F72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15954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3" name="Rectangle 86">
            <a:extLst>
              <a:ext uri="{FF2B5EF4-FFF2-40B4-BE49-F238E27FC236}">
                <a16:creationId xmlns:a16="http://schemas.microsoft.com/office/drawing/2014/main" id="{B2C26416-BD85-4DC6-B235-D292023A8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18780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4" name="Rectangle 87">
            <a:extLst>
              <a:ext uri="{FF2B5EF4-FFF2-40B4-BE49-F238E27FC236}">
                <a16:creationId xmlns:a16="http://schemas.microsoft.com/office/drawing/2014/main" id="{3C2EDEC7-361A-4D67-B415-4226F4D66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15900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5" name="Rectangle 88">
            <a:extLst>
              <a:ext uri="{FF2B5EF4-FFF2-40B4-BE49-F238E27FC236}">
                <a16:creationId xmlns:a16="http://schemas.microsoft.com/office/drawing/2014/main" id="{430CCAF5-B935-443D-8A40-965C07F0C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43998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6" name="Rectangle 89">
            <a:extLst>
              <a:ext uri="{FF2B5EF4-FFF2-40B4-BE49-F238E27FC236}">
                <a16:creationId xmlns:a16="http://schemas.microsoft.com/office/drawing/2014/main" id="{61FA3812-5AF9-4168-9050-5E5F6543A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72256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7" name="Rectangle 90">
            <a:extLst>
              <a:ext uri="{FF2B5EF4-FFF2-40B4-BE49-F238E27FC236}">
                <a16:creationId xmlns:a16="http://schemas.microsoft.com/office/drawing/2014/main" id="{4D24D8E0-2DF9-44A7-9FFA-D52E26CB7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003550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8" name="Rectangle 91">
            <a:extLst>
              <a:ext uri="{FF2B5EF4-FFF2-40B4-BE49-F238E27FC236}">
                <a16:creationId xmlns:a16="http://schemas.microsoft.com/office/drawing/2014/main" id="{8D04C5E4-B0A5-4D6E-A999-23D29DAC3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284538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49" name="Freeform 92">
            <a:extLst>
              <a:ext uri="{FF2B5EF4-FFF2-40B4-BE49-F238E27FC236}">
                <a16:creationId xmlns:a16="http://schemas.microsoft.com/office/drawing/2014/main" id="{6AB80C71-9FD1-41E6-82E0-E739797CAC47}"/>
              </a:ext>
            </a:extLst>
          </p:cNvPr>
          <p:cNvSpPr>
            <a:spLocks/>
          </p:cNvSpPr>
          <p:nvPr/>
        </p:nvSpPr>
        <p:spPr bwMode="auto">
          <a:xfrm>
            <a:off x="3132138" y="2763838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2"/>
                  <a:pt x="100" y="182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0" name="Freeform 93">
            <a:extLst>
              <a:ext uri="{FF2B5EF4-FFF2-40B4-BE49-F238E27FC236}">
                <a16:creationId xmlns:a16="http://schemas.microsoft.com/office/drawing/2014/main" id="{F0E02886-724A-4424-A6B2-0C4C67D306CD}"/>
              </a:ext>
            </a:extLst>
          </p:cNvPr>
          <p:cNvSpPr>
            <a:spLocks/>
          </p:cNvSpPr>
          <p:nvPr/>
        </p:nvSpPr>
        <p:spPr bwMode="auto">
          <a:xfrm>
            <a:off x="4016375" y="2325688"/>
            <a:ext cx="128588" cy="65087"/>
          </a:xfrm>
          <a:custGeom>
            <a:avLst/>
            <a:gdLst>
              <a:gd name="T0" fmla="*/ 0 w 81"/>
              <a:gd name="T1" fmla="*/ 2147483646 h 41"/>
              <a:gd name="T2" fmla="*/ 2147483646 w 81"/>
              <a:gd name="T3" fmla="*/ 2147483646 h 41"/>
              <a:gd name="T4" fmla="*/ 0 w 81"/>
              <a:gd name="T5" fmla="*/ 0 h 41"/>
              <a:gd name="T6" fmla="*/ 0 w 81"/>
              <a:gd name="T7" fmla="*/ 2147483646 h 41"/>
              <a:gd name="T8" fmla="*/ 0 w 81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41"/>
              <a:gd name="T17" fmla="*/ 81 w 81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41">
                <a:moveTo>
                  <a:pt x="0" y="41"/>
                </a:moveTo>
                <a:lnTo>
                  <a:pt x="81" y="14"/>
                </a:lnTo>
                <a:lnTo>
                  <a:pt x="0" y="0"/>
                </a:lnTo>
                <a:lnTo>
                  <a:pt x="0" y="14"/>
                </a:lnTo>
                <a:lnTo>
                  <a:pt x="0" y="41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1" name="Freeform 94">
            <a:extLst>
              <a:ext uri="{FF2B5EF4-FFF2-40B4-BE49-F238E27FC236}">
                <a16:creationId xmlns:a16="http://schemas.microsoft.com/office/drawing/2014/main" id="{7474A266-43F6-4A67-9431-201B73AD209E}"/>
              </a:ext>
            </a:extLst>
          </p:cNvPr>
          <p:cNvSpPr>
            <a:spLocks/>
          </p:cNvSpPr>
          <p:nvPr/>
        </p:nvSpPr>
        <p:spPr bwMode="auto">
          <a:xfrm>
            <a:off x="3244850" y="2347913"/>
            <a:ext cx="749300" cy="619125"/>
          </a:xfrm>
          <a:custGeom>
            <a:avLst/>
            <a:gdLst>
              <a:gd name="T0" fmla="*/ 2147483646 w 472"/>
              <a:gd name="T1" fmla="*/ 0 h 390"/>
              <a:gd name="T2" fmla="*/ 2147483646 w 472"/>
              <a:gd name="T3" fmla="*/ 0 h 390"/>
              <a:gd name="T4" fmla="*/ 2147483646 w 472"/>
              <a:gd name="T5" fmla="*/ 2147483646 h 390"/>
              <a:gd name="T6" fmla="*/ 0 w 472"/>
              <a:gd name="T7" fmla="*/ 2147483646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390"/>
              <a:gd name="T14" fmla="*/ 472 w 472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390">
                <a:moveTo>
                  <a:pt x="472" y="0"/>
                </a:moveTo>
                <a:lnTo>
                  <a:pt x="243" y="0"/>
                </a:lnTo>
                <a:lnTo>
                  <a:pt x="243" y="390"/>
                </a:lnTo>
                <a:lnTo>
                  <a:pt x="0" y="390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2" name="Freeform 95">
            <a:extLst>
              <a:ext uri="{FF2B5EF4-FFF2-40B4-BE49-F238E27FC236}">
                <a16:creationId xmlns:a16="http://schemas.microsoft.com/office/drawing/2014/main" id="{83737CDD-4964-402F-981A-204B230EDB90}"/>
              </a:ext>
            </a:extLst>
          </p:cNvPr>
          <p:cNvSpPr>
            <a:spLocks/>
          </p:cNvSpPr>
          <p:nvPr/>
        </p:nvSpPr>
        <p:spPr bwMode="auto">
          <a:xfrm>
            <a:off x="3132138" y="3317875"/>
            <a:ext cx="133350" cy="387350"/>
          </a:xfrm>
          <a:custGeom>
            <a:avLst/>
            <a:gdLst>
              <a:gd name="T0" fmla="*/ 2147483646 w 125"/>
              <a:gd name="T1" fmla="*/ 0 h 363"/>
              <a:gd name="T2" fmla="*/ 2147483646 w 125"/>
              <a:gd name="T3" fmla="*/ 2147483646 h 363"/>
              <a:gd name="T4" fmla="*/ 2147483646 w 125"/>
              <a:gd name="T5" fmla="*/ 2147483646 h 363"/>
              <a:gd name="T6" fmla="*/ 0 60000 65536"/>
              <a:gd name="T7" fmla="*/ 0 60000 65536"/>
              <a:gd name="T8" fmla="*/ 0 60000 65536"/>
              <a:gd name="T9" fmla="*/ 0 w 125"/>
              <a:gd name="T10" fmla="*/ 0 h 363"/>
              <a:gd name="T11" fmla="*/ 125 w 12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363">
                <a:moveTo>
                  <a:pt x="25" y="0"/>
                </a:moveTo>
                <a:cubicBezTo>
                  <a:pt x="125" y="0"/>
                  <a:pt x="0" y="181"/>
                  <a:pt x="100" y="181"/>
                </a:cubicBezTo>
                <a:cubicBezTo>
                  <a:pt x="0" y="181"/>
                  <a:pt x="125" y="363"/>
                  <a:pt x="25" y="363"/>
                </a:cubicBez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3" name="Freeform 96">
            <a:extLst>
              <a:ext uri="{FF2B5EF4-FFF2-40B4-BE49-F238E27FC236}">
                <a16:creationId xmlns:a16="http://schemas.microsoft.com/office/drawing/2014/main" id="{FAFBC7B6-A92E-41A3-A8BA-55326E52603A}"/>
              </a:ext>
            </a:extLst>
          </p:cNvPr>
          <p:cNvSpPr>
            <a:spLocks/>
          </p:cNvSpPr>
          <p:nvPr/>
        </p:nvSpPr>
        <p:spPr bwMode="auto">
          <a:xfrm>
            <a:off x="4016375" y="2582863"/>
            <a:ext cx="128588" cy="63500"/>
          </a:xfrm>
          <a:custGeom>
            <a:avLst/>
            <a:gdLst>
              <a:gd name="T0" fmla="*/ 0 w 81"/>
              <a:gd name="T1" fmla="*/ 2147483646 h 40"/>
              <a:gd name="T2" fmla="*/ 2147483646 w 81"/>
              <a:gd name="T3" fmla="*/ 2147483646 h 40"/>
              <a:gd name="T4" fmla="*/ 0 w 81"/>
              <a:gd name="T5" fmla="*/ 0 h 40"/>
              <a:gd name="T6" fmla="*/ 0 w 81"/>
              <a:gd name="T7" fmla="*/ 2147483646 h 40"/>
              <a:gd name="T8" fmla="*/ 0 w 81"/>
              <a:gd name="T9" fmla="*/ 2147483646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40"/>
              <a:gd name="T17" fmla="*/ 81 w 81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40">
                <a:moveTo>
                  <a:pt x="0" y="40"/>
                </a:moveTo>
                <a:lnTo>
                  <a:pt x="81" y="27"/>
                </a:lnTo>
                <a:lnTo>
                  <a:pt x="0" y="0"/>
                </a:lnTo>
                <a:lnTo>
                  <a:pt x="0" y="27"/>
                </a:lnTo>
                <a:lnTo>
                  <a:pt x="0" y="40"/>
                </a:lnTo>
                <a:close/>
              </a:path>
            </a:pathLst>
          </a:custGeom>
          <a:solidFill>
            <a:srgbClr val="66FFFF"/>
          </a:solidFill>
          <a:ln w="20638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4" name="Freeform 97">
            <a:extLst>
              <a:ext uri="{FF2B5EF4-FFF2-40B4-BE49-F238E27FC236}">
                <a16:creationId xmlns:a16="http://schemas.microsoft.com/office/drawing/2014/main" id="{CDBFA7A9-16EF-4CB2-AFE2-4621AE4891EC}"/>
              </a:ext>
            </a:extLst>
          </p:cNvPr>
          <p:cNvSpPr>
            <a:spLocks/>
          </p:cNvSpPr>
          <p:nvPr/>
        </p:nvSpPr>
        <p:spPr bwMode="auto">
          <a:xfrm>
            <a:off x="3244850" y="2625725"/>
            <a:ext cx="749300" cy="876300"/>
          </a:xfrm>
          <a:custGeom>
            <a:avLst/>
            <a:gdLst>
              <a:gd name="T0" fmla="*/ 2147483646 w 472"/>
              <a:gd name="T1" fmla="*/ 0 h 552"/>
              <a:gd name="T2" fmla="*/ 2147483646 w 472"/>
              <a:gd name="T3" fmla="*/ 0 h 552"/>
              <a:gd name="T4" fmla="*/ 2147483646 w 472"/>
              <a:gd name="T5" fmla="*/ 2147483646 h 552"/>
              <a:gd name="T6" fmla="*/ 0 w 472"/>
              <a:gd name="T7" fmla="*/ 2147483646 h 552"/>
              <a:gd name="T8" fmla="*/ 0 60000 65536"/>
              <a:gd name="T9" fmla="*/ 0 60000 65536"/>
              <a:gd name="T10" fmla="*/ 0 60000 65536"/>
              <a:gd name="T11" fmla="*/ 0 60000 65536"/>
              <a:gd name="T12" fmla="*/ 0 w 472"/>
              <a:gd name="T13" fmla="*/ 0 h 552"/>
              <a:gd name="T14" fmla="*/ 472 w 472"/>
              <a:gd name="T15" fmla="*/ 552 h 5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2" h="552">
                <a:moveTo>
                  <a:pt x="472" y="0"/>
                </a:moveTo>
                <a:lnTo>
                  <a:pt x="351" y="0"/>
                </a:lnTo>
                <a:lnTo>
                  <a:pt x="351" y="552"/>
                </a:lnTo>
                <a:lnTo>
                  <a:pt x="0" y="552"/>
                </a:lnTo>
              </a:path>
            </a:pathLst>
          </a:custGeom>
          <a:noFill/>
          <a:ln w="20638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355" name="Rectangle 98">
            <a:extLst>
              <a:ext uri="{FF2B5EF4-FFF2-40B4-BE49-F238E27FC236}">
                <a16:creationId xmlns:a16="http://schemas.microsoft.com/office/drawing/2014/main" id="{0E356954-15B7-41D8-8258-AB9FA45A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567113"/>
            <a:ext cx="101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97357" name="Straight Connector 77">
            <a:extLst>
              <a:ext uri="{FF2B5EF4-FFF2-40B4-BE49-F238E27FC236}">
                <a16:creationId xmlns:a16="http://schemas.microsoft.com/office/drawing/2014/main" id="{A5EB3CA9-64C2-4E39-9B9B-3B70836851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35213" y="10668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358" name="Straight Connector 78">
            <a:extLst>
              <a:ext uri="{FF2B5EF4-FFF2-40B4-BE49-F238E27FC236}">
                <a16:creationId xmlns:a16="http://schemas.microsoft.com/office/drawing/2014/main" id="{EE26B82F-F9C6-4A8D-B664-A69CB3DBAF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6375" y="2698750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359" name="Straight Connector 79">
            <a:extLst>
              <a:ext uri="{FF2B5EF4-FFF2-40B4-BE49-F238E27FC236}">
                <a16:creationId xmlns:a16="http://schemas.microsoft.com/office/drawing/2014/main" id="{4FC44625-6836-41CB-90A0-6FEE38FA24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327183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360" name="Straight Connector 80">
            <a:extLst>
              <a:ext uri="{FF2B5EF4-FFF2-40B4-BE49-F238E27FC236}">
                <a16:creationId xmlns:a16="http://schemas.microsoft.com/office/drawing/2014/main" id="{A8E3454A-DA01-4B49-AB7C-FB6B1BB4B7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08125" y="2116138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7361" name="Group 2">
            <a:extLst>
              <a:ext uri="{FF2B5EF4-FFF2-40B4-BE49-F238E27FC236}">
                <a16:creationId xmlns:a16="http://schemas.microsoft.com/office/drawing/2014/main" id="{91383F4D-E694-414C-8C71-42A1CB310D52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174750"/>
            <a:ext cx="1952625" cy="1524000"/>
            <a:chOff x="6781800" y="1905000"/>
            <a:chExt cx="1951919" cy="1524000"/>
          </a:xfrm>
        </p:grpSpPr>
        <p:sp>
          <p:nvSpPr>
            <p:cNvPr id="97362" name="Rectangle 16">
              <a:extLst>
                <a:ext uri="{FF2B5EF4-FFF2-40B4-BE49-F238E27FC236}">
                  <a16:creationId xmlns:a16="http://schemas.microsoft.com/office/drawing/2014/main" id="{42B991A9-43E9-4374-9668-29540E69F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1332" y="2779536"/>
              <a:ext cx="5238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3" name="Line 10">
              <a:extLst>
                <a:ext uri="{FF2B5EF4-FFF2-40B4-BE49-F238E27FC236}">
                  <a16:creationId xmlns:a16="http://schemas.microsoft.com/office/drawing/2014/main" id="{C75B8998-37C5-47E2-A97D-5A483B42A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3425" y="2620963"/>
              <a:ext cx="5619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4" name="Line 11">
              <a:extLst>
                <a:ext uri="{FF2B5EF4-FFF2-40B4-BE49-F238E27FC236}">
                  <a16:creationId xmlns:a16="http://schemas.microsoft.com/office/drawing/2014/main" id="{4659D4B5-8487-4CFE-AA0B-809F34D4C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7550" y="2833688"/>
              <a:ext cx="577850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5" name="Line 12">
              <a:extLst>
                <a:ext uri="{FF2B5EF4-FFF2-40B4-BE49-F238E27FC236}">
                  <a16:creationId xmlns:a16="http://schemas.microsoft.com/office/drawing/2014/main" id="{4E877F4E-34E7-4928-A2CF-CCA796FA0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53388" y="2940050"/>
              <a:ext cx="214312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6" name="Line 14">
              <a:extLst>
                <a:ext uri="{FF2B5EF4-FFF2-40B4-BE49-F238E27FC236}">
                  <a16:creationId xmlns:a16="http://schemas.microsoft.com/office/drawing/2014/main" id="{4BAC944F-39EB-4589-ADEF-AE08E6B06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32713" y="2276475"/>
              <a:ext cx="0" cy="2143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7" name="Rectangle 17">
              <a:extLst>
                <a:ext uri="{FF2B5EF4-FFF2-40B4-BE49-F238E27FC236}">
                  <a16:creationId xmlns:a16="http://schemas.microsoft.com/office/drawing/2014/main" id="{6C916632-8035-4B64-BCF4-A6F9F6F10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0" y="2120900"/>
              <a:ext cx="127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w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8" name="Line 18">
              <a:extLst>
                <a:ext uri="{FF2B5EF4-FFF2-40B4-BE49-F238E27FC236}">
                  <a16:creationId xmlns:a16="http://schemas.microsoft.com/office/drawing/2014/main" id="{A9430F4F-E440-458D-89A6-E3876F4F0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2675" y="2276475"/>
              <a:ext cx="2984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69" name="Rectangle 19">
              <a:extLst>
                <a:ext uri="{FF2B5EF4-FFF2-40B4-BE49-F238E27FC236}">
                  <a16:creationId xmlns:a16="http://schemas.microsoft.com/office/drawing/2014/main" id="{17A49616-7FF0-462C-B519-E82182069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275" y="2217738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0" name="Freeform 20">
              <a:extLst>
                <a:ext uri="{FF2B5EF4-FFF2-40B4-BE49-F238E27FC236}">
                  <a16:creationId xmlns:a16="http://schemas.microsoft.com/office/drawing/2014/main" id="{E27A6B60-94EB-41C4-BE56-119E3EEF4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2675" y="2041525"/>
              <a:ext cx="469900" cy="534988"/>
            </a:xfrm>
            <a:custGeom>
              <a:avLst/>
              <a:gdLst>
                <a:gd name="T0" fmla="*/ 0 w 296"/>
                <a:gd name="T1" fmla="*/ 0 h 337"/>
                <a:gd name="T2" fmla="*/ 2147483646 w 296"/>
                <a:gd name="T3" fmla="*/ 0 h 337"/>
                <a:gd name="T4" fmla="*/ 2147483646 w 296"/>
                <a:gd name="T5" fmla="*/ 2147483646 h 337"/>
                <a:gd name="T6" fmla="*/ 0 60000 65536"/>
                <a:gd name="T7" fmla="*/ 0 60000 65536"/>
                <a:gd name="T8" fmla="*/ 0 60000 65536"/>
                <a:gd name="T9" fmla="*/ 0 w 296"/>
                <a:gd name="T10" fmla="*/ 0 h 337"/>
                <a:gd name="T11" fmla="*/ 296 w 296"/>
                <a:gd name="T12" fmla="*/ 337 h 3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6" h="337">
                  <a:moveTo>
                    <a:pt x="0" y="0"/>
                  </a:moveTo>
                  <a:lnTo>
                    <a:pt x="296" y="0"/>
                  </a:lnTo>
                  <a:lnTo>
                    <a:pt x="296" y="33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1" name="Rectangle 21">
              <a:extLst>
                <a:ext uri="{FF2B5EF4-FFF2-40B4-BE49-F238E27FC236}">
                  <a16:creationId xmlns:a16="http://schemas.microsoft.com/office/drawing/2014/main" id="{32F04E6D-415E-4A06-BAB7-D602EFEDA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950" y="2530475"/>
              <a:ext cx="1016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2" name="Rectangle 22">
              <a:extLst>
                <a:ext uri="{FF2B5EF4-FFF2-40B4-BE49-F238E27FC236}">
                  <a16:creationId xmlns:a16="http://schemas.microsoft.com/office/drawing/2014/main" id="{A2ACE22C-5FD0-4380-8197-A249F3AFC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0" y="1905000"/>
              <a:ext cx="127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w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3" name="Line 23">
              <a:extLst>
                <a:ext uri="{FF2B5EF4-FFF2-40B4-BE49-F238E27FC236}">
                  <a16:creationId xmlns:a16="http://schemas.microsoft.com/office/drawing/2014/main" id="{402FA7CF-86D3-420C-B3C2-E0A82F096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32675" y="3046413"/>
              <a:ext cx="2127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4" name="Line 24">
              <a:extLst>
                <a:ext uri="{FF2B5EF4-FFF2-40B4-BE49-F238E27FC236}">
                  <a16:creationId xmlns:a16="http://schemas.microsoft.com/office/drawing/2014/main" id="{0EA9F180-0BC9-4D6F-9121-63BAF5A25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7550" y="3260725"/>
              <a:ext cx="5778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5" name="Rectangle 25">
              <a:extLst>
                <a:ext uri="{FF2B5EF4-FFF2-40B4-BE49-F238E27FC236}">
                  <a16:creationId xmlns:a16="http://schemas.microsoft.com/office/drawing/2014/main" id="{09C80FBF-C56A-4264-86D2-1EB7F35EA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0275" y="2001838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6" name="Rectangle 26">
              <a:extLst>
                <a:ext uri="{FF2B5EF4-FFF2-40B4-BE49-F238E27FC236}">
                  <a16:creationId xmlns:a16="http://schemas.microsoft.com/office/drawing/2014/main" id="{ECC12357-CC60-4EC0-9FF1-2E96E0F95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950" y="3175000"/>
              <a:ext cx="10160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7" name="Rectangle 99">
              <a:extLst>
                <a:ext uri="{FF2B5EF4-FFF2-40B4-BE49-F238E27FC236}">
                  <a16:creationId xmlns:a16="http://schemas.microsoft.com/office/drawing/2014/main" id="{2078E32E-AE32-4DC0-8860-E6E3B6A2F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720975"/>
              <a:ext cx="1270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w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8" name="Freeform 100">
              <a:extLst>
                <a:ext uri="{FF2B5EF4-FFF2-40B4-BE49-F238E27FC236}">
                  <a16:creationId xmlns:a16="http://schemas.microsoft.com/office/drawing/2014/main" id="{767EA6D0-7214-4871-8542-0C23390C6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225" y="2833688"/>
              <a:ext cx="171450" cy="212725"/>
            </a:xfrm>
            <a:custGeom>
              <a:avLst/>
              <a:gdLst>
                <a:gd name="T0" fmla="*/ 0 w 108"/>
                <a:gd name="T1" fmla="*/ 0 h 134"/>
                <a:gd name="T2" fmla="*/ 0 w 108"/>
                <a:gd name="T3" fmla="*/ 2147483646 h 134"/>
                <a:gd name="T4" fmla="*/ 2147483646 w 108"/>
                <a:gd name="T5" fmla="*/ 2147483646 h 134"/>
                <a:gd name="T6" fmla="*/ 0 60000 65536"/>
                <a:gd name="T7" fmla="*/ 0 60000 65536"/>
                <a:gd name="T8" fmla="*/ 0 60000 65536"/>
                <a:gd name="T9" fmla="*/ 0 w 108"/>
                <a:gd name="T10" fmla="*/ 0 h 134"/>
                <a:gd name="T11" fmla="*/ 108 w 108"/>
                <a:gd name="T12" fmla="*/ 134 h 1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" h="134">
                  <a:moveTo>
                    <a:pt x="0" y="0"/>
                  </a:moveTo>
                  <a:lnTo>
                    <a:pt x="0" y="134"/>
                  </a:lnTo>
                  <a:lnTo>
                    <a:pt x="108" y="13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79" name="Freeform 101">
              <a:extLst>
                <a:ext uri="{FF2B5EF4-FFF2-40B4-BE49-F238E27FC236}">
                  <a16:creationId xmlns:a16="http://schemas.microsoft.com/office/drawing/2014/main" id="{183EA17C-D3C8-449F-AF35-F82012CAE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125" y="2798763"/>
              <a:ext cx="73025" cy="73025"/>
            </a:xfrm>
            <a:custGeom>
              <a:avLst/>
              <a:gdLst>
                <a:gd name="T0" fmla="*/ 2147483646 w 40"/>
                <a:gd name="T1" fmla="*/ 2147483646 h 40"/>
                <a:gd name="T2" fmla="*/ 2147483646 w 40"/>
                <a:gd name="T3" fmla="*/ 0 h 40"/>
                <a:gd name="T4" fmla="*/ 0 w 40"/>
                <a:gd name="T5" fmla="*/ 2147483646 h 40"/>
                <a:gd name="T6" fmla="*/ 2147483646 w 40"/>
                <a:gd name="T7" fmla="*/ 2147483646 h 40"/>
                <a:gd name="T8" fmla="*/ 2147483646 w 40"/>
                <a:gd name="T9" fmla="*/ 2147483646 h 40"/>
                <a:gd name="T10" fmla="*/ 2147483646 w 40"/>
                <a:gd name="T11" fmla="*/ 0 h 40"/>
                <a:gd name="T12" fmla="*/ 2147483646 w 40"/>
                <a:gd name="T13" fmla="*/ 2147483646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0"/>
                <a:gd name="T22" fmla="*/ 0 h 40"/>
                <a:gd name="T23" fmla="*/ 40 w 40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0" h="40">
                  <a:moveTo>
                    <a:pt x="20" y="20"/>
                  </a:moveTo>
                  <a:cubicBezTo>
                    <a:pt x="20" y="2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31" y="40"/>
                    <a:pt x="40" y="31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lnTo>
                    <a:pt x="20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80" name="Rectangle 103">
              <a:extLst>
                <a:ext uri="{FF2B5EF4-FFF2-40B4-BE49-F238E27FC236}">
                  <a16:creationId xmlns:a16="http://schemas.microsoft.com/office/drawing/2014/main" id="{229CEC5F-7419-4ACA-88E4-03C17C105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8325" y="2817813"/>
              <a:ext cx="76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381" name="Freeform 106">
              <a:extLst>
                <a:ext uri="{FF2B5EF4-FFF2-40B4-BE49-F238E27FC236}">
                  <a16:creationId xmlns:a16="http://schemas.microsoft.com/office/drawing/2014/main" id="{3B181210-6DDC-4FB7-8A58-16B3DEA0FDF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7654925" y="2451100"/>
              <a:ext cx="392113" cy="977900"/>
            </a:xfrm>
            <a:custGeom>
              <a:avLst/>
              <a:gdLst>
                <a:gd name="T0" fmla="*/ 2147483646 w 336"/>
                <a:gd name="T1" fmla="*/ 2147483646 h 840"/>
                <a:gd name="T2" fmla="*/ 2147483646 w 336"/>
                <a:gd name="T3" fmla="*/ 2147483646 h 840"/>
                <a:gd name="T4" fmla="*/ 0 w 336"/>
                <a:gd name="T5" fmla="*/ 0 h 840"/>
                <a:gd name="T6" fmla="*/ 0 w 336"/>
                <a:gd name="T7" fmla="*/ 2147483646 h 840"/>
                <a:gd name="T8" fmla="*/ 2147483646 w 336"/>
                <a:gd name="T9" fmla="*/ 2147483646 h 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840"/>
                <a:gd name="T17" fmla="*/ 336 w 336"/>
                <a:gd name="T18" fmla="*/ 840 h 8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840">
                  <a:moveTo>
                    <a:pt x="336" y="672"/>
                  </a:moveTo>
                  <a:lnTo>
                    <a:pt x="336" y="168"/>
                  </a:lnTo>
                  <a:lnTo>
                    <a:pt x="0" y="0"/>
                  </a:lnTo>
                  <a:lnTo>
                    <a:pt x="0" y="840"/>
                  </a:lnTo>
                  <a:lnTo>
                    <a:pt x="336" y="672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03" name="Title 1">
            <a:extLst>
              <a:ext uri="{FF2B5EF4-FFF2-40B4-BE49-F238E27FC236}">
                <a16:creationId xmlns:a16="http://schemas.microsoft.com/office/drawing/2014/main" id="{932D4354-41EA-4A10-B365-5E55AF8CDDB7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Example: Implement f using only a minimal number of 4-to-1 MUX and no other gates (NOT gates are not allowed, either).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B5D950-581E-42D9-895E-00A09AED679A}"/>
              </a:ext>
            </a:extLst>
          </p:cNvPr>
          <p:cNvGrpSpPr/>
          <p:nvPr/>
        </p:nvGrpSpPr>
        <p:grpSpPr>
          <a:xfrm>
            <a:off x="7685111" y="1887644"/>
            <a:ext cx="132480" cy="51120"/>
            <a:chOff x="7685111" y="1887644"/>
            <a:chExt cx="13248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DB92D45-9C97-48C4-9DF6-73B0C1F8BFF8}"/>
                    </a:ext>
                  </a:extLst>
                </p14:cNvPr>
                <p14:cNvContentPartPr/>
                <p14:nvPr/>
              </p14:nvContentPartPr>
              <p14:xfrm>
                <a:off x="7685111" y="1893764"/>
                <a:ext cx="43920" cy="45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DB92D45-9C97-48C4-9DF6-73B0C1F8BF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76471" y="1884764"/>
                  <a:ext cx="61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795C2F-0514-4E6E-A5A2-B028050DD83A}"/>
                    </a:ext>
                  </a:extLst>
                </p14:cNvPr>
                <p14:cNvContentPartPr/>
                <p14:nvPr/>
              </p14:nvContentPartPr>
              <p14:xfrm>
                <a:off x="7771511" y="1887644"/>
                <a:ext cx="46080" cy="41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795C2F-0514-4E6E-A5A2-B028050DD8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62871" y="1879004"/>
                  <a:ext cx="637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42C8FA-8FAD-45D5-B17D-DED5A0628772}"/>
              </a:ext>
            </a:extLst>
          </p:cNvPr>
          <p:cNvGrpSpPr/>
          <p:nvPr/>
        </p:nvGrpSpPr>
        <p:grpSpPr>
          <a:xfrm>
            <a:off x="7684751" y="2082764"/>
            <a:ext cx="103680" cy="103320"/>
            <a:chOff x="7684751" y="2082764"/>
            <a:chExt cx="103680" cy="10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787907-F785-42CE-A546-8CAF2F6B7073}"/>
                    </a:ext>
                  </a:extLst>
                </p14:cNvPr>
                <p14:cNvContentPartPr/>
                <p14:nvPr/>
              </p14:nvContentPartPr>
              <p14:xfrm>
                <a:off x="7684751" y="2101124"/>
                <a:ext cx="55440" cy="55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787907-F785-42CE-A546-8CAF2F6B70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76111" y="2092484"/>
                  <a:ext cx="73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AB72DA-5A4C-4857-896B-323F40964B39}"/>
                    </a:ext>
                  </a:extLst>
                </p14:cNvPr>
                <p14:cNvContentPartPr/>
                <p14:nvPr/>
              </p14:nvContentPartPr>
              <p14:xfrm>
                <a:off x="7783391" y="2082764"/>
                <a:ext cx="5040" cy="103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AB72DA-5A4C-4857-896B-323F40964B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74391" y="2074124"/>
                  <a:ext cx="226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094D17-4422-4896-926C-8A893E33D815}"/>
              </a:ext>
            </a:extLst>
          </p:cNvPr>
          <p:cNvGrpSpPr/>
          <p:nvPr/>
        </p:nvGrpSpPr>
        <p:grpSpPr>
          <a:xfrm>
            <a:off x="7705991" y="2302724"/>
            <a:ext cx="114480" cy="329040"/>
            <a:chOff x="7705991" y="2302724"/>
            <a:chExt cx="1144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288F23-E2D5-4105-9DD0-49DBAED628F1}"/>
                    </a:ext>
                  </a:extLst>
                </p14:cNvPr>
                <p14:cNvContentPartPr/>
                <p14:nvPr/>
              </p14:nvContentPartPr>
              <p14:xfrm>
                <a:off x="7705991" y="2302724"/>
                <a:ext cx="11520" cy="9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288F23-E2D5-4105-9DD0-49DBAED628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97351" y="2294084"/>
                  <a:ext cx="29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C3E394-43FB-4DE4-BACE-1F38029DB076}"/>
                    </a:ext>
                  </a:extLst>
                </p14:cNvPr>
                <p14:cNvContentPartPr/>
                <p14:nvPr/>
              </p14:nvContentPartPr>
              <p14:xfrm>
                <a:off x="7756031" y="2315684"/>
                <a:ext cx="64440" cy="60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C3E394-43FB-4DE4-BACE-1F38029DB0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47031" y="2307044"/>
                  <a:ext cx="82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922255-0778-4A5D-8F3C-19E3FF1AF143}"/>
                    </a:ext>
                  </a:extLst>
                </p14:cNvPr>
                <p14:cNvContentPartPr/>
                <p14:nvPr/>
              </p14:nvContentPartPr>
              <p14:xfrm>
                <a:off x="7712471" y="2488844"/>
                <a:ext cx="6840" cy="106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922255-0778-4A5D-8F3C-19E3FF1AF1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03831" y="2479844"/>
                  <a:ext cx="24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BD4B3FB-75A1-461A-A785-C23372548006}"/>
                    </a:ext>
                  </a:extLst>
                </p14:cNvPr>
                <p14:cNvContentPartPr/>
                <p14:nvPr/>
              </p14:nvContentPartPr>
              <p14:xfrm>
                <a:off x="7762511" y="2505404"/>
                <a:ext cx="14760" cy="126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BD4B3FB-75A1-461A-A785-C233725480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53511" y="2496764"/>
                  <a:ext cx="32400" cy="144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02355AAB-0C6C-1344-B750-9B81E3A46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09800"/>
            <a:ext cx="91440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Example</a:t>
            </a:r>
            <a:br>
              <a:rPr lang="en-US" dirty="0">
                <a:ea typeface="+mj-ea"/>
                <a:cs typeface="+mj-cs"/>
              </a:rPr>
            </a:br>
            <a:r>
              <a:rPr lang="en-US" dirty="0">
                <a:ea typeface="+mj-ea"/>
                <a:cs typeface="+mj-cs"/>
              </a:rPr>
              <a:t>(3-input XOR)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extBox 125">
            <a:extLst>
              <a:ext uri="{FF2B5EF4-FFF2-40B4-BE49-F238E27FC236}">
                <a16:creationId xmlns:a16="http://schemas.microsoft.com/office/drawing/2014/main" id="{C59BC5A7-8588-4EFE-A2B8-3FCBC9588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4.8a from the textbook ]</a:t>
            </a:r>
          </a:p>
        </p:txBody>
      </p:sp>
      <p:sp>
        <p:nvSpPr>
          <p:cNvPr id="99330" name="Title 1">
            <a:extLst>
              <a:ext uri="{FF2B5EF4-FFF2-40B4-BE49-F238E27FC236}">
                <a16:creationId xmlns:a16="http://schemas.microsoft.com/office/drawing/2014/main" id="{6B8C2E23-F396-4149-BBC6-55C53323B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20762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</a:t>
            </a:r>
          </a:p>
        </p:txBody>
      </p:sp>
      <p:sp>
        <p:nvSpPr>
          <p:cNvPr id="99331" name="Line 59">
            <a:extLst>
              <a:ext uri="{FF2B5EF4-FFF2-40B4-BE49-F238E27FC236}">
                <a16:creationId xmlns:a16="http://schemas.microsoft.com/office/drawing/2014/main" id="{41BDB84A-306B-4600-97A5-96B9925A2A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99332" name="Line 60">
            <a:extLst>
              <a:ext uri="{FF2B5EF4-FFF2-40B4-BE49-F238E27FC236}">
                <a16:creationId xmlns:a16="http://schemas.microsoft.com/office/drawing/2014/main" id="{C5E8083D-7287-4DE5-BE10-968CA18AA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6163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99333" name="Rectangle 62">
            <a:extLst>
              <a:ext uri="{FF2B5EF4-FFF2-40B4-BE49-F238E27FC236}">
                <a16:creationId xmlns:a16="http://schemas.microsoft.com/office/drawing/2014/main" id="{332891F0-4C93-422D-A7A0-729FB83BF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4" name="Rectangle 63">
            <a:extLst>
              <a:ext uri="{FF2B5EF4-FFF2-40B4-BE49-F238E27FC236}">
                <a16:creationId xmlns:a16="http://schemas.microsoft.com/office/drawing/2014/main" id="{0E97E139-4F54-48F5-8A71-064429548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5" name="Rectangle 64">
            <a:extLst>
              <a:ext uri="{FF2B5EF4-FFF2-40B4-BE49-F238E27FC236}">
                <a16:creationId xmlns:a16="http://schemas.microsoft.com/office/drawing/2014/main" id="{F468A966-F1CA-4798-9C59-9D80D5E0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6" name="Rectangle 65">
            <a:extLst>
              <a:ext uri="{FF2B5EF4-FFF2-40B4-BE49-F238E27FC236}">
                <a16:creationId xmlns:a16="http://schemas.microsoft.com/office/drawing/2014/main" id="{C90C9393-1796-4EEB-AE2F-5732D164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7" name="Rectangle 66">
            <a:extLst>
              <a:ext uri="{FF2B5EF4-FFF2-40B4-BE49-F238E27FC236}">
                <a16:creationId xmlns:a16="http://schemas.microsoft.com/office/drawing/2014/main" id="{B6D1B80D-7BC1-4CD1-ADF4-C734CD278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8" name="Rectangle 67">
            <a:extLst>
              <a:ext uri="{FF2B5EF4-FFF2-40B4-BE49-F238E27FC236}">
                <a16:creationId xmlns:a16="http://schemas.microsoft.com/office/drawing/2014/main" id="{BB3EDFE0-3A20-40CA-AD03-FDEE7F212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9" name="Rectangle 68">
            <a:extLst>
              <a:ext uri="{FF2B5EF4-FFF2-40B4-BE49-F238E27FC236}">
                <a16:creationId xmlns:a16="http://schemas.microsoft.com/office/drawing/2014/main" id="{716AD001-B378-4CDE-AB4E-9A8DBCD0F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0" name="Rectangle 69">
            <a:extLst>
              <a:ext uri="{FF2B5EF4-FFF2-40B4-BE49-F238E27FC236}">
                <a16:creationId xmlns:a16="http://schemas.microsoft.com/office/drawing/2014/main" id="{CCDF164E-69B3-482F-A6A0-58D5529D4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1" name="Rectangle 70">
            <a:extLst>
              <a:ext uri="{FF2B5EF4-FFF2-40B4-BE49-F238E27FC236}">
                <a16:creationId xmlns:a16="http://schemas.microsoft.com/office/drawing/2014/main" id="{275A4944-53D0-4CFE-BB39-CB59433EB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2" name="Rectangle 71">
            <a:extLst>
              <a:ext uri="{FF2B5EF4-FFF2-40B4-BE49-F238E27FC236}">
                <a16:creationId xmlns:a16="http://schemas.microsoft.com/office/drawing/2014/main" id="{9C1516D4-E9ED-4BC9-B17A-2AB782783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3" name="Rectangle 72">
            <a:extLst>
              <a:ext uri="{FF2B5EF4-FFF2-40B4-BE49-F238E27FC236}">
                <a16:creationId xmlns:a16="http://schemas.microsoft.com/office/drawing/2014/main" id="{66329F22-022E-46BD-A205-CA5D13CAB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4" name="Rectangle 73">
            <a:extLst>
              <a:ext uri="{FF2B5EF4-FFF2-40B4-BE49-F238E27FC236}">
                <a16:creationId xmlns:a16="http://schemas.microsoft.com/office/drawing/2014/main" id="{5EB91C7B-D232-4875-932F-5A9A82F7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5" name="Rectangle 74">
            <a:extLst>
              <a:ext uri="{FF2B5EF4-FFF2-40B4-BE49-F238E27FC236}">
                <a16:creationId xmlns:a16="http://schemas.microsoft.com/office/drawing/2014/main" id="{54FAED79-88FE-4A88-A27D-E2280C6A0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6" name="Rectangle 75">
            <a:extLst>
              <a:ext uri="{FF2B5EF4-FFF2-40B4-BE49-F238E27FC236}">
                <a16:creationId xmlns:a16="http://schemas.microsoft.com/office/drawing/2014/main" id="{EA31D968-8115-45F9-B079-5FC48D841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7" name="Rectangle 76">
            <a:extLst>
              <a:ext uri="{FF2B5EF4-FFF2-40B4-BE49-F238E27FC236}">
                <a16:creationId xmlns:a16="http://schemas.microsoft.com/office/drawing/2014/main" id="{0B126800-08B6-4092-AA3F-510E1F6C7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8" name="Rectangle 77">
            <a:extLst>
              <a:ext uri="{FF2B5EF4-FFF2-40B4-BE49-F238E27FC236}">
                <a16:creationId xmlns:a16="http://schemas.microsoft.com/office/drawing/2014/main" id="{5403277A-6C14-4C76-B80C-5E62C3A10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9" name="Rectangle 78">
            <a:extLst>
              <a:ext uri="{FF2B5EF4-FFF2-40B4-BE49-F238E27FC236}">
                <a16:creationId xmlns:a16="http://schemas.microsoft.com/office/drawing/2014/main" id="{0D401F1B-EEB8-4E0D-9D2B-4328757D3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0" name="Rectangle 79">
            <a:extLst>
              <a:ext uri="{FF2B5EF4-FFF2-40B4-BE49-F238E27FC236}">
                <a16:creationId xmlns:a16="http://schemas.microsoft.com/office/drawing/2014/main" id="{914D07AD-F3E3-4CC9-9E76-F2570B57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1" name="Rectangle 80">
            <a:extLst>
              <a:ext uri="{FF2B5EF4-FFF2-40B4-BE49-F238E27FC236}">
                <a16:creationId xmlns:a16="http://schemas.microsoft.com/office/drawing/2014/main" id="{A2B71BCB-3D13-4CF2-A979-5FCFA6AF6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2" name="Rectangle 81">
            <a:extLst>
              <a:ext uri="{FF2B5EF4-FFF2-40B4-BE49-F238E27FC236}">
                <a16:creationId xmlns:a16="http://schemas.microsoft.com/office/drawing/2014/main" id="{D2771169-97D8-464A-A713-58978034E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3" name="Rectangle 82">
            <a:extLst>
              <a:ext uri="{FF2B5EF4-FFF2-40B4-BE49-F238E27FC236}">
                <a16:creationId xmlns:a16="http://schemas.microsoft.com/office/drawing/2014/main" id="{D8E412F5-E994-49A1-AF0D-E5046A2F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4" name="Rectangle 83">
            <a:extLst>
              <a:ext uri="{FF2B5EF4-FFF2-40B4-BE49-F238E27FC236}">
                <a16:creationId xmlns:a16="http://schemas.microsoft.com/office/drawing/2014/main" id="{402FF504-8BDF-4667-A932-84EF76ADE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5" name="Rectangle 84">
            <a:extLst>
              <a:ext uri="{FF2B5EF4-FFF2-40B4-BE49-F238E27FC236}">
                <a16:creationId xmlns:a16="http://schemas.microsoft.com/office/drawing/2014/main" id="{D1A3FEF6-616A-4835-A9A6-40BB572F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6" name="Rectangle 85">
            <a:extLst>
              <a:ext uri="{FF2B5EF4-FFF2-40B4-BE49-F238E27FC236}">
                <a16:creationId xmlns:a16="http://schemas.microsoft.com/office/drawing/2014/main" id="{EAAB2256-07BF-45C0-88F9-161A39A6F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7" name="Rectangle 86">
            <a:extLst>
              <a:ext uri="{FF2B5EF4-FFF2-40B4-BE49-F238E27FC236}">
                <a16:creationId xmlns:a16="http://schemas.microsoft.com/office/drawing/2014/main" id="{DCE9D1CC-B1E3-4474-8092-9E63ACD43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8" name="Rectangle 87">
            <a:extLst>
              <a:ext uri="{FF2B5EF4-FFF2-40B4-BE49-F238E27FC236}">
                <a16:creationId xmlns:a16="http://schemas.microsoft.com/office/drawing/2014/main" id="{AD190546-C4A2-4BA8-A481-5A0D2865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9" name="Rectangle 88">
            <a:extLst>
              <a:ext uri="{FF2B5EF4-FFF2-40B4-BE49-F238E27FC236}">
                <a16:creationId xmlns:a16="http://schemas.microsoft.com/office/drawing/2014/main" id="{78E9BEBB-3920-47F4-BC55-62EA4D17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0" name="Rectangle 89">
            <a:extLst>
              <a:ext uri="{FF2B5EF4-FFF2-40B4-BE49-F238E27FC236}">
                <a16:creationId xmlns:a16="http://schemas.microsoft.com/office/drawing/2014/main" id="{F2AE910F-C397-4554-B20C-FB540EF0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1" name="Rectangle 90">
            <a:extLst>
              <a:ext uri="{FF2B5EF4-FFF2-40B4-BE49-F238E27FC236}">
                <a16:creationId xmlns:a16="http://schemas.microsoft.com/office/drawing/2014/main" id="{A38F5837-5692-4388-A792-F6894D8E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2" name="Rectangle 91">
            <a:extLst>
              <a:ext uri="{FF2B5EF4-FFF2-40B4-BE49-F238E27FC236}">
                <a16:creationId xmlns:a16="http://schemas.microsoft.com/office/drawing/2014/main" id="{63D034BC-B49D-44E5-8C11-7DBCAE9F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3" name="Rectangle 92">
            <a:extLst>
              <a:ext uri="{FF2B5EF4-FFF2-40B4-BE49-F238E27FC236}">
                <a16:creationId xmlns:a16="http://schemas.microsoft.com/office/drawing/2014/main" id="{CC8EAF08-63FC-4B25-8BC1-C363F84E0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685925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4" name="Rectangle 93">
            <a:extLst>
              <a:ext uri="{FF2B5EF4-FFF2-40B4-BE49-F238E27FC236}">
                <a16:creationId xmlns:a16="http://schemas.microsoft.com/office/drawing/2014/main" id="{204FF97E-A39E-4924-8CFF-EEDB08C54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5" name="Rectangle 94">
            <a:extLst>
              <a:ext uri="{FF2B5EF4-FFF2-40B4-BE49-F238E27FC236}">
                <a16:creationId xmlns:a16="http://schemas.microsoft.com/office/drawing/2014/main" id="{DD26B92C-254A-4E34-872A-EADF3D36F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6" name="Rectangle 95">
            <a:extLst>
              <a:ext uri="{FF2B5EF4-FFF2-40B4-BE49-F238E27FC236}">
                <a16:creationId xmlns:a16="http://schemas.microsoft.com/office/drawing/2014/main" id="{2A96F252-0E38-4F4B-95ED-8FE08E756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7" name="Rectangle 96">
            <a:extLst>
              <a:ext uri="{FF2B5EF4-FFF2-40B4-BE49-F238E27FC236}">
                <a16:creationId xmlns:a16="http://schemas.microsoft.com/office/drawing/2014/main" id="{B0D6D77D-8A48-4D36-8014-5662BEB27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8" name="Rectangle 97">
            <a:extLst>
              <a:ext uri="{FF2B5EF4-FFF2-40B4-BE49-F238E27FC236}">
                <a16:creationId xmlns:a16="http://schemas.microsoft.com/office/drawing/2014/main" id="{19BA89CE-7A62-49F8-950E-CF5DAAC1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9" name="Rectangle 98">
            <a:extLst>
              <a:ext uri="{FF2B5EF4-FFF2-40B4-BE49-F238E27FC236}">
                <a16:creationId xmlns:a16="http://schemas.microsoft.com/office/drawing/2014/main" id="{147FAB85-8B45-4C02-AD1D-D32C6B1D3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70" name="Rectangle 99">
            <a:extLst>
              <a:ext uri="{FF2B5EF4-FFF2-40B4-BE49-F238E27FC236}">
                <a16:creationId xmlns:a16="http://schemas.microsoft.com/office/drawing/2014/main" id="{4DC2B5CC-B756-4AD7-903F-588E17AC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71" name="Rectangle 100">
            <a:extLst>
              <a:ext uri="{FF2B5EF4-FFF2-40B4-BE49-F238E27FC236}">
                <a16:creationId xmlns:a16="http://schemas.microsoft.com/office/drawing/2014/main" id="{A258EF00-F9E7-4516-A36C-22A0147BD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068863-9153-4511-B211-81DD0C3E49EF}"/>
                  </a:ext>
                </a:extLst>
              </p14:cNvPr>
              <p14:cNvContentPartPr/>
              <p14:nvPr/>
            </p14:nvContentPartPr>
            <p14:xfrm>
              <a:off x="2626200" y="1016280"/>
              <a:ext cx="6315120" cy="359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068863-9153-4511-B211-81DD0C3E49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6840" y="1006920"/>
                <a:ext cx="6333840" cy="361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extBox 125">
            <a:extLst>
              <a:ext uri="{FF2B5EF4-FFF2-40B4-BE49-F238E27FC236}">
                <a16:creationId xmlns:a16="http://schemas.microsoft.com/office/drawing/2014/main" id="{C59BC5A7-8588-4EFE-A2B8-3FCBC9588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4.8a from the textbook ]</a:t>
            </a:r>
          </a:p>
        </p:txBody>
      </p:sp>
      <p:sp>
        <p:nvSpPr>
          <p:cNvPr id="99330" name="Title 1">
            <a:extLst>
              <a:ext uri="{FF2B5EF4-FFF2-40B4-BE49-F238E27FC236}">
                <a16:creationId xmlns:a16="http://schemas.microsoft.com/office/drawing/2014/main" id="{6B8C2E23-F396-4149-BBC6-55C53323B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5302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</a:t>
            </a:r>
          </a:p>
        </p:txBody>
      </p:sp>
      <p:sp>
        <p:nvSpPr>
          <p:cNvPr id="99331" name="Line 59">
            <a:extLst>
              <a:ext uri="{FF2B5EF4-FFF2-40B4-BE49-F238E27FC236}">
                <a16:creationId xmlns:a16="http://schemas.microsoft.com/office/drawing/2014/main" id="{41BDB84A-306B-4600-97A5-96B9925A2A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99332" name="Line 60">
            <a:extLst>
              <a:ext uri="{FF2B5EF4-FFF2-40B4-BE49-F238E27FC236}">
                <a16:creationId xmlns:a16="http://schemas.microsoft.com/office/drawing/2014/main" id="{C5E8083D-7287-4DE5-BE10-968CA18AA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6163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99333" name="Rectangle 62">
            <a:extLst>
              <a:ext uri="{FF2B5EF4-FFF2-40B4-BE49-F238E27FC236}">
                <a16:creationId xmlns:a16="http://schemas.microsoft.com/office/drawing/2014/main" id="{332891F0-4C93-422D-A7A0-729FB83BF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4" name="Rectangle 63">
            <a:extLst>
              <a:ext uri="{FF2B5EF4-FFF2-40B4-BE49-F238E27FC236}">
                <a16:creationId xmlns:a16="http://schemas.microsoft.com/office/drawing/2014/main" id="{0E97E139-4F54-48F5-8A71-064429548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5" name="Rectangle 64">
            <a:extLst>
              <a:ext uri="{FF2B5EF4-FFF2-40B4-BE49-F238E27FC236}">
                <a16:creationId xmlns:a16="http://schemas.microsoft.com/office/drawing/2014/main" id="{F468A966-F1CA-4798-9C59-9D80D5E04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6" name="Rectangle 65">
            <a:extLst>
              <a:ext uri="{FF2B5EF4-FFF2-40B4-BE49-F238E27FC236}">
                <a16:creationId xmlns:a16="http://schemas.microsoft.com/office/drawing/2014/main" id="{C90C9393-1796-4EEB-AE2F-5732D1646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7" name="Rectangle 66">
            <a:extLst>
              <a:ext uri="{FF2B5EF4-FFF2-40B4-BE49-F238E27FC236}">
                <a16:creationId xmlns:a16="http://schemas.microsoft.com/office/drawing/2014/main" id="{B6D1B80D-7BC1-4CD1-ADF4-C734CD278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8" name="Rectangle 67">
            <a:extLst>
              <a:ext uri="{FF2B5EF4-FFF2-40B4-BE49-F238E27FC236}">
                <a16:creationId xmlns:a16="http://schemas.microsoft.com/office/drawing/2014/main" id="{BB3EDFE0-3A20-40CA-AD03-FDEE7F212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39" name="Rectangle 68">
            <a:extLst>
              <a:ext uri="{FF2B5EF4-FFF2-40B4-BE49-F238E27FC236}">
                <a16:creationId xmlns:a16="http://schemas.microsoft.com/office/drawing/2014/main" id="{716AD001-B378-4CDE-AB4E-9A8DBCD0F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0" name="Rectangle 69">
            <a:extLst>
              <a:ext uri="{FF2B5EF4-FFF2-40B4-BE49-F238E27FC236}">
                <a16:creationId xmlns:a16="http://schemas.microsoft.com/office/drawing/2014/main" id="{CCDF164E-69B3-482F-A6A0-58D5529D4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1" name="Rectangle 70">
            <a:extLst>
              <a:ext uri="{FF2B5EF4-FFF2-40B4-BE49-F238E27FC236}">
                <a16:creationId xmlns:a16="http://schemas.microsoft.com/office/drawing/2014/main" id="{275A4944-53D0-4CFE-BB39-CB59433EB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2" name="Rectangle 71">
            <a:extLst>
              <a:ext uri="{FF2B5EF4-FFF2-40B4-BE49-F238E27FC236}">
                <a16:creationId xmlns:a16="http://schemas.microsoft.com/office/drawing/2014/main" id="{9C1516D4-E9ED-4BC9-B17A-2AB782783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3" name="Rectangle 72">
            <a:extLst>
              <a:ext uri="{FF2B5EF4-FFF2-40B4-BE49-F238E27FC236}">
                <a16:creationId xmlns:a16="http://schemas.microsoft.com/office/drawing/2014/main" id="{66329F22-022E-46BD-A205-CA5D13CAB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4" name="Rectangle 73">
            <a:extLst>
              <a:ext uri="{FF2B5EF4-FFF2-40B4-BE49-F238E27FC236}">
                <a16:creationId xmlns:a16="http://schemas.microsoft.com/office/drawing/2014/main" id="{5EB91C7B-D232-4875-932F-5A9A82F7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5" name="Rectangle 74">
            <a:extLst>
              <a:ext uri="{FF2B5EF4-FFF2-40B4-BE49-F238E27FC236}">
                <a16:creationId xmlns:a16="http://schemas.microsoft.com/office/drawing/2014/main" id="{54FAED79-88FE-4A88-A27D-E2280C6A0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6" name="Rectangle 75">
            <a:extLst>
              <a:ext uri="{FF2B5EF4-FFF2-40B4-BE49-F238E27FC236}">
                <a16:creationId xmlns:a16="http://schemas.microsoft.com/office/drawing/2014/main" id="{EA31D968-8115-45F9-B079-5FC48D841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7" name="Rectangle 76">
            <a:extLst>
              <a:ext uri="{FF2B5EF4-FFF2-40B4-BE49-F238E27FC236}">
                <a16:creationId xmlns:a16="http://schemas.microsoft.com/office/drawing/2014/main" id="{0B126800-08B6-4092-AA3F-510E1F6C7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8" name="Rectangle 77">
            <a:extLst>
              <a:ext uri="{FF2B5EF4-FFF2-40B4-BE49-F238E27FC236}">
                <a16:creationId xmlns:a16="http://schemas.microsoft.com/office/drawing/2014/main" id="{5403277A-6C14-4C76-B80C-5E62C3A10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49" name="Rectangle 78">
            <a:extLst>
              <a:ext uri="{FF2B5EF4-FFF2-40B4-BE49-F238E27FC236}">
                <a16:creationId xmlns:a16="http://schemas.microsoft.com/office/drawing/2014/main" id="{0D401F1B-EEB8-4E0D-9D2B-4328757D3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0" name="Rectangle 79">
            <a:extLst>
              <a:ext uri="{FF2B5EF4-FFF2-40B4-BE49-F238E27FC236}">
                <a16:creationId xmlns:a16="http://schemas.microsoft.com/office/drawing/2014/main" id="{914D07AD-F3E3-4CC9-9E76-F2570B57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1" name="Rectangle 80">
            <a:extLst>
              <a:ext uri="{FF2B5EF4-FFF2-40B4-BE49-F238E27FC236}">
                <a16:creationId xmlns:a16="http://schemas.microsoft.com/office/drawing/2014/main" id="{A2B71BCB-3D13-4CF2-A979-5FCFA6AF6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2" name="Rectangle 81">
            <a:extLst>
              <a:ext uri="{FF2B5EF4-FFF2-40B4-BE49-F238E27FC236}">
                <a16:creationId xmlns:a16="http://schemas.microsoft.com/office/drawing/2014/main" id="{D2771169-97D8-464A-A713-58978034E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463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3" name="Rectangle 82">
            <a:extLst>
              <a:ext uri="{FF2B5EF4-FFF2-40B4-BE49-F238E27FC236}">
                <a16:creationId xmlns:a16="http://schemas.microsoft.com/office/drawing/2014/main" id="{D8E412F5-E994-49A1-AF0D-E5046A2F6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4" name="Rectangle 83">
            <a:extLst>
              <a:ext uri="{FF2B5EF4-FFF2-40B4-BE49-F238E27FC236}">
                <a16:creationId xmlns:a16="http://schemas.microsoft.com/office/drawing/2014/main" id="{402FF504-8BDF-4667-A932-84EF76ADE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5" name="Rectangle 84">
            <a:extLst>
              <a:ext uri="{FF2B5EF4-FFF2-40B4-BE49-F238E27FC236}">
                <a16:creationId xmlns:a16="http://schemas.microsoft.com/office/drawing/2014/main" id="{D1A3FEF6-616A-4835-A9A6-40BB572F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6" name="Rectangle 85">
            <a:extLst>
              <a:ext uri="{FF2B5EF4-FFF2-40B4-BE49-F238E27FC236}">
                <a16:creationId xmlns:a16="http://schemas.microsoft.com/office/drawing/2014/main" id="{EAAB2256-07BF-45C0-88F9-161A39A6F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063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7" name="Rectangle 86">
            <a:extLst>
              <a:ext uri="{FF2B5EF4-FFF2-40B4-BE49-F238E27FC236}">
                <a16:creationId xmlns:a16="http://schemas.microsoft.com/office/drawing/2014/main" id="{DCE9D1CC-B1E3-4474-8092-9E63ACD43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8" name="Rectangle 87">
            <a:extLst>
              <a:ext uri="{FF2B5EF4-FFF2-40B4-BE49-F238E27FC236}">
                <a16:creationId xmlns:a16="http://schemas.microsoft.com/office/drawing/2014/main" id="{AD190546-C4A2-4BA8-A481-5A0D2865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463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59" name="Rectangle 88">
            <a:extLst>
              <a:ext uri="{FF2B5EF4-FFF2-40B4-BE49-F238E27FC236}">
                <a16:creationId xmlns:a16="http://schemas.microsoft.com/office/drawing/2014/main" id="{78E9BEBB-3920-47F4-BC55-62EA4D172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0" name="Rectangle 89">
            <a:extLst>
              <a:ext uri="{FF2B5EF4-FFF2-40B4-BE49-F238E27FC236}">
                <a16:creationId xmlns:a16="http://schemas.microsoft.com/office/drawing/2014/main" id="{F2AE910F-C397-4554-B20C-FB540EF0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1" name="Rectangle 90">
            <a:extLst>
              <a:ext uri="{FF2B5EF4-FFF2-40B4-BE49-F238E27FC236}">
                <a16:creationId xmlns:a16="http://schemas.microsoft.com/office/drawing/2014/main" id="{A38F5837-5692-4388-A792-F6894D8E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613" y="1685925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2" name="Rectangle 91">
            <a:extLst>
              <a:ext uri="{FF2B5EF4-FFF2-40B4-BE49-F238E27FC236}">
                <a16:creationId xmlns:a16="http://schemas.microsoft.com/office/drawing/2014/main" id="{63D034BC-B49D-44E5-8C11-7DBCAE9FD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17811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3" name="Rectangle 92">
            <a:extLst>
              <a:ext uri="{FF2B5EF4-FFF2-40B4-BE49-F238E27FC236}">
                <a16:creationId xmlns:a16="http://schemas.microsoft.com/office/drawing/2014/main" id="{CC8EAF08-63FC-4B25-8BC1-C363F84E0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685925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4" name="Rectangle 93">
            <a:extLst>
              <a:ext uri="{FF2B5EF4-FFF2-40B4-BE49-F238E27FC236}">
                <a16:creationId xmlns:a16="http://schemas.microsoft.com/office/drawing/2014/main" id="{204FF97E-A39E-4924-8CFF-EEDB08C54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1034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5" name="Rectangle 94">
            <a:extLst>
              <a:ext uri="{FF2B5EF4-FFF2-40B4-BE49-F238E27FC236}">
                <a16:creationId xmlns:a16="http://schemas.microsoft.com/office/drawing/2014/main" id="{DD26B92C-254A-4E34-872A-EADF3D36F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386013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6" name="Rectangle 95">
            <a:extLst>
              <a:ext uri="{FF2B5EF4-FFF2-40B4-BE49-F238E27FC236}">
                <a16:creationId xmlns:a16="http://schemas.microsoft.com/office/drawing/2014/main" id="{2A96F252-0E38-4F4B-95ED-8FE08E756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66858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7" name="Rectangle 96">
            <a:extLst>
              <a:ext uri="{FF2B5EF4-FFF2-40B4-BE49-F238E27FC236}">
                <a16:creationId xmlns:a16="http://schemas.microsoft.com/office/drawing/2014/main" id="{B0D6D77D-8A48-4D36-8014-5662BEB27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29495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8" name="Rectangle 97">
            <a:extLst>
              <a:ext uri="{FF2B5EF4-FFF2-40B4-BE49-F238E27FC236}">
                <a16:creationId xmlns:a16="http://schemas.microsoft.com/office/drawing/2014/main" id="{19BA89CE-7A62-49F8-950E-CF5DAAC1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23373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69" name="Rectangle 98">
            <a:extLst>
              <a:ext uri="{FF2B5EF4-FFF2-40B4-BE49-F238E27FC236}">
                <a16:creationId xmlns:a16="http://schemas.microsoft.com/office/drawing/2014/main" id="{147FAB85-8B45-4C02-AD1D-D32C6B1D3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51472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70" name="Rectangle 99">
            <a:extLst>
              <a:ext uri="{FF2B5EF4-FFF2-40B4-BE49-F238E27FC236}">
                <a16:creationId xmlns:a16="http://schemas.microsoft.com/office/drawing/2014/main" id="{4DC2B5CC-B756-4AD7-903F-588E17AC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3797300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99371" name="Rectangle 100">
            <a:extLst>
              <a:ext uri="{FF2B5EF4-FFF2-40B4-BE49-F238E27FC236}">
                <a16:creationId xmlns:a16="http://schemas.microsoft.com/office/drawing/2014/main" id="{A258EF00-F9E7-4516-A36C-22A0147BD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788" y="4079875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cxnSp>
        <p:nvCxnSpPr>
          <p:cNvPr id="45" name="Straight Connector 57">
            <a:extLst>
              <a:ext uri="{FF2B5EF4-FFF2-40B4-BE49-F238E27FC236}">
                <a16:creationId xmlns:a16="http://schemas.microsoft.com/office/drawing/2014/main" id="{394C8985-9FF9-4799-9933-66F587EE11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62275" y="1600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Connector 58">
            <a:extLst>
              <a:ext uri="{FF2B5EF4-FFF2-40B4-BE49-F238E27FC236}">
                <a16:creationId xmlns:a16="http://schemas.microsoft.com/office/drawing/2014/main" id="{5EA45C6D-E777-45A2-8DCF-9855CA1B1F5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42357" y="3236913"/>
            <a:ext cx="2487612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80DC41E-1491-4A3A-BAC4-174F8CE5024C}"/>
              </a:ext>
            </a:extLst>
          </p:cNvPr>
          <p:cNvGrpSpPr/>
          <p:nvPr/>
        </p:nvGrpSpPr>
        <p:grpSpPr>
          <a:xfrm>
            <a:off x="7162800" y="2209801"/>
            <a:ext cx="1754187" cy="1612702"/>
            <a:chOff x="7428979" y="2538215"/>
            <a:chExt cx="1488008" cy="1284287"/>
          </a:xfrm>
        </p:grpSpPr>
        <p:pic>
          <p:nvPicPr>
            <p:cNvPr id="49" name="Picture 35" descr="Screen shot 2015-10-09 at 3.42.52 PM.png">
              <a:extLst>
                <a:ext uri="{FF2B5EF4-FFF2-40B4-BE49-F238E27FC236}">
                  <a16:creationId xmlns:a16="http://schemas.microsoft.com/office/drawing/2014/main" id="{6335CA22-C9D0-4455-A9FB-A4FE621B2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9028" y="2538215"/>
              <a:ext cx="1417959" cy="1284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F40A6F08-94A8-49BC-93FF-3D7EEC2D1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8979" y="2538215"/>
              <a:ext cx="343421" cy="1020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9525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extBox 125">
            <a:extLst>
              <a:ext uri="{FF2B5EF4-FFF2-40B4-BE49-F238E27FC236}">
                <a16:creationId xmlns:a16="http://schemas.microsoft.com/office/drawing/2014/main" id="{787EE8F8-3984-4FEC-A408-BB53CF51F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4.8a from the textbook ]</a:t>
            </a:r>
          </a:p>
        </p:txBody>
      </p:sp>
      <p:sp>
        <p:nvSpPr>
          <p:cNvPr id="100354" name="Title 1">
            <a:extLst>
              <a:ext uri="{FF2B5EF4-FFF2-40B4-BE49-F238E27FC236}">
                <a16:creationId xmlns:a16="http://schemas.microsoft.com/office/drawing/2014/main" id="{13EE106B-9B8C-4E94-B33B-1449981379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</a:t>
            </a:r>
          </a:p>
        </p:txBody>
      </p:sp>
      <p:sp>
        <p:nvSpPr>
          <p:cNvPr id="100355" name="Line 59">
            <a:extLst>
              <a:ext uri="{FF2B5EF4-FFF2-40B4-BE49-F238E27FC236}">
                <a16:creationId xmlns:a16="http://schemas.microsoft.com/office/drawing/2014/main" id="{3310CD3D-CFAD-4F09-B45E-2C17CE5D2C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4475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6" name="Line 60">
            <a:extLst>
              <a:ext uri="{FF2B5EF4-FFF2-40B4-BE49-F238E27FC236}">
                <a16:creationId xmlns:a16="http://schemas.microsoft.com/office/drawing/2014/main" id="{A6092E70-0413-4846-BA65-FA3E5CD649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357" name="Rectangle 62">
            <a:extLst>
              <a:ext uri="{FF2B5EF4-FFF2-40B4-BE49-F238E27FC236}">
                <a16:creationId xmlns:a16="http://schemas.microsoft.com/office/drawing/2014/main" id="{F55F1F8A-EB0D-4640-9AA2-427F97BCB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58" name="Rectangle 63">
            <a:extLst>
              <a:ext uri="{FF2B5EF4-FFF2-40B4-BE49-F238E27FC236}">
                <a16:creationId xmlns:a16="http://schemas.microsoft.com/office/drawing/2014/main" id="{5D49BAD9-09BD-4B6B-8AAF-9EF146C66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59" name="Rectangle 64">
            <a:extLst>
              <a:ext uri="{FF2B5EF4-FFF2-40B4-BE49-F238E27FC236}">
                <a16:creationId xmlns:a16="http://schemas.microsoft.com/office/drawing/2014/main" id="{FED18430-1A05-472C-99DC-A3E729019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0" name="Rectangle 65">
            <a:extLst>
              <a:ext uri="{FF2B5EF4-FFF2-40B4-BE49-F238E27FC236}">
                <a16:creationId xmlns:a16="http://schemas.microsoft.com/office/drawing/2014/main" id="{4552D1B0-4098-40F7-9C3B-7B3DA55DF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1" name="Rectangle 66">
            <a:extLst>
              <a:ext uri="{FF2B5EF4-FFF2-40B4-BE49-F238E27FC236}">
                <a16:creationId xmlns:a16="http://schemas.microsoft.com/office/drawing/2014/main" id="{8D81FE3E-5F71-4AB9-9D5E-A29E4570C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2" name="Rectangle 67">
            <a:extLst>
              <a:ext uri="{FF2B5EF4-FFF2-40B4-BE49-F238E27FC236}">
                <a16:creationId xmlns:a16="http://schemas.microsoft.com/office/drawing/2014/main" id="{CDE62E6C-0E18-4F44-8D2F-0F070C813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3" name="Rectangle 68">
            <a:extLst>
              <a:ext uri="{FF2B5EF4-FFF2-40B4-BE49-F238E27FC236}">
                <a16:creationId xmlns:a16="http://schemas.microsoft.com/office/drawing/2014/main" id="{59376830-6280-4591-B925-A35219770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4" name="Rectangle 69">
            <a:extLst>
              <a:ext uri="{FF2B5EF4-FFF2-40B4-BE49-F238E27FC236}">
                <a16:creationId xmlns:a16="http://schemas.microsoft.com/office/drawing/2014/main" id="{6C2F14B0-7376-4A94-9191-FF3CA4578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5" name="Rectangle 70">
            <a:extLst>
              <a:ext uri="{FF2B5EF4-FFF2-40B4-BE49-F238E27FC236}">
                <a16:creationId xmlns:a16="http://schemas.microsoft.com/office/drawing/2014/main" id="{630B7CDF-DBE2-457C-811C-839A60C5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6" name="Rectangle 71">
            <a:extLst>
              <a:ext uri="{FF2B5EF4-FFF2-40B4-BE49-F238E27FC236}">
                <a16:creationId xmlns:a16="http://schemas.microsoft.com/office/drawing/2014/main" id="{53D74654-F458-4A97-A4A9-E9AB80CA1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7" name="Rectangle 72">
            <a:extLst>
              <a:ext uri="{FF2B5EF4-FFF2-40B4-BE49-F238E27FC236}">
                <a16:creationId xmlns:a16="http://schemas.microsoft.com/office/drawing/2014/main" id="{4C501534-A136-497F-8777-2B5B6A16A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8" name="Rectangle 73">
            <a:extLst>
              <a:ext uri="{FF2B5EF4-FFF2-40B4-BE49-F238E27FC236}">
                <a16:creationId xmlns:a16="http://schemas.microsoft.com/office/drawing/2014/main" id="{1EC76ED8-E668-4C92-ADD1-C3C638FDA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69" name="Rectangle 74">
            <a:extLst>
              <a:ext uri="{FF2B5EF4-FFF2-40B4-BE49-F238E27FC236}">
                <a16:creationId xmlns:a16="http://schemas.microsoft.com/office/drawing/2014/main" id="{6650BBEC-35AF-4BBC-981F-C5B5F6803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0" name="Rectangle 75">
            <a:extLst>
              <a:ext uri="{FF2B5EF4-FFF2-40B4-BE49-F238E27FC236}">
                <a16:creationId xmlns:a16="http://schemas.microsoft.com/office/drawing/2014/main" id="{88F21748-C440-446D-BF5F-A36F0A4C4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1" name="Rectangle 76">
            <a:extLst>
              <a:ext uri="{FF2B5EF4-FFF2-40B4-BE49-F238E27FC236}">
                <a16:creationId xmlns:a16="http://schemas.microsoft.com/office/drawing/2014/main" id="{8E55F549-6EA8-45A8-9B81-6AC22DF7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2" name="Rectangle 77">
            <a:extLst>
              <a:ext uri="{FF2B5EF4-FFF2-40B4-BE49-F238E27FC236}">
                <a16:creationId xmlns:a16="http://schemas.microsoft.com/office/drawing/2014/main" id="{FE036B0D-660C-4B6A-9F55-C50577604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3" name="Rectangle 78">
            <a:extLst>
              <a:ext uri="{FF2B5EF4-FFF2-40B4-BE49-F238E27FC236}">
                <a16:creationId xmlns:a16="http://schemas.microsoft.com/office/drawing/2014/main" id="{BEA518E2-B80B-4560-A6C3-BD603B193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4" name="Rectangle 79">
            <a:extLst>
              <a:ext uri="{FF2B5EF4-FFF2-40B4-BE49-F238E27FC236}">
                <a16:creationId xmlns:a16="http://schemas.microsoft.com/office/drawing/2014/main" id="{60720949-7D7D-4BD9-A827-7DF67727A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5" name="Rectangle 80">
            <a:extLst>
              <a:ext uri="{FF2B5EF4-FFF2-40B4-BE49-F238E27FC236}">
                <a16:creationId xmlns:a16="http://schemas.microsoft.com/office/drawing/2014/main" id="{246B2A39-053A-464B-82D6-B65FE82E5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6" name="Rectangle 81">
            <a:extLst>
              <a:ext uri="{FF2B5EF4-FFF2-40B4-BE49-F238E27FC236}">
                <a16:creationId xmlns:a16="http://schemas.microsoft.com/office/drawing/2014/main" id="{8F0EAC86-47FC-469C-BFB5-A1F176048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7" name="Rectangle 82">
            <a:extLst>
              <a:ext uri="{FF2B5EF4-FFF2-40B4-BE49-F238E27FC236}">
                <a16:creationId xmlns:a16="http://schemas.microsoft.com/office/drawing/2014/main" id="{2AE12B83-2AD0-4032-9978-F88A0EFB9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8" name="Rectangle 83">
            <a:extLst>
              <a:ext uri="{FF2B5EF4-FFF2-40B4-BE49-F238E27FC236}">
                <a16:creationId xmlns:a16="http://schemas.microsoft.com/office/drawing/2014/main" id="{56565E11-B2BF-4F9C-800D-BB8A6F9D1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79" name="Rectangle 84">
            <a:extLst>
              <a:ext uri="{FF2B5EF4-FFF2-40B4-BE49-F238E27FC236}">
                <a16:creationId xmlns:a16="http://schemas.microsoft.com/office/drawing/2014/main" id="{56FC1117-F193-4405-9014-32857C597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0" name="Rectangle 85">
            <a:extLst>
              <a:ext uri="{FF2B5EF4-FFF2-40B4-BE49-F238E27FC236}">
                <a16:creationId xmlns:a16="http://schemas.microsoft.com/office/drawing/2014/main" id="{5358B4D3-3097-409E-8B77-A837D57B6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1" name="Rectangle 86">
            <a:extLst>
              <a:ext uri="{FF2B5EF4-FFF2-40B4-BE49-F238E27FC236}">
                <a16:creationId xmlns:a16="http://schemas.microsoft.com/office/drawing/2014/main" id="{0ECB93A2-F8C8-4852-B6FC-B4F2E2EFF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5925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2" name="Rectangle 87">
            <a:extLst>
              <a:ext uri="{FF2B5EF4-FFF2-40B4-BE49-F238E27FC236}">
                <a16:creationId xmlns:a16="http://schemas.microsoft.com/office/drawing/2014/main" id="{D3D1A999-1D01-4A6F-9C6B-506C194B0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3" name="Rectangle 88">
            <a:extLst>
              <a:ext uri="{FF2B5EF4-FFF2-40B4-BE49-F238E27FC236}">
                <a16:creationId xmlns:a16="http://schemas.microsoft.com/office/drawing/2014/main" id="{9C49B161-57A0-4D26-ACBB-FBE66889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4" name="Rectangle 89">
            <a:extLst>
              <a:ext uri="{FF2B5EF4-FFF2-40B4-BE49-F238E27FC236}">
                <a16:creationId xmlns:a16="http://schemas.microsoft.com/office/drawing/2014/main" id="{99EEFD53-4DA8-41E0-9FCD-6CBC33CA4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5" name="Rectangle 90">
            <a:extLst>
              <a:ext uri="{FF2B5EF4-FFF2-40B4-BE49-F238E27FC236}">
                <a16:creationId xmlns:a16="http://schemas.microsoft.com/office/drawing/2014/main" id="{83AE5195-96B3-45FC-9807-44F42F49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6" name="Rectangle 91">
            <a:extLst>
              <a:ext uri="{FF2B5EF4-FFF2-40B4-BE49-F238E27FC236}">
                <a16:creationId xmlns:a16="http://schemas.microsoft.com/office/drawing/2014/main" id="{80EBB9CB-C655-4FC9-984E-03498308E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7" name="Rectangle 92">
            <a:extLst>
              <a:ext uri="{FF2B5EF4-FFF2-40B4-BE49-F238E27FC236}">
                <a16:creationId xmlns:a16="http://schemas.microsoft.com/office/drawing/2014/main" id="{BA301B82-73CD-49D3-8B96-93CACB9E0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685925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8" name="Rectangle 93">
            <a:extLst>
              <a:ext uri="{FF2B5EF4-FFF2-40B4-BE49-F238E27FC236}">
                <a16:creationId xmlns:a16="http://schemas.microsoft.com/office/drawing/2014/main" id="{567AB600-7B5C-4C6E-A94B-103F11381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89" name="Rectangle 94">
            <a:extLst>
              <a:ext uri="{FF2B5EF4-FFF2-40B4-BE49-F238E27FC236}">
                <a16:creationId xmlns:a16="http://schemas.microsoft.com/office/drawing/2014/main" id="{F7907243-E1CD-409E-B92B-16E1607A0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0" name="Rectangle 95">
            <a:extLst>
              <a:ext uri="{FF2B5EF4-FFF2-40B4-BE49-F238E27FC236}">
                <a16:creationId xmlns:a16="http://schemas.microsoft.com/office/drawing/2014/main" id="{E7714B46-4599-4973-B825-2C82DBBF9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1" name="Rectangle 96">
            <a:extLst>
              <a:ext uri="{FF2B5EF4-FFF2-40B4-BE49-F238E27FC236}">
                <a16:creationId xmlns:a16="http://schemas.microsoft.com/office/drawing/2014/main" id="{1479CC75-D927-4D93-A468-3E584E6D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2" name="Rectangle 97">
            <a:extLst>
              <a:ext uri="{FF2B5EF4-FFF2-40B4-BE49-F238E27FC236}">
                <a16:creationId xmlns:a16="http://schemas.microsoft.com/office/drawing/2014/main" id="{86B8BCBB-BDA9-4B86-8111-73717ACC3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3" name="Rectangle 98">
            <a:extLst>
              <a:ext uri="{FF2B5EF4-FFF2-40B4-BE49-F238E27FC236}">
                <a16:creationId xmlns:a16="http://schemas.microsoft.com/office/drawing/2014/main" id="{03F965C0-9161-4F41-8E16-BFB6F5AF3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4" name="Rectangle 99">
            <a:extLst>
              <a:ext uri="{FF2B5EF4-FFF2-40B4-BE49-F238E27FC236}">
                <a16:creationId xmlns:a16="http://schemas.microsoft.com/office/drawing/2014/main" id="{AB3D3A2E-34A6-43AF-B0B4-1561DA85B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5" name="Rectangle 100">
            <a:extLst>
              <a:ext uri="{FF2B5EF4-FFF2-40B4-BE49-F238E27FC236}">
                <a16:creationId xmlns:a16="http://schemas.microsoft.com/office/drawing/2014/main" id="{21E02DD0-090E-4D0F-9A2C-066FDD8D8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0396" name="Rectangle 101">
            <a:extLst>
              <a:ext uri="{FF2B5EF4-FFF2-40B4-BE49-F238E27FC236}">
                <a16:creationId xmlns:a16="http://schemas.microsoft.com/office/drawing/2014/main" id="{1D0A072E-17BF-4A78-A87A-D8377031B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2497138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397" name="Rectangle 102">
            <a:extLst>
              <a:ext uri="{FF2B5EF4-FFF2-40B4-BE49-F238E27FC236}">
                <a16:creationId xmlns:a16="http://schemas.microsoft.com/office/drawing/2014/main" id="{43507128-C2E2-4FD8-94CC-4E11E62C6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2592388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2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398" name="Rectangle 103">
            <a:extLst>
              <a:ext uri="{FF2B5EF4-FFF2-40B4-BE49-F238E27FC236}">
                <a16:creationId xmlns:a16="http://schemas.microsoft.com/office/drawing/2014/main" id="{0853191B-F341-4187-A2FA-4E22AE24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2497138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399" name="Rectangle 104">
            <a:extLst>
              <a:ext uri="{FF2B5EF4-FFF2-40B4-BE49-F238E27FC236}">
                <a16:creationId xmlns:a16="http://schemas.microsoft.com/office/drawing/2014/main" id="{EFD417F1-01DA-4DAE-833D-F9D95B3C8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2592388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3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0" name="Freeform 105">
            <a:extLst>
              <a:ext uri="{FF2B5EF4-FFF2-40B4-BE49-F238E27FC236}">
                <a16:creationId xmlns:a16="http://schemas.microsoft.com/office/drawing/2014/main" id="{C8A3ACC3-C476-418D-AEA9-3AF94C183A41}"/>
              </a:ext>
            </a:extLst>
          </p:cNvPr>
          <p:cNvSpPr>
            <a:spLocks/>
          </p:cNvSpPr>
          <p:nvPr/>
        </p:nvSpPr>
        <p:spPr bwMode="auto">
          <a:xfrm>
            <a:off x="2813050" y="2166938"/>
            <a:ext cx="306388" cy="909637"/>
          </a:xfrm>
          <a:custGeom>
            <a:avLst/>
            <a:gdLst>
              <a:gd name="T0" fmla="*/ 2147483646 w 286"/>
              <a:gd name="T1" fmla="*/ 0 h 847"/>
              <a:gd name="T2" fmla="*/ 2147483646 w 286"/>
              <a:gd name="T3" fmla="*/ 2147483646 h 847"/>
              <a:gd name="T4" fmla="*/ 2147483646 w 286"/>
              <a:gd name="T5" fmla="*/ 2147483646 h 847"/>
              <a:gd name="T6" fmla="*/ 0 60000 65536"/>
              <a:gd name="T7" fmla="*/ 0 60000 65536"/>
              <a:gd name="T8" fmla="*/ 0 60000 65536"/>
              <a:gd name="T9" fmla="*/ 0 w 286"/>
              <a:gd name="T10" fmla="*/ 0 h 847"/>
              <a:gd name="T11" fmla="*/ 286 w 286"/>
              <a:gd name="T12" fmla="*/ 847 h 8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6" h="847">
                <a:moveTo>
                  <a:pt x="57" y="0"/>
                </a:moveTo>
                <a:cubicBezTo>
                  <a:pt x="286" y="0"/>
                  <a:pt x="0" y="424"/>
                  <a:pt x="229" y="424"/>
                </a:cubicBezTo>
                <a:cubicBezTo>
                  <a:pt x="0" y="423"/>
                  <a:pt x="286" y="847"/>
                  <a:pt x="57" y="847"/>
                </a:cubicBezTo>
              </a:path>
            </a:pathLst>
          </a:cu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401" name="Rectangle 106">
            <a:extLst>
              <a:ext uri="{FF2B5EF4-FFF2-40B4-BE49-F238E27FC236}">
                <a16:creationId xmlns:a16="http://schemas.microsoft.com/office/drawing/2014/main" id="{3987B78F-9097-45A7-B918-D32EA54B5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2492375"/>
            <a:ext cx="1571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FF0000"/>
                </a:solidFill>
                <a:latin typeface="Symbol" panose="05050102010706020507" pitchFamily="18" charset="2"/>
              </a:rPr>
              <a:t>Å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2" name="Rectangle 107">
            <a:extLst>
              <a:ext uri="{FF2B5EF4-FFF2-40B4-BE49-F238E27FC236}">
                <a16:creationId xmlns:a16="http://schemas.microsoft.com/office/drawing/2014/main" id="{9BA7E76C-74AE-49A0-A59C-65FEEA0E1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3617913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3" name="Rectangle 108">
            <a:extLst>
              <a:ext uri="{FF2B5EF4-FFF2-40B4-BE49-F238E27FC236}">
                <a16:creationId xmlns:a16="http://schemas.microsoft.com/office/drawing/2014/main" id="{5BC8AC75-D8CB-4FC0-889A-CD6CD4BA5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71316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2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4" name="Rectangle 109">
            <a:extLst>
              <a:ext uri="{FF2B5EF4-FFF2-40B4-BE49-F238E27FC236}">
                <a16:creationId xmlns:a16="http://schemas.microsoft.com/office/drawing/2014/main" id="{11D9E945-4D07-4551-BDA2-94796E4A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3617913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5" name="Rectangle 110">
            <a:extLst>
              <a:ext uri="{FF2B5EF4-FFF2-40B4-BE49-F238E27FC236}">
                <a16:creationId xmlns:a16="http://schemas.microsoft.com/office/drawing/2014/main" id="{CEC4EF98-583F-4D06-BC00-13BCEE423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371316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3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0406" name="Line 111">
            <a:extLst>
              <a:ext uri="{FF2B5EF4-FFF2-40B4-BE49-F238E27FC236}">
                <a16:creationId xmlns:a16="http://schemas.microsoft.com/office/drawing/2014/main" id="{D7129822-7317-4852-AF3A-156EDB72BF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1350" y="3609975"/>
            <a:ext cx="619125" cy="1588"/>
          </a:xfrm>
          <a:prstGeom prst="line">
            <a:avLst/>
          </a:pr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407" name="Freeform 112">
            <a:extLst>
              <a:ext uri="{FF2B5EF4-FFF2-40B4-BE49-F238E27FC236}">
                <a16:creationId xmlns:a16="http://schemas.microsoft.com/office/drawing/2014/main" id="{95A3D289-C13D-4561-B7EF-97235C459372}"/>
              </a:ext>
            </a:extLst>
          </p:cNvPr>
          <p:cNvSpPr>
            <a:spLocks/>
          </p:cNvSpPr>
          <p:nvPr/>
        </p:nvSpPr>
        <p:spPr bwMode="auto">
          <a:xfrm>
            <a:off x="2813050" y="3287713"/>
            <a:ext cx="306388" cy="909637"/>
          </a:xfrm>
          <a:custGeom>
            <a:avLst/>
            <a:gdLst>
              <a:gd name="T0" fmla="*/ 2147483646 w 286"/>
              <a:gd name="T1" fmla="*/ 0 h 847"/>
              <a:gd name="T2" fmla="*/ 2147483646 w 286"/>
              <a:gd name="T3" fmla="*/ 2147483646 h 847"/>
              <a:gd name="T4" fmla="*/ 2147483646 w 286"/>
              <a:gd name="T5" fmla="*/ 2147483646 h 847"/>
              <a:gd name="T6" fmla="*/ 0 60000 65536"/>
              <a:gd name="T7" fmla="*/ 0 60000 65536"/>
              <a:gd name="T8" fmla="*/ 0 60000 65536"/>
              <a:gd name="T9" fmla="*/ 0 w 286"/>
              <a:gd name="T10" fmla="*/ 0 h 847"/>
              <a:gd name="T11" fmla="*/ 286 w 286"/>
              <a:gd name="T12" fmla="*/ 847 h 8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6" h="847">
                <a:moveTo>
                  <a:pt x="57" y="0"/>
                </a:moveTo>
                <a:cubicBezTo>
                  <a:pt x="286" y="0"/>
                  <a:pt x="0" y="424"/>
                  <a:pt x="229" y="424"/>
                </a:cubicBezTo>
                <a:cubicBezTo>
                  <a:pt x="0" y="423"/>
                  <a:pt x="286" y="847"/>
                  <a:pt x="57" y="847"/>
                </a:cubicBezTo>
              </a:path>
            </a:pathLst>
          </a:cu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408" name="Rectangle 118">
            <a:extLst>
              <a:ext uri="{FF2B5EF4-FFF2-40B4-BE49-F238E27FC236}">
                <a16:creationId xmlns:a16="http://schemas.microsoft.com/office/drawing/2014/main" id="{B95A772F-C7CB-4FE6-9DDD-858B0D4BE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3613150"/>
            <a:ext cx="1571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FF0000"/>
                </a:solidFill>
                <a:latin typeface="Symbol" panose="05050102010706020507" pitchFamily="18" charset="2"/>
              </a:rPr>
              <a:t>Å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cxnSp>
        <p:nvCxnSpPr>
          <p:cNvPr id="100409" name="Straight Connector 57">
            <a:extLst>
              <a:ext uri="{FF2B5EF4-FFF2-40B4-BE49-F238E27FC236}">
                <a16:creationId xmlns:a16="http://schemas.microsoft.com/office/drawing/2014/main" id="{BAF83D99-E12D-46BC-A23C-2F84FB9D14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1650" y="1600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0410" name="Straight Connector 58">
            <a:extLst>
              <a:ext uri="{FF2B5EF4-FFF2-40B4-BE49-F238E27FC236}">
                <a16:creationId xmlns:a16="http://schemas.microsoft.com/office/drawing/2014/main" id="{E0C5F064-65AF-4A2E-9FA1-F7EB64C338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2363" y="3203575"/>
            <a:ext cx="2487612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extBox 125">
            <a:extLst>
              <a:ext uri="{FF2B5EF4-FFF2-40B4-BE49-F238E27FC236}">
                <a16:creationId xmlns:a16="http://schemas.microsoft.com/office/drawing/2014/main" id="{46AD5344-FE07-4102-93F1-0FAFB3C4F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 from the textbook ]</a:t>
            </a:r>
          </a:p>
        </p:txBody>
      </p:sp>
      <p:sp>
        <p:nvSpPr>
          <p:cNvPr id="101378" name="Title 1">
            <a:extLst>
              <a:ext uri="{FF2B5EF4-FFF2-40B4-BE49-F238E27FC236}">
                <a16:creationId xmlns:a16="http://schemas.microsoft.com/office/drawing/2014/main" id="{13EE3E38-D62A-4BBE-8135-BB21F8230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68363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 </a:t>
            </a:r>
            <a:r>
              <a:rPr lang="en-US" altLang="en-US" sz="3400" dirty="0">
                <a:solidFill>
                  <a:srgbClr val="FF0000"/>
                </a:solidFill>
              </a:rPr>
              <a:t>only</a:t>
            </a:r>
          </a:p>
        </p:txBody>
      </p:sp>
      <p:sp>
        <p:nvSpPr>
          <p:cNvPr id="101379" name="Line 59">
            <a:extLst>
              <a:ext uri="{FF2B5EF4-FFF2-40B4-BE49-F238E27FC236}">
                <a16:creationId xmlns:a16="http://schemas.microsoft.com/office/drawing/2014/main" id="{FCC032B7-3380-4ECD-B3A7-89723EB4FC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4475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0" name="Line 60">
            <a:extLst>
              <a:ext uri="{FF2B5EF4-FFF2-40B4-BE49-F238E27FC236}">
                <a16:creationId xmlns:a16="http://schemas.microsoft.com/office/drawing/2014/main" id="{4DCFB2CA-256C-426E-A611-6CF0FC7B2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81" name="Rectangle 61">
            <a:extLst>
              <a:ext uri="{FF2B5EF4-FFF2-40B4-BE49-F238E27FC236}">
                <a16:creationId xmlns:a16="http://schemas.microsoft.com/office/drawing/2014/main" id="{9158C9D3-62D2-4C51-9BDD-73D9BE7C0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4756150"/>
            <a:ext cx="13684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(a) Truth table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2" name="Rectangle 62">
            <a:extLst>
              <a:ext uri="{FF2B5EF4-FFF2-40B4-BE49-F238E27FC236}">
                <a16:creationId xmlns:a16="http://schemas.microsoft.com/office/drawing/2014/main" id="{CEFF7AC0-6337-4B0E-BED5-76FC59C49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3" name="Rectangle 63">
            <a:extLst>
              <a:ext uri="{FF2B5EF4-FFF2-40B4-BE49-F238E27FC236}">
                <a16:creationId xmlns:a16="http://schemas.microsoft.com/office/drawing/2014/main" id="{8ADD1C47-A0FB-413D-AC9E-EB466FDE1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4" name="Rectangle 64">
            <a:extLst>
              <a:ext uri="{FF2B5EF4-FFF2-40B4-BE49-F238E27FC236}">
                <a16:creationId xmlns:a16="http://schemas.microsoft.com/office/drawing/2014/main" id="{E1E085B8-63E0-4F36-AA49-14944F6AB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5" name="Rectangle 65">
            <a:extLst>
              <a:ext uri="{FF2B5EF4-FFF2-40B4-BE49-F238E27FC236}">
                <a16:creationId xmlns:a16="http://schemas.microsoft.com/office/drawing/2014/main" id="{30B11979-0A51-4A63-AEAB-15D827051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6" name="Rectangle 66">
            <a:extLst>
              <a:ext uri="{FF2B5EF4-FFF2-40B4-BE49-F238E27FC236}">
                <a16:creationId xmlns:a16="http://schemas.microsoft.com/office/drawing/2014/main" id="{75F21ADB-B8B8-4DDF-8A6B-A54E717B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7" name="Rectangle 67">
            <a:extLst>
              <a:ext uri="{FF2B5EF4-FFF2-40B4-BE49-F238E27FC236}">
                <a16:creationId xmlns:a16="http://schemas.microsoft.com/office/drawing/2014/main" id="{D8041CFC-4398-4157-A496-B4947967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8" name="Rectangle 68">
            <a:extLst>
              <a:ext uri="{FF2B5EF4-FFF2-40B4-BE49-F238E27FC236}">
                <a16:creationId xmlns:a16="http://schemas.microsoft.com/office/drawing/2014/main" id="{3B4B5CCF-E88C-4835-B8A5-045BAEC1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89" name="Rectangle 69">
            <a:extLst>
              <a:ext uri="{FF2B5EF4-FFF2-40B4-BE49-F238E27FC236}">
                <a16:creationId xmlns:a16="http://schemas.microsoft.com/office/drawing/2014/main" id="{EF779A60-FC16-4A3D-BE11-798D20AA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0" name="Rectangle 70">
            <a:extLst>
              <a:ext uri="{FF2B5EF4-FFF2-40B4-BE49-F238E27FC236}">
                <a16:creationId xmlns:a16="http://schemas.microsoft.com/office/drawing/2014/main" id="{CA69EAA7-98AE-4505-8580-C30DFC4B5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1" name="Rectangle 71">
            <a:extLst>
              <a:ext uri="{FF2B5EF4-FFF2-40B4-BE49-F238E27FC236}">
                <a16:creationId xmlns:a16="http://schemas.microsoft.com/office/drawing/2014/main" id="{9E680FAC-E5BE-4793-99FE-7C4BFA393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2" name="Rectangle 72">
            <a:extLst>
              <a:ext uri="{FF2B5EF4-FFF2-40B4-BE49-F238E27FC236}">
                <a16:creationId xmlns:a16="http://schemas.microsoft.com/office/drawing/2014/main" id="{6F49FB1A-8A92-4BF7-9196-9A25B53A3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3" name="Rectangle 73">
            <a:extLst>
              <a:ext uri="{FF2B5EF4-FFF2-40B4-BE49-F238E27FC236}">
                <a16:creationId xmlns:a16="http://schemas.microsoft.com/office/drawing/2014/main" id="{F0C2C6A3-17DB-4565-8150-3D049463A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4" name="Rectangle 74">
            <a:extLst>
              <a:ext uri="{FF2B5EF4-FFF2-40B4-BE49-F238E27FC236}">
                <a16:creationId xmlns:a16="http://schemas.microsoft.com/office/drawing/2014/main" id="{937D78E9-20D5-4F7F-A300-DBE3E5D93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5" name="Rectangle 75">
            <a:extLst>
              <a:ext uri="{FF2B5EF4-FFF2-40B4-BE49-F238E27FC236}">
                <a16:creationId xmlns:a16="http://schemas.microsoft.com/office/drawing/2014/main" id="{56FFB2C5-FFC6-400E-B6EE-131DA7354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6" name="Rectangle 76">
            <a:extLst>
              <a:ext uri="{FF2B5EF4-FFF2-40B4-BE49-F238E27FC236}">
                <a16:creationId xmlns:a16="http://schemas.microsoft.com/office/drawing/2014/main" id="{E1F7E154-5AB2-4904-B169-3326B3F6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7" name="Rectangle 77">
            <a:extLst>
              <a:ext uri="{FF2B5EF4-FFF2-40B4-BE49-F238E27FC236}">
                <a16:creationId xmlns:a16="http://schemas.microsoft.com/office/drawing/2014/main" id="{FFF6E21C-5973-4444-9553-03F9DF177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8" name="Rectangle 78">
            <a:extLst>
              <a:ext uri="{FF2B5EF4-FFF2-40B4-BE49-F238E27FC236}">
                <a16:creationId xmlns:a16="http://schemas.microsoft.com/office/drawing/2014/main" id="{2A66DDF8-7A6D-40BD-A3BE-756DC40D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399" name="Rectangle 79">
            <a:extLst>
              <a:ext uri="{FF2B5EF4-FFF2-40B4-BE49-F238E27FC236}">
                <a16:creationId xmlns:a16="http://schemas.microsoft.com/office/drawing/2014/main" id="{8A754327-C40B-4C85-ABC9-EAAD442A6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0" name="Rectangle 80">
            <a:extLst>
              <a:ext uri="{FF2B5EF4-FFF2-40B4-BE49-F238E27FC236}">
                <a16:creationId xmlns:a16="http://schemas.microsoft.com/office/drawing/2014/main" id="{2D0AD187-6638-4025-9DB8-B66B5356E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1" name="Rectangle 81">
            <a:extLst>
              <a:ext uri="{FF2B5EF4-FFF2-40B4-BE49-F238E27FC236}">
                <a16:creationId xmlns:a16="http://schemas.microsoft.com/office/drawing/2014/main" id="{8320EA1F-CF13-4EB1-AF73-2F0F050E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2" name="Rectangle 82">
            <a:extLst>
              <a:ext uri="{FF2B5EF4-FFF2-40B4-BE49-F238E27FC236}">
                <a16:creationId xmlns:a16="http://schemas.microsoft.com/office/drawing/2014/main" id="{0CB9581E-6F69-4029-91A2-DACFFDB9E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3" name="Rectangle 83">
            <a:extLst>
              <a:ext uri="{FF2B5EF4-FFF2-40B4-BE49-F238E27FC236}">
                <a16:creationId xmlns:a16="http://schemas.microsoft.com/office/drawing/2014/main" id="{ADDB91C5-A2BF-4EDF-AABC-BC5B5018D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4" name="Rectangle 84">
            <a:extLst>
              <a:ext uri="{FF2B5EF4-FFF2-40B4-BE49-F238E27FC236}">
                <a16:creationId xmlns:a16="http://schemas.microsoft.com/office/drawing/2014/main" id="{BD12AD0E-CCF3-4A30-858C-D90B356F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5" name="Rectangle 85">
            <a:extLst>
              <a:ext uri="{FF2B5EF4-FFF2-40B4-BE49-F238E27FC236}">
                <a16:creationId xmlns:a16="http://schemas.microsoft.com/office/drawing/2014/main" id="{32E0B80C-A5AE-4D80-AC66-F7B48A396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6" name="Rectangle 86">
            <a:extLst>
              <a:ext uri="{FF2B5EF4-FFF2-40B4-BE49-F238E27FC236}">
                <a16:creationId xmlns:a16="http://schemas.microsoft.com/office/drawing/2014/main" id="{DCF044F3-5D21-4B29-AE2A-507BE991F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5925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7" name="Rectangle 87">
            <a:extLst>
              <a:ext uri="{FF2B5EF4-FFF2-40B4-BE49-F238E27FC236}">
                <a16:creationId xmlns:a16="http://schemas.microsoft.com/office/drawing/2014/main" id="{B2C51402-6CA8-44FC-846C-C541D1151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8" name="Rectangle 88">
            <a:extLst>
              <a:ext uri="{FF2B5EF4-FFF2-40B4-BE49-F238E27FC236}">
                <a16:creationId xmlns:a16="http://schemas.microsoft.com/office/drawing/2014/main" id="{84C55C8E-9E30-4FE7-968A-D89EF37FB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09" name="Rectangle 89">
            <a:extLst>
              <a:ext uri="{FF2B5EF4-FFF2-40B4-BE49-F238E27FC236}">
                <a16:creationId xmlns:a16="http://schemas.microsoft.com/office/drawing/2014/main" id="{D4803D72-63BF-4E50-B205-83721B038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0" name="Rectangle 90">
            <a:extLst>
              <a:ext uri="{FF2B5EF4-FFF2-40B4-BE49-F238E27FC236}">
                <a16:creationId xmlns:a16="http://schemas.microsoft.com/office/drawing/2014/main" id="{92188B05-C1EE-457D-90EF-E3FB9C7CB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1" name="Rectangle 91">
            <a:extLst>
              <a:ext uri="{FF2B5EF4-FFF2-40B4-BE49-F238E27FC236}">
                <a16:creationId xmlns:a16="http://schemas.microsoft.com/office/drawing/2014/main" id="{AB26B04C-8B2D-4E36-9174-EF1CA32E9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2" name="Rectangle 92">
            <a:extLst>
              <a:ext uri="{FF2B5EF4-FFF2-40B4-BE49-F238E27FC236}">
                <a16:creationId xmlns:a16="http://schemas.microsoft.com/office/drawing/2014/main" id="{193B23C7-22FD-43D4-9F3B-CEA9474B8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685925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3" name="Rectangle 93">
            <a:extLst>
              <a:ext uri="{FF2B5EF4-FFF2-40B4-BE49-F238E27FC236}">
                <a16:creationId xmlns:a16="http://schemas.microsoft.com/office/drawing/2014/main" id="{ECC6A451-7DE4-4D3D-90D8-2C4CAAE81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4" name="Rectangle 94">
            <a:extLst>
              <a:ext uri="{FF2B5EF4-FFF2-40B4-BE49-F238E27FC236}">
                <a16:creationId xmlns:a16="http://schemas.microsoft.com/office/drawing/2014/main" id="{30EAE700-2F7F-40E0-9C3C-173EFBE0A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5" name="Rectangle 95">
            <a:extLst>
              <a:ext uri="{FF2B5EF4-FFF2-40B4-BE49-F238E27FC236}">
                <a16:creationId xmlns:a16="http://schemas.microsoft.com/office/drawing/2014/main" id="{41BDD1BC-ADCF-4CA7-BAC8-B61DE517C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6" name="Rectangle 96">
            <a:extLst>
              <a:ext uri="{FF2B5EF4-FFF2-40B4-BE49-F238E27FC236}">
                <a16:creationId xmlns:a16="http://schemas.microsoft.com/office/drawing/2014/main" id="{0A9AFD9E-9325-401A-ADEA-0635C99E2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7" name="Rectangle 97">
            <a:extLst>
              <a:ext uri="{FF2B5EF4-FFF2-40B4-BE49-F238E27FC236}">
                <a16:creationId xmlns:a16="http://schemas.microsoft.com/office/drawing/2014/main" id="{9947EAF3-E579-4F3D-BC42-F7EBA97ED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8" name="Rectangle 98">
            <a:extLst>
              <a:ext uri="{FF2B5EF4-FFF2-40B4-BE49-F238E27FC236}">
                <a16:creationId xmlns:a16="http://schemas.microsoft.com/office/drawing/2014/main" id="{105DDC0C-5598-4D0E-99F1-1AB88500A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19" name="Rectangle 99">
            <a:extLst>
              <a:ext uri="{FF2B5EF4-FFF2-40B4-BE49-F238E27FC236}">
                <a16:creationId xmlns:a16="http://schemas.microsoft.com/office/drawing/2014/main" id="{3E940ED5-0510-4970-835C-0BB5A6D0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20" name="Rectangle 100">
            <a:extLst>
              <a:ext uri="{FF2B5EF4-FFF2-40B4-BE49-F238E27FC236}">
                <a16:creationId xmlns:a16="http://schemas.microsoft.com/office/drawing/2014/main" id="{33432549-1778-4C0A-B057-7DADEED6C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21" name="Line 113">
            <a:extLst>
              <a:ext uri="{FF2B5EF4-FFF2-40B4-BE49-F238E27FC236}">
                <a16:creationId xmlns:a16="http://schemas.microsoft.com/office/drawing/2014/main" id="{60EF581B-E070-4484-9C0A-7F792895C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3" y="3201988"/>
            <a:ext cx="1238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22" name="Line 114">
            <a:extLst>
              <a:ext uri="{FF2B5EF4-FFF2-40B4-BE49-F238E27FC236}">
                <a16:creationId xmlns:a16="http://schemas.microsoft.com/office/drawing/2014/main" id="{D0A17810-14AB-425D-80E8-AA06908D6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3502025"/>
            <a:ext cx="2349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23" name="Line 115">
            <a:extLst>
              <a:ext uri="{FF2B5EF4-FFF2-40B4-BE49-F238E27FC236}">
                <a16:creationId xmlns:a16="http://schemas.microsoft.com/office/drawing/2014/main" id="{EDB1F580-12CB-4AEC-90E7-242A02438C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3813" y="3352800"/>
            <a:ext cx="3429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24" name="Line 117">
            <a:extLst>
              <a:ext uri="{FF2B5EF4-FFF2-40B4-BE49-F238E27FC236}">
                <a16:creationId xmlns:a16="http://schemas.microsoft.com/office/drawing/2014/main" id="{43C45C35-A441-44A8-8877-79D06C340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5" y="2768600"/>
            <a:ext cx="0" cy="284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25" name="Line 119">
            <a:extLst>
              <a:ext uri="{FF2B5EF4-FFF2-40B4-BE49-F238E27FC236}">
                <a16:creationId xmlns:a16="http://schemas.microsoft.com/office/drawing/2014/main" id="{7E63835C-12B4-4BEF-8B8D-4CC99A435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1050" y="2752725"/>
            <a:ext cx="3635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26" name="Rectangle 120">
            <a:extLst>
              <a:ext uri="{FF2B5EF4-FFF2-40B4-BE49-F238E27FC236}">
                <a16:creationId xmlns:a16="http://schemas.microsoft.com/office/drawing/2014/main" id="{84FB6912-0C1E-4D70-8D83-77231FBBC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8" y="3265488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27" name="Rectangle 123">
            <a:extLst>
              <a:ext uri="{FF2B5EF4-FFF2-40B4-BE49-F238E27FC236}">
                <a16:creationId xmlns:a16="http://schemas.microsoft.com/office/drawing/2014/main" id="{C76150BD-2B09-4C5F-A681-2C9220A64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2603500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28" name="Oval 126">
            <a:extLst>
              <a:ext uri="{FF2B5EF4-FFF2-40B4-BE49-F238E27FC236}">
                <a16:creationId xmlns:a16="http://schemas.microsoft.com/office/drawing/2014/main" id="{8AF4DF4A-FF6B-4642-96BA-D365C3916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3460750"/>
            <a:ext cx="77787" cy="77788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29" name="Freeform 127">
            <a:extLst>
              <a:ext uri="{FF2B5EF4-FFF2-40B4-BE49-F238E27FC236}">
                <a16:creationId xmlns:a16="http://schemas.microsoft.com/office/drawing/2014/main" id="{02A2DCBD-A4A0-4951-9C48-94103BBCC4E1}"/>
              </a:ext>
            </a:extLst>
          </p:cNvPr>
          <p:cNvSpPr>
            <a:spLocks/>
          </p:cNvSpPr>
          <p:nvPr/>
        </p:nvSpPr>
        <p:spPr bwMode="auto">
          <a:xfrm>
            <a:off x="6491288" y="3201988"/>
            <a:ext cx="298450" cy="300037"/>
          </a:xfrm>
          <a:custGeom>
            <a:avLst/>
            <a:gdLst>
              <a:gd name="T0" fmla="*/ 0 w 188"/>
              <a:gd name="T1" fmla="*/ 0 h 189"/>
              <a:gd name="T2" fmla="*/ 0 w 188"/>
              <a:gd name="T3" fmla="*/ 2147483646 h 189"/>
              <a:gd name="T4" fmla="*/ 2147483646 w 188"/>
              <a:gd name="T5" fmla="*/ 2147483646 h 189"/>
              <a:gd name="T6" fmla="*/ 0 60000 65536"/>
              <a:gd name="T7" fmla="*/ 0 60000 65536"/>
              <a:gd name="T8" fmla="*/ 0 60000 65536"/>
              <a:gd name="T9" fmla="*/ 0 w 188"/>
              <a:gd name="T10" fmla="*/ 0 h 189"/>
              <a:gd name="T11" fmla="*/ 188 w 188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189">
                <a:moveTo>
                  <a:pt x="0" y="0"/>
                </a:moveTo>
                <a:lnTo>
                  <a:pt x="0" y="189"/>
                </a:lnTo>
                <a:lnTo>
                  <a:pt x="188" y="18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30" name="Freeform 128">
            <a:extLst>
              <a:ext uri="{FF2B5EF4-FFF2-40B4-BE49-F238E27FC236}">
                <a16:creationId xmlns:a16="http://schemas.microsoft.com/office/drawing/2014/main" id="{B7518F69-80E5-4A71-A661-D6664C6B85BD}"/>
              </a:ext>
            </a:extLst>
          </p:cNvPr>
          <p:cNvSpPr>
            <a:spLocks/>
          </p:cNvSpPr>
          <p:nvPr/>
        </p:nvSpPr>
        <p:spPr bwMode="auto">
          <a:xfrm>
            <a:off x="6469063" y="3181350"/>
            <a:ext cx="42862" cy="42863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31" y="40"/>
                  <a:pt x="40" y="31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1431" name="Oval 129">
            <a:extLst>
              <a:ext uri="{FF2B5EF4-FFF2-40B4-BE49-F238E27FC236}">
                <a16:creationId xmlns:a16="http://schemas.microsoft.com/office/drawing/2014/main" id="{FC050039-1372-4AB8-AA8F-B906C812D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3189288"/>
            <a:ext cx="52387" cy="52387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32" name="Rectangle 130">
            <a:extLst>
              <a:ext uri="{FF2B5EF4-FFF2-40B4-BE49-F238E27FC236}">
                <a16:creationId xmlns:a16="http://schemas.microsoft.com/office/drawing/2014/main" id="{FB02425B-7823-445A-9AD3-26DBFF5F3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2698750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33" name="Rectangle 136">
            <a:extLst>
              <a:ext uri="{FF2B5EF4-FFF2-40B4-BE49-F238E27FC236}">
                <a16:creationId xmlns:a16="http://schemas.microsoft.com/office/drawing/2014/main" id="{98DA00E8-10A0-4849-A301-A63CF3DB8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756150"/>
            <a:ext cx="9699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(b) Circuit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34" name="Freeform 148">
            <a:extLst>
              <a:ext uri="{FF2B5EF4-FFF2-40B4-BE49-F238E27FC236}">
                <a16:creationId xmlns:a16="http://schemas.microsoft.com/office/drawing/2014/main" id="{76584AA3-89F7-40DA-8DBB-9261366E66FD}"/>
              </a:ext>
            </a:extLst>
          </p:cNvPr>
          <p:cNvSpPr>
            <a:spLocks noChangeAspect="1"/>
          </p:cNvSpPr>
          <p:nvPr/>
        </p:nvSpPr>
        <p:spPr bwMode="auto">
          <a:xfrm>
            <a:off x="7345363" y="2987675"/>
            <a:ext cx="317500" cy="793750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35" name="Freeform 152">
            <a:extLst>
              <a:ext uri="{FF2B5EF4-FFF2-40B4-BE49-F238E27FC236}">
                <a16:creationId xmlns:a16="http://schemas.microsoft.com/office/drawing/2014/main" id="{B507A101-3EB5-4771-8468-B5DFE9C365C1}"/>
              </a:ext>
            </a:extLst>
          </p:cNvPr>
          <p:cNvSpPr>
            <a:spLocks noChangeAspect="1"/>
          </p:cNvSpPr>
          <p:nvPr/>
        </p:nvSpPr>
        <p:spPr bwMode="auto">
          <a:xfrm>
            <a:off x="6789738" y="3365500"/>
            <a:ext cx="279400" cy="279400"/>
          </a:xfrm>
          <a:custGeom>
            <a:avLst/>
            <a:gdLst>
              <a:gd name="T0" fmla="*/ 2147483646 w 263"/>
              <a:gd name="T1" fmla="*/ 2147483646 h 264"/>
              <a:gd name="T2" fmla="*/ 0 w 263"/>
              <a:gd name="T3" fmla="*/ 2147483646 h 264"/>
              <a:gd name="T4" fmla="*/ 0 w 263"/>
              <a:gd name="T5" fmla="*/ 0 h 264"/>
              <a:gd name="T6" fmla="*/ 2147483646 w 263"/>
              <a:gd name="T7" fmla="*/ 214748364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64"/>
              <a:gd name="T14" fmla="*/ 263 w 263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64">
                <a:moveTo>
                  <a:pt x="263" y="120"/>
                </a:moveTo>
                <a:lnTo>
                  <a:pt x="0" y="264"/>
                </a:lnTo>
                <a:lnTo>
                  <a:pt x="0" y="0"/>
                </a:lnTo>
                <a:lnTo>
                  <a:pt x="263" y="12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1436" name="Straight Connector 87">
            <a:extLst>
              <a:ext uri="{FF2B5EF4-FFF2-40B4-BE49-F238E27FC236}">
                <a16:creationId xmlns:a16="http://schemas.microsoft.com/office/drawing/2014/main" id="{4F8BBDBF-8D48-4874-97CC-13C4A0384C5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1650" y="1600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437" name="Straight Connector 88">
            <a:extLst>
              <a:ext uri="{FF2B5EF4-FFF2-40B4-BE49-F238E27FC236}">
                <a16:creationId xmlns:a16="http://schemas.microsoft.com/office/drawing/2014/main" id="{19199999-98CD-4760-A43F-50796503D4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2363" y="3203575"/>
            <a:ext cx="2487612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438" name="Rectangle 101">
            <a:extLst>
              <a:ext uri="{FF2B5EF4-FFF2-40B4-BE49-F238E27FC236}">
                <a16:creationId xmlns:a16="http://schemas.microsoft.com/office/drawing/2014/main" id="{8DCB5EE9-46E9-4FF5-8463-6FB806A53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2497138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39" name="Rectangle 102">
            <a:extLst>
              <a:ext uri="{FF2B5EF4-FFF2-40B4-BE49-F238E27FC236}">
                <a16:creationId xmlns:a16="http://schemas.microsoft.com/office/drawing/2014/main" id="{F0B88A94-582C-4BCD-9D95-3C7A55278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2592388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2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0" name="Rectangle 103">
            <a:extLst>
              <a:ext uri="{FF2B5EF4-FFF2-40B4-BE49-F238E27FC236}">
                <a16:creationId xmlns:a16="http://schemas.microsoft.com/office/drawing/2014/main" id="{F72F449B-C430-4518-9E7B-550074C1E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2497138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1" name="Rectangle 104">
            <a:extLst>
              <a:ext uri="{FF2B5EF4-FFF2-40B4-BE49-F238E27FC236}">
                <a16:creationId xmlns:a16="http://schemas.microsoft.com/office/drawing/2014/main" id="{6CE1AC24-010E-4A31-80DB-74EA41836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2592388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3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2" name="Freeform 105">
            <a:extLst>
              <a:ext uri="{FF2B5EF4-FFF2-40B4-BE49-F238E27FC236}">
                <a16:creationId xmlns:a16="http://schemas.microsoft.com/office/drawing/2014/main" id="{0624D9EA-0202-438B-A67D-2427AAF62629}"/>
              </a:ext>
            </a:extLst>
          </p:cNvPr>
          <p:cNvSpPr>
            <a:spLocks/>
          </p:cNvSpPr>
          <p:nvPr/>
        </p:nvSpPr>
        <p:spPr bwMode="auto">
          <a:xfrm>
            <a:off x="2813050" y="2166938"/>
            <a:ext cx="306388" cy="909637"/>
          </a:xfrm>
          <a:custGeom>
            <a:avLst/>
            <a:gdLst>
              <a:gd name="T0" fmla="*/ 2147483646 w 286"/>
              <a:gd name="T1" fmla="*/ 0 h 847"/>
              <a:gd name="T2" fmla="*/ 2147483646 w 286"/>
              <a:gd name="T3" fmla="*/ 2147483646 h 847"/>
              <a:gd name="T4" fmla="*/ 2147483646 w 286"/>
              <a:gd name="T5" fmla="*/ 2147483646 h 847"/>
              <a:gd name="T6" fmla="*/ 0 60000 65536"/>
              <a:gd name="T7" fmla="*/ 0 60000 65536"/>
              <a:gd name="T8" fmla="*/ 0 60000 65536"/>
              <a:gd name="T9" fmla="*/ 0 w 286"/>
              <a:gd name="T10" fmla="*/ 0 h 847"/>
              <a:gd name="T11" fmla="*/ 286 w 286"/>
              <a:gd name="T12" fmla="*/ 847 h 8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6" h="847">
                <a:moveTo>
                  <a:pt x="57" y="0"/>
                </a:moveTo>
                <a:cubicBezTo>
                  <a:pt x="286" y="0"/>
                  <a:pt x="0" y="424"/>
                  <a:pt x="229" y="424"/>
                </a:cubicBezTo>
                <a:cubicBezTo>
                  <a:pt x="0" y="423"/>
                  <a:pt x="286" y="847"/>
                  <a:pt x="57" y="847"/>
                </a:cubicBezTo>
              </a:path>
            </a:pathLst>
          </a:cu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43" name="Rectangle 106">
            <a:extLst>
              <a:ext uri="{FF2B5EF4-FFF2-40B4-BE49-F238E27FC236}">
                <a16:creationId xmlns:a16="http://schemas.microsoft.com/office/drawing/2014/main" id="{4E6BE82F-F068-4DBD-9BBC-E21F85D95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2492375"/>
            <a:ext cx="1571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FF0000"/>
                </a:solidFill>
                <a:latin typeface="Symbol" panose="05050102010706020507" pitchFamily="18" charset="2"/>
              </a:rPr>
              <a:t>Å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4" name="Rectangle 107">
            <a:extLst>
              <a:ext uri="{FF2B5EF4-FFF2-40B4-BE49-F238E27FC236}">
                <a16:creationId xmlns:a16="http://schemas.microsoft.com/office/drawing/2014/main" id="{DB0CC9E1-1C22-423D-AA7E-D95D4FF7B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888" y="3617913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5" name="Rectangle 108">
            <a:extLst>
              <a:ext uri="{FF2B5EF4-FFF2-40B4-BE49-F238E27FC236}">
                <a16:creationId xmlns:a16="http://schemas.microsoft.com/office/drawing/2014/main" id="{E5D74ED4-D1C1-49A5-A966-A798C2CCF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371316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2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6" name="Rectangle 109">
            <a:extLst>
              <a:ext uri="{FF2B5EF4-FFF2-40B4-BE49-F238E27FC236}">
                <a16:creationId xmlns:a16="http://schemas.microsoft.com/office/drawing/2014/main" id="{FD3E2083-7C01-4DD6-8E18-0F2264AF2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7913" y="3617913"/>
            <a:ext cx="155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7" name="Rectangle 110">
            <a:extLst>
              <a:ext uri="{FF2B5EF4-FFF2-40B4-BE49-F238E27FC236}">
                <a16:creationId xmlns:a16="http://schemas.microsoft.com/office/drawing/2014/main" id="{1C00AC3F-0E1B-4D14-B9A2-8E697DC4D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371316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FF0000"/>
                </a:solidFill>
                <a:latin typeface="Times-Roman" charset="0"/>
              </a:rPr>
              <a:t>3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48" name="Line 111">
            <a:extLst>
              <a:ext uri="{FF2B5EF4-FFF2-40B4-BE49-F238E27FC236}">
                <a16:creationId xmlns:a16="http://schemas.microsoft.com/office/drawing/2014/main" id="{90FE2FBB-90AB-43F3-A1B8-C5F0A4F885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1350" y="3609975"/>
            <a:ext cx="619125" cy="1588"/>
          </a:xfrm>
          <a:prstGeom prst="line">
            <a:avLst/>
          </a:pr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49" name="Freeform 112">
            <a:extLst>
              <a:ext uri="{FF2B5EF4-FFF2-40B4-BE49-F238E27FC236}">
                <a16:creationId xmlns:a16="http://schemas.microsoft.com/office/drawing/2014/main" id="{75802B71-6E6B-4DBD-9278-6ACB277F2507}"/>
              </a:ext>
            </a:extLst>
          </p:cNvPr>
          <p:cNvSpPr>
            <a:spLocks/>
          </p:cNvSpPr>
          <p:nvPr/>
        </p:nvSpPr>
        <p:spPr bwMode="auto">
          <a:xfrm>
            <a:off x="2813050" y="3287713"/>
            <a:ext cx="306388" cy="909637"/>
          </a:xfrm>
          <a:custGeom>
            <a:avLst/>
            <a:gdLst>
              <a:gd name="T0" fmla="*/ 2147483646 w 286"/>
              <a:gd name="T1" fmla="*/ 0 h 847"/>
              <a:gd name="T2" fmla="*/ 2147483646 w 286"/>
              <a:gd name="T3" fmla="*/ 2147483646 h 847"/>
              <a:gd name="T4" fmla="*/ 2147483646 w 286"/>
              <a:gd name="T5" fmla="*/ 2147483646 h 847"/>
              <a:gd name="T6" fmla="*/ 0 60000 65536"/>
              <a:gd name="T7" fmla="*/ 0 60000 65536"/>
              <a:gd name="T8" fmla="*/ 0 60000 65536"/>
              <a:gd name="T9" fmla="*/ 0 w 286"/>
              <a:gd name="T10" fmla="*/ 0 h 847"/>
              <a:gd name="T11" fmla="*/ 286 w 286"/>
              <a:gd name="T12" fmla="*/ 847 h 8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6" h="847">
                <a:moveTo>
                  <a:pt x="57" y="0"/>
                </a:moveTo>
                <a:cubicBezTo>
                  <a:pt x="286" y="0"/>
                  <a:pt x="0" y="424"/>
                  <a:pt x="229" y="424"/>
                </a:cubicBezTo>
                <a:cubicBezTo>
                  <a:pt x="0" y="423"/>
                  <a:pt x="286" y="847"/>
                  <a:pt x="57" y="847"/>
                </a:cubicBezTo>
              </a:path>
            </a:pathLst>
          </a:custGeom>
          <a:noFill/>
          <a:ln w="20638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450" name="Rectangle 118">
            <a:extLst>
              <a:ext uri="{FF2B5EF4-FFF2-40B4-BE49-F238E27FC236}">
                <a16:creationId xmlns:a16="http://schemas.microsoft.com/office/drawing/2014/main" id="{F5F73E1D-660E-482D-8849-D4938CDE6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3613150"/>
            <a:ext cx="1571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FF0000"/>
                </a:solidFill>
                <a:latin typeface="Symbol" panose="05050102010706020507" pitchFamily="18" charset="2"/>
              </a:rPr>
              <a:t>Å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1451" name="Rectangle 101">
            <a:extLst>
              <a:ext uri="{FF2B5EF4-FFF2-40B4-BE49-F238E27FC236}">
                <a16:creationId xmlns:a16="http://schemas.microsoft.com/office/drawing/2014/main" id="{F29994C5-8031-41C3-8CC8-A3E8077B6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3052763"/>
            <a:ext cx="1539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52" name="Rectangle 102">
            <a:extLst>
              <a:ext uri="{FF2B5EF4-FFF2-40B4-BE49-F238E27FC236}">
                <a16:creationId xmlns:a16="http://schemas.microsoft.com/office/drawing/2014/main" id="{2E2EDFAD-AA86-4900-AE70-E33F2AAC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5" y="314801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53" name="Rectangle 103">
            <a:extLst>
              <a:ext uri="{FF2B5EF4-FFF2-40B4-BE49-F238E27FC236}">
                <a16:creationId xmlns:a16="http://schemas.microsoft.com/office/drawing/2014/main" id="{1180D502-9D06-4925-9BE8-DF8D0241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75" y="3052763"/>
            <a:ext cx="1539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54" name="Rectangle 104">
            <a:extLst>
              <a:ext uri="{FF2B5EF4-FFF2-40B4-BE49-F238E27FC236}">
                <a16:creationId xmlns:a16="http://schemas.microsoft.com/office/drawing/2014/main" id="{5F6F436D-2F0E-49FB-A3EA-561D1CB1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48013"/>
            <a:ext cx="76200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1455" name="Rectangle 106">
            <a:extLst>
              <a:ext uri="{FF2B5EF4-FFF2-40B4-BE49-F238E27FC236}">
                <a16:creationId xmlns:a16="http://schemas.microsoft.com/office/drawing/2014/main" id="{753CF09B-39F4-4039-AB3F-3E3122266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3048000"/>
            <a:ext cx="15716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latin typeface="Symbol" panose="05050102010706020507" pitchFamily="18" charset="2"/>
              </a:rPr>
              <a:t>Å</a:t>
            </a: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B6CEF4-D995-474E-830A-C8D065715C0C}"/>
                  </a:ext>
                </a:extLst>
              </p14:cNvPr>
              <p14:cNvContentPartPr/>
              <p14:nvPr/>
            </p14:nvContentPartPr>
            <p14:xfrm>
              <a:off x="1669320" y="893520"/>
              <a:ext cx="5765400" cy="286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B6CEF4-D995-474E-830A-C8D065715C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9960" y="884160"/>
                <a:ext cx="5784120" cy="288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extBox 125">
            <a:extLst>
              <a:ext uri="{FF2B5EF4-FFF2-40B4-BE49-F238E27FC236}">
                <a16:creationId xmlns:a16="http://schemas.microsoft.com/office/drawing/2014/main" id="{9B457CC6-FA09-4CC6-B41D-B272440C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 from the textbook ]</a:t>
            </a:r>
          </a:p>
        </p:txBody>
      </p:sp>
      <p:sp>
        <p:nvSpPr>
          <p:cNvPr id="102402" name="Title 1">
            <a:extLst>
              <a:ext uri="{FF2B5EF4-FFF2-40B4-BE49-F238E27FC236}">
                <a16:creationId xmlns:a16="http://schemas.microsoft.com/office/drawing/2014/main" id="{664EE29F-79F7-4348-BBC3-A2B5F555F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04888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 </a:t>
            </a:r>
            <a:r>
              <a:rPr lang="en-US" altLang="en-US" sz="3400" dirty="0">
                <a:solidFill>
                  <a:srgbClr val="FF0000"/>
                </a:solidFill>
              </a:rPr>
              <a:t>only</a:t>
            </a:r>
          </a:p>
        </p:txBody>
      </p:sp>
      <p:sp>
        <p:nvSpPr>
          <p:cNvPr id="102403" name="Line 59">
            <a:extLst>
              <a:ext uri="{FF2B5EF4-FFF2-40B4-BE49-F238E27FC236}">
                <a16:creationId xmlns:a16="http://schemas.microsoft.com/office/drawing/2014/main" id="{9564D749-0896-459F-9CDB-587D29C18F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4475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4" name="Line 60">
            <a:extLst>
              <a:ext uri="{FF2B5EF4-FFF2-40B4-BE49-F238E27FC236}">
                <a16:creationId xmlns:a16="http://schemas.microsoft.com/office/drawing/2014/main" id="{60A7C5A9-4F9E-4F19-9685-C52AF4D33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5" name="Rectangle 61">
            <a:extLst>
              <a:ext uri="{FF2B5EF4-FFF2-40B4-BE49-F238E27FC236}">
                <a16:creationId xmlns:a16="http://schemas.microsoft.com/office/drawing/2014/main" id="{0BD2FFDE-6D47-46FD-9EE6-E1C4DEBA2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4756150"/>
            <a:ext cx="13684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(a) Truth table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6" name="Rectangle 62">
            <a:extLst>
              <a:ext uri="{FF2B5EF4-FFF2-40B4-BE49-F238E27FC236}">
                <a16:creationId xmlns:a16="http://schemas.microsoft.com/office/drawing/2014/main" id="{E8C51F09-406F-4F83-A083-450ED9A7E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7" name="Rectangle 63">
            <a:extLst>
              <a:ext uri="{FF2B5EF4-FFF2-40B4-BE49-F238E27FC236}">
                <a16:creationId xmlns:a16="http://schemas.microsoft.com/office/drawing/2014/main" id="{36FB3C38-C728-4F8E-97BC-18902E76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8" name="Rectangle 64">
            <a:extLst>
              <a:ext uri="{FF2B5EF4-FFF2-40B4-BE49-F238E27FC236}">
                <a16:creationId xmlns:a16="http://schemas.microsoft.com/office/drawing/2014/main" id="{437CCC53-8506-4913-B74E-090ED1FB9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9" name="Rectangle 65">
            <a:extLst>
              <a:ext uri="{FF2B5EF4-FFF2-40B4-BE49-F238E27FC236}">
                <a16:creationId xmlns:a16="http://schemas.microsoft.com/office/drawing/2014/main" id="{D52B1074-CB52-42E0-8618-B6B7091A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0" name="Rectangle 66">
            <a:extLst>
              <a:ext uri="{FF2B5EF4-FFF2-40B4-BE49-F238E27FC236}">
                <a16:creationId xmlns:a16="http://schemas.microsoft.com/office/drawing/2014/main" id="{48CB2534-E382-4EE4-B6BD-9A80BD48A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1" name="Rectangle 67">
            <a:extLst>
              <a:ext uri="{FF2B5EF4-FFF2-40B4-BE49-F238E27FC236}">
                <a16:creationId xmlns:a16="http://schemas.microsoft.com/office/drawing/2014/main" id="{1E0517EB-E55B-449A-82BD-95F4A0F78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2" name="Rectangle 68">
            <a:extLst>
              <a:ext uri="{FF2B5EF4-FFF2-40B4-BE49-F238E27FC236}">
                <a16:creationId xmlns:a16="http://schemas.microsoft.com/office/drawing/2014/main" id="{36B4DC0B-8996-42DE-B4EF-FA0DE74D8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3" name="Rectangle 69">
            <a:extLst>
              <a:ext uri="{FF2B5EF4-FFF2-40B4-BE49-F238E27FC236}">
                <a16:creationId xmlns:a16="http://schemas.microsoft.com/office/drawing/2014/main" id="{07655382-FAFC-4DC4-84DA-FC3B80BAA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4" name="Rectangle 70">
            <a:extLst>
              <a:ext uri="{FF2B5EF4-FFF2-40B4-BE49-F238E27FC236}">
                <a16:creationId xmlns:a16="http://schemas.microsoft.com/office/drawing/2014/main" id="{31E863B7-E599-483B-B260-E37F998F9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5" name="Rectangle 71">
            <a:extLst>
              <a:ext uri="{FF2B5EF4-FFF2-40B4-BE49-F238E27FC236}">
                <a16:creationId xmlns:a16="http://schemas.microsoft.com/office/drawing/2014/main" id="{F109E6A3-83C6-4B8F-B47E-0549BF2F0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6" name="Rectangle 72">
            <a:extLst>
              <a:ext uri="{FF2B5EF4-FFF2-40B4-BE49-F238E27FC236}">
                <a16:creationId xmlns:a16="http://schemas.microsoft.com/office/drawing/2014/main" id="{CBAFFAAF-80CE-4B0C-B11C-41ADACCEF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7" name="Rectangle 73">
            <a:extLst>
              <a:ext uri="{FF2B5EF4-FFF2-40B4-BE49-F238E27FC236}">
                <a16:creationId xmlns:a16="http://schemas.microsoft.com/office/drawing/2014/main" id="{845F2A90-1503-4824-A3E9-140363D2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8" name="Rectangle 74">
            <a:extLst>
              <a:ext uri="{FF2B5EF4-FFF2-40B4-BE49-F238E27FC236}">
                <a16:creationId xmlns:a16="http://schemas.microsoft.com/office/drawing/2014/main" id="{557591AE-12AA-4DCF-A4FC-88B12B85E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9" name="Rectangle 75">
            <a:extLst>
              <a:ext uri="{FF2B5EF4-FFF2-40B4-BE49-F238E27FC236}">
                <a16:creationId xmlns:a16="http://schemas.microsoft.com/office/drawing/2014/main" id="{015CE6D8-01C7-46B4-8A48-24BCCDFB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0" name="Rectangle 76">
            <a:extLst>
              <a:ext uri="{FF2B5EF4-FFF2-40B4-BE49-F238E27FC236}">
                <a16:creationId xmlns:a16="http://schemas.microsoft.com/office/drawing/2014/main" id="{72A987DE-E44A-4CD1-8595-370E8987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1" name="Rectangle 77">
            <a:extLst>
              <a:ext uri="{FF2B5EF4-FFF2-40B4-BE49-F238E27FC236}">
                <a16:creationId xmlns:a16="http://schemas.microsoft.com/office/drawing/2014/main" id="{1449388F-EE70-4F63-BE09-3118F6F6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2" name="Rectangle 78">
            <a:extLst>
              <a:ext uri="{FF2B5EF4-FFF2-40B4-BE49-F238E27FC236}">
                <a16:creationId xmlns:a16="http://schemas.microsoft.com/office/drawing/2014/main" id="{6B7AA1FD-B19E-496B-A6E6-DA1E8D713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3" name="Rectangle 79">
            <a:extLst>
              <a:ext uri="{FF2B5EF4-FFF2-40B4-BE49-F238E27FC236}">
                <a16:creationId xmlns:a16="http://schemas.microsoft.com/office/drawing/2014/main" id="{9F80DD20-4D14-486C-BF56-296CE465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4" name="Rectangle 80">
            <a:extLst>
              <a:ext uri="{FF2B5EF4-FFF2-40B4-BE49-F238E27FC236}">
                <a16:creationId xmlns:a16="http://schemas.microsoft.com/office/drawing/2014/main" id="{2DBED4E5-0DB6-47DA-AB34-93363056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5" name="Rectangle 81">
            <a:extLst>
              <a:ext uri="{FF2B5EF4-FFF2-40B4-BE49-F238E27FC236}">
                <a16:creationId xmlns:a16="http://schemas.microsoft.com/office/drawing/2014/main" id="{27476B6B-78E9-482D-A6A6-E8C5EEB8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6" name="Rectangle 82">
            <a:extLst>
              <a:ext uri="{FF2B5EF4-FFF2-40B4-BE49-F238E27FC236}">
                <a16:creationId xmlns:a16="http://schemas.microsoft.com/office/drawing/2014/main" id="{C641A289-E37F-4927-B613-EF663C69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7" name="Rectangle 83">
            <a:extLst>
              <a:ext uri="{FF2B5EF4-FFF2-40B4-BE49-F238E27FC236}">
                <a16:creationId xmlns:a16="http://schemas.microsoft.com/office/drawing/2014/main" id="{A37CEA68-B6FA-4322-B20A-550410FB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8" name="Rectangle 84">
            <a:extLst>
              <a:ext uri="{FF2B5EF4-FFF2-40B4-BE49-F238E27FC236}">
                <a16:creationId xmlns:a16="http://schemas.microsoft.com/office/drawing/2014/main" id="{3856B3E1-1108-44C9-895B-A9E5AD2A3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9" name="Rectangle 85">
            <a:extLst>
              <a:ext uri="{FF2B5EF4-FFF2-40B4-BE49-F238E27FC236}">
                <a16:creationId xmlns:a16="http://schemas.microsoft.com/office/drawing/2014/main" id="{39E44EA2-1329-49D8-9F74-79F1460D9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0" name="Rectangle 86">
            <a:extLst>
              <a:ext uri="{FF2B5EF4-FFF2-40B4-BE49-F238E27FC236}">
                <a16:creationId xmlns:a16="http://schemas.microsoft.com/office/drawing/2014/main" id="{F01AABDC-5F48-40A5-A867-D995C644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5925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1" name="Rectangle 87">
            <a:extLst>
              <a:ext uri="{FF2B5EF4-FFF2-40B4-BE49-F238E27FC236}">
                <a16:creationId xmlns:a16="http://schemas.microsoft.com/office/drawing/2014/main" id="{4BD4DB9F-9F44-40FA-8BA3-BFB95986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2" name="Rectangle 88">
            <a:extLst>
              <a:ext uri="{FF2B5EF4-FFF2-40B4-BE49-F238E27FC236}">
                <a16:creationId xmlns:a16="http://schemas.microsoft.com/office/drawing/2014/main" id="{25CEB1CB-3F19-45CB-948C-71CBEF47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3" name="Rectangle 89">
            <a:extLst>
              <a:ext uri="{FF2B5EF4-FFF2-40B4-BE49-F238E27FC236}">
                <a16:creationId xmlns:a16="http://schemas.microsoft.com/office/drawing/2014/main" id="{F819E904-A7F9-4BD6-B1C5-80254E272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4" name="Rectangle 90">
            <a:extLst>
              <a:ext uri="{FF2B5EF4-FFF2-40B4-BE49-F238E27FC236}">
                <a16:creationId xmlns:a16="http://schemas.microsoft.com/office/drawing/2014/main" id="{C093D5A8-4DAE-42A8-A210-2C783945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5" name="Rectangle 91">
            <a:extLst>
              <a:ext uri="{FF2B5EF4-FFF2-40B4-BE49-F238E27FC236}">
                <a16:creationId xmlns:a16="http://schemas.microsoft.com/office/drawing/2014/main" id="{419A5C4B-3D20-47F7-A595-BC394977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6" name="Rectangle 92">
            <a:extLst>
              <a:ext uri="{FF2B5EF4-FFF2-40B4-BE49-F238E27FC236}">
                <a16:creationId xmlns:a16="http://schemas.microsoft.com/office/drawing/2014/main" id="{47865345-E099-456D-902D-E06546395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685925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7" name="Rectangle 93">
            <a:extLst>
              <a:ext uri="{FF2B5EF4-FFF2-40B4-BE49-F238E27FC236}">
                <a16:creationId xmlns:a16="http://schemas.microsoft.com/office/drawing/2014/main" id="{62739C21-D15D-427C-A146-5B98D3325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8" name="Rectangle 94">
            <a:extLst>
              <a:ext uri="{FF2B5EF4-FFF2-40B4-BE49-F238E27FC236}">
                <a16:creationId xmlns:a16="http://schemas.microsoft.com/office/drawing/2014/main" id="{0F226D45-7071-4DEE-B591-9CA22644A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9" name="Rectangle 95">
            <a:extLst>
              <a:ext uri="{FF2B5EF4-FFF2-40B4-BE49-F238E27FC236}">
                <a16:creationId xmlns:a16="http://schemas.microsoft.com/office/drawing/2014/main" id="{C63BAE2D-05A0-4948-BCBE-D74AF3C9D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0" name="Rectangle 96">
            <a:extLst>
              <a:ext uri="{FF2B5EF4-FFF2-40B4-BE49-F238E27FC236}">
                <a16:creationId xmlns:a16="http://schemas.microsoft.com/office/drawing/2014/main" id="{1AD1DB40-74E1-4BB5-9D6B-F9705019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1" name="Rectangle 97">
            <a:extLst>
              <a:ext uri="{FF2B5EF4-FFF2-40B4-BE49-F238E27FC236}">
                <a16:creationId xmlns:a16="http://schemas.microsoft.com/office/drawing/2014/main" id="{7F884DFB-0E50-4FDF-A86A-0C0EC34E1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2" name="Rectangle 98">
            <a:extLst>
              <a:ext uri="{FF2B5EF4-FFF2-40B4-BE49-F238E27FC236}">
                <a16:creationId xmlns:a16="http://schemas.microsoft.com/office/drawing/2014/main" id="{D95091AE-CAF2-438D-A228-3F5BD05F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3" name="Rectangle 99">
            <a:extLst>
              <a:ext uri="{FF2B5EF4-FFF2-40B4-BE49-F238E27FC236}">
                <a16:creationId xmlns:a16="http://schemas.microsoft.com/office/drawing/2014/main" id="{FF85F71D-6043-4D48-8D5F-196B7C98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4" name="Rectangle 100">
            <a:extLst>
              <a:ext uri="{FF2B5EF4-FFF2-40B4-BE49-F238E27FC236}">
                <a16:creationId xmlns:a16="http://schemas.microsoft.com/office/drawing/2014/main" id="{6F63BD5A-9EA5-4C25-AC82-707493D8D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5" name="Line 113">
            <a:extLst>
              <a:ext uri="{FF2B5EF4-FFF2-40B4-BE49-F238E27FC236}">
                <a16:creationId xmlns:a16="http://schemas.microsoft.com/office/drawing/2014/main" id="{58948F30-79EE-4F55-86CB-CAE41DE74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3" y="3201988"/>
            <a:ext cx="1238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6" name="Line 114">
            <a:extLst>
              <a:ext uri="{FF2B5EF4-FFF2-40B4-BE49-F238E27FC236}">
                <a16:creationId xmlns:a16="http://schemas.microsoft.com/office/drawing/2014/main" id="{BCAB48B9-6D72-4089-B908-E8BAEF0F3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3502025"/>
            <a:ext cx="2349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7" name="Line 115">
            <a:extLst>
              <a:ext uri="{FF2B5EF4-FFF2-40B4-BE49-F238E27FC236}">
                <a16:creationId xmlns:a16="http://schemas.microsoft.com/office/drawing/2014/main" id="{9BCAADE4-699C-4DF6-A6E6-8F0BDE435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43813" y="3352800"/>
            <a:ext cx="3429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8" name="Line 117">
            <a:extLst>
              <a:ext uri="{FF2B5EF4-FFF2-40B4-BE49-F238E27FC236}">
                <a16:creationId xmlns:a16="http://schemas.microsoft.com/office/drawing/2014/main" id="{97B40568-CBCA-4917-9961-5FC18C864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6175" y="2768600"/>
            <a:ext cx="0" cy="284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9" name="Line 119">
            <a:extLst>
              <a:ext uri="{FF2B5EF4-FFF2-40B4-BE49-F238E27FC236}">
                <a16:creationId xmlns:a16="http://schemas.microsoft.com/office/drawing/2014/main" id="{BBF682F7-EC9C-4A82-BCD8-5AE11AACB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1050" y="2752725"/>
            <a:ext cx="3635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50" name="Rectangle 120">
            <a:extLst>
              <a:ext uri="{FF2B5EF4-FFF2-40B4-BE49-F238E27FC236}">
                <a16:creationId xmlns:a16="http://schemas.microsoft.com/office/drawing/2014/main" id="{B78E996F-01AA-4B60-9D7C-30CF37B53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8" y="3265488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1" name="Rectangle 121">
            <a:extLst>
              <a:ext uri="{FF2B5EF4-FFF2-40B4-BE49-F238E27FC236}">
                <a16:creationId xmlns:a16="http://schemas.microsoft.com/office/drawing/2014/main" id="{6E08866D-4288-4AAA-99D1-A3532DA74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8" y="2913063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2" name="Rectangle 122">
            <a:extLst>
              <a:ext uri="{FF2B5EF4-FFF2-40B4-BE49-F238E27FC236}">
                <a16:creationId xmlns:a16="http://schemas.microsoft.com/office/drawing/2014/main" id="{4BC84572-2416-4E84-AC02-578818B13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075" y="3008313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3" name="Rectangle 123">
            <a:extLst>
              <a:ext uri="{FF2B5EF4-FFF2-40B4-BE49-F238E27FC236}">
                <a16:creationId xmlns:a16="http://schemas.microsoft.com/office/drawing/2014/main" id="{BD122F45-FB71-4925-98D9-3CB70F74D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2603500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4" name="Oval 126">
            <a:extLst>
              <a:ext uri="{FF2B5EF4-FFF2-40B4-BE49-F238E27FC236}">
                <a16:creationId xmlns:a16="http://schemas.microsoft.com/office/drawing/2014/main" id="{B9D7DAE6-5C1D-4367-AF3D-2411FB374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013" y="3460750"/>
            <a:ext cx="77787" cy="77788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5" name="Freeform 127">
            <a:extLst>
              <a:ext uri="{FF2B5EF4-FFF2-40B4-BE49-F238E27FC236}">
                <a16:creationId xmlns:a16="http://schemas.microsoft.com/office/drawing/2014/main" id="{C1810F8C-8E62-402A-A739-215F77522D74}"/>
              </a:ext>
            </a:extLst>
          </p:cNvPr>
          <p:cNvSpPr>
            <a:spLocks/>
          </p:cNvSpPr>
          <p:nvPr/>
        </p:nvSpPr>
        <p:spPr bwMode="auto">
          <a:xfrm>
            <a:off x="6491288" y="3201988"/>
            <a:ext cx="298450" cy="300037"/>
          </a:xfrm>
          <a:custGeom>
            <a:avLst/>
            <a:gdLst>
              <a:gd name="T0" fmla="*/ 0 w 188"/>
              <a:gd name="T1" fmla="*/ 0 h 189"/>
              <a:gd name="T2" fmla="*/ 0 w 188"/>
              <a:gd name="T3" fmla="*/ 2147483646 h 189"/>
              <a:gd name="T4" fmla="*/ 2147483646 w 188"/>
              <a:gd name="T5" fmla="*/ 2147483646 h 189"/>
              <a:gd name="T6" fmla="*/ 0 60000 65536"/>
              <a:gd name="T7" fmla="*/ 0 60000 65536"/>
              <a:gd name="T8" fmla="*/ 0 60000 65536"/>
              <a:gd name="T9" fmla="*/ 0 w 188"/>
              <a:gd name="T10" fmla="*/ 0 h 189"/>
              <a:gd name="T11" fmla="*/ 188 w 188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189">
                <a:moveTo>
                  <a:pt x="0" y="0"/>
                </a:moveTo>
                <a:lnTo>
                  <a:pt x="0" y="189"/>
                </a:lnTo>
                <a:lnTo>
                  <a:pt x="188" y="18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56" name="Freeform 128">
            <a:extLst>
              <a:ext uri="{FF2B5EF4-FFF2-40B4-BE49-F238E27FC236}">
                <a16:creationId xmlns:a16="http://schemas.microsoft.com/office/drawing/2014/main" id="{B7046A40-D59C-453F-8186-8E21BB3FBE77}"/>
              </a:ext>
            </a:extLst>
          </p:cNvPr>
          <p:cNvSpPr>
            <a:spLocks/>
          </p:cNvSpPr>
          <p:nvPr/>
        </p:nvSpPr>
        <p:spPr bwMode="auto">
          <a:xfrm>
            <a:off x="6469063" y="3181350"/>
            <a:ext cx="42862" cy="42863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31" y="40"/>
                  <a:pt x="40" y="31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57" name="Oval 129">
            <a:extLst>
              <a:ext uri="{FF2B5EF4-FFF2-40B4-BE49-F238E27FC236}">
                <a16:creationId xmlns:a16="http://schemas.microsoft.com/office/drawing/2014/main" id="{DADE4CA5-B5F2-48CF-AB43-AEC0002E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3189288"/>
            <a:ext cx="52387" cy="52387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8" name="Rectangle 130">
            <a:extLst>
              <a:ext uri="{FF2B5EF4-FFF2-40B4-BE49-F238E27FC236}">
                <a16:creationId xmlns:a16="http://schemas.microsoft.com/office/drawing/2014/main" id="{520D02B9-E67D-487F-A26F-4711699C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2698750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9" name="Line 131">
            <a:extLst>
              <a:ext uri="{FF2B5EF4-FFF2-40B4-BE49-F238E27FC236}">
                <a16:creationId xmlns:a16="http://schemas.microsoft.com/office/drawing/2014/main" id="{5D80849D-F0B9-4B9C-9C78-0B550FDE3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3052763"/>
            <a:ext cx="11969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0" name="Line 132">
            <a:extLst>
              <a:ext uri="{FF2B5EF4-FFF2-40B4-BE49-F238E27FC236}">
                <a16:creationId xmlns:a16="http://schemas.microsoft.com/office/drawing/2014/main" id="{EF36F433-636B-4F46-9F72-D6334558A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1488" y="3352800"/>
            <a:ext cx="2349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1" name="Line 134">
            <a:extLst>
              <a:ext uri="{FF2B5EF4-FFF2-40B4-BE49-F238E27FC236}">
                <a16:creationId xmlns:a16="http://schemas.microsoft.com/office/drawing/2014/main" id="{DC0548E5-6A08-42F2-BF74-FECF7CFEB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5663" y="2601913"/>
            <a:ext cx="1587" cy="3000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2" name="Line 135">
            <a:extLst>
              <a:ext uri="{FF2B5EF4-FFF2-40B4-BE49-F238E27FC236}">
                <a16:creationId xmlns:a16="http://schemas.microsoft.com/office/drawing/2014/main" id="{A0D1A431-1C43-4EB2-A232-2A18128BE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2125" y="2601913"/>
            <a:ext cx="36353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3" name="Rectangle 136">
            <a:extLst>
              <a:ext uri="{FF2B5EF4-FFF2-40B4-BE49-F238E27FC236}">
                <a16:creationId xmlns:a16="http://schemas.microsoft.com/office/drawing/2014/main" id="{000DEA01-6B12-4F51-8EF2-70A918A55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756150"/>
            <a:ext cx="9699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00"/>
                </a:solidFill>
                <a:latin typeface="Helvetica" panose="020B0604020202020204" pitchFamily="34" charset="0"/>
              </a:rPr>
              <a:t>(b) Circuit</a:t>
            </a:r>
            <a:endParaRPr lang="en-US" altLang="en-US" b="0" dirty="0">
              <a:latin typeface="Times" panose="02020603050405020304" pitchFamily="18" charset="0"/>
            </a:endParaRPr>
          </a:p>
        </p:txBody>
      </p:sp>
      <p:sp>
        <p:nvSpPr>
          <p:cNvPr id="102464" name="Rectangle 137">
            <a:extLst>
              <a:ext uri="{FF2B5EF4-FFF2-40B4-BE49-F238E27FC236}">
                <a16:creationId xmlns:a16="http://schemas.microsoft.com/office/drawing/2014/main" id="{31CC6A58-C324-4A10-B41D-6DE36DDCD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563" y="2452688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65" name="Oval 140">
            <a:extLst>
              <a:ext uri="{FF2B5EF4-FFF2-40B4-BE49-F238E27FC236}">
                <a16:creationId xmlns:a16="http://schemas.microsoft.com/office/drawing/2014/main" id="{DD271978-BE5C-4C8B-9440-9E06AE22B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3314700"/>
            <a:ext cx="77788" cy="76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66" name="Freeform 141">
            <a:extLst>
              <a:ext uri="{FF2B5EF4-FFF2-40B4-BE49-F238E27FC236}">
                <a16:creationId xmlns:a16="http://schemas.microsoft.com/office/drawing/2014/main" id="{CC4E35AD-AD56-40E2-A34D-4A13C6AF111B}"/>
              </a:ext>
            </a:extLst>
          </p:cNvPr>
          <p:cNvSpPr>
            <a:spLocks/>
          </p:cNvSpPr>
          <p:nvPr/>
        </p:nvSpPr>
        <p:spPr bwMode="auto">
          <a:xfrm>
            <a:off x="4932363" y="3052763"/>
            <a:ext cx="277812" cy="300037"/>
          </a:xfrm>
          <a:custGeom>
            <a:avLst/>
            <a:gdLst>
              <a:gd name="T0" fmla="*/ 0 w 188"/>
              <a:gd name="T1" fmla="*/ 0 h 189"/>
              <a:gd name="T2" fmla="*/ 0 w 188"/>
              <a:gd name="T3" fmla="*/ 2147483646 h 189"/>
              <a:gd name="T4" fmla="*/ 2147483646 w 188"/>
              <a:gd name="T5" fmla="*/ 2147483646 h 189"/>
              <a:gd name="T6" fmla="*/ 0 60000 65536"/>
              <a:gd name="T7" fmla="*/ 0 60000 65536"/>
              <a:gd name="T8" fmla="*/ 0 60000 65536"/>
              <a:gd name="T9" fmla="*/ 0 w 188"/>
              <a:gd name="T10" fmla="*/ 0 h 189"/>
              <a:gd name="T11" fmla="*/ 188 w 188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189">
                <a:moveTo>
                  <a:pt x="0" y="0"/>
                </a:moveTo>
                <a:lnTo>
                  <a:pt x="0" y="189"/>
                </a:lnTo>
                <a:lnTo>
                  <a:pt x="188" y="18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7" name="Freeform 142">
            <a:extLst>
              <a:ext uri="{FF2B5EF4-FFF2-40B4-BE49-F238E27FC236}">
                <a16:creationId xmlns:a16="http://schemas.microsoft.com/office/drawing/2014/main" id="{97C05F3A-99E3-48B6-A4C6-C6BF29C441E6}"/>
              </a:ext>
            </a:extLst>
          </p:cNvPr>
          <p:cNvSpPr>
            <a:spLocks/>
          </p:cNvSpPr>
          <p:nvPr/>
        </p:nvSpPr>
        <p:spPr bwMode="auto">
          <a:xfrm>
            <a:off x="4910138" y="3030538"/>
            <a:ext cx="42862" cy="42862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31" y="40"/>
                  <a:pt x="40" y="31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68" name="Oval 143">
            <a:extLst>
              <a:ext uri="{FF2B5EF4-FFF2-40B4-BE49-F238E27FC236}">
                <a16:creationId xmlns:a16="http://schemas.microsoft.com/office/drawing/2014/main" id="{63E22173-C664-45A0-A7D0-125273997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3040063"/>
            <a:ext cx="52387" cy="50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69" name="Rectangle 144">
            <a:extLst>
              <a:ext uri="{FF2B5EF4-FFF2-40B4-BE49-F238E27FC236}">
                <a16:creationId xmlns:a16="http://schemas.microsoft.com/office/drawing/2014/main" id="{0122B25F-88FF-43B3-BC1E-CA71C6DA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2547938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70" name="Freeform 146">
            <a:extLst>
              <a:ext uri="{FF2B5EF4-FFF2-40B4-BE49-F238E27FC236}">
                <a16:creationId xmlns:a16="http://schemas.microsoft.com/office/drawing/2014/main" id="{D2239E2D-2708-4BA8-B51E-EF75DB1BA64E}"/>
              </a:ext>
            </a:extLst>
          </p:cNvPr>
          <p:cNvSpPr>
            <a:spLocks noChangeAspect="1"/>
          </p:cNvSpPr>
          <p:nvPr/>
        </p:nvSpPr>
        <p:spPr bwMode="auto">
          <a:xfrm>
            <a:off x="5786438" y="2838450"/>
            <a:ext cx="317500" cy="793750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1" name="Freeform 148">
            <a:extLst>
              <a:ext uri="{FF2B5EF4-FFF2-40B4-BE49-F238E27FC236}">
                <a16:creationId xmlns:a16="http://schemas.microsoft.com/office/drawing/2014/main" id="{3DD8D6B6-1EAA-4D27-84E3-087E90A4A8FA}"/>
              </a:ext>
            </a:extLst>
          </p:cNvPr>
          <p:cNvSpPr>
            <a:spLocks noChangeAspect="1"/>
          </p:cNvSpPr>
          <p:nvPr/>
        </p:nvSpPr>
        <p:spPr bwMode="auto">
          <a:xfrm>
            <a:off x="7345363" y="2987675"/>
            <a:ext cx="317500" cy="793750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2" name="Freeform 150">
            <a:extLst>
              <a:ext uri="{FF2B5EF4-FFF2-40B4-BE49-F238E27FC236}">
                <a16:creationId xmlns:a16="http://schemas.microsoft.com/office/drawing/2014/main" id="{D82A3E6A-F9E5-4450-A69A-1F5DB9091EE6}"/>
              </a:ext>
            </a:extLst>
          </p:cNvPr>
          <p:cNvSpPr>
            <a:spLocks noChangeAspect="1"/>
          </p:cNvSpPr>
          <p:nvPr/>
        </p:nvSpPr>
        <p:spPr bwMode="auto">
          <a:xfrm>
            <a:off x="5210175" y="3227388"/>
            <a:ext cx="279400" cy="279400"/>
          </a:xfrm>
          <a:custGeom>
            <a:avLst/>
            <a:gdLst>
              <a:gd name="T0" fmla="*/ 2147483646 w 263"/>
              <a:gd name="T1" fmla="*/ 2147483646 h 264"/>
              <a:gd name="T2" fmla="*/ 0 w 263"/>
              <a:gd name="T3" fmla="*/ 2147483646 h 264"/>
              <a:gd name="T4" fmla="*/ 0 w 263"/>
              <a:gd name="T5" fmla="*/ 0 h 264"/>
              <a:gd name="T6" fmla="*/ 2147483646 w 263"/>
              <a:gd name="T7" fmla="*/ 214748364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64"/>
              <a:gd name="T14" fmla="*/ 263 w 263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64">
                <a:moveTo>
                  <a:pt x="263" y="120"/>
                </a:moveTo>
                <a:lnTo>
                  <a:pt x="0" y="264"/>
                </a:lnTo>
                <a:lnTo>
                  <a:pt x="0" y="0"/>
                </a:lnTo>
                <a:lnTo>
                  <a:pt x="263" y="12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3" name="Freeform 152">
            <a:extLst>
              <a:ext uri="{FF2B5EF4-FFF2-40B4-BE49-F238E27FC236}">
                <a16:creationId xmlns:a16="http://schemas.microsoft.com/office/drawing/2014/main" id="{7FEA55C5-9D76-415C-A7D2-926471D03554}"/>
              </a:ext>
            </a:extLst>
          </p:cNvPr>
          <p:cNvSpPr>
            <a:spLocks noChangeAspect="1"/>
          </p:cNvSpPr>
          <p:nvPr/>
        </p:nvSpPr>
        <p:spPr bwMode="auto">
          <a:xfrm>
            <a:off x="6789738" y="3365500"/>
            <a:ext cx="279400" cy="279400"/>
          </a:xfrm>
          <a:custGeom>
            <a:avLst/>
            <a:gdLst>
              <a:gd name="T0" fmla="*/ 2147483646 w 263"/>
              <a:gd name="T1" fmla="*/ 2147483646 h 264"/>
              <a:gd name="T2" fmla="*/ 0 w 263"/>
              <a:gd name="T3" fmla="*/ 2147483646 h 264"/>
              <a:gd name="T4" fmla="*/ 0 w 263"/>
              <a:gd name="T5" fmla="*/ 0 h 264"/>
              <a:gd name="T6" fmla="*/ 2147483646 w 263"/>
              <a:gd name="T7" fmla="*/ 2147483646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263"/>
              <a:gd name="T13" fmla="*/ 0 h 264"/>
              <a:gd name="T14" fmla="*/ 263 w 263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" h="264">
                <a:moveTo>
                  <a:pt x="263" y="120"/>
                </a:moveTo>
                <a:lnTo>
                  <a:pt x="0" y="264"/>
                </a:lnTo>
                <a:lnTo>
                  <a:pt x="0" y="0"/>
                </a:lnTo>
                <a:lnTo>
                  <a:pt x="263" y="12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2474" name="Straight Connector 87">
            <a:extLst>
              <a:ext uri="{FF2B5EF4-FFF2-40B4-BE49-F238E27FC236}">
                <a16:creationId xmlns:a16="http://schemas.microsoft.com/office/drawing/2014/main" id="{BA51EFB9-D643-4C30-8500-0C11C4D9F2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1650" y="1600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5" name="Straight Connector 88">
            <a:extLst>
              <a:ext uri="{FF2B5EF4-FFF2-40B4-BE49-F238E27FC236}">
                <a16:creationId xmlns:a16="http://schemas.microsoft.com/office/drawing/2014/main" id="{15DDFB72-0DBB-46CB-A783-372B76D617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2363" y="3203575"/>
            <a:ext cx="2487612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6" name="Straight Connector 89">
            <a:extLst>
              <a:ext uri="{FF2B5EF4-FFF2-40B4-BE49-F238E27FC236}">
                <a16:creationId xmlns:a16="http://schemas.microsoft.com/office/drawing/2014/main" id="{07B0F1A7-B5DE-46A1-A18D-2BA975C69F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824038" y="2665413"/>
            <a:ext cx="11080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7" name="Straight Connector 91">
            <a:extLst>
              <a:ext uri="{FF2B5EF4-FFF2-40B4-BE49-F238E27FC236}">
                <a16:creationId xmlns:a16="http://schemas.microsoft.com/office/drawing/2014/main" id="{1BB4E3E7-6294-414F-991C-7908473562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070100" y="1639888"/>
            <a:ext cx="4763" cy="1524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78" name="Right Brace 10">
            <a:extLst>
              <a:ext uri="{FF2B5EF4-FFF2-40B4-BE49-F238E27FC236}">
                <a16:creationId xmlns:a16="http://schemas.microsoft.com/office/drawing/2014/main" id="{16FDF5DD-F4D0-4DC2-BC7D-A681E81324E7}"/>
              </a:ext>
            </a:extLst>
          </p:cNvPr>
          <p:cNvSpPr>
            <a:spLocks/>
          </p:cNvSpPr>
          <p:nvPr/>
        </p:nvSpPr>
        <p:spPr bwMode="auto">
          <a:xfrm>
            <a:off x="2947988" y="2190750"/>
            <a:ext cx="153987" cy="403225"/>
          </a:xfrm>
          <a:prstGeom prst="rightBrace">
            <a:avLst>
              <a:gd name="adj1" fmla="val 8401"/>
              <a:gd name="adj2" fmla="val 50000"/>
            </a:avLst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79" name="Right Brace 10">
            <a:extLst>
              <a:ext uri="{FF2B5EF4-FFF2-40B4-BE49-F238E27FC236}">
                <a16:creationId xmlns:a16="http://schemas.microsoft.com/office/drawing/2014/main" id="{CCAB00DD-E503-485C-868B-733CEEBEA1EE}"/>
              </a:ext>
            </a:extLst>
          </p:cNvPr>
          <p:cNvSpPr>
            <a:spLocks/>
          </p:cNvSpPr>
          <p:nvPr/>
        </p:nvSpPr>
        <p:spPr bwMode="auto">
          <a:xfrm>
            <a:off x="2940050" y="2755900"/>
            <a:ext cx="155575" cy="401638"/>
          </a:xfrm>
          <a:prstGeom prst="rightBrace">
            <a:avLst>
              <a:gd name="adj1" fmla="val 8283"/>
              <a:gd name="adj2" fmla="val 50000"/>
            </a:avLst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80" name="TextBox 3">
            <a:extLst>
              <a:ext uri="{FF2B5EF4-FFF2-40B4-BE49-F238E27FC236}">
                <a16:creationId xmlns:a16="http://schemas.microsoft.com/office/drawing/2014/main" id="{695BA6FB-A8A4-41C0-94A6-95D8EB2B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38" y="209391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0000FF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02481" name="TextBox 96">
            <a:extLst>
              <a:ext uri="{FF2B5EF4-FFF2-40B4-BE49-F238E27FC236}">
                <a16:creationId xmlns:a16="http://schemas.microsoft.com/office/drawing/2014/main" id="{6752920F-ADD7-4700-BB3F-E872FEEFE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684463"/>
            <a:ext cx="509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0000FF"/>
                </a:solidFill>
                <a:latin typeface="Times" panose="02020603050405020304" pitchFamily="18" charset="0"/>
              </a:rPr>
              <a:t>3</a:t>
            </a:r>
          </a:p>
        </p:txBody>
      </p:sp>
      <p:cxnSp>
        <p:nvCxnSpPr>
          <p:cNvPr id="102482" name="Straight Connector 97">
            <a:extLst>
              <a:ext uri="{FF2B5EF4-FFF2-40B4-BE49-F238E27FC236}">
                <a16:creationId xmlns:a16="http://schemas.microsoft.com/office/drawing/2014/main" id="{54E9BDE6-E2F1-4CB5-9CF4-627BE1F817F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67075" y="2817813"/>
            <a:ext cx="2921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0A62BE-4CCC-4DFC-A669-1D9069731E18}"/>
                  </a:ext>
                </a:extLst>
              </p14:cNvPr>
              <p14:cNvContentPartPr/>
              <p14:nvPr/>
            </p14:nvContentPartPr>
            <p14:xfrm>
              <a:off x="3807000" y="1023840"/>
              <a:ext cx="3461760" cy="271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0A62BE-4CCC-4DFC-A669-1D9069731E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7640" y="1014480"/>
                <a:ext cx="3480480" cy="273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TextBox 125">
            <a:extLst>
              <a:ext uri="{FF2B5EF4-FFF2-40B4-BE49-F238E27FC236}">
                <a16:creationId xmlns:a16="http://schemas.microsoft.com/office/drawing/2014/main" id="{9B457CC6-FA09-4CC6-B41D-B272440C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4.8 from the textbook ]</a:t>
            </a:r>
          </a:p>
        </p:txBody>
      </p:sp>
      <p:sp>
        <p:nvSpPr>
          <p:cNvPr id="102402" name="Title 1">
            <a:extLst>
              <a:ext uri="{FF2B5EF4-FFF2-40B4-BE49-F238E27FC236}">
                <a16:creationId xmlns:a16="http://schemas.microsoft.com/office/drawing/2014/main" id="{664EE29F-79F7-4348-BBC3-A2B5F555F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04888"/>
          </a:xfrm>
        </p:spPr>
        <p:txBody>
          <a:bodyPr/>
          <a:lstStyle/>
          <a:p>
            <a:r>
              <a:rPr lang="en-US" altLang="en-US" sz="3400" dirty="0">
                <a:solidFill>
                  <a:schemeClr val="tx1"/>
                </a:solidFill>
              </a:rPr>
              <a:t>Implementation of 3-input XOR</a:t>
            </a:r>
            <a:br>
              <a:rPr lang="en-US" altLang="en-US" sz="3400" dirty="0">
                <a:solidFill>
                  <a:schemeClr val="tx1"/>
                </a:solidFill>
              </a:rPr>
            </a:br>
            <a:r>
              <a:rPr lang="en-US" altLang="en-US" sz="3400" dirty="0">
                <a:solidFill>
                  <a:schemeClr val="tx1"/>
                </a:solidFill>
              </a:rPr>
              <a:t>with 2-to-1 Multiplexers </a:t>
            </a:r>
            <a:r>
              <a:rPr lang="en-US" altLang="en-US" sz="3400" dirty="0">
                <a:solidFill>
                  <a:srgbClr val="FF0000"/>
                </a:solidFill>
              </a:rPr>
              <a:t>only</a:t>
            </a:r>
          </a:p>
        </p:txBody>
      </p:sp>
      <p:sp>
        <p:nvSpPr>
          <p:cNvPr id="102403" name="Line 59">
            <a:extLst>
              <a:ext uri="{FF2B5EF4-FFF2-40B4-BE49-F238E27FC236}">
                <a16:creationId xmlns:a16="http://schemas.microsoft.com/office/drawing/2014/main" id="{9564D749-0896-459F-9CDB-587D29C18F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4475" y="2001838"/>
            <a:ext cx="13668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4" name="Line 60">
            <a:extLst>
              <a:ext uri="{FF2B5EF4-FFF2-40B4-BE49-F238E27FC236}">
                <a16:creationId xmlns:a16="http://schemas.microsoft.com/office/drawing/2014/main" id="{60A7C5A9-4F9E-4F19-9685-C52AF4D33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3638" y="1701800"/>
            <a:ext cx="1587" cy="2808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05" name="Rectangle 61">
            <a:extLst>
              <a:ext uri="{FF2B5EF4-FFF2-40B4-BE49-F238E27FC236}">
                <a16:creationId xmlns:a16="http://schemas.microsoft.com/office/drawing/2014/main" id="{0BD2FFDE-6D47-46FD-9EE6-E1C4DEBA2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4756150"/>
            <a:ext cx="13684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(a) Truth table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6" name="Rectangle 62">
            <a:extLst>
              <a:ext uri="{FF2B5EF4-FFF2-40B4-BE49-F238E27FC236}">
                <a16:creationId xmlns:a16="http://schemas.microsoft.com/office/drawing/2014/main" id="{E8C51F09-406F-4F83-A083-450ED9A7E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7" name="Rectangle 63">
            <a:extLst>
              <a:ext uri="{FF2B5EF4-FFF2-40B4-BE49-F238E27FC236}">
                <a16:creationId xmlns:a16="http://schemas.microsoft.com/office/drawing/2014/main" id="{36FB3C38-C728-4F8E-97BC-18902E76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8" name="Rectangle 64">
            <a:extLst>
              <a:ext uri="{FF2B5EF4-FFF2-40B4-BE49-F238E27FC236}">
                <a16:creationId xmlns:a16="http://schemas.microsoft.com/office/drawing/2014/main" id="{437CCC53-8506-4913-B74E-090ED1FB9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09" name="Rectangle 65">
            <a:extLst>
              <a:ext uri="{FF2B5EF4-FFF2-40B4-BE49-F238E27FC236}">
                <a16:creationId xmlns:a16="http://schemas.microsoft.com/office/drawing/2014/main" id="{D52B1074-CB52-42E0-8618-B6B7091A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0" name="Rectangle 66">
            <a:extLst>
              <a:ext uri="{FF2B5EF4-FFF2-40B4-BE49-F238E27FC236}">
                <a16:creationId xmlns:a16="http://schemas.microsoft.com/office/drawing/2014/main" id="{48CB2534-E382-4EE4-B6BD-9A80BD48A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1" name="Rectangle 67">
            <a:extLst>
              <a:ext uri="{FF2B5EF4-FFF2-40B4-BE49-F238E27FC236}">
                <a16:creationId xmlns:a16="http://schemas.microsoft.com/office/drawing/2014/main" id="{1E0517EB-E55B-449A-82BD-95F4A0F78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2" name="Rectangle 68">
            <a:extLst>
              <a:ext uri="{FF2B5EF4-FFF2-40B4-BE49-F238E27FC236}">
                <a16:creationId xmlns:a16="http://schemas.microsoft.com/office/drawing/2014/main" id="{36B4DC0B-8996-42DE-B4EF-FA0DE74D8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3" name="Rectangle 69">
            <a:extLst>
              <a:ext uri="{FF2B5EF4-FFF2-40B4-BE49-F238E27FC236}">
                <a16:creationId xmlns:a16="http://schemas.microsoft.com/office/drawing/2014/main" id="{07655382-FAFC-4DC4-84DA-FC3B80BAA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4" name="Rectangle 70">
            <a:extLst>
              <a:ext uri="{FF2B5EF4-FFF2-40B4-BE49-F238E27FC236}">
                <a16:creationId xmlns:a16="http://schemas.microsoft.com/office/drawing/2014/main" id="{31E863B7-E599-483B-B260-E37F998F9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5" name="Rectangle 71">
            <a:extLst>
              <a:ext uri="{FF2B5EF4-FFF2-40B4-BE49-F238E27FC236}">
                <a16:creationId xmlns:a16="http://schemas.microsoft.com/office/drawing/2014/main" id="{F109E6A3-83C6-4B8F-B47E-0549BF2F0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6" name="Rectangle 72">
            <a:extLst>
              <a:ext uri="{FF2B5EF4-FFF2-40B4-BE49-F238E27FC236}">
                <a16:creationId xmlns:a16="http://schemas.microsoft.com/office/drawing/2014/main" id="{CBAFFAAF-80CE-4B0C-B11C-41ADACCEF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7" name="Rectangle 73">
            <a:extLst>
              <a:ext uri="{FF2B5EF4-FFF2-40B4-BE49-F238E27FC236}">
                <a16:creationId xmlns:a16="http://schemas.microsoft.com/office/drawing/2014/main" id="{845F2A90-1503-4824-A3E9-140363D25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8" name="Rectangle 74">
            <a:extLst>
              <a:ext uri="{FF2B5EF4-FFF2-40B4-BE49-F238E27FC236}">
                <a16:creationId xmlns:a16="http://schemas.microsoft.com/office/drawing/2014/main" id="{557591AE-12AA-4DCF-A4FC-88B12B85E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19" name="Rectangle 75">
            <a:extLst>
              <a:ext uri="{FF2B5EF4-FFF2-40B4-BE49-F238E27FC236}">
                <a16:creationId xmlns:a16="http://schemas.microsoft.com/office/drawing/2014/main" id="{015CE6D8-01C7-46B4-8A48-24BCCDFB6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0" name="Rectangle 76">
            <a:extLst>
              <a:ext uri="{FF2B5EF4-FFF2-40B4-BE49-F238E27FC236}">
                <a16:creationId xmlns:a16="http://schemas.microsoft.com/office/drawing/2014/main" id="{72A987DE-E44A-4CD1-8595-370E8987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1" name="Rectangle 77">
            <a:extLst>
              <a:ext uri="{FF2B5EF4-FFF2-40B4-BE49-F238E27FC236}">
                <a16:creationId xmlns:a16="http://schemas.microsoft.com/office/drawing/2014/main" id="{1449388F-EE70-4F63-BE09-3118F6F6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2" name="Rectangle 78">
            <a:extLst>
              <a:ext uri="{FF2B5EF4-FFF2-40B4-BE49-F238E27FC236}">
                <a16:creationId xmlns:a16="http://schemas.microsoft.com/office/drawing/2014/main" id="{6B7AA1FD-B19E-496B-A6E6-DA1E8D713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3" name="Rectangle 79">
            <a:extLst>
              <a:ext uri="{FF2B5EF4-FFF2-40B4-BE49-F238E27FC236}">
                <a16:creationId xmlns:a16="http://schemas.microsoft.com/office/drawing/2014/main" id="{9F80DD20-4D14-486C-BF56-296CE465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4" name="Rectangle 80">
            <a:extLst>
              <a:ext uri="{FF2B5EF4-FFF2-40B4-BE49-F238E27FC236}">
                <a16:creationId xmlns:a16="http://schemas.microsoft.com/office/drawing/2014/main" id="{2DBED4E5-0DB6-47DA-AB34-933630568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775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5" name="Rectangle 81">
            <a:extLst>
              <a:ext uri="{FF2B5EF4-FFF2-40B4-BE49-F238E27FC236}">
                <a16:creationId xmlns:a16="http://schemas.microsoft.com/office/drawing/2014/main" id="{27476B6B-78E9-482D-A6A6-E8C5EEB8B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9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6" name="Rectangle 82">
            <a:extLst>
              <a:ext uri="{FF2B5EF4-FFF2-40B4-BE49-F238E27FC236}">
                <a16:creationId xmlns:a16="http://schemas.microsoft.com/office/drawing/2014/main" id="{C641A289-E37F-4927-B613-EF663C69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7" name="Rectangle 83">
            <a:extLst>
              <a:ext uri="{FF2B5EF4-FFF2-40B4-BE49-F238E27FC236}">
                <a16:creationId xmlns:a16="http://schemas.microsoft.com/office/drawing/2014/main" id="{A37CEA68-B6FA-4322-B20A-550410FB8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8" name="Rectangle 84">
            <a:extLst>
              <a:ext uri="{FF2B5EF4-FFF2-40B4-BE49-F238E27FC236}">
                <a16:creationId xmlns:a16="http://schemas.microsoft.com/office/drawing/2014/main" id="{3856B3E1-1108-44C9-895B-A9E5AD2A3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29" name="Rectangle 85">
            <a:extLst>
              <a:ext uri="{FF2B5EF4-FFF2-40B4-BE49-F238E27FC236}">
                <a16:creationId xmlns:a16="http://schemas.microsoft.com/office/drawing/2014/main" id="{39E44EA2-1329-49D8-9F74-79F1460D9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0" name="Rectangle 86">
            <a:extLst>
              <a:ext uri="{FF2B5EF4-FFF2-40B4-BE49-F238E27FC236}">
                <a16:creationId xmlns:a16="http://schemas.microsoft.com/office/drawing/2014/main" id="{F01AABDC-5F48-40A5-A867-D995C644C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85925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1" name="Rectangle 87">
            <a:extLst>
              <a:ext uri="{FF2B5EF4-FFF2-40B4-BE49-F238E27FC236}">
                <a16:creationId xmlns:a16="http://schemas.microsoft.com/office/drawing/2014/main" id="{4BD4DB9F-9F44-40FA-8BA3-BFB95986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2" name="Rectangle 88">
            <a:extLst>
              <a:ext uri="{FF2B5EF4-FFF2-40B4-BE49-F238E27FC236}">
                <a16:creationId xmlns:a16="http://schemas.microsoft.com/office/drawing/2014/main" id="{25CEB1CB-3F19-45CB-948C-71CBEF474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3" name="Rectangle 89">
            <a:extLst>
              <a:ext uri="{FF2B5EF4-FFF2-40B4-BE49-F238E27FC236}">
                <a16:creationId xmlns:a16="http://schemas.microsoft.com/office/drawing/2014/main" id="{F819E904-A7F9-4BD6-B1C5-80254E272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4" name="Rectangle 90">
            <a:extLst>
              <a:ext uri="{FF2B5EF4-FFF2-40B4-BE49-F238E27FC236}">
                <a16:creationId xmlns:a16="http://schemas.microsoft.com/office/drawing/2014/main" id="{C093D5A8-4DAE-42A8-A210-2C783945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088" y="168592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5" name="Rectangle 91">
            <a:extLst>
              <a:ext uri="{FF2B5EF4-FFF2-40B4-BE49-F238E27FC236}">
                <a16:creationId xmlns:a16="http://schemas.microsoft.com/office/drawing/2014/main" id="{419A5C4B-3D20-47F7-A595-BC394977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3613" y="1781175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6" name="Rectangle 92">
            <a:extLst>
              <a:ext uri="{FF2B5EF4-FFF2-40B4-BE49-F238E27FC236}">
                <a16:creationId xmlns:a16="http://schemas.microsoft.com/office/drawing/2014/main" id="{47865345-E099-456D-902D-E06546395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685925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7" name="Rectangle 93">
            <a:extLst>
              <a:ext uri="{FF2B5EF4-FFF2-40B4-BE49-F238E27FC236}">
                <a16:creationId xmlns:a16="http://schemas.microsoft.com/office/drawing/2014/main" id="{62739C21-D15D-427C-A146-5B98D3325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1034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8" name="Rectangle 94">
            <a:extLst>
              <a:ext uri="{FF2B5EF4-FFF2-40B4-BE49-F238E27FC236}">
                <a16:creationId xmlns:a16="http://schemas.microsoft.com/office/drawing/2014/main" id="{0F226D45-7071-4DEE-B591-9CA22644A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386013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39" name="Rectangle 95">
            <a:extLst>
              <a:ext uri="{FF2B5EF4-FFF2-40B4-BE49-F238E27FC236}">
                <a16:creationId xmlns:a16="http://schemas.microsoft.com/office/drawing/2014/main" id="{C63BAE2D-05A0-4948-BCBE-D74AF3C9D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66858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0" name="Rectangle 96">
            <a:extLst>
              <a:ext uri="{FF2B5EF4-FFF2-40B4-BE49-F238E27FC236}">
                <a16:creationId xmlns:a16="http://schemas.microsoft.com/office/drawing/2014/main" id="{1AD1DB40-74E1-4BB5-9D6B-F9705019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29495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1" name="Rectangle 97">
            <a:extLst>
              <a:ext uri="{FF2B5EF4-FFF2-40B4-BE49-F238E27FC236}">
                <a16:creationId xmlns:a16="http://schemas.microsoft.com/office/drawing/2014/main" id="{7F884DFB-0E50-4FDF-A86A-0C0EC34E1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233738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2" name="Rectangle 98">
            <a:extLst>
              <a:ext uri="{FF2B5EF4-FFF2-40B4-BE49-F238E27FC236}">
                <a16:creationId xmlns:a16="http://schemas.microsoft.com/office/drawing/2014/main" id="{D95091AE-CAF2-438D-A228-3F5BD05F7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51472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3" name="Rectangle 99">
            <a:extLst>
              <a:ext uri="{FF2B5EF4-FFF2-40B4-BE49-F238E27FC236}">
                <a16:creationId xmlns:a16="http://schemas.microsoft.com/office/drawing/2014/main" id="{FF85F71D-6043-4D48-8D5F-196B7C98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3797300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4" name="Rectangle 100">
            <a:extLst>
              <a:ext uri="{FF2B5EF4-FFF2-40B4-BE49-F238E27FC236}">
                <a16:creationId xmlns:a16="http://schemas.microsoft.com/office/drawing/2014/main" id="{6F63BD5A-9EA5-4C25-AC82-707493D8D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4079875"/>
            <a:ext cx="2032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45" name="Line 113">
            <a:extLst>
              <a:ext uri="{FF2B5EF4-FFF2-40B4-BE49-F238E27FC236}">
                <a16:creationId xmlns:a16="http://schemas.microsoft.com/office/drawing/2014/main" id="{58948F30-79EE-4F55-86CB-CAE41DE74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2273300"/>
            <a:ext cx="1238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6" name="Line 114">
            <a:extLst>
              <a:ext uri="{FF2B5EF4-FFF2-40B4-BE49-F238E27FC236}">
                <a16:creationId xmlns:a16="http://schemas.microsoft.com/office/drawing/2014/main" id="{BCAB48B9-6D72-4089-B908-E8BAEF0F3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0438" y="2573337"/>
            <a:ext cx="2349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7" name="Line 115">
            <a:extLst>
              <a:ext uri="{FF2B5EF4-FFF2-40B4-BE49-F238E27FC236}">
                <a16:creationId xmlns:a16="http://schemas.microsoft.com/office/drawing/2014/main" id="{9BCAADE4-699C-4DF6-A6E6-8F0BDE435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3838" y="2424112"/>
            <a:ext cx="3429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8" name="Line 117">
            <a:extLst>
              <a:ext uri="{FF2B5EF4-FFF2-40B4-BE49-F238E27FC236}">
                <a16:creationId xmlns:a16="http://schemas.microsoft.com/office/drawing/2014/main" id="{97B40568-CBCA-4917-9961-5FC18C864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839912"/>
            <a:ext cx="0" cy="284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9" name="Line 119">
            <a:extLst>
              <a:ext uri="{FF2B5EF4-FFF2-40B4-BE49-F238E27FC236}">
                <a16:creationId xmlns:a16="http://schemas.microsoft.com/office/drawing/2014/main" id="{BBF682F7-EC9C-4A82-BCD8-5AE11AACB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5" y="1824037"/>
            <a:ext cx="3635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50" name="Rectangle 120">
            <a:extLst>
              <a:ext uri="{FF2B5EF4-FFF2-40B4-BE49-F238E27FC236}">
                <a16:creationId xmlns:a16="http://schemas.microsoft.com/office/drawing/2014/main" id="{B78E996F-01AA-4B60-9D7C-30CF37B53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0563" y="2336800"/>
            <a:ext cx="1476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1" name="Rectangle 121">
            <a:extLst>
              <a:ext uri="{FF2B5EF4-FFF2-40B4-BE49-F238E27FC236}">
                <a16:creationId xmlns:a16="http://schemas.microsoft.com/office/drawing/2014/main" id="{6E08866D-4288-4AAA-99D1-A3532DA74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63" y="1984375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2" name="Rectangle 122">
            <a:extLst>
              <a:ext uri="{FF2B5EF4-FFF2-40B4-BE49-F238E27FC236}">
                <a16:creationId xmlns:a16="http://schemas.microsoft.com/office/drawing/2014/main" id="{4BC84572-2416-4E84-AC02-578818B13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2079625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3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3" name="Rectangle 123">
            <a:extLst>
              <a:ext uri="{FF2B5EF4-FFF2-40B4-BE49-F238E27FC236}">
                <a16:creationId xmlns:a16="http://schemas.microsoft.com/office/drawing/2014/main" id="{BD122F45-FB71-4925-98D9-3CB70F74D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0" y="1674812"/>
            <a:ext cx="2333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5" name="Freeform 127">
            <a:extLst>
              <a:ext uri="{FF2B5EF4-FFF2-40B4-BE49-F238E27FC236}">
                <a16:creationId xmlns:a16="http://schemas.microsoft.com/office/drawing/2014/main" id="{C1810F8C-8E62-402A-A739-215F77522D74}"/>
              </a:ext>
            </a:extLst>
          </p:cNvPr>
          <p:cNvSpPr>
            <a:spLocks/>
          </p:cNvSpPr>
          <p:nvPr/>
        </p:nvSpPr>
        <p:spPr bwMode="auto">
          <a:xfrm>
            <a:off x="6691313" y="2273300"/>
            <a:ext cx="298450" cy="300037"/>
          </a:xfrm>
          <a:custGeom>
            <a:avLst/>
            <a:gdLst>
              <a:gd name="T0" fmla="*/ 0 w 188"/>
              <a:gd name="T1" fmla="*/ 0 h 189"/>
              <a:gd name="T2" fmla="*/ 0 w 188"/>
              <a:gd name="T3" fmla="*/ 2147483646 h 189"/>
              <a:gd name="T4" fmla="*/ 2147483646 w 188"/>
              <a:gd name="T5" fmla="*/ 2147483646 h 189"/>
              <a:gd name="T6" fmla="*/ 0 60000 65536"/>
              <a:gd name="T7" fmla="*/ 0 60000 65536"/>
              <a:gd name="T8" fmla="*/ 0 60000 65536"/>
              <a:gd name="T9" fmla="*/ 0 w 188"/>
              <a:gd name="T10" fmla="*/ 0 h 189"/>
              <a:gd name="T11" fmla="*/ 188 w 188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189">
                <a:moveTo>
                  <a:pt x="0" y="0"/>
                </a:moveTo>
                <a:lnTo>
                  <a:pt x="0" y="189"/>
                </a:lnTo>
                <a:lnTo>
                  <a:pt x="188" y="18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56" name="Freeform 128">
            <a:extLst>
              <a:ext uri="{FF2B5EF4-FFF2-40B4-BE49-F238E27FC236}">
                <a16:creationId xmlns:a16="http://schemas.microsoft.com/office/drawing/2014/main" id="{B7046A40-D59C-453F-8186-8E21BB3FBE77}"/>
              </a:ext>
            </a:extLst>
          </p:cNvPr>
          <p:cNvSpPr>
            <a:spLocks/>
          </p:cNvSpPr>
          <p:nvPr/>
        </p:nvSpPr>
        <p:spPr bwMode="auto">
          <a:xfrm>
            <a:off x="6669088" y="2252662"/>
            <a:ext cx="42862" cy="42863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31" y="40"/>
                  <a:pt x="40" y="31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57" name="Oval 129">
            <a:extLst>
              <a:ext uri="{FF2B5EF4-FFF2-40B4-BE49-F238E27FC236}">
                <a16:creationId xmlns:a16="http://schemas.microsoft.com/office/drawing/2014/main" id="{DADE4CA5-B5F2-48CF-AB43-AEC0002E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8" y="2260600"/>
            <a:ext cx="52387" cy="52387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8" name="Rectangle 130">
            <a:extLst>
              <a:ext uri="{FF2B5EF4-FFF2-40B4-BE49-F238E27FC236}">
                <a16:creationId xmlns:a16="http://schemas.microsoft.com/office/drawing/2014/main" id="{520D02B9-E67D-487F-A26F-4711699C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1770062"/>
            <a:ext cx="165100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59" name="Line 131">
            <a:extLst>
              <a:ext uri="{FF2B5EF4-FFF2-40B4-BE49-F238E27FC236}">
                <a16:creationId xmlns:a16="http://schemas.microsoft.com/office/drawing/2014/main" id="{5D80849D-F0B9-4B9C-9C78-0B550FDE3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2124075"/>
            <a:ext cx="11969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0" name="Line 132">
            <a:extLst>
              <a:ext uri="{FF2B5EF4-FFF2-40B4-BE49-F238E27FC236}">
                <a16:creationId xmlns:a16="http://schemas.microsoft.com/office/drawing/2014/main" id="{EF36F433-636B-4F46-9F72-D6334558A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1513" y="2424112"/>
            <a:ext cx="2349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1" name="Line 134">
            <a:extLst>
              <a:ext uri="{FF2B5EF4-FFF2-40B4-BE49-F238E27FC236}">
                <a16:creationId xmlns:a16="http://schemas.microsoft.com/office/drawing/2014/main" id="{DC0548E5-6A08-42F2-BF74-FECF7CFEBA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5688" y="1673225"/>
            <a:ext cx="1587" cy="3000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2" name="Line 135">
            <a:extLst>
              <a:ext uri="{FF2B5EF4-FFF2-40B4-BE49-F238E27FC236}">
                <a16:creationId xmlns:a16="http://schemas.microsoft.com/office/drawing/2014/main" id="{A0D1A431-1C43-4EB2-A232-2A18128BE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0" y="1673225"/>
            <a:ext cx="36353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3" name="Rectangle 136">
            <a:extLst>
              <a:ext uri="{FF2B5EF4-FFF2-40B4-BE49-F238E27FC236}">
                <a16:creationId xmlns:a16="http://schemas.microsoft.com/office/drawing/2014/main" id="{000DEA01-6B12-4F51-8EF2-70A918A55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6" y="3809999"/>
            <a:ext cx="969963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rgbClr val="000000"/>
                </a:solidFill>
                <a:latin typeface="Helvetica" panose="020B0604020202020204" pitchFamily="34" charset="0"/>
              </a:rPr>
              <a:t>(b) Circuit</a:t>
            </a:r>
            <a:endParaRPr lang="en-US" altLang="en-US" b="0" dirty="0">
              <a:latin typeface="Times" panose="02020603050405020304" pitchFamily="18" charset="0"/>
            </a:endParaRPr>
          </a:p>
        </p:txBody>
      </p:sp>
      <p:sp>
        <p:nvSpPr>
          <p:cNvPr id="102464" name="Rectangle 137">
            <a:extLst>
              <a:ext uri="{FF2B5EF4-FFF2-40B4-BE49-F238E27FC236}">
                <a16:creationId xmlns:a16="http://schemas.microsoft.com/office/drawing/2014/main" id="{31CC6A58-C324-4A10-B41D-6DE36DDCD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2588" y="1524000"/>
            <a:ext cx="233362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66" name="Freeform 141">
            <a:extLst>
              <a:ext uri="{FF2B5EF4-FFF2-40B4-BE49-F238E27FC236}">
                <a16:creationId xmlns:a16="http://schemas.microsoft.com/office/drawing/2014/main" id="{CC4E35AD-AD56-40E2-A34D-4A13C6AF111B}"/>
              </a:ext>
            </a:extLst>
          </p:cNvPr>
          <p:cNvSpPr>
            <a:spLocks/>
          </p:cNvSpPr>
          <p:nvPr/>
        </p:nvSpPr>
        <p:spPr bwMode="auto">
          <a:xfrm>
            <a:off x="5132388" y="2124075"/>
            <a:ext cx="277812" cy="300037"/>
          </a:xfrm>
          <a:custGeom>
            <a:avLst/>
            <a:gdLst>
              <a:gd name="T0" fmla="*/ 0 w 188"/>
              <a:gd name="T1" fmla="*/ 0 h 189"/>
              <a:gd name="T2" fmla="*/ 0 w 188"/>
              <a:gd name="T3" fmla="*/ 2147483646 h 189"/>
              <a:gd name="T4" fmla="*/ 2147483646 w 188"/>
              <a:gd name="T5" fmla="*/ 2147483646 h 189"/>
              <a:gd name="T6" fmla="*/ 0 60000 65536"/>
              <a:gd name="T7" fmla="*/ 0 60000 65536"/>
              <a:gd name="T8" fmla="*/ 0 60000 65536"/>
              <a:gd name="T9" fmla="*/ 0 w 188"/>
              <a:gd name="T10" fmla="*/ 0 h 189"/>
              <a:gd name="T11" fmla="*/ 188 w 188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" h="189">
                <a:moveTo>
                  <a:pt x="0" y="0"/>
                </a:moveTo>
                <a:lnTo>
                  <a:pt x="0" y="189"/>
                </a:lnTo>
                <a:lnTo>
                  <a:pt x="188" y="18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7" name="Freeform 142">
            <a:extLst>
              <a:ext uri="{FF2B5EF4-FFF2-40B4-BE49-F238E27FC236}">
                <a16:creationId xmlns:a16="http://schemas.microsoft.com/office/drawing/2014/main" id="{97C05F3A-99E3-48B6-A4C6-C6BF29C441E6}"/>
              </a:ext>
            </a:extLst>
          </p:cNvPr>
          <p:cNvSpPr>
            <a:spLocks/>
          </p:cNvSpPr>
          <p:nvPr/>
        </p:nvSpPr>
        <p:spPr bwMode="auto">
          <a:xfrm>
            <a:off x="5110163" y="2101850"/>
            <a:ext cx="42862" cy="42862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0"/>
              <a:gd name="T22" fmla="*/ 0 h 40"/>
              <a:gd name="T23" fmla="*/ 40 w 40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1"/>
                  <a:pt x="9" y="40"/>
                  <a:pt x="20" y="40"/>
                </a:cubicBezTo>
                <a:cubicBezTo>
                  <a:pt x="31" y="40"/>
                  <a:pt x="40" y="31"/>
                  <a:pt x="40" y="20"/>
                </a:cubicBezTo>
                <a:cubicBezTo>
                  <a:pt x="40" y="9"/>
                  <a:pt x="31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68" name="Oval 143">
            <a:extLst>
              <a:ext uri="{FF2B5EF4-FFF2-40B4-BE49-F238E27FC236}">
                <a16:creationId xmlns:a16="http://schemas.microsoft.com/office/drawing/2014/main" id="{63E22173-C664-45A0-A7D0-125273997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2111375"/>
            <a:ext cx="52387" cy="50800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69" name="Rectangle 144">
            <a:extLst>
              <a:ext uri="{FF2B5EF4-FFF2-40B4-BE49-F238E27FC236}">
                <a16:creationId xmlns:a16="http://schemas.microsoft.com/office/drawing/2014/main" id="{0122B25F-88FF-43B3-BC1E-CA71C6DA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525" y="1619250"/>
            <a:ext cx="1651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70" name="Freeform 146">
            <a:extLst>
              <a:ext uri="{FF2B5EF4-FFF2-40B4-BE49-F238E27FC236}">
                <a16:creationId xmlns:a16="http://schemas.microsoft.com/office/drawing/2014/main" id="{D2239E2D-2708-4BA8-B51E-EF75DB1BA64E}"/>
              </a:ext>
            </a:extLst>
          </p:cNvPr>
          <p:cNvSpPr>
            <a:spLocks noChangeAspect="1"/>
          </p:cNvSpPr>
          <p:nvPr/>
        </p:nvSpPr>
        <p:spPr bwMode="auto">
          <a:xfrm>
            <a:off x="5986463" y="1909762"/>
            <a:ext cx="317500" cy="793750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1" name="Freeform 148">
            <a:extLst>
              <a:ext uri="{FF2B5EF4-FFF2-40B4-BE49-F238E27FC236}">
                <a16:creationId xmlns:a16="http://schemas.microsoft.com/office/drawing/2014/main" id="{3DD8D6B6-1EAA-4D27-84E3-087E90A4A8FA}"/>
              </a:ext>
            </a:extLst>
          </p:cNvPr>
          <p:cNvSpPr>
            <a:spLocks noChangeAspect="1"/>
          </p:cNvSpPr>
          <p:nvPr/>
        </p:nvSpPr>
        <p:spPr bwMode="auto">
          <a:xfrm>
            <a:off x="7545388" y="2058987"/>
            <a:ext cx="317500" cy="793750"/>
          </a:xfrm>
          <a:custGeom>
            <a:avLst/>
            <a:gdLst>
              <a:gd name="T0" fmla="*/ 2147483646 w 336"/>
              <a:gd name="T1" fmla="*/ 2147483646 h 840"/>
              <a:gd name="T2" fmla="*/ 2147483646 w 336"/>
              <a:gd name="T3" fmla="*/ 2147483646 h 840"/>
              <a:gd name="T4" fmla="*/ 0 w 336"/>
              <a:gd name="T5" fmla="*/ 0 h 840"/>
              <a:gd name="T6" fmla="*/ 0 w 336"/>
              <a:gd name="T7" fmla="*/ 2147483646 h 840"/>
              <a:gd name="T8" fmla="*/ 2147483646 w 336"/>
              <a:gd name="T9" fmla="*/ 2147483646 h 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840"/>
              <a:gd name="T17" fmla="*/ 336 w 336"/>
              <a:gd name="T18" fmla="*/ 840 h 8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840">
                <a:moveTo>
                  <a:pt x="336" y="672"/>
                </a:moveTo>
                <a:lnTo>
                  <a:pt x="336" y="168"/>
                </a:lnTo>
                <a:lnTo>
                  <a:pt x="0" y="0"/>
                </a:lnTo>
                <a:lnTo>
                  <a:pt x="0" y="840"/>
                </a:lnTo>
                <a:lnTo>
                  <a:pt x="336" y="67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2474" name="Straight Connector 87">
            <a:extLst>
              <a:ext uri="{FF2B5EF4-FFF2-40B4-BE49-F238E27FC236}">
                <a16:creationId xmlns:a16="http://schemas.microsoft.com/office/drawing/2014/main" id="{BA51EFB9-D643-4C30-8500-0C11C4D9F2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1650" y="1600200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5" name="Straight Connector 88">
            <a:extLst>
              <a:ext uri="{FF2B5EF4-FFF2-40B4-BE49-F238E27FC236}">
                <a16:creationId xmlns:a16="http://schemas.microsoft.com/office/drawing/2014/main" id="{15DDFB72-0DBB-46CB-A783-372B76D617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22363" y="3203575"/>
            <a:ext cx="2487612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6" name="Straight Connector 89">
            <a:extLst>
              <a:ext uri="{FF2B5EF4-FFF2-40B4-BE49-F238E27FC236}">
                <a16:creationId xmlns:a16="http://schemas.microsoft.com/office/drawing/2014/main" id="{07B0F1A7-B5DE-46A1-A18D-2BA975C69F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824038" y="2665413"/>
            <a:ext cx="110807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7" name="Straight Connector 91">
            <a:extLst>
              <a:ext uri="{FF2B5EF4-FFF2-40B4-BE49-F238E27FC236}">
                <a16:creationId xmlns:a16="http://schemas.microsoft.com/office/drawing/2014/main" id="{1BB4E3E7-6294-414F-991C-7908473562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070100" y="1639888"/>
            <a:ext cx="4763" cy="15240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78" name="Right Brace 10">
            <a:extLst>
              <a:ext uri="{FF2B5EF4-FFF2-40B4-BE49-F238E27FC236}">
                <a16:creationId xmlns:a16="http://schemas.microsoft.com/office/drawing/2014/main" id="{16FDF5DD-F4D0-4DC2-BC7D-A681E81324E7}"/>
              </a:ext>
            </a:extLst>
          </p:cNvPr>
          <p:cNvSpPr>
            <a:spLocks/>
          </p:cNvSpPr>
          <p:nvPr/>
        </p:nvSpPr>
        <p:spPr bwMode="auto">
          <a:xfrm>
            <a:off x="2947988" y="2190750"/>
            <a:ext cx="153987" cy="403225"/>
          </a:xfrm>
          <a:prstGeom prst="rightBrace">
            <a:avLst>
              <a:gd name="adj1" fmla="val 8401"/>
              <a:gd name="adj2" fmla="val 50000"/>
            </a:avLst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79" name="Right Brace 10">
            <a:extLst>
              <a:ext uri="{FF2B5EF4-FFF2-40B4-BE49-F238E27FC236}">
                <a16:creationId xmlns:a16="http://schemas.microsoft.com/office/drawing/2014/main" id="{CCAB00DD-E503-485C-868B-733CEEBEA1EE}"/>
              </a:ext>
            </a:extLst>
          </p:cNvPr>
          <p:cNvSpPr>
            <a:spLocks/>
          </p:cNvSpPr>
          <p:nvPr/>
        </p:nvSpPr>
        <p:spPr bwMode="auto">
          <a:xfrm>
            <a:off x="2940050" y="2755900"/>
            <a:ext cx="155575" cy="401638"/>
          </a:xfrm>
          <a:prstGeom prst="rightBrace">
            <a:avLst>
              <a:gd name="adj1" fmla="val 8283"/>
              <a:gd name="adj2" fmla="val 50000"/>
            </a:avLst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2480" name="TextBox 3">
            <a:extLst>
              <a:ext uri="{FF2B5EF4-FFF2-40B4-BE49-F238E27FC236}">
                <a16:creationId xmlns:a16="http://schemas.microsoft.com/office/drawing/2014/main" id="{695BA6FB-A8A4-41C0-94A6-95D8EB2B2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38" y="209391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0000FF"/>
                </a:solidFill>
                <a:latin typeface="Times" panose="02020603050405020304" pitchFamily="18" charset="0"/>
              </a:rPr>
              <a:t>3</a:t>
            </a:r>
          </a:p>
        </p:txBody>
      </p:sp>
      <p:sp>
        <p:nvSpPr>
          <p:cNvPr id="102481" name="TextBox 96">
            <a:extLst>
              <a:ext uri="{FF2B5EF4-FFF2-40B4-BE49-F238E27FC236}">
                <a16:creationId xmlns:a16="http://schemas.microsoft.com/office/drawing/2014/main" id="{6752920F-ADD7-4700-BB3F-E872FEEFE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684463"/>
            <a:ext cx="5095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FF"/>
                </a:solidFill>
                <a:latin typeface="Times" panose="02020603050405020304" pitchFamily="18" charset="0"/>
              </a:rPr>
              <a:t>w</a:t>
            </a:r>
            <a:r>
              <a:rPr lang="en-US" altLang="en-US" baseline="-25000">
                <a:solidFill>
                  <a:srgbClr val="0000FF"/>
                </a:solidFill>
                <a:latin typeface="Times" panose="02020603050405020304" pitchFamily="18" charset="0"/>
              </a:rPr>
              <a:t>3</a:t>
            </a:r>
          </a:p>
        </p:txBody>
      </p:sp>
      <p:cxnSp>
        <p:nvCxnSpPr>
          <p:cNvPr id="102482" name="Straight Connector 97">
            <a:extLst>
              <a:ext uri="{FF2B5EF4-FFF2-40B4-BE49-F238E27FC236}">
                <a16:creationId xmlns:a16="http://schemas.microsoft.com/office/drawing/2014/main" id="{54E9BDE6-E2F1-4CB5-9CF4-627BE1F817F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67075" y="2817813"/>
            <a:ext cx="2921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44A075AB-0E0A-4ABF-8E1A-46BE6B2A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513" y="2436811"/>
            <a:ext cx="1057275" cy="101917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76A80133-1E7B-4425-8E69-6CCE68472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726" y="2586037"/>
            <a:ext cx="1057275" cy="1019175"/>
          </a:xfrm>
          <a:prstGeom prst="rect">
            <a:avLst/>
          </a:prstGeom>
        </p:spPr>
      </p:pic>
      <p:sp>
        <p:nvSpPr>
          <p:cNvPr id="86" name="Line 117">
            <a:extLst>
              <a:ext uri="{FF2B5EF4-FFF2-40B4-BE49-F238E27FC236}">
                <a16:creationId xmlns:a16="http://schemas.microsoft.com/office/drawing/2014/main" id="{2613FDEE-38C8-41F5-9F57-D846B9E0E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6311" y="2561430"/>
            <a:ext cx="4764" cy="558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Line 117">
            <a:extLst>
              <a:ext uri="{FF2B5EF4-FFF2-40B4-BE49-F238E27FC236}">
                <a16:creationId xmlns:a16="http://schemas.microsoft.com/office/drawing/2014/main" id="{1B71DA7A-51EC-4A02-BD60-9E051CB344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006" y="2393952"/>
            <a:ext cx="4764" cy="558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692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Line 21">
            <a:extLst>
              <a:ext uri="{FF2B5EF4-FFF2-40B4-BE49-F238E27FC236}">
                <a16:creationId xmlns:a16="http://schemas.microsoft.com/office/drawing/2014/main" id="{34276DF0-725E-4547-96E0-A2FCCF3881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22525" y="1706562"/>
            <a:ext cx="146367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6" name="Line 22">
            <a:extLst>
              <a:ext uri="{FF2B5EF4-FFF2-40B4-BE49-F238E27FC236}">
                <a16:creationId xmlns:a16="http://schemas.microsoft.com/office/drawing/2014/main" id="{201E8770-1E25-4CDE-B245-3D0DB9D93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5187" y="1387475"/>
            <a:ext cx="1588" cy="29924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7" name="Rectangle 24">
            <a:extLst>
              <a:ext uri="{FF2B5EF4-FFF2-40B4-BE49-F238E27FC236}">
                <a16:creationId xmlns:a16="http://schemas.microsoft.com/office/drawing/2014/main" id="{2A5351D5-01F9-497D-9B7C-A130528E1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18176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28" name="Rectangle 25">
            <a:extLst>
              <a:ext uri="{FF2B5EF4-FFF2-40B4-BE49-F238E27FC236}">
                <a16:creationId xmlns:a16="http://schemas.microsoft.com/office/drawing/2014/main" id="{17F8BB3B-F7AF-44D2-9793-F826F9DA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18176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29" name="Rectangle 26">
            <a:extLst>
              <a:ext uri="{FF2B5EF4-FFF2-40B4-BE49-F238E27FC236}">
                <a16:creationId xmlns:a16="http://schemas.microsoft.com/office/drawing/2014/main" id="{CC7958F5-67A6-4B35-B329-CE30E27C4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1193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0" name="Rectangle 27">
            <a:extLst>
              <a:ext uri="{FF2B5EF4-FFF2-40B4-BE49-F238E27FC236}">
                <a16:creationId xmlns:a16="http://schemas.microsoft.com/office/drawing/2014/main" id="{6C9B7E3E-3AEA-4901-97BA-26C9E2541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1193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1" name="Rectangle 28">
            <a:extLst>
              <a:ext uri="{FF2B5EF4-FFF2-40B4-BE49-F238E27FC236}">
                <a16:creationId xmlns:a16="http://schemas.microsoft.com/office/drawing/2014/main" id="{D0E5744C-FDB8-41CC-B75C-C6D7C7A2B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419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2" name="Rectangle 29">
            <a:extLst>
              <a:ext uri="{FF2B5EF4-FFF2-40B4-BE49-F238E27FC236}">
                <a16:creationId xmlns:a16="http://schemas.microsoft.com/office/drawing/2014/main" id="{469670D7-D7B4-420C-8406-A78B1ABE5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419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3" name="Rectangle 30">
            <a:extLst>
              <a:ext uri="{FF2B5EF4-FFF2-40B4-BE49-F238E27FC236}">
                <a16:creationId xmlns:a16="http://schemas.microsoft.com/office/drawing/2014/main" id="{1D05D7CB-70D1-492E-9013-A58C57B80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7209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4" name="Rectangle 31">
            <a:extLst>
              <a:ext uri="{FF2B5EF4-FFF2-40B4-BE49-F238E27FC236}">
                <a16:creationId xmlns:a16="http://schemas.microsoft.com/office/drawing/2014/main" id="{F43C278F-86CB-452E-A7A6-8ACDDEAA6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27209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5" name="Rectangle 32">
            <a:extLst>
              <a:ext uri="{FF2B5EF4-FFF2-40B4-BE49-F238E27FC236}">
                <a16:creationId xmlns:a16="http://schemas.microsoft.com/office/drawing/2014/main" id="{457C06B2-CF72-4651-8D6E-74A064AFD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18176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6" name="Rectangle 33">
            <a:extLst>
              <a:ext uri="{FF2B5EF4-FFF2-40B4-BE49-F238E27FC236}">
                <a16:creationId xmlns:a16="http://schemas.microsoft.com/office/drawing/2014/main" id="{C0D95AC6-B11E-4777-AD66-6599D5264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21193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7" name="Rectangle 34">
            <a:extLst>
              <a:ext uri="{FF2B5EF4-FFF2-40B4-BE49-F238E27FC236}">
                <a16:creationId xmlns:a16="http://schemas.microsoft.com/office/drawing/2014/main" id="{F1460047-D5FA-4832-83E5-FC6D0A9FF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2419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8" name="Rectangle 35">
            <a:extLst>
              <a:ext uri="{FF2B5EF4-FFF2-40B4-BE49-F238E27FC236}">
                <a16:creationId xmlns:a16="http://schemas.microsoft.com/office/drawing/2014/main" id="{F00C4DD2-F216-4C32-A560-D099F0BFA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27209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39" name="Rectangle 36">
            <a:extLst>
              <a:ext uri="{FF2B5EF4-FFF2-40B4-BE49-F238E27FC236}">
                <a16:creationId xmlns:a16="http://schemas.microsoft.com/office/drawing/2014/main" id="{69907E3B-744F-4AD4-9A5B-4BC2CD7C9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02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0" name="Rectangle 37">
            <a:extLst>
              <a:ext uri="{FF2B5EF4-FFF2-40B4-BE49-F238E27FC236}">
                <a16:creationId xmlns:a16="http://schemas.microsoft.com/office/drawing/2014/main" id="{0BD637E0-E455-45B4-90B9-964F93DA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302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1" name="Rectangle 38">
            <a:extLst>
              <a:ext uri="{FF2B5EF4-FFF2-40B4-BE49-F238E27FC236}">
                <a16:creationId xmlns:a16="http://schemas.microsoft.com/office/drawing/2014/main" id="{79281EF8-B0B7-4B7B-8DFC-7C559AE35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3226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2" name="Rectangle 39">
            <a:extLst>
              <a:ext uri="{FF2B5EF4-FFF2-40B4-BE49-F238E27FC236}">
                <a16:creationId xmlns:a16="http://schemas.microsoft.com/office/drawing/2014/main" id="{761F5AF4-BB52-4987-974E-EE65B1F0C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33226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3" name="Rectangle 40">
            <a:extLst>
              <a:ext uri="{FF2B5EF4-FFF2-40B4-BE49-F238E27FC236}">
                <a16:creationId xmlns:a16="http://schemas.microsoft.com/office/drawing/2014/main" id="{194F6A42-79FD-4960-8442-CAA03F3B8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6226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4" name="Rectangle 41">
            <a:extLst>
              <a:ext uri="{FF2B5EF4-FFF2-40B4-BE49-F238E27FC236}">
                <a16:creationId xmlns:a16="http://schemas.microsoft.com/office/drawing/2014/main" id="{121EDC7E-B131-4A5A-881C-AC26F2198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36226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5" name="Rectangle 42">
            <a:extLst>
              <a:ext uri="{FF2B5EF4-FFF2-40B4-BE49-F238E27FC236}">
                <a16:creationId xmlns:a16="http://schemas.microsoft.com/office/drawing/2014/main" id="{AE42F562-0922-42F8-88E9-78F4CEB97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392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6" name="Rectangle 43">
            <a:extLst>
              <a:ext uri="{FF2B5EF4-FFF2-40B4-BE49-F238E27FC236}">
                <a16:creationId xmlns:a16="http://schemas.microsoft.com/office/drawing/2014/main" id="{6CB2D1D9-391B-415F-B6B0-92241004F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025" y="392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7" name="Rectangle 44">
            <a:extLst>
              <a:ext uri="{FF2B5EF4-FFF2-40B4-BE49-F238E27FC236}">
                <a16:creationId xmlns:a16="http://schemas.microsoft.com/office/drawing/2014/main" id="{6E753711-4247-4C4C-B6B3-68580EB88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302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8" name="Rectangle 45">
            <a:extLst>
              <a:ext uri="{FF2B5EF4-FFF2-40B4-BE49-F238E27FC236}">
                <a16:creationId xmlns:a16="http://schemas.microsoft.com/office/drawing/2014/main" id="{FE579480-CF57-4153-827F-D858F9B51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33226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49" name="Rectangle 46">
            <a:extLst>
              <a:ext uri="{FF2B5EF4-FFF2-40B4-BE49-F238E27FC236}">
                <a16:creationId xmlns:a16="http://schemas.microsoft.com/office/drawing/2014/main" id="{2C5F3259-7278-451F-886F-5B052F6BD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36226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0" name="Rectangle 47">
            <a:extLst>
              <a:ext uri="{FF2B5EF4-FFF2-40B4-BE49-F238E27FC236}">
                <a16:creationId xmlns:a16="http://schemas.microsoft.com/office/drawing/2014/main" id="{B2207F88-4A5B-4034-A810-1B3146576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2" y="392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1" name="Rectangle 48">
            <a:extLst>
              <a:ext uri="{FF2B5EF4-FFF2-40B4-BE49-F238E27FC236}">
                <a16:creationId xmlns:a16="http://schemas.microsoft.com/office/drawing/2014/main" id="{B5AB24AF-C841-44C4-BDB4-533D530E3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13716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2" name="Rectangle 49">
            <a:extLst>
              <a:ext uri="{FF2B5EF4-FFF2-40B4-BE49-F238E27FC236}">
                <a16:creationId xmlns:a16="http://schemas.microsoft.com/office/drawing/2014/main" id="{4446D9C9-71DA-44EC-A08E-03A0E9E2E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14763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3" name="Rectangle 50">
            <a:extLst>
              <a:ext uri="{FF2B5EF4-FFF2-40B4-BE49-F238E27FC236}">
                <a16:creationId xmlns:a16="http://schemas.microsoft.com/office/drawing/2014/main" id="{39A79651-9C7F-4B44-815B-B6525851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3716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4" name="Rectangle 51">
            <a:extLst>
              <a:ext uri="{FF2B5EF4-FFF2-40B4-BE49-F238E27FC236}">
                <a16:creationId xmlns:a16="http://schemas.microsoft.com/office/drawing/2014/main" id="{0F463267-3293-4584-ACA0-869287DB2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14763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5" name="Rectangle 52">
            <a:extLst>
              <a:ext uri="{FF2B5EF4-FFF2-40B4-BE49-F238E27FC236}">
                <a16:creationId xmlns:a16="http://schemas.microsoft.com/office/drawing/2014/main" id="{43E03CBA-C2E7-4878-AE17-17113268E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3716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6" name="Rectangle 53">
            <a:extLst>
              <a:ext uri="{FF2B5EF4-FFF2-40B4-BE49-F238E27FC236}">
                <a16:creationId xmlns:a16="http://schemas.microsoft.com/office/drawing/2014/main" id="{E4BEC75A-6A64-4B2F-ACE1-C044D57A1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62" y="14763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7" name="Rectangle 54">
            <a:extLst>
              <a:ext uri="{FF2B5EF4-FFF2-40B4-BE49-F238E27FC236}">
                <a16:creationId xmlns:a16="http://schemas.microsoft.com/office/drawing/2014/main" id="{15D940CC-AB11-4A38-80D5-CA91F905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1371600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8" name="Rectangle 55">
            <a:extLst>
              <a:ext uri="{FF2B5EF4-FFF2-40B4-BE49-F238E27FC236}">
                <a16:creationId xmlns:a16="http://schemas.microsoft.com/office/drawing/2014/main" id="{A90C42E2-69BF-4DFE-82D9-898777FC7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8176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59" name="Rectangle 56">
            <a:extLst>
              <a:ext uri="{FF2B5EF4-FFF2-40B4-BE49-F238E27FC236}">
                <a16:creationId xmlns:a16="http://schemas.microsoft.com/office/drawing/2014/main" id="{CC7D3772-E85A-478E-92FB-D150F280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21193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0" name="Rectangle 57">
            <a:extLst>
              <a:ext uri="{FF2B5EF4-FFF2-40B4-BE49-F238E27FC236}">
                <a16:creationId xmlns:a16="http://schemas.microsoft.com/office/drawing/2014/main" id="{B3CC28B6-F9E5-4FEA-B37F-F21189D31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24193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1" name="Rectangle 58">
            <a:extLst>
              <a:ext uri="{FF2B5EF4-FFF2-40B4-BE49-F238E27FC236}">
                <a16:creationId xmlns:a16="http://schemas.microsoft.com/office/drawing/2014/main" id="{ABD0E759-9C15-428F-ADC4-50DE69C4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27209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2" name="Rectangle 59">
            <a:extLst>
              <a:ext uri="{FF2B5EF4-FFF2-40B4-BE49-F238E27FC236}">
                <a16:creationId xmlns:a16="http://schemas.microsoft.com/office/drawing/2014/main" id="{13A73A73-12E4-4880-8283-7F4D80C16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302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3" name="Rectangle 60">
            <a:extLst>
              <a:ext uri="{FF2B5EF4-FFF2-40B4-BE49-F238E27FC236}">
                <a16:creationId xmlns:a16="http://schemas.microsoft.com/office/drawing/2014/main" id="{42AA9EC2-EAC4-48D3-B2E5-A29A3A121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33226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4" name="Rectangle 61">
            <a:extLst>
              <a:ext uri="{FF2B5EF4-FFF2-40B4-BE49-F238E27FC236}">
                <a16:creationId xmlns:a16="http://schemas.microsoft.com/office/drawing/2014/main" id="{1119D8E5-3EB5-4722-9E96-0B0BFC5E2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36226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5" name="Rectangle 64">
            <a:extLst>
              <a:ext uri="{FF2B5EF4-FFF2-40B4-BE49-F238E27FC236}">
                <a16:creationId xmlns:a16="http://schemas.microsoft.com/office/drawing/2014/main" id="{6529E0F3-20AB-41C9-BB4E-F8964844C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392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3466" name="Title 1">
            <a:extLst>
              <a:ext uri="{FF2B5EF4-FFF2-40B4-BE49-F238E27FC236}">
                <a16:creationId xmlns:a16="http://schemas.microsoft.com/office/drawing/2014/main" id="{78C6EDAA-E159-4904-82D3-94F78809B17B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/>
              <a:t>Implementation of 3-input XOR</a:t>
            </a:r>
            <a:br>
              <a:rPr lang="en-US" altLang="en-US" sz="3600" dirty="0"/>
            </a:br>
            <a:r>
              <a:rPr lang="en-US" altLang="en-US" sz="3600" dirty="0"/>
              <a:t>with a 4-to-1 Multiplexer</a:t>
            </a:r>
          </a:p>
        </p:txBody>
      </p:sp>
      <p:sp>
        <p:nvSpPr>
          <p:cNvPr id="103467" name="TextBox 125">
            <a:extLst>
              <a:ext uri="{FF2B5EF4-FFF2-40B4-BE49-F238E27FC236}">
                <a16:creationId xmlns:a16="http://schemas.microsoft.com/office/drawing/2014/main" id="{6B2079CE-0AC1-4B3C-882E-41DE4D3C4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4.9a from the textbook ]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Line 21">
            <a:extLst>
              <a:ext uri="{FF2B5EF4-FFF2-40B4-BE49-F238E27FC236}">
                <a16:creationId xmlns:a16="http://schemas.microsoft.com/office/drawing/2014/main" id="{B9D3A0C3-4148-4545-AA6A-C6251AA925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2275" y="1842736"/>
            <a:ext cx="146367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0" name="Line 22">
            <a:extLst>
              <a:ext uri="{FF2B5EF4-FFF2-40B4-BE49-F238E27FC236}">
                <a16:creationId xmlns:a16="http://schemas.microsoft.com/office/drawing/2014/main" id="{D50DE329-CAC6-4156-83D1-2A7315942F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44937" y="1523649"/>
            <a:ext cx="1588" cy="29924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451" name="Rectangle 24">
            <a:extLst>
              <a:ext uri="{FF2B5EF4-FFF2-40B4-BE49-F238E27FC236}">
                <a16:creationId xmlns:a16="http://schemas.microsoft.com/office/drawing/2014/main" id="{1B64F193-39D3-454F-AC09-61C6BC66D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195386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2" name="Rectangle 25">
            <a:extLst>
              <a:ext uri="{FF2B5EF4-FFF2-40B4-BE49-F238E27FC236}">
                <a16:creationId xmlns:a16="http://schemas.microsoft.com/office/drawing/2014/main" id="{5C64B9F7-271D-4F74-AE41-4C2BF279F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195386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3" name="Rectangle 26">
            <a:extLst>
              <a:ext uri="{FF2B5EF4-FFF2-40B4-BE49-F238E27FC236}">
                <a16:creationId xmlns:a16="http://schemas.microsoft.com/office/drawing/2014/main" id="{26809F16-4FE1-4F65-B2B9-7E3D20729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2255486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4" name="Rectangle 27">
            <a:extLst>
              <a:ext uri="{FF2B5EF4-FFF2-40B4-BE49-F238E27FC236}">
                <a16:creationId xmlns:a16="http://schemas.microsoft.com/office/drawing/2014/main" id="{D9D70CF1-6625-439B-8889-ED0D52685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255486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5" name="Rectangle 28">
            <a:extLst>
              <a:ext uri="{FF2B5EF4-FFF2-40B4-BE49-F238E27FC236}">
                <a16:creationId xmlns:a16="http://schemas.microsoft.com/office/drawing/2014/main" id="{E94F83DA-15F5-4DCC-8076-0475F8FD0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255552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6" name="Rectangle 29">
            <a:extLst>
              <a:ext uri="{FF2B5EF4-FFF2-40B4-BE49-F238E27FC236}">
                <a16:creationId xmlns:a16="http://schemas.microsoft.com/office/drawing/2014/main" id="{10C2F544-EDEC-4DDE-A1E8-0B66B692B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5552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7" name="Rectangle 30">
            <a:extLst>
              <a:ext uri="{FF2B5EF4-FFF2-40B4-BE49-F238E27FC236}">
                <a16:creationId xmlns:a16="http://schemas.microsoft.com/office/drawing/2014/main" id="{1AE6A813-FC31-4D4A-B446-A82B6B39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28571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8" name="Rectangle 31">
            <a:extLst>
              <a:ext uri="{FF2B5EF4-FFF2-40B4-BE49-F238E27FC236}">
                <a16:creationId xmlns:a16="http://schemas.microsoft.com/office/drawing/2014/main" id="{F498A0AA-EA6E-4B54-A45A-EE0CECFD8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8571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59" name="Rectangle 32">
            <a:extLst>
              <a:ext uri="{FF2B5EF4-FFF2-40B4-BE49-F238E27FC236}">
                <a16:creationId xmlns:a16="http://schemas.microsoft.com/office/drawing/2014/main" id="{A981BDA9-9129-4306-B41B-C2EF48EA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195386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0" name="Rectangle 33">
            <a:extLst>
              <a:ext uri="{FF2B5EF4-FFF2-40B4-BE49-F238E27FC236}">
                <a16:creationId xmlns:a16="http://schemas.microsoft.com/office/drawing/2014/main" id="{9862754C-BB9C-4C7F-94B9-3288C58E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2255486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1" name="Rectangle 34">
            <a:extLst>
              <a:ext uri="{FF2B5EF4-FFF2-40B4-BE49-F238E27FC236}">
                <a16:creationId xmlns:a16="http://schemas.microsoft.com/office/drawing/2014/main" id="{379E940A-7648-41B2-B200-5D1B311A7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255552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2" name="Rectangle 35">
            <a:extLst>
              <a:ext uri="{FF2B5EF4-FFF2-40B4-BE49-F238E27FC236}">
                <a16:creationId xmlns:a16="http://schemas.microsoft.com/office/drawing/2014/main" id="{AAD8294C-BC36-437A-AC07-D826C7BB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28571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3" name="Rectangle 36">
            <a:extLst>
              <a:ext uri="{FF2B5EF4-FFF2-40B4-BE49-F238E27FC236}">
                <a16:creationId xmlns:a16="http://schemas.microsoft.com/office/drawing/2014/main" id="{ADA6DAD9-DFF1-4F53-B52D-A4AF1DDB8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1587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4" name="Rectangle 37">
            <a:extLst>
              <a:ext uri="{FF2B5EF4-FFF2-40B4-BE49-F238E27FC236}">
                <a16:creationId xmlns:a16="http://schemas.microsoft.com/office/drawing/2014/main" id="{E30F962F-52A2-48B8-BC00-3CC208C56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31587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5" name="Rectangle 38">
            <a:extLst>
              <a:ext uri="{FF2B5EF4-FFF2-40B4-BE49-F238E27FC236}">
                <a16:creationId xmlns:a16="http://schemas.microsoft.com/office/drawing/2014/main" id="{BEFF502E-1453-4A7F-A455-9337B616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45881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6" name="Rectangle 39">
            <a:extLst>
              <a:ext uri="{FF2B5EF4-FFF2-40B4-BE49-F238E27FC236}">
                <a16:creationId xmlns:a16="http://schemas.microsoft.com/office/drawing/2014/main" id="{B7F01068-F515-49A1-802C-AA7961C0A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345881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7" name="Rectangle 40">
            <a:extLst>
              <a:ext uri="{FF2B5EF4-FFF2-40B4-BE49-F238E27FC236}">
                <a16:creationId xmlns:a16="http://schemas.microsoft.com/office/drawing/2014/main" id="{ABFEF8FF-8EC9-416B-AA01-EE42B048D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7588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8" name="Rectangle 41">
            <a:extLst>
              <a:ext uri="{FF2B5EF4-FFF2-40B4-BE49-F238E27FC236}">
                <a16:creationId xmlns:a16="http://schemas.microsoft.com/office/drawing/2014/main" id="{C9F92F85-2C8D-4E69-8CCB-3BB9A07DD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37588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69" name="Rectangle 42">
            <a:extLst>
              <a:ext uri="{FF2B5EF4-FFF2-40B4-BE49-F238E27FC236}">
                <a16:creationId xmlns:a16="http://schemas.microsoft.com/office/drawing/2014/main" id="{7EBD7DC2-3490-40EF-845F-E2A1C627C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40604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0" name="Rectangle 43">
            <a:extLst>
              <a:ext uri="{FF2B5EF4-FFF2-40B4-BE49-F238E27FC236}">
                <a16:creationId xmlns:a16="http://schemas.microsoft.com/office/drawing/2014/main" id="{23F6053B-5EEE-4C44-85C1-CD80BB655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40604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1" name="Rectangle 44">
            <a:extLst>
              <a:ext uri="{FF2B5EF4-FFF2-40B4-BE49-F238E27FC236}">
                <a16:creationId xmlns:a16="http://schemas.microsoft.com/office/drawing/2014/main" id="{350D55A9-9F5B-4304-AE74-30ACD91F7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31587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2" name="Rectangle 45">
            <a:extLst>
              <a:ext uri="{FF2B5EF4-FFF2-40B4-BE49-F238E27FC236}">
                <a16:creationId xmlns:a16="http://schemas.microsoft.com/office/drawing/2014/main" id="{F4FE13B2-369E-4274-A3C0-70FA90376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345881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3" name="Rectangle 46">
            <a:extLst>
              <a:ext uri="{FF2B5EF4-FFF2-40B4-BE49-F238E27FC236}">
                <a16:creationId xmlns:a16="http://schemas.microsoft.com/office/drawing/2014/main" id="{7780766D-17C3-4994-951F-D63F07960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37588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4" name="Rectangle 47">
            <a:extLst>
              <a:ext uri="{FF2B5EF4-FFF2-40B4-BE49-F238E27FC236}">
                <a16:creationId xmlns:a16="http://schemas.microsoft.com/office/drawing/2014/main" id="{12F3A06D-17A6-4BD2-ADBB-C081894DC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2" y="40604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5" name="Rectangle 48">
            <a:extLst>
              <a:ext uri="{FF2B5EF4-FFF2-40B4-BE49-F238E27FC236}">
                <a16:creationId xmlns:a16="http://schemas.microsoft.com/office/drawing/2014/main" id="{A5A1A266-67A3-438E-A796-5F74F084E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507774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6" name="Rectangle 49">
            <a:extLst>
              <a:ext uri="{FF2B5EF4-FFF2-40B4-BE49-F238E27FC236}">
                <a16:creationId xmlns:a16="http://schemas.microsoft.com/office/drawing/2014/main" id="{A52615BE-A2AD-49E0-976A-743350CE3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850" y="1612549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7" name="Rectangle 50">
            <a:extLst>
              <a:ext uri="{FF2B5EF4-FFF2-40B4-BE49-F238E27FC236}">
                <a16:creationId xmlns:a16="http://schemas.microsoft.com/office/drawing/2014/main" id="{512FB114-3353-4D3C-B134-89336D84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1507774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8" name="Rectangle 51">
            <a:extLst>
              <a:ext uri="{FF2B5EF4-FFF2-40B4-BE49-F238E27FC236}">
                <a16:creationId xmlns:a16="http://schemas.microsoft.com/office/drawing/2014/main" id="{A57DF330-E1CD-48DD-A120-53DBCA7EE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612549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79" name="Rectangle 52">
            <a:extLst>
              <a:ext uri="{FF2B5EF4-FFF2-40B4-BE49-F238E27FC236}">
                <a16:creationId xmlns:a16="http://schemas.microsoft.com/office/drawing/2014/main" id="{05992579-F8E8-4BEA-93B5-52C419CDE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1507774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0" name="Rectangle 53">
            <a:extLst>
              <a:ext uri="{FF2B5EF4-FFF2-40B4-BE49-F238E27FC236}">
                <a16:creationId xmlns:a16="http://schemas.microsoft.com/office/drawing/2014/main" id="{CE0EDDED-E14B-4168-9937-D44FC2EF4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212" y="1612549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1" name="Rectangle 54">
            <a:extLst>
              <a:ext uri="{FF2B5EF4-FFF2-40B4-BE49-F238E27FC236}">
                <a16:creationId xmlns:a16="http://schemas.microsoft.com/office/drawing/2014/main" id="{ACF4FF27-FE44-4F94-8F3D-E5923A585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825" y="1507774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2" name="Rectangle 55">
            <a:extLst>
              <a:ext uri="{FF2B5EF4-FFF2-40B4-BE49-F238E27FC236}">
                <a16:creationId xmlns:a16="http://schemas.microsoft.com/office/drawing/2014/main" id="{E68D7D42-21B6-4461-98C0-0A2A0ECB3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195386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3" name="Rectangle 56">
            <a:extLst>
              <a:ext uri="{FF2B5EF4-FFF2-40B4-BE49-F238E27FC236}">
                <a16:creationId xmlns:a16="http://schemas.microsoft.com/office/drawing/2014/main" id="{A9C3E8B1-4A57-47E8-B6F2-2F25BCA4D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2255486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4" name="Rectangle 57">
            <a:extLst>
              <a:ext uri="{FF2B5EF4-FFF2-40B4-BE49-F238E27FC236}">
                <a16:creationId xmlns:a16="http://schemas.microsoft.com/office/drawing/2014/main" id="{BC2A3824-2765-4353-BCDE-3B519C7A1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255552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5" name="Rectangle 58">
            <a:extLst>
              <a:ext uri="{FF2B5EF4-FFF2-40B4-BE49-F238E27FC236}">
                <a16:creationId xmlns:a16="http://schemas.microsoft.com/office/drawing/2014/main" id="{7F71CB9F-5DBE-43E3-A229-C5A7C879E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28571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6" name="Rectangle 59">
            <a:extLst>
              <a:ext uri="{FF2B5EF4-FFF2-40B4-BE49-F238E27FC236}">
                <a16:creationId xmlns:a16="http://schemas.microsoft.com/office/drawing/2014/main" id="{1A1FE99E-BF59-4B6E-B85A-7B067603B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31587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7" name="Rectangle 60">
            <a:extLst>
              <a:ext uri="{FF2B5EF4-FFF2-40B4-BE49-F238E27FC236}">
                <a16:creationId xmlns:a16="http://schemas.microsoft.com/office/drawing/2014/main" id="{7AE446B5-332E-4FF3-B9C2-FC5758C66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3458811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8" name="Rectangle 61">
            <a:extLst>
              <a:ext uri="{FF2B5EF4-FFF2-40B4-BE49-F238E27FC236}">
                <a16:creationId xmlns:a16="http://schemas.microsoft.com/office/drawing/2014/main" id="{54BAC1FE-825D-4A6F-9800-2972CDAEF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3758849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89" name="Rectangle 64">
            <a:extLst>
              <a:ext uri="{FF2B5EF4-FFF2-40B4-BE49-F238E27FC236}">
                <a16:creationId xmlns:a16="http://schemas.microsoft.com/office/drawing/2014/main" id="{9D72BE38-1F44-4422-95B6-7D3DEA48C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825" y="4060474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4490" name="Title 1">
            <a:extLst>
              <a:ext uri="{FF2B5EF4-FFF2-40B4-BE49-F238E27FC236}">
                <a16:creationId xmlns:a16="http://schemas.microsoft.com/office/drawing/2014/main" id="{8A3E882C-405E-4D4D-A0E3-816BE4723EA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3-input XOR</a:t>
            </a:r>
            <a:br>
              <a:rPr lang="en-US" altLang="en-US" sz="3600"/>
            </a:br>
            <a:r>
              <a:rPr lang="en-US" altLang="en-US" sz="3600"/>
              <a:t>with a 4-to-1 Multiplexer</a:t>
            </a:r>
          </a:p>
        </p:txBody>
      </p:sp>
      <p:sp>
        <p:nvSpPr>
          <p:cNvPr id="104491" name="TextBox 125">
            <a:extLst>
              <a:ext uri="{FF2B5EF4-FFF2-40B4-BE49-F238E27FC236}">
                <a16:creationId xmlns:a16="http://schemas.microsoft.com/office/drawing/2014/main" id="{D2672243-554D-4454-AC57-A6E81EE12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4.9a from the textbook ]</a:t>
            </a:r>
          </a:p>
        </p:txBody>
      </p:sp>
      <p:cxnSp>
        <p:nvCxnSpPr>
          <p:cNvPr id="104492" name="Straight Connector 58">
            <a:extLst>
              <a:ext uri="{FF2B5EF4-FFF2-40B4-BE49-F238E27FC236}">
                <a16:creationId xmlns:a16="http://schemas.microsoft.com/office/drawing/2014/main" id="{32E1198D-B439-4ECF-9365-C90B2573BD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52825" y="1512536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493" name="Straight Connector 59">
            <a:extLst>
              <a:ext uri="{FF2B5EF4-FFF2-40B4-BE49-F238E27FC236}">
                <a16:creationId xmlns:a16="http://schemas.microsoft.com/office/drawing/2014/main" id="{87B672ED-A189-43EC-8ECB-0FC8A6A574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76562" y="3115911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494" name="Straight Connector 60">
            <a:extLst>
              <a:ext uri="{FF2B5EF4-FFF2-40B4-BE49-F238E27FC236}">
                <a16:creationId xmlns:a16="http://schemas.microsoft.com/office/drawing/2014/main" id="{0CF60A9D-DF95-4A66-BD2E-297477F7B0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47987" y="3717574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495" name="Straight Connector 61">
            <a:extLst>
              <a:ext uri="{FF2B5EF4-FFF2-40B4-BE49-F238E27FC236}">
                <a16:creationId xmlns:a16="http://schemas.microsoft.com/office/drawing/2014/main" id="{4B1D6752-7BBB-4CCC-A58E-58DD0E8B4A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08312" y="2533299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Line 35">
            <a:extLst>
              <a:ext uri="{FF2B5EF4-FFF2-40B4-BE49-F238E27FC236}">
                <a16:creationId xmlns:a16="http://schemas.microsoft.com/office/drawing/2014/main" id="{0DAA29C6-215F-4774-A49A-F86DFDB54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11775" y="1903412"/>
            <a:ext cx="12414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50" name="Line 36">
            <a:extLst>
              <a:ext uri="{FF2B5EF4-FFF2-40B4-BE49-F238E27FC236}">
                <a16:creationId xmlns:a16="http://schemas.microsoft.com/office/drawing/2014/main" id="{1C46307B-96C8-4677-AE5C-6949A96CF0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62662" y="1525227"/>
            <a:ext cx="8575" cy="20447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C1F5E5B8-5B4F-4184-B5C8-862CF7C7D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1521023"/>
            <a:ext cx="705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f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52" name="Rectangle 46">
            <a:extLst>
              <a:ext uri="{FF2B5EF4-FFF2-40B4-BE49-F238E27FC236}">
                <a16:creationId xmlns:a16="http://schemas.microsoft.com/office/drawing/2014/main" id="{3E01C9A5-1114-41F4-8CA6-3EB8B2625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2" y="1477603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53" name="Rectangle 47">
            <a:extLst>
              <a:ext uri="{FF2B5EF4-FFF2-40B4-BE49-F238E27FC236}">
                <a16:creationId xmlns:a16="http://schemas.microsoft.com/office/drawing/2014/main" id="{3BC56DBE-EC7C-4E1B-9497-EDB33DEDA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7" y="162047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000000"/>
                </a:solidFill>
                <a:latin typeface="Times-Roman" charset="0"/>
              </a:rPr>
              <a:t>1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54" name="Rectangle 49">
            <a:extLst>
              <a:ext uri="{FF2B5EF4-FFF2-40B4-BE49-F238E27FC236}">
                <a16:creationId xmlns:a16="http://schemas.microsoft.com/office/drawing/2014/main" id="{A78D2351-0150-49F7-9DD3-BF2377796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2" y="1477603"/>
            <a:ext cx="1715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rgbClr val="000000"/>
                </a:solidFill>
                <a:latin typeface="Times-Roman" charset="0"/>
              </a:rPr>
              <a:t>w</a:t>
            </a:r>
            <a:endParaRPr lang="en-US" altLang="en-US" sz="2000" b="0">
              <a:latin typeface="Times" panose="02020603050405020304" pitchFamily="18" charset="0"/>
            </a:endParaRPr>
          </a:p>
        </p:txBody>
      </p:sp>
      <p:sp>
        <p:nvSpPr>
          <p:cNvPr id="55" name="Rectangle 50">
            <a:extLst>
              <a:ext uri="{FF2B5EF4-FFF2-40B4-BE49-F238E27FC236}">
                <a16:creationId xmlns:a16="http://schemas.microsoft.com/office/drawing/2014/main" id="{CD82C8D9-B994-4258-81B0-0CB2C8B78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37" y="1620478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0" dirty="0">
                <a:solidFill>
                  <a:srgbClr val="000000"/>
                </a:solidFill>
                <a:latin typeface="Times-Roman" charset="0"/>
              </a:rPr>
              <a:t>2</a:t>
            </a:r>
            <a:endParaRPr lang="en-US" altLang="en-US" sz="2000" b="0" dirty="0">
              <a:latin typeface="Times" panose="02020603050405020304" pitchFamily="18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8F3B291-6DDC-4AAF-9A10-B5AF5A11D100}"/>
              </a:ext>
            </a:extLst>
          </p:cNvPr>
          <p:cNvGrpSpPr/>
          <p:nvPr/>
        </p:nvGrpSpPr>
        <p:grpSpPr>
          <a:xfrm>
            <a:off x="7400928" y="1662114"/>
            <a:ext cx="1590672" cy="1995486"/>
            <a:chOff x="6100763" y="2571750"/>
            <a:chExt cx="1214437" cy="1670050"/>
          </a:xfrm>
        </p:grpSpPr>
        <p:sp>
          <p:nvSpPr>
            <p:cNvPr id="57" name="Line 4">
              <a:extLst>
                <a:ext uri="{FF2B5EF4-FFF2-40B4-BE49-F238E27FC236}">
                  <a16:creationId xmlns:a16="http://schemas.microsoft.com/office/drawing/2014/main" id="{AC672A3D-E87C-4DC4-8C87-C2F16CAD38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255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">
              <a:extLst>
                <a:ext uri="{FF2B5EF4-FFF2-40B4-BE49-F238E27FC236}">
                  <a16:creationId xmlns:a16="http://schemas.microsoft.com/office/drawing/2014/main" id="{8A1E66F5-0503-4E4A-B65E-00BA1B5616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509963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6">
              <a:extLst>
                <a:ext uri="{FF2B5EF4-FFF2-40B4-BE49-F238E27FC236}">
                  <a16:creationId xmlns:a16="http://schemas.microsoft.com/office/drawing/2014/main" id="{CA46DA7C-CA04-44D9-94AA-8C3A745776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834188" y="3635375"/>
              <a:ext cx="25241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CE268E2D-C270-43D5-9C64-60A9B686CA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343650" y="3027363"/>
              <a:ext cx="482600" cy="1214437"/>
            </a:xfrm>
            <a:custGeom>
              <a:avLst/>
              <a:gdLst>
                <a:gd name="T0" fmla="*/ 2147483646 w 456"/>
                <a:gd name="T1" fmla="*/ 2147483646 h 1152"/>
                <a:gd name="T2" fmla="*/ 2147483646 w 456"/>
                <a:gd name="T3" fmla="*/ 2147483646 h 1152"/>
                <a:gd name="T4" fmla="*/ 0 w 456"/>
                <a:gd name="T5" fmla="*/ 0 h 1152"/>
                <a:gd name="T6" fmla="*/ 0 w 456"/>
                <a:gd name="T7" fmla="*/ 2147483646 h 1152"/>
                <a:gd name="T8" fmla="*/ 2147483646 w 456"/>
                <a:gd name="T9" fmla="*/ 214748364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6"/>
                <a:gd name="T16" fmla="*/ 0 h 1152"/>
                <a:gd name="T17" fmla="*/ 456 w 456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6" h="1152">
                  <a:moveTo>
                    <a:pt x="456" y="936"/>
                  </a:moveTo>
                  <a:lnTo>
                    <a:pt x="456" y="240"/>
                  </a:lnTo>
                  <a:lnTo>
                    <a:pt x="0" y="0"/>
                  </a:lnTo>
                  <a:lnTo>
                    <a:pt x="0" y="1152"/>
                  </a:lnTo>
                  <a:lnTo>
                    <a:pt x="456" y="936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10">
              <a:extLst>
                <a:ext uri="{FF2B5EF4-FFF2-40B4-BE49-F238E27FC236}">
                  <a16:creationId xmlns:a16="http://schemas.microsoft.com/office/drawing/2014/main" id="{037E2E40-BF07-4C00-A1C2-A2855CC5FE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21538" y="3522663"/>
              <a:ext cx="93662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2" name="Line 12">
              <a:extLst>
                <a:ext uri="{FF2B5EF4-FFF2-40B4-BE49-F238E27FC236}">
                  <a16:creationId xmlns:a16="http://schemas.microsoft.com/office/drawing/2014/main" id="{82C5D0E3-EFFF-4A1B-8436-46AE1208A5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2849563"/>
              <a:ext cx="352425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515E707B-DEE9-46C3-8AA3-10EE3AF4F3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100763" y="2571750"/>
              <a:ext cx="555625" cy="633413"/>
            </a:xfrm>
            <a:custGeom>
              <a:avLst/>
              <a:gdLst>
                <a:gd name="T0" fmla="*/ 0 w 528"/>
                <a:gd name="T1" fmla="*/ 0 h 600"/>
                <a:gd name="T2" fmla="*/ 2147483646 w 528"/>
                <a:gd name="T3" fmla="*/ 0 h 600"/>
                <a:gd name="T4" fmla="*/ 2147483646 w 528"/>
                <a:gd name="T5" fmla="*/ 2147483646 h 600"/>
                <a:gd name="T6" fmla="*/ 0 60000 65536"/>
                <a:gd name="T7" fmla="*/ 0 60000 65536"/>
                <a:gd name="T8" fmla="*/ 0 60000 65536"/>
                <a:gd name="T9" fmla="*/ 0 w 528"/>
                <a:gd name="T10" fmla="*/ 0 h 600"/>
                <a:gd name="T11" fmla="*/ 528 w 528"/>
                <a:gd name="T12" fmla="*/ 600 h 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00">
                  <a:moveTo>
                    <a:pt x="0" y="0"/>
                  </a:moveTo>
                  <a:lnTo>
                    <a:pt x="528" y="0"/>
                  </a:lnTo>
                  <a:lnTo>
                    <a:pt x="528" y="6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20">
              <a:extLst>
                <a:ext uri="{FF2B5EF4-FFF2-40B4-BE49-F238E27FC236}">
                  <a16:creationId xmlns:a16="http://schemas.microsoft.com/office/drawing/2014/main" id="{354441A4-26B9-4D0B-96FF-65BFE8C21E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3760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21">
              <a:extLst>
                <a:ext uri="{FF2B5EF4-FFF2-40B4-BE49-F238E27FC236}">
                  <a16:creationId xmlns:a16="http://schemas.microsoft.com/office/drawing/2014/main" id="{6A108CE1-28D0-4191-B2F3-18A3D4E8E9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100763" y="4014788"/>
              <a:ext cx="2254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101">
              <a:extLst>
                <a:ext uri="{FF2B5EF4-FFF2-40B4-BE49-F238E27FC236}">
                  <a16:creationId xmlns:a16="http://schemas.microsoft.com/office/drawing/2014/main" id="{B806DB6C-44E5-4C5F-B776-0E7D5BA40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838" y="2846388"/>
              <a:ext cx="0" cy="228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Freeform 18">
            <a:extLst>
              <a:ext uri="{FF2B5EF4-FFF2-40B4-BE49-F238E27FC236}">
                <a16:creationId xmlns:a16="http://schemas.microsoft.com/office/drawing/2014/main" id="{C2CD390C-CED8-4E29-A743-C23FEC25F1FF}"/>
              </a:ext>
            </a:extLst>
          </p:cNvPr>
          <p:cNvSpPr>
            <a:spLocks/>
          </p:cNvSpPr>
          <p:nvPr/>
        </p:nvSpPr>
        <p:spPr bwMode="auto">
          <a:xfrm>
            <a:off x="3305175" y="2174875"/>
            <a:ext cx="85725" cy="414337"/>
          </a:xfrm>
          <a:custGeom>
            <a:avLst/>
            <a:gdLst>
              <a:gd name="T0" fmla="*/ 2147483646 w 108"/>
              <a:gd name="T1" fmla="*/ 0 h 523"/>
              <a:gd name="T2" fmla="*/ 2147483646 w 108"/>
              <a:gd name="T3" fmla="*/ 2147483646 h 523"/>
              <a:gd name="T4" fmla="*/ 2147483646 w 108"/>
              <a:gd name="T5" fmla="*/ 2147483646 h 523"/>
              <a:gd name="T6" fmla="*/ 2147483646 w 108"/>
              <a:gd name="T7" fmla="*/ 2147483646 h 523"/>
              <a:gd name="T8" fmla="*/ 2147483646 w 108"/>
              <a:gd name="T9" fmla="*/ 2147483646 h 523"/>
              <a:gd name="T10" fmla="*/ 2147483646 w 108"/>
              <a:gd name="T11" fmla="*/ 2147483646 h 523"/>
              <a:gd name="T12" fmla="*/ 2147483646 w 108"/>
              <a:gd name="T13" fmla="*/ 2147483646 h 523"/>
              <a:gd name="T14" fmla="*/ 2147483646 w 108"/>
              <a:gd name="T15" fmla="*/ 2147483646 h 523"/>
              <a:gd name="T16" fmla="*/ 2147483646 w 108"/>
              <a:gd name="T17" fmla="*/ 2147483646 h 523"/>
              <a:gd name="T18" fmla="*/ 2147483646 w 108"/>
              <a:gd name="T19" fmla="*/ 2147483646 h 523"/>
              <a:gd name="T20" fmla="*/ 2147483646 w 108"/>
              <a:gd name="T21" fmla="*/ 2147483646 h 523"/>
              <a:gd name="T22" fmla="*/ 2147483646 w 108"/>
              <a:gd name="T23" fmla="*/ 2147483646 h 523"/>
              <a:gd name="T24" fmla="*/ 2147483646 w 108"/>
              <a:gd name="T25" fmla="*/ 2147483646 h 523"/>
              <a:gd name="T26" fmla="*/ 2147483646 w 108"/>
              <a:gd name="T27" fmla="*/ 2147483646 h 523"/>
              <a:gd name="T28" fmla="*/ 2147483646 w 108"/>
              <a:gd name="T29" fmla="*/ 2147483646 h 523"/>
              <a:gd name="T30" fmla="*/ 2147483646 w 108"/>
              <a:gd name="T31" fmla="*/ 2147483646 h 523"/>
              <a:gd name="T32" fmla="*/ 2147483646 w 108"/>
              <a:gd name="T33" fmla="*/ 2147483646 h 523"/>
              <a:gd name="T34" fmla="*/ 2147483646 w 108"/>
              <a:gd name="T35" fmla="*/ 2147483646 h 523"/>
              <a:gd name="T36" fmla="*/ 2147483646 w 108"/>
              <a:gd name="T37" fmla="*/ 2147483646 h 523"/>
              <a:gd name="T38" fmla="*/ 2147483646 w 108"/>
              <a:gd name="T39" fmla="*/ 2147483646 h 523"/>
              <a:gd name="T40" fmla="*/ 2147483646 w 108"/>
              <a:gd name="T41" fmla="*/ 2147483646 h 523"/>
              <a:gd name="T42" fmla="*/ 2147483646 w 108"/>
              <a:gd name="T43" fmla="*/ 2147483646 h 523"/>
              <a:gd name="T44" fmla="*/ 2147483646 w 108"/>
              <a:gd name="T45" fmla="*/ 2147483646 h 523"/>
              <a:gd name="T46" fmla="*/ 2147483646 w 108"/>
              <a:gd name="T47" fmla="*/ 2147483646 h 523"/>
              <a:gd name="T48" fmla="*/ 2147483646 w 108"/>
              <a:gd name="T49" fmla="*/ 2147483646 h 523"/>
              <a:gd name="T50" fmla="*/ 2147483646 w 108"/>
              <a:gd name="T51" fmla="*/ 2147483646 h 523"/>
              <a:gd name="T52" fmla="*/ 2147483646 w 108"/>
              <a:gd name="T53" fmla="*/ 2147483646 h 523"/>
              <a:gd name="T54" fmla="*/ 2147483646 w 108"/>
              <a:gd name="T55" fmla="*/ 2147483646 h 523"/>
              <a:gd name="T56" fmla="*/ 2147483646 w 108"/>
              <a:gd name="T57" fmla="*/ 2147483646 h 523"/>
              <a:gd name="T58" fmla="*/ 2147483646 w 108"/>
              <a:gd name="T59" fmla="*/ 2147483646 h 523"/>
              <a:gd name="T60" fmla="*/ 2147483646 w 108"/>
              <a:gd name="T61" fmla="*/ 2147483646 h 523"/>
              <a:gd name="T62" fmla="*/ 2147483646 w 108"/>
              <a:gd name="T63" fmla="*/ 2147483646 h 523"/>
              <a:gd name="T64" fmla="*/ 0 w 108"/>
              <a:gd name="T65" fmla="*/ 2147483646 h 52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3"/>
              <a:gd name="T101" fmla="*/ 108 w 108"/>
              <a:gd name="T102" fmla="*/ 523 h 52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3">
                <a:moveTo>
                  <a:pt x="0" y="0"/>
                </a:moveTo>
                <a:lnTo>
                  <a:pt x="13" y="0"/>
                </a:lnTo>
                <a:lnTo>
                  <a:pt x="23" y="3"/>
                </a:lnTo>
                <a:lnTo>
                  <a:pt x="33" y="6"/>
                </a:lnTo>
                <a:lnTo>
                  <a:pt x="40" y="10"/>
                </a:lnTo>
                <a:lnTo>
                  <a:pt x="46" y="17"/>
                </a:lnTo>
                <a:lnTo>
                  <a:pt x="52" y="23"/>
                </a:lnTo>
                <a:lnTo>
                  <a:pt x="55" y="32"/>
                </a:lnTo>
                <a:lnTo>
                  <a:pt x="58" y="40"/>
                </a:lnTo>
                <a:lnTo>
                  <a:pt x="59" y="50"/>
                </a:lnTo>
                <a:lnTo>
                  <a:pt x="61" y="61"/>
                </a:lnTo>
                <a:lnTo>
                  <a:pt x="61" y="71"/>
                </a:lnTo>
                <a:lnTo>
                  <a:pt x="59" y="82"/>
                </a:lnTo>
                <a:lnTo>
                  <a:pt x="59" y="94"/>
                </a:lnTo>
                <a:lnTo>
                  <a:pt x="58" y="105"/>
                </a:lnTo>
                <a:lnTo>
                  <a:pt x="56" y="118"/>
                </a:lnTo>
                <a:lnTo>
                  <a:pt x="55" y="130"/>
                </a:lnTo>
                <a:lnTo>
                  <a:pt x="53" y="143"/>
                </a:lnTo>
                <a:lnTo>
                  <a:pt x="50" y="154"/>
                </a:lnTo>
                <a:lnTo>
                  <a:pt x="50" y="167"/>
                </a:lnTo>
                <a:lnTo>
                  <a:pt x="49" y="179"/>
                </a:lnTo>
                <a:lnTo>
                  <a:pt x="49" y="190"/>
                </a:lnTo>
                <a:lnTo>
                  <a:pt x="49" y="200"/>
                </a:lnTo>
                <a:lnTo>
                  <a:pt x="49" y="210"/>
                </a:lnTo>
                <a:lnTo>
                  <a:pt x="50" y="220"/>
                </a:lnTo>
                <a:lnTo>
                  <a:pt x="53" y="229"/>
                </a:lnTo>
                <a:lnTo>
                  <a:pt x="58" y="236"/>
                </a:lnTo>
                <a:lnTo>
                  <a:pt x="62" y="243"/>
                </a:lnTo>
                <a:lnTo>
                  <a:pt x="68" y="249"/>
                </a:lnTo>
                <a:lnTo>
                  <a:pt x="76" y="255"/>
                </a:lnTo>
                <a:lnTo>
                  <a:pt x="85" y="258"/>
                </a:lnTo>
                <a:lnTo>
                  <a:pt x="95" y="261"/>
                </a:lnTo>
                <a:lnTo>
                  <a:pt x="108" y="261"/>
                </a:lnTo>
                <a:lnTo>
                  <a:pt x="95" y="262"/>
                </a:lnTo>
                <a:lnTo>
                  <a:pt x="85" y="263"/>
                </a:lnTo>
                <a:lnTo>
                  <a:pt x="76" y="266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2"/>
                </a:lnTo>
                <a:lnTo>
                  <a:pt x="50" y="301"/>
                </a:lnTo>
                <a:lnTo>
                  <a:pt x="49" y="311"/>
                </a:lnTo>
                <a:lnTo>
                  <a:pt x="49" y="321"/>
                </a:lnTo>
                <a:lnTo>
                  <a:pt x="49" y="333"/>
                </a:lnTo>
                <a:lnTo>
                  <a:pt x="49" y="343"/>
                </a:lnTo>
                <a:lnTo>
                  <a:pt x="50" y="354"/>
                </a:lnTo>
                <a:lnTo>
                  <a:pt x="50" y="367"/>
                </a:lnTo>
                <a:lnTo>
                  <a:pt x="53" y="379"/>
                </a:lnTo>
                <a:lnTo>
                  <a:pt x="55" y="392"/>
                </a:lnTo>
                <a:lnTo>
                  <a:pt x="56" y="403"/>
                </a:lnTo>
                <a:lnTo>
                  <a:pt x="58" y="416"/>
                </a:lnTo>
                <a:lnTo>
                  <a:pt x="59" y="428"/>
                </a:lnTo>
                <a:lnTo>
                  <a:pt x="59" y="439"/>
                </a:lnTo>
                <a:lnTo>
                  <a:pt x="61" y="451"/>
                </a:lnTo>
                <a:lnTo>
                  <a:pt x="61" y="461"/>
                </a:lnTo>
                <a:lnTo>
                  <a:pt x="59" y="472"/>
                </a:lnTo>
                <a:lnTo>
                  <a:pt x="58" y="481"/>
                </a:lnTo>
                <a:lnTo>
                  <a:pt x="55" y="489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5"/>
                </a:lnTo>
                <a:lnTo>
                  <a:pt x="23" y="520"/>
                </a:lnTo>
                <a:lnTo>
                  <a:pt x="13" y="521"/>
                </a:lnTo>
                <a:lnTo>
                  <a:pt x="0" y="523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4" name="Freeform 19">
            <a:extLst>
              <a:ext uri="{FF2B5EF4-FFF2-40B4-BE49-F238E27FC236}">
                <a16:creationId xmlns:a16="http://schemas.microsoft.com/office/drawing/2014/main" id="{7CD7E0FE-4F69-40F0-997D-DF771D047E65}"/>
              </a:ext>
            </a:extLst>
          </p:cNvPr>
          <p:cNvSpPr>
            <a:spLocks/>
          </p:cNvSpPr>
          <p:nvPr/>
        </p:nvSpPr>
        <p:spPr bwMode="auto">
          <a:xfrm>
            <a:off x="3305175" y="2770187"/>
            <a:ext cx="85725" cy="414338"/>
          </a:xfrm>
          <a:custGeom>
            <a:avLst/>
            <a:gdLst>
              <a:gd name="T0" fmla="*/ 2147483646 w 108"/>
              <a:gd name="T1" fmla="*/ 2147483646 h 523"/>
              <a:gd name="T2" fmla="*/ 2147483646 w 108"/>
              <a:gd name="T3" fmla="*/ 2147483646 h 523"/>
              <a:gd name="T4" fmla="*/ 2147483646 w 108"/>
              <a:gd name="T5" fmla="*/ 2147483646 h 523"/>
              <a:gd name="T6" fmla="*/ 2147483646 w 108"/>
              <a:gd name="T7" fmla="*/ 2147483646 h 523"/>
              <a:gd name="T8" fmla="*/ 2147483646 w 108"/>
              <a:gd name="T9" fmla="*/ 2147483646 h 523"/>
              <a:gd name="T10" fmla="*/ 2147483646 w 108"/>
              <a:gd name="T11" fmla="*/ 2147483646 h 523"/>
              <a:gd name="T12" fmla="*/ 2147483646 w 108"/>
              <a:gd name="T13" fmla="*/ 2147483646 h 523"/>
              <a:gd name="T14" fmla="*/ 2147483646 w 108"/>
              <a:gd name="T15" fmla="*/ 2147483646 h 523"/>
              <a:gd name="T16" fmla="*/ 2147483646 w 108"/>
              <a:gd name="T17" fmla="*/ 2147483646 h 523"/>
              <a:gd name="T18" fmla="*/ 2147483646 w 108"/>
              <a:gd name="T19" fmla="*/ 2147483646 h 523"/>
              <a:gd name="T20" fmla="*/ 2147483646 w 108"/>
              <a:gd name="T21" fmla="*/ 2147483646 h 523"/>
              <a:gd name="T22" fmla="*/ 2147483646 w 108"/>
              <a:gd name="T23" fmla="*/ 2147483646 h 523"/>
              <a:gd name="T24" fmla="*/ 2147483646 w 108"/>
              <a:gd name="T25" fmla="*/ 2147483646 h 523"/>
              <a:gd name="T26" fmla="*/ 2147483646 w 108"/>
              <a:gd name="T27" fmla="*/ 2147483646 h 523"/>
              <a:gd name="T28" fmla="*/ 2147483646 w 108"/>
              <a:gd name="T29" fmla="*/ 2147483646 h 523"/>
              <a:gd name="T30" fmla="*/ 2147483646 w 108"/>
              <a:gd name="T31" fmla="*/ 2147483646 h 523"/>
              <a:gd name="T32" fmla="*/ 2147483646 w 108"/>
              <a:gd name="T33" fmla="*/ 2147483646 h 523"/>
              <a:gd name="T34" fmla="*/ 2147483646 w 108"/>
              <a:gd name="T35" fmla="*/ 2147483646 h 523"/>
              <a:gd name="T36" fmla="*/ 2147483646 w 108"/>
              <a:gd name="T37" fmla="*/ 2147483646 h 523"/>
              <a:gd name="T38" fmla="*/ 2147483646 w 108"/>
              <a:gd name="T39" fmla="*/ 2147483646 h 523"/>
              <a:gd name="T40" fmla="*/ 2147483646 w 108"/>
              <a:gd name="T41" fmla="*/ 2147483646 h 523"/>
              <a:gd name="T42" fmla="*/ 2147483646 w 108"/>
              <a:gd name="T43" fmla="*/ 2147483646 h 523"/>
              <a:gd name="T44" fmla="*/ 2147483646 w 108"/>
              <a:gd name="T45" fmla="*/ 2147483646 h 523"/>
              <a:gd name="T46" fmla="*/ 2147483646 w 108"/>
              <a:gd name="T47" fmla="*/ 2147483646 h 523"/>
              <a:gd name="T48" fmla="*/ 2147483646 w 108"/>
              <a:gd name="T49" fmla="*/ 2147483646 h 523"/>
              <a:gd name="T50" fmla="*/ 2147483646 w 108"/>
              <a:gd name="T51" fmla="*/ 2147483646 h 523"/>
              <a:gd name="T52" fmla="*/ 2147483646 w 108"/>
              <a:gd name="T53" fmla="*/ 2147483646 h 523"/>
              <a:gd name="T54" fmla="*/ 2147483646 w 108"/>
              <a:gd name="T55" fmla="*/ 2147483646 h 523"/>
              <a:gd name="T56" fmla="*/ 2147483646 w 108"/>
              <a:gd name="T57" fmla="*/ 2147483646 h 523"/>
              <a:gd name="T58" fmla="*/ 2147483646 w 108"/>
              <a:gd name="T59" fmla="*/ 2147483646 h 523"/>
              <a:gd name="T60" fmla="*/ 2147483646 w 108"/>
              <a:gd name="T61" fmla="*/ 2147483646 h 523"/>
              <a:gd name="T62" fmla="*/ 2147483646 w 108"/>
              <a:gd name="T63" fmla="*/ 2147483646 h 523"/>
              <a:gd name="T64" fmla="*/ 0 w 108"/>
              <a:gd name="T65" fmla="*/ 2147483646 h 52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3"/>
              <a:gd name="T101" fmla="*/ 108 w 108"/>
              <a:gd name="T102" fmla="*/ 523 h 52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3">
                <a:moveTo>
                  <a:pt x="0" y="0"/>
                </a:moveTo>
                <a:lnTo>
                  <a:pt x="13" y="2"/>
                </a:lnTo>
                <a:lnTo>
                  <a:pt x="23" y="3"/>
                </a:lnTo>
                <a:lnTo>
                  <a:pt x="33" y="8"/>
                </a:lnTo>
                <a:lnTo>
                  <a:pt x="40" y="12"/>
                </a:lnTo>
                <a:lnTo>
                  <a:pt x="46" y="18"/>
                </a:lnTo>
                <a:lnTo>
                  <a:pt x="52" y="25"/>
                </a:lnTo>
                <a:lnTo>
                  <a:pt x="55" y="32"/>
                </a:lnTo>
                <a:lnTo>
                  <a:pt x="58" y="41"/>
                </a:lnTo>
                <a:lnTo>
                  <a:pt x="59" y="51"/>
                </a:lnTo>
                <a:lnTo>
                  <a:pt x="61" y="61"/>
                </a:lnTo>
                <a:lnTo>
                  <a:pt x="61" y="72"/>
                </a:lnTo>
                <a:lnTo>
                  <a:pt x="59" y="82"/>
                </a:lnTo>
                <a:lnTo>
                  <a:pt x="59" y="95"/>
                </a:lnTo>
                <a:lnTo>
                  <a:pt x="58" y="107"/>
                </a:lnTo>
                <a:lnTo>
                  <a:pt x="56" y="118"/>
                </a:lnTo>
                <a:lnTo>
                  <a:pt x="55" y="131"/>
                </a:lnTo>
                <a:lnTo>
                  <a:pt x="53" y="143"/>
                </a:lnTo>
                <a:lnTo>
                  <a:pt x="50" y="156"/>
                </a:lnTo>
                <a:lnTo>
                  <a:pt x="50" y="167"/>
                </a:lnTo>
                <a:lnTo>
                  <a:pt x="49" y="179"/>
                </a:lnTo>
                <a:lnTo>
                  <a:pt x="49" y="190"/>
                </a:lnTo>
                <a:lnTo>
                  <a:pt x="49" y="202"/>
                </a:lnTo>
                <a:lnTo>
                  <a:pt x="49" y="212"/>
                </a:lnTo>
                <a:lnTo>
                  <a:pt x="50" y="221"/>
                </a:lnTo>
                <a:lnTo>
                  <a:pt x="53" y="229"/>
                </a:lnTo>
                <a:lnTo>
                  <a:pt x="58" y="238"/>
                </a:lnTo>
                <a:lnTo>
                  <a:pt x="62" y="245"/>
                </a:lnTo>
                <a:lnTo>
                  <a:pt x="68" y="251"/>
                </a:lnTo>
                <a:lnTo>
                  <a:pt x="76" y="255"/>
                </a:lnTo>
                <a:lnTo>
                  <a:pt x="85" y="259"/>
                </a:lnTo>
                <a:lnTo>
                  <a:pt x="95" y="261"/>
                </a:lnTo>
                <a:lnTo>
                  <a:pt x="108" y="262"/>
                </a:lnTo>
                <a:lnTo>
                  <a:pt x="95" y="262"/>
                </a:lnTo>
                <a:lnTo>
                  <a:pt x="85" y="265"/>
                </a:lnTo>
                <a:lnTo>
                  <a:pt x="76" y="268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4"/>
                </a:lnTo>
                <a:lnTo>
                  <a:pt x="50" y="303"/>
                </a:lnTo>
                <a:lnTo>
                  <a:pt x="49" y="313"/>
                </a:lnTo>
                <a:lnTo>
                  <a:pt x="49" y="323"/>
                </a:lnTo>
                <a:lnTo>
                  <a:pt x="49" y="333"/>
                </a:lnTo>
                <a:lnTo>
                  <a:pt x="49" y="344"/>
                </a:lnTo>
                <a:lnTo>
                  <a:pt x="50" y="356"/>
                </a:lnTo>
                <a:lnTo>
                  <a:pt x="50" y="367"/>
                </a:lnTo>
                <a:lnTo>
                  <a:pt x="53" y="380"/>
                </a:lnTo>
                <a:lnTo>
                  <a:pt x="55" y="392"/>
                </a:lnTo>
                <a:lnTo>
                  <a:pt x="56" y="405"/>
                </a:lnTo>
                <a:lnTo>
                  <a:pt x="58" y="416"/>
                </a:lnTo>
                <a:lnTo>
                  <a:pt x="59" y="428"/>
                </a:lnTo>
                <a:lnTo>
                  <a:pt x="59" y="441"/>
                </a:lnTo>
                <a:lnTo>
                  <a:pt x="61" y="451"/>
                </a:lnTo>
                <a:lnTo>
                  <a:pt x="61" y="462"/>
                </a:lnTo>
                <a:lnTo>
                  <a:pt x="59" y="472"/>
                </a:lnTo>
                <a:lnTo>
                  <a:pt x="58" y="483"/>
                </a:lnTo>
                <a:lnTo>
                  <a:pt x="55" y="491"/>
                </a:lnTo>
                <a:lnTo>
                  <a:pt x="52" y="498"/>
                </a:lnTo>
                <a:lnTo>
                  <a:pt x="46" y="506"/>
                </a:lnTo>
                <a:lnTo>
                  <a:pt x="40" y="511"/>
                </a:lnTo>
                <a:lnTo>
                  <a:pt x="33" y="517"/>
                </a:lnTo>
                <a:lnTo>
                  <a:pt x="23" y="520"/>
                </a:lnTo>
                <a:lnTo>
                  <a:pt x="13" y="523"/>
                </a:lnTo>
                <a:lnTo>
                  <a:pt x="0" y="523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5" name="Line 21">
            <a:extLst>
              <a:ext uri="{FF2B5EF4-FFF2-40B4-BE49-F238E27FC236}">
                <a16:creationId xmlns:a16="http://schemas.microsoft.com/office/drawing/2014/main" id="{3FB4A99B-750C-47DA-BB51-84E931995C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3088" y="2011362"/>
            <a:ext cx="146367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6" name="Line 22">
            <a:extLst>
              <a:ext uri="{FF2B5EF4-FFF2-40B4-BE49-F238E27FC236}">
                <a16:creationId xmlns:a16="http://schemas.microsoft.com/office/drawing/2014/main" id="{6267F0D7-631C-4DE7-BD14-D3AA1A3C49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5750" y="1692275"/>
            <a:ext cx="1588" cy="29924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477" name="Rectangle 24">
            <a:extLst>
              <a:ext uri="{FF2B5EF4-FFF2-40B4-BE49-F238E27FC236}">
                <a16:creationId xmlns:a16="http://schemas.microsoft.com/office/drawing/2014/main" id="{79D687BB-B292-4836-B71E-6BCC6C698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1224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78" name="Rectangle 25">
            <a:extLst>
              <a:ext uri="{FF2B5EF4-FFF2-40B4-BE49-F238E27FC236}">
                <a16:creationId xmlns:a16="http://schemas.microsoft.com/office/drawing/2014/main" id="{3D8E28EE-6A6D-4DF2-89C7-81DB875D7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1224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79" name="Rectangle 26">
            <a:extLst>
              <a:ext uri="{FF2B5EF4-FFF2-40B4-BE49-F238E27FC236}">
                <a16:creationId xmlns:a16="http://schemas.microsoft.com/office/drawing/2014/main" id="{1462D778-DC09-46DB-B352-567029E4A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4241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0" name="Rectangle 27">
            <a:extLst>
              <a:ext uri="{FF2B5EF4-FFF2-40B4-BE49-F238E27FC236}">
                <a16:creationId xmlns:a16="http://schemas.microsoft.com/office/drawing/2014/main" id="{5429D520-73A0-42BF-BA66-3054A97B9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4241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1" name="Rectangle 28">
            <a:extLst>
              <a:ext uri="{FF2B5EF4-FFF2-40B4-BE49-F238E27FC236}">
                <a16:creationId xmlns:a16="http://schemas.microsoft.com/office/drawing/2014/main" id="{0FA76275-5894-4A9D-BB92-E8E019388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7241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2" name="Rectangle 29">
            <a:extLst>
              <a:ext uri="{FF2B5EF4-FFF2-40B4-BE49-F238E27FC236}">
                <a16:creationId xmlns:a16="http://schemas.microsoft.com/office/drawing/2014/main" id="{A3A1C480-C01E-4CCD-82E1-F5B8BB20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7241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3" name="Rectangle 30">
            <a:extLst>
              <a:ext uri="{FF2B5EF4-FFF2-40B4-BE49-F238E27FC236}">
                <a16:creationId xmlns:a16="http://schemas.microsoft.com/office/drawing/2014/main" id="{EC1B731B-E1B7-4621-A547-1D5C8FFE1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0257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4" name="Rectangle 31">
            <a:extLst>
              <a:ext uri="{FF2B5EF4-FFF2-40B4-BE49-F238E27FC236}">
                <a16:creationId xmlns:a16="http://schemas.microsoft.com/office/drawing/2014/main" id="{CFF1C901-7DE8-46C8-946B-8C9824BCD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0257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5" name="Rectangle 32">
            <a:extLst>
              <a:ext uri="{FF2B5EF4-FFF2-40B4-BE49-F238E27FC236}">
                <a16:creationId xmlns:a16="http://schemas.microsoft.com/office/drawing/2014/main" id="{60EEC3C0-D7D3-4772-A090-A628D6960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1224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6" name="Rectangle 33">
            <a:extLst>
              <a:ext uri="{FF2B5EF4-FFF2-40B4-BE49-F238E27FC236}">
                <a16:creationId xmlns:a16="http://schemas.microsoft.com/office/drawing/2014/main" id="{948B9E82-CD57-498F-999F-EC090C8DD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4241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7" name="Rectangle 34">
            <a:extLst>
              <a:ext uri="{FF2B5EF4-FFF2-40B4-BE49-F238E27FC236}">
                <a16:creationId xmlns:a16="http://schemas.microsoft.com/office/drawing/2014/main" id="{7D323B9F-8C51-41CC-BF42-5F64ACFF3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7241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8" name="Rectangle 35">
            <a:extLst>
              <a:ext uri="{FF2B5EF4-FFF2-40B4-BE49-F238E27FC236}">
                <a16:creationId xmlns:a16="http://schemas.microsoft.com/office/drawing/2014/main" id="{A2093B65-C016-4E92-9A65-EF95C4CE3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0257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89" name="Rectangle 36">
            <a:extLst>
              <a:ext uri="{FF2B5EF4-FFF2-40B4-BE49-F238E27FC236}">
                <a16:creationId xmlns:a16="http://schemas.microsoft.com/office/drawing/2014/main" id="{DE75F65F-C994-4B68-8CBE-E37F26FA3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3274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0" name="Rectangle 37">
            <a:extLst>
              <a:ext uri="{FF2B5EF4-FFF2-40B4-BE49-F238E27FC236}">
                <a16:creationId xmlns:a16="http://schemas.microsoft.com/office/drawing/2014/main" id="{8187580D-3525-4BB4-95FC-31CA8E0C2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3274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1" name="Rectangle 38">
            <a:extLst>
              <a:ext uri="{FF2B5EF4-FFF2-40B4-BE49-F238E27FC236}">
                <a16:creationId xmlns:a16="http://schemas.microsoft.com/office/drawing/2014/main" id="{938D410F-4D2F-44D4-A9D4-7E8FA57A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6274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2" name="Rectangle 39">
            <a:extLst>
              <a:ext uri="{FF2B5EF4-FFF2-40B4-BE49-F238E27FC236}">
                <a16:creationId xmlns:a16="http://schemas.microsoft.com/office/drawing/2014/main" id="{C6636D74-66F9-4000-AD51-7422FA4B7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6274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3" name="Rectangle 40">
            <a:extLst>
              <a:ext uri="{FF2B5EF4-FFF2-40B4-BE49-F238E27FC236}">
                <a16:creationId xmlns:a16="http://schemas.microsoft.com/office/drawing/2014/main" id="{51A46E3E-2B8E-4641-8D9E-E63D692F6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927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4" name="Rectangle 41">
            <a:extLst>
              <a:ext uri="{FF2B5EF4-FFF2-40B4-BE49-F238E27FC236}">
                <a16:creationId xmlns:a16="http://schemas.microsoft.com/office/drawing/2014/main" id="{D8F0D194-5CC3-465D-9265-14621C72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927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5" name="Rectangle 42">
            <a:extLst>
              <a:ext uri="{FF2B5EF4-FFF2-40B4-BE49-F238E27FC236}">
                <a16:creationId xmlns:a16="http://schemas.microsoft.com/office/drawing/2014/main" id="{7EB894BB-4F41-4879-A9FE-5A7AA55EC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42291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6" name="Rectangle 43">
            <a:extLst>
              <a:ext uri="{FF2B5EF4-FFF2-40B4-BE49-F238E27FC236}">
                <a16:creationId xmlns:a16="http://schemas.microsoft.com/office/drawing/2014/main" id="{525C0A3E-62A9-46E0-A013-BCBDFA414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42291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7" name="Rectangle 44">
            <a:extLst>
              <a:ext uri="{FF2B5EF4-FFF2-40B4-BE49-F238E27FC236}">
                <a16:creationId xmlns:a16="http://schemas.microsoft.com/office/drawing/2014/main" id="{DB7DF40E-1824-4CEF-B16A-D4588D797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3274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8" name="Rectangle 45">
            <a:extLst>
              <a:ext uri="{FF2B5EF4-FFF2-40B4-BE49-F238E27FC236}">
                <a16:creationId xmlns:a16="http://schemas.microsoft.com/office/drawing/2014/main" id="{76B4AD7C-D1DB-408A-9FF7-00A04EAF8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6274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499" name="Rectangle 46">
            <a:extLst>
              <a:ext uri="{FF2B5EF4-FFF2-40B4-BE49-F238E27FC236}">
                <a16:creationId xmlns:a16="http://schemas.microsoft.com/office/drawing/2014/main" id="{F23DEEC5-3B10-4CCC-A90A-D5758627F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927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0" name="Rectangle 47">
            <a:extLst>
              <a:ext uri="{FF2B5EF4-FFF2-40B4-BE49-F238E27FC236}">
                <a16:creationId xmlns:a16="http://schemas.microsoft.com/office/drawing/2014/main" id="{6C00DFC6-B635-438C-A2B7-D3CB7C5A9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42291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1" name="Rectangle 48">
            <a:extLst>
              <a:ext uri="{FF2B5EF4-FFF2-40B4-BE49-F238E27FC236}">
                <a16:creationId xmlns:a16="http://schemas.microsoft.com/office/drawing/2014/main" id="{358E264B-F102-4E5F-8DD3-AFD1A7414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16764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2" name="Rectangle 49">
            <a:extLst>
              <a:ext uri="{FF2B5EF4-FFF2-40B4-BE49-F238E27FC236}">
                <a16:creationId xmlns:a16="http://schemas.microsoft.com/office/drawing/2014/main" id="{99C2FB01-0505-450D-9F04-92DA4EFC3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17811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3" name="Rectangle 50">
            <a:extLst>
              <a:ext uri="{FF2B5EF4-FFF2-40B4-BE49-F238E27FC236}">
                <a16:creationId xmlns:a16="http://schemas.microsoft.com/office/drawing/2014/main" id="{C19104C5-AFD5-4509-9D0F-6A50C3388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16764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4" name="Rectangle 51">
            <a:extLst>
              <a:ext uri="{FF2B5EF4-FFF2-40B4-BE49-F238E27FC236}">
                <a16:creationId xmlns:a16="http://schemas.microsoft.com/office/drawing/2014/main" id="{48D86735-C86B-43B3-8D4F-F38A5A35B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17811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5" name="Rectangle 52">
            <a:extLst>
              <a:ext uri="{FF2B5EF4-FFF2-40B4-BE49-F238E27FC236}">
                <a16:creationId xmlns:a16="http://schemas.microsoft.com/office/drawing/2014/main" id="{AAA90119-C75F-4737-83DE-F0F1F05D9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16764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6" name="Rectangle 53">
            <a:extLst>
              <a:ext uri="{FF2B5EF4-FFF2-40B4-BE49-F238E27FC236}">
                <a16:creationId xmlns:a16="http://schemas.microsoft.com/office/drawing/2014/main" id="{4704A07A-2601-4407-8F57-D621FA781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17811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7" name="Rectangle 54">
            <a:extLst>
              <a:ext uri="{FF2B5EF4-FFF2-40B4-BE49-F238E27FC236}">
                <a16:creationId xmlns:a16="http://schemas.microsoft.com/office/drawing/2014/main" id="{C34C9C9C-CE5D-4AFB-82E3-86BE7F8EE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638" y="1676400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8" name="Rectangle 55">
            <a:extLst>
              <a:ext uri="{FF2B5EF4-FFF2-40B4-BE49-F238E27FC236}">
                <a16:creationId xmlns:a16="http://schemas.microsoft.com/office/drawing/2014/main" id="{844A7416-2F10-48F6-8D0F-689401E5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1224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09" name="Rectangle 56">
            <a:extLst>
              <a:ext uri="{FF2B5EF4-FFF2-40B4-BE49-F238E27FC236}">
                <a16:creationId xmlns:a16="http://schemas.microsoft.com/office/drawing/2014/main" id="{86365043-777D-45BA-ABA5-FB59E94C0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4241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0" name="Rectangle 57">
            <a:extLst>
              <a:ext uri="{FF2B5EF4-FFF2-40B4-BE49-F238E27FC236}">
                <a16:creationId xmlns:a16="http://schemas.microsoft.com/office/drawing/2014/main" id="{6D08B5EB-54CA-485C-8430-CAF1D699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7241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1" name="Rectangle 58">
            <a:extLst>
              <a:ext uri="{FF2B5EF4-FFF2-40B4-BE49-F238E27FC236}">
                <a16:creationId xmlns:a16="http://schemas.microsoft.com/office/drawing/2014/main" id="{6FECB05A-350F-4045-A385-7554C8CD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0257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2" name="Rectangle 59">
            <a:extLst>
              <a:ext uri="{FF2B5EF4-FFF2-40B4-BE49-F238E27FC236}">
                <a16:creationId xmlns:a16="http://schemas.microsoft.com/office/drawing/2014/main" id="{44348300-125E-4BA4-9BCE-A14F087C6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3274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3" name="Rectangle 60">
            <a:extLst>
              <a:ext uri="{FF2B5EF4-FFF2-40B4-BE49-F238E27FC236}">
                <a16:creationId xmlns:a16="http://schemas.microsoft.com/office/drawing/2014/main" id="{7D351FCA-529D-42AD-A92C-01F71DACC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6274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4" name="Rectangle 61">
            <a:extLst>
              <a:ext uri="{FF2B5EF4-FFF2-40B4-BE49-F238E27FC236}">
                <a16:creationId xmlns:a16="http://schemas.microsoft.com/office/drawing/2014/main" id="{9809BBB0-1950-4DDF-B36C-19C8C6D8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9274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5" name="Freeform 62">
            <a:extLst>
              <a:ext uri="{FF2B5EF4-FFF2-40B4-BE49-F238E27FC236}">
                <a16:creationId xmlns:a16="http://schemas.microsoft.com/office/drawing/2014/main" id="{31473C01-D863-43FA-8089-AABC1F5F1A90}"/>
              </a:ext>
            </a:extLst>
          </p:cNvPr>
          <p:cNvSpPr>
            <a:spLocks/>
          </p:cNvSpPr>
          <p:nvPr/>
        </p:nvSpPr>
        <p:spPr bwMode="auto">
          <a:xfrm>
            <a:off x="3305175" y="3370262"/>
            <a:ext cx="85725" cy="414338"/>
          </a:xfrm>
          <a:custGeom>
            <a:avLst/>
            <a:gdLst>
              <a:gd name="T0" fmla="*/ 2147483646 w 108"/>
              <a:gd name="T1" fmla="*/ 2147483646 h 522"/>
              <a:gd name="T2" fmla="*/ 2147483646 w 108"/>
              <a:gd name="T3" fmla="*/ 2147483646 h 522"/>
              <a:gd name="T4" fmla="*/ 2147483646 w 108"/>
              <a:gd name="T5" fmla="*/ 2147483646 h 522"/>
              <a:gd name="T6" fmla="*/ 2147483646 w 108"/>
              <a:gd name="T7" fmla="*/ 2147483646 h 522"/>
              <a:gd name="T8" fmla="*/ 2147483646 w 108"/>
              <a:gd name="T9" fmla="*/ 2147483646 h 522"/>
              <a:gd name="T10" fmla="*/ 2147483646 w 108"/>
              <a:gd name="T11" fmla="*/ 2147483646 h 522"/>
              <a:gd name="T12" fmla="*/ 2147483646 w 108"/>
              <a:gd name="T13" fmla="*/ 2147483646 h 522"/>
              <a:gd name="T14" fmla="*/ 2147483646 w 108"/>
              <a:gd name="T15" fmla="*/ 2147483646 h 522"/>
              <a:gd name="T16" fmla="*/ 2147483646 w 108"/>
              <a:gd name="T17" fmla="*/ 2147483646 h 522"/>
              <a:gd name="T18" fmla="*/ 2147483646 w 108"/>
              <a:gd name="T19" fmla="*/ 2147483646 h 522"/>
              <a:gd name="T20" fmla="*/ 2147483646 w 108"/>
              <a:gd name="T21" fmla="*/ 2147483646 h 522"/>
              <a:gd name="T22" fmla="*/ 2147483646 w 108"/>
              <a:gd name="T23" fmla="*/ 2147483646 h 522"/>
              <a:gd name="T24" fmla="*/ 2147483646 w 108"/>
              <a:gd name="T25" fmla="*/ 2147483646 h 522"/>
              <a:gd name="T26" fmla="*/ 2147483646 w 108"/>
              <a:gd name="T27" fmla="*/ 2147483646 h 522"/>
              <a:gd name="T28" fmla="*/ 2147483646 w 108"/>
              <a:gd name="T29" fmla="*/ 2147483646 h 522"/>
              <a:gd name="T30" fmla="*/ 2147483646 w 108"/>
              <a:gd name="T31" fmla="*/ 2147483646 h 522"/>
              <a:gd name="T32" fmla="*/ 2147483646 w 108"/>
              <a:gd name="T33" fmla="*/ 2147483646 h 522"/>
              <a:gd name="T34" fmla="*/ 2147483646 w 108"/>
              <a:gd name="T35" fmla="*/ 2147483646 h 522"/>
              <a:gd name="T36" fmla="*/ 2147483646 w 108"/>
              <a:gd name="T37" fmla="*/ 2147483646 h 522"/>
              <a:gd name="T38" fmla="*/ 2147483646 w 108"/>
              <a:gd name="T39" fmla="*/ 2147483646 h 522"/>
              <a:gd name="T40" fmla="*/ 2147483646 w 108"/>
              <a:gd name="T41" fmla="*/ 2147483646 h 522"/>
              <a:gd name="T42" fmla="*/ 2147483646 w 108"/>
              <a:gd name="T43" fmla="*/ 2147483646 h 522"/>
              <a:gd name="T44" fmla="*/ 2147483646 w 108"/>
              <a:gd name="T45" fmla="*/ 2147483646 h 522"/>
              <a:gd name="T46" fmla="*/ 2147483646 w 108"/>
              <a:gd name="T47" fmla="*/ 2147483646 h 522"/>
              <a:gd name="T48" fmla="*/ 2147483646 w 108"/>
              <a:gd name="T49" fmla="*/ 2147483646 h 522"/>
              <a:gd name="T50" fmla="*/ 2147483646 w 108"/>
              <a:gd name="T51" fmla="*/ 2147483646 h 522"/>
              <a:gd name="T52" fmla="*/ 2147483646 w 108"/>
              <a:gd name="T53" fmla="*/ 2147483646 h 522"/>
              <a:gd name="T54" fmla="*/ 2147483646 w 108"/>
              <a:gd name="T55" fmla="*/ 2147483646 h 522"/>
              <a:gd name="T56" fmla="*/ 2147483646 w 108"/>
              <a:gd name="T57" fmla="*/ 2147483646 h 522"/>
              <a:gd name="T58" fmla="*/ 2147483646 w 108"/>
              <a:gd name="T59" fmla="*/ 2147483646 h 522"/>
              <a:gd name="T60" fmla="*/ 2147483646 w 108"/>
              <a:gd name="T61" fmla="*/ 2147483646 h 522"/>
              <a:gd name="T62" fmla="*/ 2147483646 w 108"/>
              <a:gd name="T63" fmla="*/ 2147483646 h 522"/>
              <a:gd name="T64" fmla="*/ 0 w 108"/>
              <a:gd name="T65" fmla="*/ 2147483646 h 52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2"/>
              <a:gd name="T101" fmla="*/ 108 w 108"/>
              <a:gd name="T102" fmla="*/ 522 h 52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2">
                <a:moveTo>
                  <a:pt x="0" y="0"/>
                </a:moveTo>
                <a:lnTo>
                  <a:pt x="13" y="1"/>
                </a:lnTo>
                <a:lnTo>
                  <a:pt x="23" y="3"/>
                </a:lnTo>
                <a:lnTo>
                  <a:pt x="33" y="7"/>
                </a:lnTo>
                <a:lnTo>
                  <a:pt x="40" y="12"/>
                </a:lnTo>
                <a:lnTo>
                  <a:pt x="46" y="17"/>
                </a:lnTo>
                <a:lnTo>
                  <a:pt x="52" y="24"/>
                </a:lnTo>
                <a:lnTo>
                  <a:pt x="55" y="32"/>
                </a:lnTo>
                <a:lnTo>
                  <a:pt x="58" y="40"/>
                </a:lnTo>
                <a:lnTo>
                  <a:pt x="59" y="50"/>
                </a:lnTo>
                <a:lnTo>
                  <a:pt x="61" y="60"/>
                </a:lnTo>
                <a:lnTo>
                  <a:pt x="61" y="72"/>
                </a:lnTo>
                <a:lnTo>
                  <a:pt x="59" y="82"/>
                </a:lnTo>
                <a:lnTo>
                  <a:pt x="59" y="95"/>
                </a:lnTo>
                <a:lnTo>
                  <a:pt x="58" y="107"/>
                </a:lnTo>
                <a:lnTo>
                  <a:pt x="56" y="118"/>
                </a:lnTo>
                <a:lnTo>
                  <a:pt x="55" y="131"/>
                </a:lnTo>
                <a:lnTo>
                  <a:pt x="53" y="143"/>
                </a:lnTo>
                <a:lnTo>
                  <a:pt x="50" y="155"/>
                </a:lnTo>
                <a:lnTo>
                  <a:pt x="50" y="167"/>
                </a:lnTo>
                <a:lnTo>
                  <a:pt x="49" y="178"/>
                </a:lnTo>
                <a:lnTo>
                  <a:pt x="49" y="190"/>
                </a:lnTo>
                <a:lnTo>
                  <a:pt x="49" y="202"/>
                </a:lnTo>
                <a:lnTo>
                  <a:pt x="49" y="212"/>
                </a:lnTo>
                <a:lnTo>
                  <a:pt x="50" y="220"/>
                </a:lnTo>
                <a:lnTo>
                  <a:pt x="53" y="229"/>
                </a:lnTo>
                <a:lnTo>
                  <a:pt x="58" y="238"/>
                </a:lnTo>
                <a:lnTo>
                  <a:pt x="62" y="245"/>
                </a:lnTo>
                <a:lnTo>
                  <a:pt x="68" y="250"/>
                </a:lnTo>
                <a:lnTo>
                  <a:pt x="76" y="255"/>
                </a:lnTo>
                <a:lnTo>
                  <a:pt x="85" y="259"/>
                </a:lnTo>
                <a:lnTo>
                  <a:pt x="95" y="261"/>
                </a:lnTo>
                <a:lnTo>
                  <a:pt x="108" y="262"/>
                </a:lnTo>
                <a:lnTo>
                  <a:pt x="95" y="262"/>
                </a:lnTo>
                <a:lnTo>
                  <a:pt x="85" y="265"/>
                </a:lnTo>
                <a:lnTo>
                  <a:pt x="76" y="268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4"/>
                </a:lnTo>
                <a:lnTo>
                  <a:pt x="50" y="302"/>
                </a:lnTo>
                <a:lnTo>
                  <a:pt x="49" y="312"/>
                </a:lnTo>
                <a:lnTo>
                  <a:pt x="49" y="322"/>
                </a:lnTo>
                <a:lnTo>
                  <a:pt x="49" y="332"/>
                </a:lnTo>
                <a:lnTo>
                  <a:pt x="49" y="344"/>
                </a:lnTo>
                <a:lnTo>
                  <a:pt x="50" y="356"/>
                </a:lnTo>
                <a:lnTo>
                  <a:pt x="50" y="367"/>
                </a:lnTo>
                <a:lnTo>
                  <a:pt x="53" y="380"/>
                </a:lnTo>
                <a:lnTo>
                  <a:pt x="55" y="392"/>
                </a:lnTo>
                <a:lnTo>
                  <a:pt x="56" y="404"/>
                </a:lnTo>
                <a:lnTo>
                  <a:pt x="58" y="416"/>
                </a:lnTo>
                <a:lnTo>
                  <a:pt x="59" y="427"/>
                </a:lnTo>
                <a:lnTo>
                  <a:pt x="59" y="440"/>
                </a:lnTo>
                <a:lnTo>
                  <a:pt x="61" y="451"/>
                </a:lnTo>
                <a:lnTo>
                  <a:pt x="61" y="462"/>
                </a:lnTo>
                <a:lnTo>
                  <a:pt x="59" y="472"/>
                </a:lnTo>
                <a:lnTo>
                  <a:pt x="58" y="482"/>
                </a:lnTo>
                <a:lnTo>
                  <a:pt x="55" y="491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7"/>
                </a:lnTo>
                <a:lnTo>
                  <a:pt x="23" y="520"/>
                </a:lnTo>
                <a:lnTo>
                  <a:pt x="13" y="522"/>
                </a:lnTo>
                <a:lnTo>
                  <a:pt x="0" y="522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16" name="Freeform 63">
            <a:extLst>
              <a:ext uri="{FF2B5EF4-FFF2-40B4-BE49-F238E27FC236}">
                <a16:creationId xmlns:a16="http://schemas.microsoft.com/office/drawing/2014/main" id="{CBA796DC-6AE8-4C86-95BD-83BE37729C09}"/>
              </a:ext>
            </a:extLst>
          </p:cNvPr>
          <p:cNvSpPr>
            <a:spLocks/>
          </p:cNvSpPr>
          <p:nvPr/>
        </p:nvSpPr>
        <p:spPr bwMode="auto">
          <a:xfrm>
            <a:off x="3305175" y="3962400"/>
            <a:ext cx="85725" cy="414337"/>
          </a:xfrm>
          <a:custGeom>
            <a:avLst/>
            <a:gdLst>
              <a:gd name="T0" fmla="*/ 2147483646 w 108"/>
              <a:gd name="T1" fmla="*/ 0 h 522"/>
              <a:gd name="T2" fmla="*/ 2147483646 w 108"/>
              <a:gd name="T3" fmla="*/ 2147483646 h 522"/>
              <a:gd name="T4" fmla="*/ 2147483646 w 108"/>
              <a:gd name="T5" fmla="*/ 2147483646 h 522"/>
              <a:gd name="T6" fmla="*/ 2147483646 w 108"/>
              <a:gd name="T7" fmla="*/ 2147483646 h 522"/>
              <a:gd name="T8" fmla="*/ 2147483646 w 108"/>
              <a:gd name="T9" fmla="*/ 2147483646 h 522"/>
              <a:gd name="T10" fmla="*/ 2147483646 w 108"/>
              <a:gd name="T11" fmla="*/ 2147483646 h 522"/>
              <a:gd name="T12" fmla="*/ 2147483646 w 108"/>
              <a:gd name="T13" fmla="*/ 2147483646 h 522"/>
              <a:gd name="T14" fmla="*/ 2147483646 w 108"/>
              <a:gd name="T15" fmla="*/ 2147483646 h 522"/>
              <a:gd name="T16" fmla="*/ 2147483646 w 108"/>
              <a:gd name="T17" fmla="*/ 2147483646 h 522"/>
              <a:gd name="T18" fmla="*/ 2147483646 w 108"/>
              <a:gd name="T19" fmla="*/ 2147483646 h 522"/>
              <a:gd name="T20" fmla="*/ 2147483646 w 108"/>
              <a:gd name="T21" fmla="*/ 2147483646 h 522"/>
              <a:gd name="T22" fmla="*/ 2147483646 w 108"/>
              <a:gd name="T23" fmla="*/ 2147483646 h 522"/>
              <a:gd name="T24" fmla="*/ 2147483646 w 108"/>
              <a:gd name="T25" fmla="*/ 2147483646 h 522"/>
              <a:gd name="T26" fmla="*/ 2147483646 w 108"/>
              <a:gd name="T27" fmla="*/ 2147483646 h 522"/>
              <a:gd name="T28" fmla="*/ 2147483646 w 108"/>
              <a:gd name="T29" fmla="*/ 2147483646 h 522"/>
              <a:gd name="T30" fmla="*/ 2147483646 w 108"/>
              <a:gd name="T31" fmla="*/ 2147483646 h 522"/>
              <a:gd name="T32" fmla="*/ 2147483646 w 108"/>
              <a:gd name="T33" fmla="*/ 2147483646 h 522"/>
              <a:gd name="T34" fmla="*/ 2147483646 w 108"/>
              <a:gd name="T35" fmla="*/ 2147483646 h 522"/>
              <a:gd name="T36" fmla="*/ 2147483646 w 108"/>
              <a:gd name="T37" fmla="*/ 2147483646 h 522"/>
              <a:gd name="T38" fmla="*/ 2147483646 w 108"/>
              <a:gd name="T39" fmla="*/ 2147483646 h 522"/>
              <a:gd name="T40" fmla="*/ 2147483646 w 108"/>
              <a:gd name="T41" fmla="*/ 2147483646 h 522"/>
              <a:gd name="T42" fmla="*/ 2147483646 w 108"/>
              <a:gd name="T43" fmla="*/ 2147483646 h 522"/>
              <a:gd name="T44" fmla="*/ 2147483646 w 108"/>
              <a:gd name="T45" fmla="*/ 2147483646 h 522"/>
              <a:gd name="T46" fmla="*/ 2147483646 w 108"/>
              <a:gd name="T47" fmla="*/ 2147483646 h 522"/>
              <a:gd name="T48" fmla="*/ 2147483646 w 108"/>
              <a:gd name="T49" fmla="*/ 2147483646 h 522"/>
              <a:gd name="T50" fmla="*/ 2147483646 w 108"/>
              <a:gd name="T51" fmla="*/ 2147483646 h 522"/>
              <a:gd name="T52" fmla="*/ 2147483646 w 108"/>
              <a:gd name="T53" fmla="*/ 2147483646 h 522"/>
              <a:gd name="T54" fmla="*/ 2147483646 w 108"/>
              <a:gd name="T55" fmla="*/ 2147483646 h 522"/>
              <a:gd name="T56" fmla="*/ 2147483646 w 108"/>
              <a:gd name="T57" fmla="*/ 2147483646 h 522"/>
              <a:gd name="T58" fmla="*/ 2147483646 w 108"/>
              <a:gd name="T59" fmla="*/ 2147483646 h 522"/>
              <a:gd name="T60" fmla="*/ 2147483646 w 108"/>
              <a:gd name="T61" fmla="*/ 2147483646 h 522"/>
              <a:gd name="T62" fmla="*/ 2147483646 w 108"/>
              <a:gd name="T63" fmla="*/ 2147483646 h 522"/>
              <a:gd name="T64" fmla="*/ 0 w 108"/>
              <a:gd name="T65" fmla="*/ 2147483646 h 52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2"/>
              <a:gd name="T101" fmla="*/ 108 w 108"/>
              <a:gd name="T102" fmla="*/ 522 h 52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2">
                <a:moveTo>
                  <a:pt x="0" y="0"/>
                </a:moveTo>
                <a:lnTo>
                  <a:pt x="13" y="0"/>
                </a:lnTo>
                <a:lnTo>
                  <a:pt x="23" y="2"/>
                </a:lnTo>
                <a:lnTo>
                  <a:pt x="33" y="5"/>
                </a:lnTo>
                <a:lnTo>
                  <a:pt x="40" y="10"/>
                </a:lnTo>
                <a:lnTo>
                  <a:pt x="46" y="17"/>
                </a:lnTo>
                <a:lnTo>
                  <a:pt x="52" y="23"/>
                </a:lnTo>
                <a:lnTo>
                  <a:pt x="55" y="31"/>
                </a:lnTo>
                <a:lnTo>
                  <a:pt x="58" y="40"/>
                </a:lnTo>
                <a:lnTo>
                  <a:pt x="59" y="50"/>
                </a:lnTo>
                <a:lnTo>
                  <a:pt x="61" y="60"/>
                </a:lnTo>
                <a:lnTo>
                  <a:pt x="61" y="70"/>
                </a:lnTo>
                <a:lnTo>
                  <a:pt x="59" y="82"/>
                </a:lnTo>
                <a:lnTo>
                  <a:pt x="59" y="93"/>
                </a:lnTo>
                <a:lnTo>
                  <a:pt x="58" y="105"/>
                </a:lnTo>
                <a:lnTo>
                  <a:pt x="56" y="118"/>
                </a:lnTo>
                <a:lnTo>
                  <a:pt x="55" y="129"/>
                </a:lnTo>
                <a:lnTo>
                  <a:pt x="53" y="142"/>
                </a:lnTo>
                <a:lnTo>
                  <a:pt x="50" y="154"/>
                </a:lnTo>
                <a:lnTo>
                  <a:pt x="50" y="167"/>
                </a:lnTo>
                <a:lnTo>
                  <a:pt x="49" y="178"/>
                </a:lnTo>
                <a:lnTo>
                  <a:pt x="49" y="190"/>
                </a:lnTo>
                <a:lnTo>
                  <a:pt x="49" y="200"/>
                </a:lnTo>
                <a:lnTo>
                  <a:pt x="49" y="210"/>
                </a:lnTo>
                <a:lnTo>
                  <a:pt x="50" y="220"/>
                </a:lnTo>
                <a:lnTo>
                  <a:pt x="53" y="228"/>
                </a:lnTo>
                <a:lnTo>
                  <a:pt x="58" y="236"/>
                </a:lnTo>
                <a:lnTo>
                  <a:pt x="62" y="243"/>
                </a:lnTo>
                <a:lnTo>
                  <a:pt x="68" y="249"/>
                </a:lnTo>
                <a:lnTo>
                  <a:pt x="76" y="254"/>
                </a:lnTo>
                <a:lnTo>
                  <a:pt x="85" y="257"/>
                </a:lnTo>
                <a:lnTo>
                  <a:pt x="95" y="260"/>
                </a:lnTo>
                <a:lnTo>
                  <a:pt x="108" y="260"/>
                </a:lnTo>
                <a:lnTo>
                  <a:pt x="95" y="262"/>
                </a:lnTo>
                <a:lnTo>
                  <a:pt x="85" y="263"/>
                </a:lnTo>
                <a:lnTo>
                  <a:pt x="76" y="266"/>
                </a:lnTo>
                <a:lnTo>
                  <a:pt x="68" y="272"/>
                </a:lnTo>
                <a:lnTo>
                  <a:pt x="62" y="277"/>
                </a:lnTo>
                <a:lnTo>
                  <a:pt x="58" y="285"/>
                </a:lnTo>
                <a:lnTo>
                  <a:pt x="53" y="292"/>
                </a:lnTo>
                <a:lnTo>
                  <a:pt x="50" y="300"/>
                </a:lnTo>
                <a:lnTo>
                  <a:pt x="49" y="310"/>
                </a:lnTo>
                <a:lnTo>
                  <a:pt x="49" y="321"/>
                </a:lnTo>
                <a:lnTo>
                  <a:pt x="49" y="332"/>
                </a:lnTo>
                <a:lnTo>
                  <a:pt x="49" y="342"/>
                </a:lnTo>
                <a:lnTo>
                  <a:pt x="50" y="355"/>
                </a:lnTo>
                <a:lnTo>
                  <a:pt x="50" y="367"/>
                </a:lnTo>
                <a:lnTo>
                  <a:pt x="53" y="378"/>
                </a:lnTo>
                <a:lnTo>
                  <a:pt x="55" y="391"/>
                </a:lnTo>
                <a:lnTo>
                  <a:pt x="56" y="403"/>
                </a:lnTo>
                <a:lnTo>
                  <a:pt x="58" y="416"/>
                </a:lnTo>
                <a:lnTo>
                  <a:pt x="59" y="427"/>
                </a:lnTo>
                <a:lnTo>
                  <a:pt x="59" y="439"/>
                </a:lnTo>
                <a:lnTo>
                  <a:pt x="61" y="450"/>
                </a:lnTo>
                <a:lnTo>
                  <a:pt x="61" y="460"/>
                </a:lnTo>
                <a:lnTo>
                  <a:pt x="59" y="472"/>
                </a:lnTo>
                <a:lnTo>
                  <a:pt x="58" y="480"/>
                </a:lnTo>
                <a:lnTo>
                  <a:pt x="55" y="489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5"/>
                </a:lnTo>
                <a:lnTo>
                  <a:pt x="23" y="519"/>
                </a:lnTo>
                <a:lnTo>
                  <a:pt x="13" y="521"/>
                </a:lnTo>
                <a:lnTo>
                  <a:pt x="0" y="522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17" name="Rectangle 64">
            <a:extLst>
              <a:ext uri="{FF2B5EF4-FFF2-40B4-BE49-F238E27FC236}">
                <a16:creationId xmlns:a16="http://schemas.microsoft.com/office/drawing/2014/main" id="{26DDA9D4-7521-4C1F-9107-7619369C2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42291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5518" name="Rectangle 70">
            <a:extLst>
              <a:ext uri="{FF2B5EF4-FFF2-40B4-BE49-F238E27FC236}">
                <a16:creationId xmlns:a16="http://schemas.microsoft.com/office/drawing/2014/main" id="{5A80FB54-8F09-4CBF-8A3D-E079519C0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2241550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19" name="Rectangle 71">
            <a:extLst>
              <a:ext uri="{FF2B5EF4-FFF2-40B4-BE49-F238E27FC236}">
                <a16:creationId xmlns:a16="http://schemas.microsoft.com/office/drawing/2014/main" id="{62DD3C17-8C8B-4E3B-BB4B-3D10595F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2346325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0" name="Rectangle 72">
            <a:extLst>
              <a:ext uri="{FF2B5EF4-FFF2-40B4-BE49-F238E27FC236}">
                <a16:creationId xmlns:a16="http://schemas.microsoft.com/office/drawing/2014/main" id="{73F6595C-1C06-479D-80C9-BC60CBD59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2841625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1" name="Line 73">
            <a:extLst>
              <a:ext uri="{FF2B5EF4-FFF2-40B4-BE49-F238E27FC236}">
                <a16:creationId xmlns:a16="http://schemas.microsoft.com/office/drawing/2014/main" id="{9E899426-A4CE-4A77-A65A-4C21C13C41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2857500"/>
            <a:ext cx="149225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22" name="Rectangle 74">
            <a:extLst>
              <a:ext uri="{FF2B5EF4-FFF2-40B4-BE49-F238E27FC236}">
                <a16:creationId xmlns:a16="http://schemas.microsoft.com/office/drawing/2014/main" id="{02D3618B-CA3B-4E1B-98F9-37E50671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2940050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3" name="Rectangle 75">
            <a:extLst>
              <a:ext uri="{FF2B5EF4-FFF2-40B4-BE49-F238E27FC236}">
                <a16:creationId xmlns:a16="http://schemas.microsoft.com/office/drawing/2014/main" id="{53448C5C-AAB0-41FD-8B87-154DC128B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035425"/>
            <a:ext cx="1920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4" name="Rectangle 76">
            <a:extLst>
              <a:ext uri="{FF2B5EF4-FFF2-40B4-BE49-F238E27FC236}">
                <a16:creationId xmlns:a16="http://schemas.microsoft.com/office/drawing/2014/main" id="{5B509D16-7F09-49B1-8999-CCBB3AE6E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140200"/>
            <a:ext cx="841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5" name="Rectangle 77">
            <a:extLst>
              <a:ext uri="{FF2B5EF4-FFF2-40B4-BE49-F238E27FC236}">
                <a16:creationId xmlns:a16="http://schemas.microsoft.com/office/drawing/2014/main" id="{A823A67B-FD9C-4635-8141-3E358EAD1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3441700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6" name="Line 78">
            <a:extLst>
              <a:ext uri="{FF2B5EF4-FFF2-40B4-BE49-F238E27FC236}">
                <a16:creationId xmlns:a16="http://schemas.microsoft.com/office/drawing/2014/main" id="{56CEF26D-D6C3-493B-927E-A56DD4D3FD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3475037"/>
            <a:ext cx="149225" cy="1588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527" name="Rectangle 87">
            <a:extLst>
              <a:ext uri="{FF2B5EF4-FFF2-40B4-BE49-F238E27FC236}">
                <a16:creationId xmlns:a16="http://schemas.microsoft.com/office/drawing/2014/main" id="{B6C098A8-B24F-477F-968E-387446034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3540125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5528" name="Title 1">
            <a:extLst>
              <a:ext uri="{FF2B5EF4-FFF2-40B4-BE49-F238E27FC236}">
                <a16:creationId xmlns:a16="http://schemas.microsoft.com/office/drawing/2014/main" id="{AF1A72A1-A3D3-4164-A7C7-E4A9F2719697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3-input XOR</a:t>
            </a:r>
            <a:br>
              <a:rPr lang="en-US" altLang="en-US" sz="3600"/>
            </a:br>
            <a:r>
              <a:rPr lang="en-US" altLang="en-US" sz="3600"/>
              <a:t>with a 4-to-1 Multiplexer</a:t>
            </a:r>
          </a:p>
        </p:txBody>
      </p:sp>
      <p:sp>
        <p:nvSpPr>
          <p:cNvPr id="105529" name="TextBox 125">
            <a:extLst>
              <a:ext uri="{FF2B5EF4-FFF2-40B4-BE49-F238E27FC236}">
                <a16:creationId xmlns:a16="http://schemas.microsoft.com/office/drawing/2014/main" id="{825EC74E-986A-42E7-85D6-69915D64B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543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4.9a from the textbook ]</a:t>
            </a:r>
          </a:p>
        </p:txBody>
      </p:sp>
      <p:cxnSp>
        <p:nvCxnSpPr>
          <p:cNvPr id="105530" name="Straight Connector 58">
            <a:extLst>
              <a:ext uri="{FF2B5EF4-FFF2-40B4-BE49-F238E27FC236}">
                <a16:creationId xmlns:a16="http://schemas.microsoft.com/office/drawing/2014/main" id="{09576F72-D24D-4591-800F-69B1372F6D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33638" y="1681162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31" name="Straight Connector 59">
            <a:extLst>
              <a:ext uri="{FF2B5EF4-FFF2-40B4-BE49-F238E27FC236}">
                <a16:creationId xmlns:a16="http://schemas.microsoft.com/office/drawing/2014/main" id="{5A20B1D6-08EA-45D6-B01A-1968238286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7375" y="3284537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32" name="Straight Connector 60">
            <a:extLst>
              <a:ext uri="{FF2B5EF4-FFF2-40B4-BE49-F238E27FC236}">
                <a16:creationId xmlns:a16="http://schemas.microsoft.com/office/drawing/2014/main" id="{CD75D6B2-AAE6-48CC-A40E-CE4B7A8D00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28800" y="3886200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33" name="Straight Connector 61">
            <a:extLst>
              <a:ext uri="{FF2B5EF4-FFF2-40B4-BE49-F238E27FC236}">
                <a16:creationId xmlns:a16="http://schemas.microsoft.com/office/drawing/2014/main" id="{12D8D118-7B2A-4FE8-A262-A330BDD9A9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9125" y="2701925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Line 4">
            <a:extLst>
              <a:ext uri="{FF2B5EF4-FFF2-40B4-BE49-F238E27FC236}">
                <a16:creationId xmlns:a16="http://schemas.microsoft.com/office/drawing/2014/main" id="{8D10DEFD-BDAE-421F-8CED-A742240AD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2663" y="2879725"/>
            <a:ext cx="16017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498" name="Line 5">
            <a:extLst>
              <a:ext uri="{FF2B5EF4-FFF2-40B4-BE49-F238E27FC236}">
                <a16:creationId xmlns:a16="http://schemas.microsoft.com/office/drawing/2014/main" id="{39345955-E72F-407C-BF49-797D41BD8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7063" y="3108325"/>
            <a:ext cx="6873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499" name="Line 6">
            <a:extLst>
              <a:ext uri="{FF2B5EF4-FFF2-40B4-BE49-F238E27FC236}">
                <a16:creationId xmlns:a16="http://schemas.microsoft.com/office/drawing/2014/main" id="{E148E8A5-EB51-46EA-AF87-F28CC59941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27838" y="3222625"/>
            <a:ext cx="32067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0" name="Freeform 7">
            <a:extLst>
              <a:ext uri="{FF2B5EF4-FFF2-40B4-BE49-F238E27FC236}">
                <a16:creationId xmlns:a16="http://schemas.microsoft.com/office/drawing/2014/main" id="{93CAFD2B-253B-44A1-B712-7F0E45D202DE}"/>
              </a:ext>
            </a:extLst>
          </p:cNvPr>
          <p:cNvSpPr>
            <a:spLocks/>
          </p:cNvSpPr>
          <p:nvPr/>
        </p:nvSpPr>
        <p:spPr bwMode="auto">
          <a:xfrm>
            <a:off x="6394450" y="2674937"/>
            <a:ext cx="433388" cy="1096963"/>
          </a:xfrm>
          <a:custGeom>
            <a:avLst/>
            <a:gdLst>
              <a:gd name="T0" fmla="*/ 2147483646 w 548"/>
              <a:gd name="T1" fmla="*/ 2147483646 h 1382"/>
              <a:gd name="T2" fmla="*/ 2147483646 w 548"/>
              <a:gd name="T3" fmla="*/ 2147483646 h 1382"/>
              <a:gd name="T4" fmla="*/ 0 w 548"/>
              <a:gd name="T5" fmla="*/ 0 h 1382"/>
              <a:gd name="T6" fmla="*/ 0 w 548"/>
              <a:gd name="T7" fmla="*/ 2147483646 h 1382"/>
              <a:gd name="T8" fmla="*/ 2147483646 w 548"/>
              <a:gd name="T9" fmla="*/ 2147483646 h 13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8"/>
              <a:gd name="T16" fmla="*/ 0 h 1382"/>
              <a:gd name="T17" fmla="*/ 548 w 548"/>
              <a:gd name="T18" fmla="*/ 1382 h 13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8" h="1382">
                <a:moveTo>
                  <a:pt x="548" y="1123"/>
                </a:moveTo>
                <a:lnTo>
                  <a:pt x="548" y="288"/>
                </a:lnTo>
                <a:lnTo>
                  <a:pt x="0" y="0"/>
                </a:lnTo>
                <a:lnTo>
                  <a:pt x="0" y="1382"/>
                </a:lnTo>
                <a:lnTo>
                  <a:pt x="548" y="1123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1" name="Line 8">
            <a:extLst>
              <a:ext uri="{FF2B5EF4-FFF2-40B4-BE49-F238E27FC236}">
                <a16:creationId xmlns:a16="http://schemas.microsoft.com/office/drawing/2014/main" id="{792FD950-5888-42E6-A28F-537B88A7A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4938" y="2514600"/>
            <a:ext cx="1587" cy="22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2" name="Rectangle 9">
            <a:extLst>
              <a:ext uri="{FF2B5EF4-FFF2-40B4-BE49-F238E27FC236}">
                <a16:creationId xmlns:a16="http://schemas.microsoft.com/office/drawing/2014/main" id="{8E286E4E-5133-4987-B235-CE75347E9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5" y="3122612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03" name="Rectangle 10">
            <a:extLst>
              <a:ext uri="{FF2B5EF4-FFF2-40B4-BE49-F238E27FC236}">
                <a16:creationId xmlns:a16="http://schemas.microsoft.com/office/drawing/2014/main" id="{C460D8EB-67DD-44F0-B366-4545712A7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075" y="2354262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04" name="Line 11">
            <a:extLst>
              <a:ext uri="{FF2B5EF4-FFF2-40B4-BE49-F238E27FC236}">
                <a16:creationId xmlns:a16="http://schemas.microsoft.com/office/drawing/2014/main" id="{F9602B21-9749-41CC-83EF-56987A240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2275" y="2514600"/>
            <a:ext cx="9826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5" name="Freeform 12">
            <a:extLst>
              <a:ext uri="{FF2B5EF4-FFF2-40B4-BE49-F238E27FC236}">
                <a16:creationId xmlns:a16="http://schemas.microsoft.com/office/drawing/2014/main" id="{CAE9DA16-CFE7-4576-9A51-D1F1F21E6F13}"/>
              </a:ext>
            </a:extLst>
          </p:cNvPr>
          <p:cNvSpPr>
            <a:spLocks/>
          </p:cNvSpPr>
          <p:nvPr/>
        </p:nvSpPr>
        <p:spPr bwMode="auto">
          <a:xfrm>
            <a:off x="5502275" y="2286000"/>
            <a:ext cx="1165225" cy="547687"/>
          </a:xfrm>
          <a:custGeom>
            <a:avLst/>
            <a:gdLst>
              <a:gd name="T0" fmla="*/ 0 w 1470"/>
              <a:gd name="T1" fmla="*/ 0 h 691"/>
              <a:gd name="T2" fmla="*/ 2147483646 w 1470"/>
              <a:gd name="T3" fmla="*/ 0 h 691"/>
              <a:gd name="T4" fmla="*/ 2147483646 w 1470"/>
              <a:gd name="T5" fmla="*/ 2147483646 h 691"/>
              <a:gd name="T6" fmla="*/ 0 60000 65536"/>
              <a:gd name="T7" fmla="*/ 0 60000 65536"/>
              <a:gd name="T8" fmla="*/ 0 60000 65536"/>
              <a:gd name="T9" fmla="*/ 0 w 1470"/>
              <a:gd name="T10" fmla="*/ 0 h 691"/>
              <a:gd name="T11" fmla="*/ 1470 w 1470"/>
              <a:gd name="T12" fmla="*/ 691 h 6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0" h="691">
                <a:moveTo>
                  <a:pt x="0" y="0"/>
                </a:moveTo>
                <a:lnTo>
                  <a:pt x="1470" y="0"/>
                </a:lnTo>
                <a:lnTo>
                  <a:pt x="1470" y="691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6" name="Rectangle 13">
            <a:extLst>
              <a:ext uri="{FF2B5EF4-FFF2-40B4-BE49-F238E27FC236}">
                <a16:creationId xmlns:a16="http://schemas.microsoft.com/office/drawing/2014/main" id="{E9C1B41F-EDB6-47F8-BC9A-072E216A8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2459037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07" name="Rectangle 14">
            <a:extLst>
              <a:ext uri="{FF2B5EF4-FFF2-40B4-BE49-F238E27FC236}">
                <a16:creationId xmlns:a16="http://schemas.microsoft.com/office/drawing/2014/main" id="{B47B45DB-E800-4B00-B5CD-D954E24F3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2075" y="2124075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08" name="Line 15">
            <a:extLst>
              <a:ext uri="{FF2B5EF4-FFF2-40B4-BE49-F238E27FC236}">
                <a16:creationId xmlns:a16="http://schemas.microsoft.com/office/drawing/2014/main" id="{48D7F563-F453-42AD-9D59-2F534F6B7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5850" y="3336925"/>
            <a:ext cx="2286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09" name="Freeform 16">
            <a:extLst>
              <a:ext uri="{FF2B5EF4-FFF2-40B4-BE49-F238E27FC236}">
                <a16:creationId xmlns:a16="http://schemas.microsoft.com/office/drawing/2014/main" id="{3036AE71-60A7-4AB0-9E76-4ECDA82FD203}"/>
              </a:ext>
            </a:extLst>
          </p:cNvPr>
          <p:cNvSpPr>
            <a:spLocks/>
          </p:cNvSpPr>
          <p:nvPr/>
        </p:nvSpPr>
        <p:spPr bwMode="auto">
          <a:xfrm>
            <a:off x="5021263" y="2879725"/>
            <a:ext cx="1373187" cy="685800"/>
          </a:xfrm>
          <a:custGeom>
            <a:avLst/>
            <a:gdLst>
              <a:gd name="T0" fmla="*/ 0 w 1729"/>
              <a:gd name="T1" fmla="*/ 0 h 864"/>
              <a:gd name="T2" fmla="*/ 0 w 1729"/>
              <a:gd name="T3" fmla="*/ 2147483646 h 864"/>
              <a:gd name="T4" fmla="*/ 2147483646 w 1729"/>
              <a:gd name="T5" fmla="*/ 2147483646 h 864"/>
              <a:gd name="T6" fmla="*/ 0 60000 65536"/>
              <a:gd name="T7" fmla="*/ 0 60000 65536"/>
              <a:gd name="T8" fmla="*/ 0 60000 65536"/>
              <a:gd name="T9" fmla="*/ 0 w 1729"/>
              <a:gd name="T10" fmla="*/ 0 h 864"/>
              <a:gd name="T11" fmla="*/ 1729 w 1729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9" h="864">
                <a:moveTo>
                  <a:pt x="0" y="0"/>
                </a:moveTo>
                <a:lnTo>
                  <a:pt x="0" y="864"/>
                </a:lnTo>
                <a:lnTo>
                  <a:pt x="1729" y="864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0" name="Rectangle 17">
            <a:extLst>
              <a:ext uri="{FF2B5EF4-FFF2-40B4-BE49-F238E27FC236}">
                <a16:creationId xmlns:a16="http://schemas.microsoft.com/office/drawing/2014/main" id="{FE10C3B6-03EE-4956-AF30-D85C775EB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2228850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1" name="Rectangle 20">
            <a:extLst>
              <a:ext uri="{FF2B5EF4-FFF2-40B4-BE49-F238E27FC236}">
                <a16:creationId xmlns:a16="http://schemas.microsoft.com/office/drawing/2014/main" id="{764573CF-5DBE-448E-B840-E217E9671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4718050"/>
            <a:ext cx="14192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b="0">
                <a:solidFill>
                  <a:srgbClr val="000000"/>
                </a:solidFill>
                <a:latin typeface="Helvetica" panose="020B0604020202020204" pitchFamily="34" charset="0"/>
              </a:rPr>
              <a:t>(a) Truth table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2" name="Line 21">
            <a:extLst>
              <a:ext uri="{FF2B5EF4-FFF2-40B4-BE49-F238E27FC236}">
                <a16:creationId xmlns:a16="http://schemas.microsoft.com/office/drawing/2014/main" id="{1E897D50-150F-4BBD-A779-96E1107F73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3088" y="1782762"/>
            <a:ext cx="146367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3" name="Line 22">
            <a:extLst>
              <a:ext uri="{FF2B5EF4-FFF2-40B4-BE49-F238E27FC236}">
                <a16:creationId xmlns:a16="http://schemas.microsoft.com/office/drawing/2014/main" id="{985465A3-D857-4984-A098-33CA4EF323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5750" y="1463675"/>
            <a:ext cx="1588" cy="29924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14" name="Rectangle 23">
            <a:extLst>
              <a:ext uri="{FF2B5EF4-FFF2-40B4-BE49-F238E27FC236}">
                <a16:creationId xmlns:a16="http://schemas.microsoft.com/office/drawing/2014/main" id="{C7375A98-F7B2-40A7-82C8-DF43EBBED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1475" y="4675187"/>
            <a:ext cx="995363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b="0">
                <a:solidFill>
                  <a:srgbClr val="000000"/>
                </a:solidFill>
                <a:latin typeface="Helvetica" panose="020B0604020202020204" pitchFamily="34" charset="0"/>
              </a:rPr>
              <a:t>(b) Circuit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5" name="Rectangle 24">
            <a:extLst>
              <a:ext uri="{FF2B5EF4-FFF2-40B4-BE49-F238E27FC236}">
                <a16:creationId xmlns:a16="http://schemas.microsoft.com/office/drawing/2014/main" id="{DC5DEF42-2394-4F35-A782-0DC42E3B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18938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6" name="Rectangle 25">
            <a:extLst>
              <a:ext uri="{FF2B5EF4-FFF2-40B4-BE49-F238E27FC236}">
                <a16:creationId xmlns:a16="http://schemas.microsoft.com/office/drawing/2014/main" id="{E35FE906-DD2B-43CE-B52A-4F734DF9D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18938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7" name="Rectangle 26">
            <a:extLst>
              <a:ext uri="{FF2B5EF4-FFF2-40B4-BE49-F238E27FC236}">
                <a16:creationId xmlns:a16="http://schemas.microsoft.com/office/drawing/2014/main" id="{A750A8EF-3876-4F52-AF60-552DEE161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1955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8" name="Rectangle 27">
            <a:extLst>
              <a:ext uri="{FF2B5EF4-FFF2-40B4-BE49-F238E27FC236}">
                <a16:creationId xmlns:a16="http://schemas.microsoft.com/office/drawing/2014/main" id="{FB0FE632-C304-4807-A960-06F2CC19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1955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19" name="Rectangle 28">
            <a:extLst>
              <a:ext uri="{FF2B5EF4-FFF2-40B4-BE49-F238E27FC236}">
                <a16:creationId xmlns:a16="http://schemas.microsoft.com/office/drawing/2014/main" id="{4DEC884C-72F6-46AC-9385-8AAF21950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495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0" name="Rectangle 29">
            <a:extLst>
              <a:ext uri="{FF2B5EF4-FFF2-40B4-BE49-F238E27FC236}">
                <a16:creationId xmlns:a16="http://schemas.microsoft.com/office/drawing/2014/main" id="{5B381A38-EDF5-4836-B6E5-9848987C5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495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1" name="Rectangle 30">
            <a:extLst>
              <a:ext uri="{FF2B5EF4-FFF2-40B4-BE49-F238E27FC236}">
                <a16:creationId xmlns:a16="http://schemas.microsoft.com/office/drawing/2014/main" id="{9A4D271D-B8F8-43A3-B112-802B054E4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27971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2" name="Rectangle 31">
            <a:extLst>
              <a:ext uri="{FF2B5EF4-FFF2-40B4-BE49-F238E27FC236}">
                <a16:creationId xmlns:a16="http://schemas.microsoft.com/office/drawing/2014/main" id="{872056EC-4DEB-4EE2-91E5-1541F7506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27971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3" name="Rectangle 32">
            <a:extLst>
              <a:ext uri="{FF2B5EF4-FFF2-40B4-BE49-F238E27FC236}">
                <a16:creationId xmlns:a16="http://schemas.microsoft.com/office/drawing/2014/main" id="{AB757575-469B-445B-AEA1-37D15D71B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18938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4" name="Rectangle 33">
            <a:extLst>
              <a:ext uri="{FF2B5EF4-FFF2-40B4-BE49-F238E27FC236}">
                <a16:creationId xmlns:a16="http://schemas.microsoft.com/office/drawing/2014/main" id="{CAD72FEF-1589-4F12-8272-4120EED90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1955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5" name="Rectangle 34">
            <a:extLst>
              <a:ext uri="{FF2B5EF4-FFF2-40B4-BE49-F238E27FC236}">
                <a16:creationId xmlns:a16="http://schemas.microsoft.com/office/drawing/2014/main" id="{A5276D16-854A-404A-896F-C7A87EDE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495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6" name="Rectangle 35">
            <a:extLst>
              <a:ext uri="{FF2B5EF4-FFF2-40B4-BE49-F238E27FC236}">
                <a16:creationId xmlns:a16="http://schemas.microsoft.com/office/drawing/2014/main" id="{3674EDFE-6BBA-4EF4-A4F0-7EAF4A3D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27971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7" name="Rectangle 36">
            <a:extLst>
              <a:ext uri="{FF2B5EF4-FFF2-40B4-BE49-F238E27FC236}">
                <a16:creationId xmlns:a16="http://schemas.microsoft.com/office/drawing/2014/main" id="{766D49F9-245D-4D0B-ABB0-1F2614DA7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0988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8" name="Rectangle 37">
            <a:extLst>
              <a:ext uri="{FF2B5EF4-FFF2-40B4-BE49-F238E27FC236}">
                <a16:creationId xmlns:a16="http://schemas.microsoft.com/office/drawing/2014/main" id="{7C6510A0-BC5A-4FD7-8384-4A5F401E0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0988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29" name="Rectangle 38">
            <a:extLst>
              <a:ext uri="{FF2B5EF4-FFF2-40B4-BE49-F238E27FC236}">
                <a16:creationId xmlns:a16="http://schemas.microsoft.com/office/drawing/2014/main" id="{F0EA3CF4-A3BF-431E-B1CD-675E49D9B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3988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0" name="Rectangle 39">
            <a:extLst>
              <a:ext uri="{FF2B5EF4-FFF2-40B4-BE49-F238E27FC236}">
                <a16:creationId xmlns:a16="http://schemas.microsoft.com/office/drawing/2014/main" id="{742787B6-725D-4D0F-BA81-F9B0F3CFB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3988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1" name="Rectangle 40">
            <a:extLst>
              <a:ext uri="{FF2B5EF4-FFF2-40B4-BE49-F238E27FC236}">
                <a16:creationId xmlns:a16="http://schemas.microsoft.com/office/drawing/2014/main" id="{6EDDDB81-DF66-4A26-8BF9-6D7F9E1E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36988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2" name="Rectangle 41">
            <a:extLst>
              <a:ext uri="{FF2B5EF4-FFF2-40B4-BE49-F238E27FC236}">
                <a16:creationId xmlns:a16="http://schemas.microsoft.com/office/drawing/2014/main" id="{8A606AEC-50D4-4E95-B1F9-6A79C859A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36988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3" name="Rectangle 42">
            <a:extLst>
              <a:ext uri="{FF2B5EF4-FFF2-40B4-BE49-F238E27FC236}">
                <a16:creationId xmlns:a16="http://schemas.microsoft.com/office/drawing/2014/main" id="{0DE586E7-D644-4B5C-8D5C-495A2AF50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788" y="40005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4" name="Rectangle 43">
            <a:extLst>
              <a:ext uri="{FF2B5EF4-FFF2-40B4-BE49-F238E27FC236}">
                <a16:creationId xmlns:a16="http://schemas.microsoft.com/office/drawing/2014/main" id="{E32AD783-DDAC-4ED4-96F3-49F548D7F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588" y="40005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5" name="Rectangle 44">
            <a:extLst>
              <a:ext uri="{FF2B5EF4-FFF2-40B4-BE49-F238E27FC236}">
                <a16:creationId xmlns:a16="http://schemas.microsoft.com/office/drawing/2014/main" id="{E9D0F3CB-0AAD-4602-8E24-45E181C25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0988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6" name="Rectangle 45">
            <a:extLst>
              <a:ext uri="{FF2B5EF4-FFF2-40B4-BE49-F238E27FC236}">
                <a16:creationId xmlns:a16="http://schemas.microsoft.com/office/drawing/2014/main" id="{9AC2EF9C-9E5E-4C58-8D07-4DB576D46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3988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7" name="Rectangle 46">
            <a:extLst>
              <a:ext uri="{FF2B5EF4-FFF2-40B4-BE49-F238E27FC236}">
                <a16:creationId xmlns:a16="http://schemas.microsoft.com/office/drawing/2014/main" id="{A59021E2-6C71-4268-8EAF-8D8AA3C43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6988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8" name="Rectangle 47">
            <a:extLst>
              <a:ext uri="{FF2B5EF4-FFF2-40B4-BE49-F238E27FC236}">
                <a16:creationId xmlns:a16="http://schemas.microsoft.com/office/drawing/2014/main" id="{8C357CB8-6C99-4FA7-9564-F36C79E8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40005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39" name="Rectangle 48">
            <a:extLst>
              <a:ext uri="{FF2B5EF4-FFF2-40B4-BE49-F238E27FC236}">
                <a16:creationId xmlns:a16="http://schemas.microsoft.com/office/drawing/2014/main" id="{5D5C92D2-B1C7-4910-8CBD-EAFE03C3F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14478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0" name="Rectangle 49">
            <a:extLst>
              <a:ext uri="{FF2B5EF4-FFF2-40B4-BE49-F238E27FC236}">
                <a16:creationId xmlns:a16="http://schemas.microsoft.com/office/drawing/2014/main" id="{D09DC249-19EA-40F9-AF81-235DC7E53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663" y="15525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1" name="Rectangle 50">
            <a:extLst>
              <a:ext uri="{FF2B5EF4-FFF2-40B4-BE49-F238E27FC236}">
                <a16:creationId xmlns:a16="http://schemas.microsoft.com/office/drawing/2014/main" id="{31E3CB16-D497-4331-B0C4-31E53E67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14478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2" name="Rectangle 51">
            <a:extLst>
              <a:ext uri="{FF2B5EF4-FFF2-40B4-BE49-F238E27FC236}">
                <a16:creationId xmlns:a16="http://schemas.microsoft.com/office/drawing/2014/main" id="{55E4C454-F944-4AA0-9D0E-CE24339B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813" y="15525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3" name="Rectangle 52">
            <a:extLst>
              <a:ext uri="{FF2B5EF4-FFF2-40B4-BE49-F238E27FC236}">
                <a16:creationId xmlns:a16="http://schemas.microsoft.com/office/drawing/2014/main" id="{A806B217-1518-4CA4-9137-E1D1EEFD4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563" y="14478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4" name="Rectangle 53">
            <a:extLst>
              <a:ext uri="{FF2B5EF4-FFF2-40B4-BE49-F238E27FC236}">
                <a16:creationId xmlns:a16="http://schemas.microsoft.com/office/drawing/2014/main" id="{079DE828-6E00-4245-8096-CCF1E4347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1552575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5" name="Rectangle 54">
            <a:extLst>
              <a:ext uri="{FF2B5EF4-FFF2-40B4-BE49-F238E27FC236}">
                <a16:creationId xmlns:a16="http://schemas.microsoft.com/office/drawing/2014/main" id="{E693C32C-6832-4CA6-9217-759BBC862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638" y="1447800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6" name="Rectangle 55">
            <a:extLst>
              <a:ext uri="{FF2B5EF4-FFF2-40B4-BE49-F238E27FC236}">
                <a16:creationId xmlns:a16="http://schemas.microsoft.com/office/drawing/2014/main" id="{A98011FB-1F90-45C8-98B1-C2078D073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189388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7" name="Rectangle 56">
            <a:extLst>
              <a:ext uri="{FF2B5EF4-FFF2-40B4-BE49-F238E27FC236}">
                <a16:creationId xmlns:a16="http://schemas.microsoft.com/office/drawing/2014/main" id="{4C008F79-D59E-47F1-B3EA-613471CE1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195512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8" name="Rectangle 57">
            <a:extLst>
              <a:ext uri="{FF2B5EF4-FFF2-40B4-BE49-F238E27FC236}">
                <a16:creationId xmlns:a16="http://schemas.microsoft.com/office/drawing/2014/main" id="{ADDE01A5-1402-4C8C-A84D-EE3E085A6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495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49" name="Rectangle 58">
            <a:extLst>
              <a:ext uri="{FF2B5EF4-FFF2-40B4-BE49-F238E27FC236}">
                <a16:creationId xmlns:a16="http://schemas.microsoft.com/office/drawing/2014/main" id="{64D02A19-F3A5-4BF3-890F-59C44D6C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27971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0" name="Rectangle 59">
            <a:extLst>
              <a:ext uri="{FF2B5EF4-FFF2-40B4-BE49-F238E27FC236}">
                <a16:creationId xmlns:a16="http://schemas.microsoft.com/office/drawing/2014/main" id="{C5F734B3-4EE8-4516-AD08-6AB8C050B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0988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1" name="Rectangle 60">
            <a:extLst>
              <a:ext uri="{FF2B5EF4-FFF2-40B4-BE49-F238E27FC236}">
                <a16:creationId xmlns:a16="http://schemas.microsoft.com/office/drawing/2014/main" id="{59B22E1D-7540-4F11-8037-9A69291D2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39883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2" name="Rectangle 61">
            <a:extLst>
              <a:ext uri="{FF2B5EF4-FFF2-40B4-BE49-F238E27FC236}">
                <a16:creationId xmlns:a16="http://schemas.microsoft.com/office/drawing/2014/main" id="{862BCE5E-C97A-4BA6-8CFA-05F0356B8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369887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3" name="Rectangle 64">
            <a:extLst>
              <a:ext uri="{FF2B5EF4-FFF2-40B4-BE49-F238E27FC236}">
                <a16:creationId xmlns:a16="http://schemas.microsoft.com/office/drawing/2014/main" id="{FA80CEAB-1A15-446F-B6CB-5714F16E6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40005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4" name="Rectangle 65">
            <a:extLst>
              <a:ext uri="{FF2B5EF4-FFF2-40B4-BE49-F238E27FC236}">
                <a16:creationId xmlns:a16="http://schemas.microsoft.com/office/drawing/2014/main" id="{E275205B-7BF6-498B-83C7-C62D4F38E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2725737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5" name="Freeform 66">
            <a:extLst>
              <a:ext uri="{FF2B5EF4-FFF2-40B4-BE49-F238E27FC236}">
                <a16:creationId xmlns:a16="http://schemas.microsoft.com/office/drawing/2014/main" id="{0A605FC3-B02F-42A1-A233-26AD9EF7B6DA}"/>
              </a:ext>
            </a:extLst>
          </p:cNvPr>
          <p:cNvSpPr>
            <a:spLocks/>
          </p:cNvSpPr>
          <p:nvPr/>
        </p:nvSpPr>
        <p:spPr bwMode="auto">
          <a:xfrm>
            <a:off x="5981700" y="3108325"/>
            <a:ext cx="184150" cy="228600"/>
          </a:xfrm>
          <a:custGeom>
            <a:avLst/>
            <a:gdLst>
              <a:gd name="T0" fmla="*/ 0 w 230"/>
              <a:gd name="T1" fmla="*/ 0 h 288"/>
              <a:gd name="T2" fmla="*/ 0 w 230"/>
              <a:gd name="T3" fmla="*/ 2147483646 h 288"/>
              <a:gd name="T4" fmla="*/ 2147483646 w 230"/>
              <a:gd name="T5" fmla="*/ 2147483646 h 288"/>
              <a:gd name="T6" fmla="*/ 0 60000 65536"/>
              <a:gd name="T7" fmla="*/ 0 60000 65536"/>
              <a:gd name="T8" fmla="*/ 0 60000 65536"/>
              <a:gd name="T9" fmla="*/ 0 w 230"/>
              <a:gd name="T10" fmla="*/ 0 h 288"/>
              <a:gd name="T11" fmla="*/ 230 w 23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0" h="288">
                <a:moveTo>
                  <a:pt x="0" y="0"/>
                </a:moveTo>
                <a:lnTo>
                  <a:pt x="0" y="288"/>
                </a:lnTo>
                <a:lnTo>
                  <a:pt x="230" y="28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56" name="Freeform 67">
            <a:extLst>
              <a:ext uri="{FF2B5EF4-FFF2-40B4-BE49-F238E27FC236}">
                <a16:creationId xmlns:a16="http://schemas.microsoft.com/office/drawing/2014/main" id="{A3B92D03-5F0A-4C23-A810-F7241A739121}"/>
              </a:ext>
            </a:extLst>
          </p:cNvPr>
          <p:cNvSpPr>
            <a:spLocks/>
          </p:cNvSpPr>
          <p:nvPr/>
        </p:nvSpPr>
        <p:spPr bwMode="auto">
          <a:xfrm>
            <a:off x="5959475" y="3086100"/>
            <a:ext cx="46038" cy="46037"/>
          </a:xfrm>
          <a:custGeom>
            <a:avLst/>
            <a:gdLst>
              <a:gd name="T0" fmla="*/ 2147483646 w 57"/>
              <a:gd name="T1" fmla="*/ 0 h 57"/>
              <a:gd name="T2" fmla="*/ 2147483646 w 57"/>
              <a:gd name="T3" fmla="*/ 0 h 57"/>
              <a:gd name="T4" fmla="*/ 2147483646 w 57"/>
              <a:gd name="T5" fmla="*/ 2147483646 h 57"/>
              <a:gd name="T6" fmla="*/ 2147483646 w 57"/>
              <a:gd name="T7" fmla="*/ 2147483646 h 57"/>
              <a:gd name="T8" fmla="*/ 2147483646 w 57"/>
              <a:gd name="T9" fmla="*/ 2147483646 h 57"/>
              <a:gd name="T10" fmla="*/ 2147483646 w 57"/>
              <a:gd name="T11" fmla="*/ 2147483646 h 57"/>
              <a:gd name="T12" fmla="*/ 2147483646 w 57"/>
              <a:gd name="T13" fmla="*/ 2147483646 h 57"/>
              <a:gd name="T14" fmla="*/ 2147483646 w 57"/>
              <a:gd name="T15" fmla="*/ 2147483646 h 57"/>
              <a:gd name="T16" fmla="*/ 2147483646 w 57"/>
              <a:gd name="T17" fmla="*/ 2147483646 h 57"/>
              <a:gd name="T18" fmla="*/ 2147483646 w 57"/>
              <a:gd name="T19" fmla="*/ 2147483646 h 57"/>
              <a:gd name="T20" fmla="*/ 0 w 57"/>
              <a:gd name="T21" fmla="*/ 2147483646 h 57"/>
              <a:gd name="T22" fmla="*/ 0 w 57"/>
              <a:gd name="T23" fmla="*/ 2147483646 h 57"/>
              <a:gd name="T24" fmla="*/ 2147483646 w 57"/>
              <a:gd name="T25" fmla="*/ 2147483646 h 57"/>
              <a:gd name="T26" fmla="*/ 2147483646 w 57"/>
              <a:gd name="T27" fmla="*/ 2147483646 h 57"/>
              <a:gd name="T28" fmla="*/ 2147483646 w 57"/>
              <a:gd name="T29" fmla="*/ 2147483646 h 57"/>
              <a:gd name="T30" fmla="*/ 2147483646 w 57"/>
              <a:gd name="T31" fmla="*/ 2147483646 h 57"/>
              <a:gd name="T32" fmla="*/ 2147483646 w 57"/>
              <a:gd name="T33" fmla="*/ 2147483646 h 57"/>
              <a:gd name="T34" fmla="*/ 2147483646 w 57"/>
              <a:gd name="T35" fmla="*/ 2147483646 h 57"/>
              <a:gd name="T36" fmla="*/ 2147483646 w 57"/>
              <a:gd name="T37" fmla="*/ 2147483646 h 57"/>
              <a:gd name="T38" fmla="*/ 2147483646 w 57"/>
              <a:gd name="T39" fmla="*/ 2147483646 h 57"/>
              <a:gd name="T40" fmla="*/ 2147483646 w 57"/>
              <a:gd name="T41" fmla="*/ 2147483646 h 57"/>
              <a:gd name="T42" fmla="*/ 2147483646 w 57"/>
              <a:gd name="T43" fmla="*/ 2147483646 h 57"/>
              <a:gd name="T44" fmla="*/ 2147483646 w 57"/>
              <a:gd name="T45" fmla="*/ 2147483646 h 57"/>
              <a:gd name="T46" fmla="*/ 2147483646 w 57"/>
              <a:gd name="T47" fmla="*/ 2147483646 h 57"/>
              <a:gd name="T48" fmla="*/ 2147483646 w 57"/>
              <a:gd name="T49" fmla="*/ 2147483646 h 57"/>
              <a:gd name="T50" fmla="*/ 2147483646 w 57"/>
              <a:gd name="T51" fmla="*/ 2147483646 h 57"/>
              <a:gd name="T52" fmla="*/ 2147483646 w 57"/>
              <a:gd name="T53" fmla="*/ 2147483646 h 57"/>
              <a:gd name="T54" fmla="*/ 2147483646 w 57"/>
              <a:gd name="T55" fmla="*/ 2147483646 h 57"/>
              <a:gd name="T56" fmla="*/ 2147483646 w 57"/>
              <a:gd name="T57" fmla="*/ 2147483646 h 57"/>
              <a:gd name="T58" fmla="*/ 2147483646 w 57"/>
              <a:gd name="T59" fmla="*/ 2147483646 h 57"/>
              <a:gd name="T60" fmla="*/ 2147483646 w 57"/>
              <a:gd name="T61" fmla="*/ 2147483646 h 57"/>
              <a:gd name="T62" fmla="*/ 2147483646 w 57"/>
              <a:gd name="T63" fmla="*/ 2147483646 h 57"/>
              <a:gd name="T64" fmla="*/ 2147483646 w 57"/>
              <a:gd name="T65" fmla="*/ 2147483646 h 57"/>
              <a:gd name="T66" fmla="*/ 2147483646 w 57"/>
              <a:gd name="T67" fmla="*/ 2147483646 h 57"/>
              <a:gd name="T68" fmla="*/ 2147483646 w 57"/>
              <a:gd name="T69" fmla="*/ 2147483646 h 57"/>
              <a:gd name="T70" fmla="*/ 2147483646 w 57"/>
              <a:gd name="T71" fmla="*/ 2147483646 h 57"/>
              <a:gd name="T72" fmla="*/ 2147483646 w 57"/>
              <a:gd name="T73" fmla="*/ 2147483646 h 57"/>
              <a:gd name="T74" fmla="*/ 2147483646 w 57"/>
              <a:gd name="T75" fmla="*/ 2147483646 h 57"/>
              <a:gd name="T76" fmla="*/ 2147483646 w 57"/>
              <a:gd name="T77" fmla="*/ 2147483646 h 57"/>
              <a:gd name="T78" fmla="*/ 2147483646 w 57"/>
              <a:gd name="T79" fmla="*/ 2147483646 h 57"/>
              <a:gd name="T80" fmla="*/ 2147483646 w 57"/>
              <a:gd name="T81" fmla="*/ 2147483646 h 57"/>
              <a:gd name="T82" fmla="*/ 2147483646 w 57"/>
              <a:gd name="T83" fmla="*/ 2147483646 h 57"/>
              <a:gd name="T84" fmla="*/ 2147483646 w 57"/>
              <a:gd name="T85" fmla="*/ 0 h 57"/>
              <a:gd name="T86" fmla="*/ 2147483646 w 57"/>
              <a:gd name="T87" fmla="*/ 0 h 57"/>
              <a:gd name="T88" fmla="*/ 2147483646 w 57"/>
              <a:gd name="T89" fmla="*/ 2147483646 h 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7"/>
              <a:gd name="T136" fmla="*/ 0 h 57"/>
              <a:gd name="T137" fmla="*/ 57 w 57"/>
              <a:gd name="T138" fmla="*/ 57 h 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7" h="57">
                <a:moveTo>
                  <a:pt x="29" y="28"/>
                </a:moveTo>
                <a:lnTo>
                  <a:pt x="29" y="0"/>
                </a:lnTo>
                <a:lnTo>
                  <a:pt x="27" y="0"/>
                </a:lnTo>
                <a:lnTo>
                  <a:pt x="26" y="0"/>
                </a:lnTo>
                <a:lnTo>
                  <a:pt x="24" y="0"/>
                </a:lnTo>
                <a:lnTo>
                  <a:pt x="23" y="0"/>
                </a:lnTo>
                <a:lnTo>
                  <a:pt x="21" y="0"/>
                </a:lnTo>
                <a:lnTo>
                  <a:pt x="20" y="1"/>
                </a:lnTo>
                <a:lnTo>
                  <a:pt x="18" y="1"/>
                </a:lnTo>
                <a:lnTo>
                  <a:pt x="17" y="2"/>
                </a:lnTo>
                <a:lnTo>
                  <a:pt x="16" y="2"/>
                </a:lnTo>
                <a:lnTo>
                  <a:pt x="14" y="4"/>
                </a:lnTo>
                <a:lnTo>
                  <a:pt x="13" y="4"/>
                </a:lnTo>
                <a:lnTo>
                  <a:pt x="11" y="5"/>
                </a:lnTo>
                <a:lnTo>
                  <a:pt x="10" y="7"/>
                </a:lnTo>
                <a:lnTo>
                  <a:pt x="8" y="8"/>
                </a:lnTo>
                <a:lnTo>
                  <a:pt x="7" y="8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4" y="12"/>
                </a:lnTo>
                <a:lnTo>
                  <a:pt x="4" y="14"/>
                </a:lnTo>
                <a:lnTo>
                  <a:pt x="3" y="15"/>
                </a:lnTo>
                <a:lnTo>
                  <a:pt x="3" y="17"/>
                </a:lnTo>
                <a:lnTo>
                  <a:pt x="3" y="18"/>
                </a:lnTo>
                <a:lnTo>
                  <a:pt x="1" y="20"/>
                </a:lnTo>
                <a:lnTo>
                  <a:pt x="1" y="21"/>
                </a:lnTo>
                <a:lnTo>
                  <a:pt x="1" y="23"/>
                </a:lnTo>
                <a:lnTo>
                  <a:pt x="1" y="24"/>
                </a:lnTo>
                <a:lnTo>
                  <a:pt x="0" y="25"/>
                </a:lnTo>
                <a:lnTo>
                  <a:pt x="0" y="27"/>
                </a:lnTo>
                <a:lnTo>
                  <a:pt x="0" y="28"/>
                </a:lnTo>
                <a:lnTo>
                  <a:pt x="0" y="30"/>
                </a:lnTo>
                <a:lnTo>
                  <a:pt x="0" y="31"/>
                </a:lnTo>
                <a:lnTo>
                  <a:pt x="1" y="33"/>
                </a:lnTo>
                <a:lnTo>
                  <a:pt x="1" y="34"/>
                </a:lnTo>
                <a:lnTo>
                  <a:pt x="1" y="35"/>
                </a:lnTo>
                <a:lnTo>
                  <a:pt x="1" y="37"/>
                </a:lnTo>
                <a:lnTo>
                  <a:pt x="3" y="38"/>
                </a:lnTo>
                <a:lnTo>
                  <a:pt x="3" y="40"/>
                </a:lnTo>
                <a:lnTo>
                  <a:pt x="3" y="41"/>
                </a:lnTo>
                <a:lnTo>
                  <a:pt x="4" y="41"/>
                </a:lnTo>
                <a:lnTo>
                  <a:pt x="4" y="43"/>
                </a:lnTo>
                <a:lnTo>
                  <a:pt x="5" y="44"/>
                </a:lnTo>
                <a:lnTo>
                  <a:pt x="5" y="46"/>
                </a:lnTo>
                <a:lnTo>
                  <a:pt x="7" y="47"/>
                </a:lnTo>
                <a:lnTo>
                  <a:pt x="8" y="48"/>
                </a:lnTo>
                <a:lnTo>
                  <a:pt x="10" y="50"/>
                </a:lnTo>
                <a:lnTo>
                  <a:pt x="11" y="50"/>
                </a:lnTo>
                <a:lnTo>
                  <a:pt x="11" y="51"/>
                </a:lnTo>
                <a:lnTo>
                  <a:pt x="13" y="51"/>
                </a:lnTo>
                <a:lnTo>
                  <a:pt x="14" y="53"/>
                </a:lnTo>
                <a:lnTo>
                  <a:pt x="16" y="53"/>
                </a:lnTo>
                <a:lnTo>
                  <a:pt x="17" y="54"/>
                </a:lnTo>
                <a:lnTo>
                  <a:pt x="18" y="54"/>
                </a:lnTo>
                <a:lnTo>
                  <a:pt x="18" y="56"/>
                </a:lnTo>
                <a:lnTo>
                  <a:pt x="20" y="56"/>
                </a:lnTo>
                <a:lnTo>
                  <a:pt x="21" y="56"/>
                </a:lnTo>
                <a:lnTo>
                  <a:pt x="23" y="56"/>
                </a:lnTo>
                <a:lnTo>
                  <a:pt x="24" y="57"/>
                </a:lnTo>
                <a:lnTo>
                  <a:pt x="26" y="57"/>
                </a:lnTo>
                <a:lnTo>
                  <a:pt x="27" y="57"/>
                </a:lnTo>
                <a:lnTo>
                  <a:pt x="29" y="57"/>
                </a:lnTo>
                <a:lnTo>
                  <a:pt x="30" y="57"/>
                </a:lnTo>
                <a:lnTo>
                  <a:pt x="31" y="57"/>
                </a:lnTo>
                <a:lnTo>
                  <a:pt x="33" y="57"/>
                </a:lnTo>
                <a:lnTo>
                  <a:pt x="34" y="56"/>
                </a:lnTo>
                <a:lnTo>
                  <a:pt x="36" y="56"/>
                </a:lnTo>
                <a:lnTo>
                  <a:pt x="37" y="56"/>
                </a:lnTo>
                <a:lnTo>
                  <a:pt x="39" y="56"/>
                </a:lnTo>
                <a:lnTo>
                  <a:pt x="40" y="54"/>
                </a:lnTo>
                <a:lnTo>
                  <a:pt x="41" y="54"/>
                </a:lnTo>
                <a:lnTo>
                  <a:pt x="43" y="53"/>
                </a:lnTo>
                <a:lnTo>
                  <a:pt x="44" y="53"/>
                </a:lnTo>
                <a:lnTo>
                  <a:pt x="44" y="51"/>
                </a:lnTo>
                <a:lnTo>
                  <a:pt x="46" y="51"/>
                </a:lnTo>
                <a:lnTo>
                  <a:pt x="47" y="50"/>
                </a:lnTo>
                <a:lnTo>
                  <a:pt x="49" y="50"/>
                </a:lnTo>
                <a:lnTo>
                  <a:pt x="49" y="48"/>
                </a:lnTo>
                <a:lnTo>
                  <a:pt x="50" y="47"/>
                </a:lnTo>
                <a:lnTo>
                  <a:pt x="52" y="47"/>
                </a:lnTo>
                <a:lnTo>
                  <a:pt x="52" y="46"/>
                </a:lnTo>
                <a:lnTo>
                  <a:pt x="53" y="44"/>
                </a:lnTo>
                <a:lnTo>
                  <a:pt x="53" y="43"/>
                </a:lnTo>
                <a:lnTo>
                  <a:pt x="54" y="41"/>
                </a:lnTo>
                <a:lnTo>
                  <a:pt x="56" y="40"/>
                </a:lnTo>
                <a:lnTo>
                  <a:pt x="56" y="38"/>
                </a:lnTo>
                <a:lnTo>
                  <a:pt x="56" y="37"/>
                </a:lnTo>
                <a:lnTo>
                  <a:pt x="57" y="35"/>
                </a:lnTo>
                <a:lnTo>
                  <a:pt x="57" y="34"/>
                </a:lnTo>
                <a:lnTo>
                  <a:pt x="57" y="33"/>
                </a:lnTo>
                <a:lnTo>
                  <a:pt x="57" y="31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7" y="25"/>
                </a:lnTo>
                <a:lnTo>
                  <a:pt x="57" y="24"/>
                </a:lnTo>
                <a:lnTo>
                  <a:pt x="57" y="23"/>
                </a:lnTo>
                <a:lnTo>
                  <a:pt x="57" y="21"/>
                </a:lnTo>
                <a:lnTo>
                  <a:pt x="56" y="20"/>
                </a:lnTo>
                <a:lnTo>
                  <a:pt x="56" y="18"/>
                </a:lnTo>
                <a:lnTo>
                  <a:pt x="56" y="17"/>
                </a:lnTo>
                <a:lnTo>
                  <a:pt x="54" y="15"/>
                </a:lnTo>
                <a:lnTo>
                  <a:pt x="54" y="14"/>
                </a:lnTo>
                <a:lnTo>
                  <a:pt x="53" y="12"/>
                </a:lnTo>
                <a:lnTo>
                  <a:pt x="52" y="11"/>
                </a:lnTo>
                <a:lnTo>
                  <a:pt x="52" y="10"/>
                </a:lnTo>
                <a:lnTo>
                  <a:pt x="50" y="8"/>
                </a:lnTo>
                <a:lnTo>
                  <a:pt x="49" y="8"/>
                </a:lnTo>
                <a:lnTo>
                  <a:pt x="49" y="7"/>
                </a:lnTo>
                <a:lnTo>
                  <a:pt x="47" y="5"/>
                </a:lnTo>
                <a:lnTo>
                  <a:pt x="46" y="5"/>
                </a:lnTo>
                <a:lnTo>
                  <a:pt x="44" y="4"/>
                </a:lnTo>
                <a:lnTo>
                  <a:pt x="43" y="2"/>
                </a:lnTo>
                <a:lnTo>
                  <a:pt x="41" y="2"/>
                </a:lnTo>
                <a:lnTo>
                  <a:pt x="40" y="1"/>
                </a:lnTo>
                <a:lnTo>
                  <a:pt x="39" y="1"/>
                </a:lnTo>
                <a:lnTo>
                  <a:pt x="37" y="1"/>
                </a:lnTo>
                <a:lnTo>
                  <a:pt x="36" y="0"/>
                </a:lnTo>
                <a:lnTo>
                  <a:pt x="34" y="0"/>
                </a:ln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9" y="28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6557" name="Freeform 68">
            <a:extLst>
              <a:ext uri="{FF2B5EF4-FFF2-40B4-BE49-F238E27FC236}">
                <a16:creationId xmlns:a16="http://schemas.microsoft.com/office/drawing/2014/main" id="{DA1A9E9E-0303-4829-8009-CDAEA6F7C07C}"/>
              </a:ext>
            </a:extLst>
          </p:cNvPr>
          <p:cNvSpPr>
            <a:spLocks/>
          </p:cNvSpPr>
          <p:nvPr/>
        </p:nvSpPr>
        <p:spPr bwMode="auto">
          <a:xfrm>
            <a:off x="5969000" y="3095625"/>
            <a:ext cx="55563" cy="53975"/>
          </a:xfrm>
          <a:custGeom>
            <a:avLst/>
            <a:gdLst>
              <a:gd name="T0" fmla="*/ 2147483646 w 71"/>
              <a:gd name="T1" fmla="*/ 0 h 69"/>
              <a:gd name="T2" fmla="*/ 2147483646 w 71"/>
              <a:gd name="T3" fmla="*/ 0 h 69"/>
              <a:gd name="T4" fmla="*/ 2147483646 w 71"/>
              <a:gd name="T5" fmla="*/ 2147483646 h 69"/>
              <a:gd name="T6" fmla="*/ 2147483646 w 71"/>
              <a:gd name="T7" fmla="*/ 2147483646 h 69"/>
              <a:gd name="T8" fmla="*/ 2147483646 w 71"/>
              <a:gd name="T9" fmla="*/ 2147483646 h 69"/>
              <a:gd name="T10" fmla="*/ 2147483646 w 71"/>
              <a:gd name="T11" fmla="*/ 2147483646 h 69"/>
              <a:gd name="T12" fmla="*/ 2147483646 w 71"/>
              <a:gd name="T13" fmla="*/ 2147483646 h 69"/>
              <a:gd name="T14" fmla="*/ 2147483646 w 71"/>
              <a:gd name="T15" fmla="*/ 2147483646 h 69"/>
              <a:gd name="T16" fmla="*/ 2147483646 w 71"/>
              <a:gd name="T17" fmla="*/ 2147483646 h 69"/>
              <a:gd name="T18" fmla="*/ 0 w 71"/>
              <a:gd name="T19" fmla="*/ 2147483646 h 69"/>
              <a:gd name="T20" fmla="*/ 0 w 71"/>
              <a:gd name="T21" fmla="*/ 2147483646 h 69"/>
              <a:gd name="T22" fmla="*/ 0 w 71"/>
              <a:gd name="T23" fmla="*/ 2147483646 h 69"/>
              <a:gd name="T24" fmla="*/ 2147483646 w 71"/>
              <a:gd name="T25" fmla="*/ 2147483646 h 69"/>
              <a:gd name="T26" fmla="*/ 2147483646 w 71"/>
              <a:gd name="T27" fmla="*/ 2147483646 h 69"/>
              <a:gd name="T28" fmla="*/ 2147483646 w 71"/>
              <a:gd name="T29" fmla="*/ 2147483646 h 69"/>
              <a:gd name="T30" fmla="*/ 2147483646 w 71"/>
              <a:gd name="T31" fmla="*/ 2147483646 h 69"/>
              <a:gd name="T32" fmla="*/ 2147483646 w 71"/>
              <a:gd name="T33" fmla="*/ 2147483646 h 69"/>
              <a:gd name="T34" fmla="*/ 2147483646 w 71"/>
              <a:gd name="T35" fmla="*/ 2147483646 h 69"/>
              <a:gd name="T36" fmla="*/ 2147483646 w 71"/>
              <a:gd name="T37" fmla="*/ 2147483646 h 69"/>
              <a:gd name="T38" fmla="*/ 2147483646 w 71"/>
              <a:gd name="T39" fmla="*/ 2147483646 h 69"/>
              <a:gd name="T40" fmla="*/ 2147483646 w 71"/>
              <a:gd name="T41" fmla="*/ 2147483646 h 69"/>
              <a:gd name="T42" fmla="*/ 2147483646 w 71"/>
              <a:gd name="T43" fmla="*/ 2147483646 h 69"/>
              <a:gd name="T44" fmla="*/ 2147483646 w 71"/>
              <a:gd name="T45" fmla="*/ 2147483646 h 69"/>
              <a:gd name="T46" fmla="*/ 2147483646 w 71"/>
              <a:gd name="T47" fmla="*/ 2147483646 h 69"/>
              <a:gd name="T48" fmla="*/ 2147483646 w 71"/>
              <a:gd name="T49" fmla="*/ 2147483646 h 69"/>
              <a:gd name="T50" fmla="*/ 2147483646 w 71"/>
              <a:gd name="T51" fmla="*/ 2147483646 h 69"/>
              <a:gd name="T52" fmla="*/ 2147483646 w 71"/>
              <a:gd name="T53" fmla="*/ 2147483646 h 69"/>
              <a:gd name="T54" fmla="*/ 2147483646 w 71"/>
              <a:gd name="T55" fmla="*/ 2147483646 h 69"/>
              <a:gd name="T56" fmla="*/ 2147483646 w 71"/>
              <a:gd name="T57" fmla="*/ 2147483646 h 69"/>
              <a:gd name="T58" fmla="*/ 2147483646 w 71"/>
              <a:gd name="T59" fmla="*/ 2147483646 h 69"/>
              <a:gd name="T60" fmla="*/ 2147483646 w 71"/>
              <a:gd name="T61" fmla="*/ 2147483646 h 69"/>
              <a:gd name="T62" fmla="*/ 2147483646 w 71"/>
              <a:gd name="T63" fmla="*/ 2147483646 h 69"/>
              <a:gd name="T64" fmla="*/ 2147483646 w 71"/>
              <a:gd name="T65" fmla="*/ 2147483646 h 69"/>
              <a:gd name="T66" fmla="*/ 2147483646 w 71"/>
              <a:gd name="T67" fmla="*/ 2147483646 h 69"/>
              <a:gd name="T68" fmla="*/ 2147483646 w 71"/>
              <a:gd name="T69" fmla="*/ 2147483646 h 69"/>
              <a:gd name="T70" fmla="*/ 2147483646 w 71"/>
              <a:gd name="T71" fmla="*/ 2147483646 h 69"/>
              <a:gd name="T72" fmla="*/ 2147483646 w 71"/>
              <a:gd name="T73" fmla="*/ 2147483646 h 69"/>
              <a:gd name="T74" fmla="*/ 2147483646 w 71"/>
              <a:gd name="T75" fmla="*/ 2147483646 h 69"/>
              <a:gd name="T76" fmla="*/ 2147483646 w 71"/>
              <a:gd name="T77" fmla="*/ 2147483646 h 69"/>
              <a:gd name="T78" fmla="*/ 2147483646 w 71"/>
              <a:gd name="T79" fmla="*/ 2147483646 h 69"/>
              <a:gd name="T80" fmla="*/ 2147483646 w 71"/>
              <a:gd name="T81" fmla="*/ 2147483646 h 69"/>
              <a:gd name="T82" fmla="*/ 2147483646 w 71"/>
              <a:gd name="T83" fmla="*/ 2147483646 h 69"/>
              <a:gd name="T84" fmla="*/ 2147483646 w 71"/>
              <a:gd name="T85" fmla="*/ 0 h 69"/>
              <a:gd name="T86" fmla="*/ 2147483646 w 71"/>
              <a:gd name="T87" fmla="*/ 0 h 6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1"/>
              <a:gd name="T133" fmla="*/ 0 h 69"/>
              <a:gd name="T134" fmla="*/ 71 w 71"/>
              <a:gd name="T135" fmla="*/ 69 h 6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1" h="69">
                <a:moveTo>
                  <a:pt x="35" y="0"/>
                </a:moveTo>
                <a:lnTo>
                  <a:pt x="33" y="0"/>
                </a:lnTo>
                <a:lnTo>
                  <a:pt x="32" y="0"/>
                </a:lnTo>
                <a:lnTo>
                  <a:pt x="30" y="0"/>
                </a:lnTo>
                <a:lnTo>
                  <a:pt x="29" y="0"/>
                </a:lnTo>
                <a:lnTo>
                  <a:pt x="26" y="0"/>
                </a:lnTo>
                <a:lnTo>
                  <a:pt x="25" y="1"/>
                </a:lnTo>
                <a:lnTo>
                  <a:pt x="23" y="1"/>
                </a:lnTo>
                <a:lnTo>
                  <a:pt x="22" y="3"/>
                </a:lnTo>
                <a:lnTo>
                  <a:pt x="20" y="3"/>
                </a:lnTo>
                <a:lnTo>
                  <a:pt x="19" y="4"/>
                </a:lnTo>
                <a:lnTo>
                  <a:pt x="18" y="4"/>
                </a:lnTo>
                <a:lnTo>
                  <a:pt x="16" y="6"/>
                </a:lnTo>
                <a:lnTo>
                  <a:pt x="15" y="6"/>
                </a:lnTo>
                <a:lnTo>
                  <a:pt x="13" y="7"/>
                </a:lnTo>
                <a:lnTo>
                  <a:pt x="12" y="9"/>
                </a:lnTo>
                <a:lnTo>
                  <a:pt x="10" y="10"/>
                </a:lnTo>
                <a:lnTo>
                  <a:pt x="9" y="12"/>
                </a:lnTo>
                <a:lnTo>
                  <a:pt x="9" y="13"/>
                </a:lnTo>
                <a:lnTo>
                  <a:pt x="7" y="13"/>
                </a:lnTo>
                <a:lnTo>
                  <a:pt x="6" y="14"/>
                </a:lnTo>
                <a:lnTo>
                  <a:pt x="6" y="16"/>
                </a:lnTo>
                <a:lnTo>
                  <a:pt x="5" y="17"/>
                </a:lnTo>
                <a:lnTo>
                  <a:pt x="3" y="19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6"/>
                </a:lnTo>
                <a:lnTo>
                  <a:pt x="2" y="27"/>
                </a:lnTo>
                <a:lnTo>
                  <a:pt x="0" y="29"/>
                </a:lnTo>
                <a:lnTo>
                  <a:pt x="0" y="32"/>
                </a:lnTo>
                <a:lnTo>
                  <a:pt x="0" y="33"/>
                </a:lnTo>
                <a:lnTo>
                  <a:pt x="0" y="35"/>
                </a:lnTo>
                <a:lnTo>
                  <a:pt x="0" y="36"/>
                </a:lnTo>
                <a:lnTo>
                  <a:pt x="0" y="39"/>
                </a:lnTo>
                <a:lnTo>
                  <a:pt x="0" y="40"/>
                </a:lnTo>
                <a:lnTo>
                  <a:pt x="2" y="42"/>
                </a:lnTo>
                <a:lnTo>
                  <a:pt x="2" y="43"/>
                </a:lnTo>
                <a:lnTo>
                  <a:pt x="2" y="45"/>
                </a:lnTo>
                <a:lnTo>
                  <a:pt x="3" y="46"/>
                </a:lnTo>
                <a:lnTo>
                  <a:pt x="3" y="49"/>
                </a:lnTo>
                <a:lnTo>
                  <a:pt x="3" y="50"/>
                </a:lnTo>
                <a:lnTo>
                  <a:pt x="5" y="52"/>
                </a:lnTo>
                <a:lnTo>
                  <a:pt x="6" y="53"/>
                </a:lnTo>
                <a:lnTo>
                  <a:pt x="6" y="55"/>
                </a:lnTo>
                <a:lnTo>
                  <a:pt x="7" y="56"/>
                </a:lnTo>
                <a:lnTo>
                  <a:pt x="9" y="58"/>
                </a:lnTo>
                <a:lnTo>
                  <a:pt x="10" y="59"/>
                </a:lnTo>
                <a:lnTo>
                  <a:pt x="12" y="60"/>
                </a:lnTo>
                <a:lnTo>
                  <a:pt x="13" y="62"/>
                </a:lnTo>
                <a:lnTo>
                  <a:pt x="15" y="63"/>
                </a:lnTo>
                <a:lnTo>
                  <a:pt x="16" y="63"/>
                </a:lnTo>
                <a:lnTo>
                  <a:pt x="18" y="65"/>
                </a:lnTo>
                <a:lnTo>
                  <a:pt x="19" y="65"/>
                </a:lnTo>
                <a:lnTo>
                  <a:pt x="20" y="66"/>
                </a:lnTo>
                <a:lnTo>
                  <a:pt x="22" y="68"/>
                </a:lnTo>
                <a:lnTo>
                  <a:pt x="23" y="68"/>
                </a:lnTo>
                <a:lnTo>
                  <a:pt x="25" y="68"/>
                </a:lnTo>
                <a:lnTo>
                  <a:pt x="26" y="69"/>
                </a:lnTo>
                <a:lnTo>
                  <a:pt x="29" y="69"/>
                </a:lnTo>
                <a:lnTo>
                  <a:pt x="30" y="69"/>
                </a:lnTo>
                <a:lnTo>
                  <a:pt x="32" y="69"/>
                </a:lnTo>
                <a:lnTo>
                  <a:pt x="33" y="69"/>
                </a:lnTo>
                <a:lnTo>
                  <a:pt x="35" y="69"/>
                </a:lnTo>
                <a:lnTo>
                  <a:pt x="38" y="69"/>
                </a:lnTo>
                <a:lnTo>
                  <a:pt x="39" y="69"/>
                </a:lnTo>
                <a:lnTo>
                  <a:pt x="41" y="69"/>
                </a:lnTo>
                <a:lnTo>
                  <a:pt x="42" y="69"/>
                </a:lnTo>
                <a:lnTo>
                  <a:pt x="45" y="69"/>
                </a:lnTo>
                <a:lnTo>
                  <a:pt x="46" y="68"/>
                </a:lnTo>
                <a:lnTo>
                  <a:pt x="48" y="68"/>
                </a:lnTo>
                <a:lnTo>
                  <a:pt x="49" y="68"/>
                </a:lnTo>
                <a:lnTo>
                  <a:pt x="51" y="66"/>
                </a:lnTo>
                <a:lnTo>
                  <a:pt x="52" y="65"/>
                </a:lnTo>
                <a:lnTo>
                  <a:pt x="54" y="65"/>
                </a:lnTo>
                <a:lnTo>
                  <a:pt x="55" y="63"/>
                </a:lnTo>
                <a:lnTo>
                  <a:pt x="56" y="63"/>
                </a:lnTo>
                <a:lnTo>
                  <a:pt x="58" y="62"/>
                </a:lnTo>
                <a:lnTo>
                  <a:pt x="59" y="60"/>
                </a:lnTo>
                <a:lnTo>
                  <a:pt x="61" y="59"/>
                </a:lnTo>
                <a:lnTo>
                  <a:pt x="62" y="58"/>
                </a:lnTo>
                <a:lnTo>
                  <a:pt x="64" y="56"/>
                </a:lnTo>
                <a:lnTo>
                  <a:pt x="65" y="55"/>
                </a:lnTo>
                <a:lnTo>
                  <a:pt x="65" y="53"/>
                </a:lnTo>
                <a:lnTo>
                  <a:pt x="66" y="52"/>
                </a:lnTo>
                <a:lnTo>
                  <a:pt x="66" y="50"/>
                </a:lnTo>
                <a:lnTo>
                  <a:pt x="68" y="49"/>
                </a:lnTo>
                <a:lnTo>
                  <a:pt x="68" y="46"/>
                </a:lnTo>
                <a:lnTo>
                  <a:pt x="69" y="45"/>
                </a:lnTo>
                <a:lnTo>
                  <a:pt x="69" y="43"/>
                </a:lnTo>
                <a:lnTo>
                  <a:pt x="69" y="42"/>
                </a:lnTo>
                <a:lnTo>
                  <a:pt x="71" y="40"/>
                </a:lnTo>
                <a:lnTo>
                  <a:pt x="71" y="39"/>
                </a:lnTo>
                <a:lnTo>
                  <a:pt x="71" y="36"/>
                </a:lnTo>
                <a:lnTo>
                  <a:pt x="71" y="35"/>
                </a:lnTo>
                <a:lnTo>
                  <a:pt x="71" y="33"/>
                </a:lnTo>
                <a:lnTo>
                  <a:pt x="71" y="32"/>
                </a:lnTo>
                <a:lnTo>
                  <a:pt x="71" y="29"/>
                </a:lnTo>
                <a:lnTo>
                  <a:pt x="69" y="27"/>
                </a:lnTo>
                <a:lnTo>
                  <a:pt x="69" y="26"/>
                </a:lnTo>
                <a:lnTo>
                  <a:pt x="69" y="24"/>
                </a:lnTo>
                <a:lnTo>
                  <a:pt x="68" y="23"/>
                </a:lnTo>
                <a:lnTo>
                  <a:pt x="68" y="22"/>
                </a:lnTo>
                <a:lnTo>
                  <a:pt x="66" y="19"/>
                </a:lnTo>
                <a:lnTo>
                  <a:pt x="66" y="17"/>
                </a:lnTo>
                <a:lnTo>
                  <a:pt x="65" y="16"/>
                </a:lnTo>
                <a:lnTo>
                  <a:pt x="65" y="14"/>
                </a:lnTo>
                <a:lnTo>
                  <a:pt x="64" y="13"/>
                </a:lnTo>
                <a:lnTo>
                  <a:pt x="62" y="13"/>
                </a:lnTo>
                <a:lnTo>
                  <a:pt x="62" y="12"/>
                </a:lnTo>
                <a:lnTo>
                  <a:pt x="61" y="10"/>
                </a:lnTo>
                <a:lnTo>
                  <a:pt x="59" y="9"/>
                </a:lnTo>
                <a:lnTo>
                  <a:pt x="58" y="7"/>
                </a:lnTo>
                <a:lnTo>
                  <a:pt x="56" y="6"/>
                </a:lnTo>
                <a:lnTo>
                  <a:pt x="55" y="6"/>
                </a:lnTo>
                <a:lnTo>
                  <a:pt x="54" y="4"/>
                </a:lnTo>
                <a:lnTo>
                  <a:pt x="52" y="4"/>
                </a:lnTo>
                <a:lnTo>
                  <a:pt x="51" y="3"/>
                </a:lnTo>
                <a:lnTo>
                  <a:pt x="49" y="3"/>
                </a:lnTo>
                <a:lnTo>
                  <a:pt x="48" y="1"/>
                </a:lnTo>
                <a:lnTo>
                  <a:pt x="46" y="1"/>
                </a:lnTo>
                <a:lnTo>
                  <a:pt x="45" y="0"/>
                </a:lnTo>
                <a:lnTo>
                  <a:pt x="42" y="0"/>
                </a:lnTo>
                <a:lnTo>
                  <a:pt x="41" y="0"/>
                </a:lnTo>
                <a:lnTo>
                  <a:pt x="39" y="0"/>
                </a:lnTo>
                <a:lnTo>
                  <a:pt x="38" y="0"/>
                </a:lnTo>
                <a:lnTo>
                  <a:pt x="35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58" name="Rectangle 69">
            <a:extLst>
              <a:ext uri="{FF2B5EF4-FFF2-40B4-BE49-F238E27FC236}">
                <a16:creationId xmlns:a16="http://schemas.microsoft.com/office/drawing/2014/main" id="{9085583A-8A82-4FB1-A4E6-0159FEE1C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2830512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6559" name="Freeform 79">
            <a:extLst>
              <a:ext uri="{FF2B5EF4-FFF2-40B4-BE49-F238E27FC236}">
                <a16:creationId xmlns:a16="http://schemas.microsoft.com/office/drawing/2014/main" id="{76DCD5BB-D5EB-42B3-A31F-10730AE72231}"/>
              </a:ext>
            </a:extLst>
          </p:cNvPr>
          <p:cNvSpPr>
            <a:spLocks/>
          </p:cNvSpPr>
          <p:nvPr/>
        </p:nvSpPr>
        <p:spPr bwMode="auto">
          <a:xfrm>
            <a:off x="5364163" y="2994025"/>
            <a:ext cx="252412" cy="252412"/>
          </a:xfrm>
          <a:custGeom>
            <a:avLst/>
            <a:gdLst>
              <a:gd name="T0" fmla="*/ 2147483646 w 317"/>
              <a:gd name="T1" fmla="*/ 2147483646 h 317"/>
              <a:gd name="T2" fmla="*/ 0 w 317"/>
              <a:gd name="T3" fmla="*/ 2147483646 h 317"/>
              <a:gd name="T4" fmla="*/ 0 w 317"/>
              <a:gd name="T5" fmla="*/ 0 h 317"/>
              <a:gd name="T6" fmla="*/ 2147483646 w 317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317"/>
              <a:gd name="T13" fmla="*/ 0 h 317"/>
              <a:gd name="T14" fmla="*/ 317 w 317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7" h="317">
                <a:moveTo>
                  <a:pt x="317" y="144"/>
                </a:moveTo>
                <a:lnTo>
                  <a:pt x="0" y="317"/>
                </a:lnTo>
                <a:lnTo>
                  <a:pt x="0" y="0"/>
                </a:lnTo>
                <a:lnTo>
                  <a:pt x="317" y="144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60" name="Freeform 81">
            <a:extLst>
              <a:ext uri="{FF2B5EF4-FFF2-40B4-BE49-F238E27FC236}">
                <a16:creationId xmlns:a16="http://schemas.microsoft.com/office/drawing/2014/main" id="{A533A7F9-DC1A-4DA9-895C-03AD2D9BB710}"/>
              </a:ext>
            </a:extLst>
          </p:cNvPr>
          <p:cNvSpPr>
            <a:spLocks/>
          </p:cNvSpPr>
          <p:nvPr/>
        </p:nvSpPr>
        <p:spPr bwMode="auto">
          <a:xfrm>
            <a:off x="5634038" y="3065462"/>
            <a:ext cx="82550" cy="82550"/>
          </a:xfrm>
          <a:custGeom>
            <a:avLst/>
            <a:gdLst>
              <a:gd name="T0" fmla="*/ 2147483646 w 105"/>
              <a:gd name="T1" fmla="*/ 0 h 103"/>
              <a:gd name="T2" fmla="*/ 2147483646 w 105"/>
              <a:gd name="T3" fmla="*/ 2147483646 h 103"/>
              <a:gd name="T4" fmla="*/ 2147483646 w 105"/>
              <a:gd name="T5" fmla="*/ 2147483646 h 103"/>
              <a:gd name="T6" fmla="*/ 2147483646 w 105"/>
              <a:gd name="T7" fmla="*/ 2147483646 h 103"/>
              <a:gd name="T8" fmla="*/ 2147483646 w 105"/>
              <a:gd name="T9" fmla="*/ 2147483646 h 103"/>
              <a:gd name="T10" fmla="*/ 2147483646 w 105"/>
              <a:gd name="T11" fmla="*/ 2147483646 h 103"/>
              <a:gd name="T12" fmla="*/ 2147483646 w 105"/>
              <a:gd name="T13" fmla="*/ 2147483646 h 103"/>
              <a:gd name="T14" fmla="*/ 2147483646 w 105"/>
              <a:gd name="T15" fmla="*/ 2147483646 h 103"/>
              <a:gd name="T16" fmla="*/ 2147483646 w 105"/>
              <a:gd name="T17" fmla="*/ 2147483646 h 103"/>
              <a:gd name="T18" fmla="*/ 2147483646 w 105"/>
              <a:gd name="T19" fmla="*/ 2147483646 h 103"/>
              <a:gd name="T20" fmla="*/ 0 w 105"/>
              <a:gd name="T21" fmla="*/ 2147483646 h 103"/>
              <a:gd name="T22" fmla="*/ 0 w 105"/>
              <a:gd name="T23" fmla="*/ 2147483646 h 103"/>
              <a:gd name="T24" fmla="*/ 2147483646 w 105"/>
              <a:gd name="T25" fmla="*/ 2147483646 h 103"/>
              <a:gd name="T26" fmla="*/ 2147483646 w 105"/>
              <a:gd name="T27" fmla="*/ 2147483646 h 103"/>
              <a:gd name="T28" fmla="*/ 2147483646 w 105"/>
              <a:gd name="T29" fmla="*/ 2147483646 h 103"/>
              <a:gd name="T30" fmla="*/ 2147483646 w 105"/>
              <a:gd name="T31" fmla="*/ 2147483646 h 103"/>
              <a:gd name="T32" fmla="*/ 2147483646 w 105"/>
              <a:gd name="T33" fmla="*/ 2147483646 h 103"/>
              <a:gd name="T34" fmla="*/ 2147483646 w 105"/>
              <a:gd name="T35" fmla="*/ 2147483646 h 103"/>
              <a:gd name="T36" fmla="*/ 2147483646 w 105"/>
              <a:gd name="T37" fmla="*/ 2147483646 h 103"/>
              <a:gd name="T38" fmla="*/ 2147483646 w 105"/>
              <a:gd name="T39" fmla="*/ 2147483646 h 103"/>
              <a:gd name="T40" fmla="*/ 2147483646 w 105"/>
              <a:gd name="T41" fmla="*/ 2147483646 h 103"/>
              <a:gd name="T42" fmla="*/ 2147483646 w 105"/>
              <a:gd name="T43" fmla="*/ 2147483646 h 103"/>
              <a:gd name="T44" fmla="*/ 2147483646 w 105"/>
              <a:gd name="T45" fmla="*/ 2147483646 h 103"/>
              <a:gd name="T46" fmla="*/ 2147483646 w 105"/>
              <a:gd name="T47" fmla="*/ 2147483646 h 103"/>
              <a:gd name="T48" fmla="*/ 2147483646 w 105"/>
              <a:gd name="T49" fmla="*/ 2147483646 h 103"/>
              <a:gd name="T50" fmla="*/ 2147483646 w 105"/>
              <a:gd name="T51" fmla="*/ 2147483646 h 103"/>
              <a:gd name="T52" fmla="*/ 2147483646 w 105"/>
              <a:gd name="T53" fmla="*/ 2147483646 h 103"/>
              <a:gd name="T54" fmla="*/ 2147483646 w 105"/>
              <a:gd name="T55" fmla="*/ 2147483646 h 103"/>
              <a:gd name="T56" fmla="*/ 2147483646 w 105"/>
              <a:gd name="T57" fmla="*/ 2147483646 h 103"/>
              <a:gd name="T58" fmla="*/ 2147483646 w 105"/>
              <a:gd name="T59" fmla="*/ 2147483646 h 103"/>
              <a:gd name="T60" fmla="*/ 2147483646 w 105"/>
              <a:gd name="T61" fmla="*/ 2147483646 h 103"/>
              <a:gd name="T62" fmla="*/ 2147483646 w 105"/>
              <a:gd name="T63" fmla="*/ 2147483646 h 103"/>
              <a:gd name="T64" fmla="*/ 2147483646 w 105"/>
              <a:gd name="T65" fmla="*/ 2147483646 h 103"/>
              <a:gd name="T66" fmla="*/ 2147483646 w 105"/>
              <a:gd name="T67" fmla="*/ 2147483646 h 103"/>
              <a:gd name="T68" fmla="*/ 2147483646 w 105"/>
              <a:gd name="T69" fmla="*/ 2147483646 h 103"/>
              <a:gd name="T70" fmla="*/ 2147483646 w 105"/>
              <a:gd name="T71" fmla="*/ 2147483646 h 103"/>
              <a:gd name="T72" fmla="*/ 2147483646 w 105"/>
              <a:gd name="T73" fmla="*/ 2147483646 h 103"/>
              <a:gd name="T74" fmla="*/ 2147483646 w 105"/>
              <a:gd name="T75" fmla="*/ 2147483646 h 103"/>
              <a:gd name="T76" fmla="*/ 2147483646 w 105"/>
              <a:gd name="T77" fmla="*/ 2147483646 h 103"/>
              <a:gd name="T78" fmla="*/ 2147483646 w 105"/>
              <a:gd name="T79" fmla="*/ 2147483646 h 103"/>
              <a:gd name="T80" fmla="*/ 2147483646 w 105"/>
              <a:gd name="T81" fmla="*/ 2147483646 h 103"/>
              <a:gd name="T82" fmla="*/ 2147483646 w 105"/>
              <a:gd name="T83" fmla="*/ 2147483646 h 103"/>
              <a:gd name="T84" fmla="*/ 2147483646 w 105"/>
              <a:gd name="T85" fmla="*/ 0 h 103"/>
              <a:gd name="T86" fmla="*/ 2147483646 w 105"/>
              <a:gd name="T87" fmla="*/ 0 h 10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5"/>
              <a:gd name="T133" fmla="*/ 0 h 103"/>
              <a:gd name="T134" fmla="*/ 105 w 105"/>
              <a:gd name="T135" fmla="*/ 103 h 103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5" h="103">
                <a:moveTo>
                  <a:pt x="52" y="0"/>
                </a:moveTo>
                <a:lnTo>
                  <a:pt x="51" y="0"/>
                </a:lnTo>
                <a:lnTo>
                  <a:pt x="48" y="0"/>
                </a:lnTo>
                <a:lnTo>
                  <a:pt x="45" y="0"/>
                </a:lnTo>
                <a:lnTo>
                  <a:pt x="42" y="0"/>
                </a:lnTo>
                <a:lnTo>
                  <a:pt x="39" y="1"/>
                </a:lnTo>
                <a:lnTo>
                  <a:pt x="38" y="1"/>
                </a:lnTo>
                <a:lnTo>
                  <a:pt x="35" y="2"/>
                </a:lnTo>
                <a:lnTo>
                  <a:pt x="32" y="4"/>
                </a:lnTo>
                <a:lnTo>
                  <a:pt x="30" y="4"/>
                </a:lnTo>
                <a:lnTo>
                  <a:pt x="28" y="5"/>
                </a:lnTo>
                <a:lnTo>
                  <a:pt x="26" y="7"/>
                </a:lnTo>
                <a:lnTo>
                  <a:pt x="23" y="8"/>
                </a:lnTo>
                <a:lnTo>
                  <a:pt x="22" y="10"/>
                </a:lnTo>
                <a:lnTo>
                  <a:pt x="19" y="11"/>
                </a:lnTo>
                <a:lnTo>
                  <a:pt x="17" y="13"/>
                </a:lnTo>
                <a:lnTo>
                  <a:pt x="16" y="14"/>
                </a:lnTo>
                <a:lnTo>
                  <a:pt x="15" y="17"/>
                </a:lnTo>
                <a:lnTo>
                  <a:pt x="12" y="18"/>
                </a:lnTo>
                <a:lnTo>
                  <a:pt x="10" y="20"/>
                </a:lnTo>
                <a:lnTo>
                  <a:pt x="9" y="23"/>
                </a:lnTo>
                <a:lnTo>
                  <a:pt x="7" y="24"/>
                </a:lnTo>
                <a:lnTo>
                  <a:pt x="7" y="27"/>
                </a:lnTo>
                <a:lnTo>
                  <a:pt x="6" y="28"/>
                </a:lnTo>
                <a:lnTo>
                  <a:pt x="5" y="31"/>
                </a:lnTo>
                <a:lnTo>
                  <a:pt x="3" y="33"/>
                </a:lnTo>
                <a:lnTo>
                  <a:pt x="3" y="36"/>
                </a:lnTo>
                <a:lnTo>
                  <a:pt x="2" y="38"/>
                </a:lnTo>
                <a:lnTo>
                  <a:pt x="2" y="41"/>
                </a:lnTo>
                <a:lnTo>
                  <a:pt x="2" y="43"/>
                </a:lnTo>
                <a:lnTo>
                  <a:pt x="0" y="46"/>
                </a:lnTo>
                <a:lnTo>
                  <a:pt x="0" y="49"/>
                </a:lnTo>
                <a:lnTo>
                  <a:pt x="0" y="51"/>
                </a:lnTo>
                <a:lnTo>
                  <a:pt x="0" y="54"/>
                </a:lnTo>
                <a:lnTo>
                  <a:pt x="0" y="57"/>
                </a:lnTo>
                <a:lnTo>
                  <a:pt x="2" y="59"/>
                </a:lnTo>
                <a:lnTo>
                  <a:pt x="2" y="61"/>
                </a:lnTo>
                <a:lnTo>
                  <a:pt x="2" y="64"/>
                </a:lnTo>
                <a:lnTo>
                  <a:pt x="3" y="67"/>
                </a:lnTo>
                <a:lnTo>
                  <a:pt x="3" y="69"/>
                </a:lnTo>
                <a:lnTo>
                  <a:pt x="5" y="72"/>
                </a:lnTo>
                <a:lnTo>
                  <a:pt x="6" y="74"/>
                </a:lnTo>
                <a:lnTo>
                  <a:pt x="7" y="76"/>
                </a:lnTo>
                <a:lnTo>
                  <a:pt x="7" y="79"/>
                </a:lnTo>
                <a:lnTo>
                  <a:pt x="9" y="80"/>
                </a:lnTo>
                <a:lnTo>
                  <a:pt x="10" y="83"/>
                </a:lnTo>
                <a:lnTo>
                  <a:pt x="12" y="85"/>
                </a:lnTo>
                <a:lnTo>
                  <a:pt x="15" y="86"/>
                </a:lnTo>
                <a:lnTo>
                  <a:pt x="16" y="89"/>
                </a:lnTo>
                <a:lnTo>
                  <a:pt x="17" y="90"/>
                </a:lnTo>
                <a:lnTo>
                  <a:pt x="19" y="92"/>
                </a:lnTo>
                <a:lnTo>
                  <a:pt x="22" y="93"/>
                </a:lnTo>
                <a:lnTo>
                  <a:pt x="23" y="95"/>
                </a:lnTo>
                <a:lnTo>
                  <a:pt x="26" y="96"/>
                </a:lnTo>
                <a:lnTo>
                  <a:pt x="28" y="97"/>
                </a:lnTo>
                <a:lnTo>
                  <a:pt x="30" y="99"/>
                </a:lnTo>
                <a:lnTo>
                  <a:pt x="32" y="99"/>
                </a:lnTo>
                <a:lnTo>
                  <a:pt x="35" y="100"/>
                </a:lnTo>
                <a:lnTo>
                  <a:pt x="38" y="102"/>
                </a:lnTo>
                <a:lnTo>
                  <a:pt x="39" y="102"/>
                </a:lnTo>
                <a:lnTo>
                  <a:pt x="42" y="102"/>
                </a:lnTo>
                <a:lnTo>
                  <a:pt x="45" y="103"/>
                </a:lnTo>
                <a:lnTo>
                  <a:pt x="48" y="103"/>
                </a:lnTo>
                <a:lnTo>
                  <a:pt x="51" y="103"/>
                </a:lnTo>
                <a:lnTo>
                  <a:pt x="52" y="103"/>
                </a:lnTo>
                <a:lnTo>
                  <a:pt x="55" y="103"/>
                </a:lnTo>
                <a:lnTo>
                  <a:pt x="58" y="103"/>
                </a:lnTo>
                <a:lnTo>
                  <a:pt x="61" y="103"/>
                </a:lnTo>
                <a:lnTo>
                  <a:pt x="64" y="102"/>
                </a:lnTo>
                <a:lnTo>
                  <a:pt x="65" y="102"/>
                </a:lnTo>
                <a:lnTo>
                  <a:pt x="68" y="102"/>
                </a:lnTo>
                <a:lnTo>
                  <a:pt x="71" y="100"/>
                </a:lnTo>
                <a:lnTo>
                  <a:pt x="72" y="99"/>
                </a:lnTo>
                <a:lnTo>
                  <a:pt x="75" y="99"/>
                </a:lnTo>
                <a:lnTo>
                  <a:pt x="78" y="97"/>
                </a:lnTo>
                <a:lnTo>
                  <a:pt x="79" y="96"/>
                </a:lnTo>
                <a:lnTo>
                  <a:pt x="82" y="95"/>
                </a:lnTo>
                <a:lnTo>
                  <a:pt x="84" y="93"/>
                </a:lnTo>
                <a:lnTo>
                  <a:pt x="85" y="92"/>
                </a:lnTo>
                <a:lnTo>
                  <a:pt x="88" y="90"/>
                </a:lnTo>
                <a:lnTo>
                  <a:pt x="90" y="89"/>
                </a:lnTo>
                <a:lnTo>
                  <a:pt x="91" y="86"/>
                </a:lnTo>
                <a:lnTo>
                  <a:pt x="92" y="85"/>
                </a:lnTo>
                <a:lnTo>
                  <a:pt x="94" y="83"/>
                </a:lnTo>
                <a:lnTo>
                  <a:pt x="95" y="80"/>
                </a:lnTo>
                <a:lnTo>
                  <a:pt x="97" y="79"/>
                </a:lnTo>
                <a:lnTo>
                  <a:pt x="98" y="76"/>
                </a:lnTo>
                <a:lnTo>
                  <a:pt x="100" y="74"/>
                </a:lnTo>
                <a:lnTo>
                  <a:pt x="101" y="72"/>
                </a:lnTo>
                <a:lnTo>
                  <a:pt x="101" y="69"/>
                </a:lnTo>
                <a:lnTo>
                  <a:pt x="102" y="67"/>
                </a:lnTo>
                <a:lnTo>
                  <a:pt x="102" y="64"/>
                </a:lnTo>
                <a:lnTo>
                  <a:pt x="104" y="61"/>
                </a:lnTo>
                <a:lnTo>
                  <a:pt x="104" y="59"/>
                </a:lnTo>
                <a:lnTo>
                  <a:pt x="104" y="57"/>
                </a:lnTo>
                <a:lnTo>
                  <a:pt x="105" y="54"/>
                </a:lnTo>
                <a:lnTo>
                  <a:pt x="105" y="51"/>
                </a:lnTo>
                <a:lnTo>
                  <a:pt x="105" y="49"/>
                </a:lnTo>
                <a:lnTo>
                  <a:pt x="104" y="46"/>
                </a:lnTo>
                <a:lnTo>
                  <a:pt x="104" y="43"/>
                </a:lnTo>
                <a:lnTo>
                  <a:pt x="104" y="41"/>
                </a:lnTo>
                <a:lnTo>
                  <a:pt x="102" y="38"/>
                </a:lnTo>
                <a:lnTo>
                  <a:pt x="102" y="36"/>
                </a:lnTo>
                <a:lnTo>
                  <a:pt x="101" y="33"/>
                </a:lnTo>
                <a:lnTo>
                  <a:pt x="101" y="31"/>
                </a:lnTo>
                <a:lnTo>
                  <a:pt x="100" y="28"/>
                </a:lnTo>
                <a:lnTo>
                  <a:pt x="98" y="27"/>
                </a:lnTo>
                <a:lnTo>
                  <a:pt x="97" y="24"/>
                </a:lnTo>
                <a:lnTo>
                  <a:pt x="95" y="23"/>
                </a:lnTo>
                <a:lnTo>
                  <a:pt x="94" y="20"/>
                </a:lnTo>
                <a:lnTo>
                  <a:pt x="92" y="18"/>
                </a:lnTo>
                <a:lnTo>
                  <a:pt x="91" y="17"/>
                </a:lnTo>
                <a:lnTo>
                  <a:pt x="90" y="14"/>
                </a:lnTo>
                <a:lnTo>
                  <a:pt x="88" y="13"/>
                </a:lnTo>
                <a:lnTo>
                  <a:pt x="85" y="11"/>
                </a:lnTo>
                <a:lnTo>
                  <a:pt x="84" y="10"/>
                </a:lnTo>
                <a:lnTo>
                  <a:pt x="82" y="8"/>
                </a:lnTo>
                <a:lnTo>
                  <a:pt x="79" y="7"/>
                </a:lnTo>
                <a:lnTo>
                  <a:pt x="78" y="5"/>
                </a:lnTo>
                <a:lnTo>
                  <a:pt x="75" y="4"/>
                </a:lnTo>
                <a:lnTo>
                  <a:pt x="72" y="4"/>
                </a:lnTo>
                <a:lnTo>
                  <a:pt x="71" y="2"/>
                </a:lnTo>
                <a:lnTo>
                  <a:pt x="68" y="1"/>
                </a:lnTo>
                <a:lnTo>
                  <a:pt x="65" y="1"/>
                </a:lnTo>
                <a:lnTo>
                  <a:pt x="64" y="0"/>
                </a:lnTo>
                <a:lnTo>
                  <a:pt x="61" y="0"/>
                </a:lnTo>
                <a:lnTo>
                  <a:pt x="58" y="0"/>
                </a:lnTo>
                <a:lnTo>
                  <a:pt x="55" y="0"/>
                </a:lnTo>
                <a:lnTo>
                  <a:pt x="52" y="0"/>
                </a:lnTo>
              </a:path>
            </a:pathLst>
          </a:cu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6561" name="Freeform 82">
            <a:extLst>
              <a:ext uri="{FF2B5EF4-FFF2-40B4-BE49-F238E27FC236}">
                <a16:creationId xmlns:a16="http://schemas.microsoft.com/office/drawing/2014/main" id="{727AC234-BD22-479A-930B-09BD23D9C6BA}"/>
              </a:ext>
            </a:extLst>
          </p:cNvPr>
          <p:cNvSpPr>
            <a:spLocks/>
          </p:cNvSpPr>
          <p:nvPr/>
        </p:nvSpPr>
        <p:spPr bwMode="auto">
          <a:xfrm>
            <a:off x="4999038" y="2857500"/>
            <a:ext cx="46037" cy="46037"/>
          </a:xfrm>
          <a:custGeom>
            <a:avLst/>
            <a:gdLst>
              <a:gd name="T0" fmla="*/ 2147483646 w 57"/>
              <a:gd name="T1" fmla="*/ 0 h 57"/>
              <a:gd name="T2" fmla="*/ 2147483646 w 57"/>
              <a:gd name="T3" fmla="*/ 0 h 57"/>
              <a:gd name="T4" fmla="*/ 2147483646 w 57"/>
              <a:gd name="T5" fmla="*/ 2147483646 h 57"/>
              <a:gd name="T6" fmla="*/ 2147483646 w 57"/>
              <a:gd name="T7" fmla="*/ 2147483646 h 57"/>
              <a:gd name="T8" fmla="*/ 2147483646 w 57"/>
              <a:gd name="T9" fmla="*/ 2147483646 h 57"/>
              <a:gd name="T10" fmla="*/ 2147483646 w 57"/>
              <a:gd name="T11" fmla="*/ 2147483646 h 57"/>
              <a:gd name="T12" fmla="*/ 2147483646 w 57"/>
              <a:gd name="T13" fmla="*/ 2147483646 h 57"/>
              <a:gd name="T14" fmla="*/ 2147483646 w 57"/>
              <a:gd name="T15" fmla="*/ 2147483646 h 57"/>
              <a:gd name="T16" fmla="*/ 2147483646 w 57"/>
              <a:gd name="T17" fmla="*/ 2147483646 h 57"/>
              <a:gd name="T18" fmla="*/ 2147483646 w 57"/>
              <a:gd name="T19" fmla="*/ 2147483646 h 57"/>
              <a:gd name="T20" fmla="*/ 0 w 57"/>
              <a:gd name="T21" fmla="*/ 2147483646 h 57"/>
              <a:gd name="T22" fmla="*/ 0 w 57"/>
              <a:gd name="T23" fmla="*/ 2147483646 h 57"/>
              <a:gd name="T24" fmla="*/ 2147483646 w 57"/>
              <a:gd name="T25" fmla="*/ 2147483646 h 57"/>
              <a:gd name="T26" fmla="*/ 2147483646 w 57"/>
              <a:gd name="T27" fmla="*/ 2147483646 h 57"/>
              <a:gd name="T28" fmla="*/ 2147483646 w 57"/>
              <a:gd name="T29" fmla="*/ 2147483646 h 57"/>
              <a:gd name="T30" fmla="*/ 2147483646 w 57"/>
              <a:gd name="T31" fmla="*/ 2147483646 h 57"/>
              <a:gd name="T32" fmla="*/ 2147483646 w 57"/>
              <a:gd name="T33" fmla="*/ 2147483646 h 57"/>
              <a:gd name="T34" fmla="*/ 2147483646 w 57"/>
              <a:gd name="T35" fmla="*/ 2147483646 h 57"/>
              <a:gd name="T36" fmla="*/ 2147483646 w 57"/>
              <a:gd name="T37" fmla="*/ 2147483646 h 57"/>
              <a:gd name="T38" fmla="*/ 2147483646 w 57"/>
              <a:gd name="T39" fmla="*/ 2147483646 h 57"/>
              <a:gd name="T40" fmla="*/ 2147483646 w 57"/>
              <a:gd name="T41" fmla="*/ 2147483646 h 57"/>
              <a:gd name="T42" fmla="*/ 2147483646 w 57"/>
              <a:gd name="T43" fmla="*/ 2147483646 h 57"/>
              <a:gd name="T44" fmla="*/ 2147483646 w 57"/>
              <a:gd name="T45" fmla="*/ 2147483646 h 57"/>
              <a:gd name="T46" fmla="*/ 2147483646 w 57"/>
              <a:gd name="T47" fmla="*/ 2147483646 h 57"/>
              <a:gd name="T48" fmla="*/ 2147483646 w 57"/>
              <a:gd name="T49" fmla="*/ 2147483646 h 57"/>
              <a:gd name="T50" fmla="*/ 2147483646 w 57"/>
              <a:gd name="T51" fmla="*/ 2147483646 h 57"/>
              <a:gd name="T52" fmla="*/ 2147483646 w 57"/>
              <a:gd name="T53" fmla="*/ 2147483646 h 57"/>
              <a:gd name="T54" fmla="*/ 2147483646 w 57"/>
              <a:gd name="T55" fmla="*/ 2147483646 h 57"/>
              <a:gd name="T56" fmla="*/ 2147483646 w 57"/>
              <a:gd name="T57" fmla="*/ 2147483646 h 57"/>
              <a:gd name="T58" fmla="*/ 2147483646 w 57"/>
              <a:gd name="T59" fmla="*/ 2147483646 h 57"/>
              <a:gd name="T60" fmla="*/ 2147483646 w 57"/>
              <a:gd name="T61" fmla="*/ 2147483646 h 57"/>
              <a:gd name="T62" fmla="*/ 2147483646 w 57"/>
              <a:gd name="T63" fmla="*/ 2147483646 h 57"/>
              <a:gd name="T64" fmla="*/ 2147483646 w 57"/>
              <a:gd name="T65" fmla="*/ 2147483646 h 57"/>
              <a:gd name="T66" fmla="*/ 2147483646 w 57"/>
              <a:gd name="T67" fmla="*/ 2147483646 h 57"/>
              <a:gd name="T68" fmla="*/ 2147483646 w 57"/>
              <a:gd name="T69" fmla="*/ 2147483646 h 57"/>
              <a:gd name="T70" fmla="*/ 2147483646 w 57"/>
              <a:gd name="T71" fmla="*/ 2147483646 h 57"/>
              <a:gd name="T72" fmla="*/ 2147483646 w 57"/>
              <a:gd name="T73" fmla="*/ 2147483646 h 57"/>
              <a:gd name="T74" fmla="*/ 2147483646 w 57"/>
              <a:gd name="T75" fmla="*/ 2147483646 h 57"/>
              <a:gd name="T76" fmla="*/ 2147483646 w 57"/>
              <a:gd name="T77" fmla="*/ 2147483646 h 57"/>
              <a:gd name="T78" fmla="*/ 2147483646 w 57"/>
              <a:gd name="T79" fmla="*/ 2147483646 h 57"/>
              <a:gd name="T80" fmla="*/ 2147483646 w 57"/>
              <a:gd name="T81" fmla="*/ 2147483646 h 57"/>
              <a:gd name="T82" fmla="*/ 2147483646 w 57"/>
              <a:gd name="T83" fmla="*/ 2147483646 h 57"/>
              <a:gd name="T84" fmla="*/ 2147483646 w 57"/>
              <a:gd name="T85" fmla="*/ 0 h 57"/>
              <a:gd name="T86" fmla="*/ 2147483646 w 57"/>
              <a:gd name="T87" fmla="*/ 0 h 57"/>
              <a:gd name="T88" fmla="*/ 2147483646 w 57"/>
              <a:gd name="T89" fmla="*/ 2147483646 h 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7"/>
              <a:gd name="T136" fmla="*/ 0 h 57"/>
              <a:gd name="T137" fmla="*/ 57 w 57"/>
              <a:gd name="T138" fmla="*/ 57 h 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7" h="57">
                <a:moveTo>
                  <a:pt x="28" y="28"/>
                </a:move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4" y="0"/>
                </a:lnTo>
                <a:lnTo>
                  <a:pt x="23" y="0"/>
                </a:lnTo>
                <a:lnTo>
                  <a:pt x="21" y="0"/>
                </a:lnTo>
                <a:lnTo>
                  <a:pt x="20" y="1"/>
                </a:lnTo>
                <a:lnTo>
                  <a:pt x="18" y="1"/>
                </a:lnTo>
                <a:lnTo>
                  <a:pt x="17" y="3"/>
                </a:lnTo>
                <a:lnTo>
                  <a:pt x="15" y="3"/>
                </a:lnTo>
                <a:lnTo>
                  <a:pt x="14" y="4"/>
                </a:lnTo>
                <a:lnTo>
                  <a:pt x="13" y="4"/>
                </a:lnTo>
                <a:lnTo>
                  <a:pt x="11" y="5"/>
                </a:lnTo>
                <a:lnTo>
                  <a:pt x="10" y="7"/>
                </a:lnTo>
                <a:lnTo>
                  <a:pt x="8" y="8"/>
                </a:lnTo>
                <a:lnTo>
                  <a:pt x="7" y="8"/>
                </a:lnTo>
                <a:lnTo>
                  <a:pt x="7" y="10"/>
                </a:lnTo>
                <a:lnTo>
                  <a:pt x="5" y="11"/>
                </a:lnTo>
                <a:lnTo>
                  <a:pt x="5" y="13"/>
                </a:lnTo>
                <a:lnTo>
                  <a:pt x="4" y="13"/>
                </a:lnTo>
                <a:lnTo>
                  <a:pt x="4" y="14"/>
                </a:lnTo>
                <a:lnTo>
                  <a:pt x="2" y="15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3"/>
                </a:lnTo>
                <a:lnTo>
                  <a:pt x="1" y="24"/>
                </a:lnTo>
                <a:lnTo>
                  <a:pt x="0" y="26"/>
                </a:lnTo>
                <a:lnTo>
                  <a:pt x="0" y="27"/>
                </a:lnTo>
                <a:lnTo>
                  <a:pt x="0" y="28"/>
                </a:lnTo>
                <a:lnTo>
                  <a:pt x="0" y="30"/>
                </a:lnTo>
                <a:lnTo>
                  <a:pt x="0" y="31"/>
                </a:lnTo>
                <a:lnTo>
                  <a:pt x="1" y="33"/>
                </a:lnTo>
                <a:lnTo>
                  <a:pt x="1" y="34"/>
                </a:lnTo>
                <a:lnTo>
                  <a:pt x="1" y="36"/>
                </a:lnTo>
                <a:lnTo>
                  <a:pt x="1" y="37"/>
                </a:lnTo>
                <a:lnTo>
                  <a:pt x="2" y="39"/>
                </a:lnTo>
                <a:lnTo>
                  <a:pt x="2" y="40"/>
                </a:lnTo>
                <a:lnTo>
                  <a:pt x="2" y="41"/>
                </a:lnTo>
                <a:lnTo>
                  <a:pt x="4" y="41"/>
                </a:lnTo>
                <a:lnTo>
                  <a:pt x="4" y="43"/>
                </a:lnTo>
                <a:lnTo>
                  <a:pt x="5" y="44"/>
                </a:lnTo>
                <a:lnTo>
                  <a:pt x="5" y="46"/>
                </a:lnTo>
                <a:lnTo>
                  <a:pt x="7" y="47"/>
                </a:lnTo>
                <a:lnTo>
                  <a:pt x="8" y="49"/>
                </a:lnTo>
                <a:lnTo>
                  <a:pt x="10" y="50"/>
                </a:lnTo>
                <a:lnTo>
                  <a:pt x="11" y="50"/>
                </a:lnTo>
                <a:lnTo>
                  <a:pt x="11" y="51"/>
                </a:lnTo>
                <a:lnTo>
                  <a:pt x="13" y="51"/>
                </a:lnTo>
                <a:lnTo>
                  <a:pt x="14" y="53"/>
                </a:lnTo>
                <a:lnTo>
                  <a:pt x="15" y="53"/>
                </a:lnTo>
                <a:lnTo>
                  <a:pt x="17" y="54"/>
                </a:lnTo>
                <a:lnTo>
                  <a:pt x="18" y="54"/>
                </a:lnTo>
                <a:lnTo>
                  <a:pt x="18" y="56"/>
                </a:lnTo>
                <a:lnTo>
                  <a:pt x="20" y="56"/>
                </a:lnTo>
                <a:lnTo>
                  <a:pt x="21" y="56"/>
                </a:lnTo>
                <a:lnTo>
                  <a:pt x="23" y="56"/>
                </a:lnTo>
                <a:lnTo>
                  <a:pt x="24" y="57"/>
                </a:lnTo>
                <a:lnTo>
                  <a:pt x="26" y="57"/>
                </a:lnTo>
                <a:lnTo>
                  <a:pt x="27" y="57"/>
                </a:lnTo>
                <a:lnTo>
                  <a:pt x="28" y="57"/>
                </a:lnTo>
                <a:lnTo>
                  <a:pt x="30" y="57"/>
                </a:lnTo>
                <a:lnTo>
                  <a:pt x="31" y="57"/>
                </a:lnTo>
                <a:lnTo>
                  <a:pt x="33" y="57"/>
                </a:lnTo>
                <a:lnTo>
                  <a:pt x="34" y="56"/>
                </a:lnTo>
                <a:lnTo>
                  <a:pt x="36" y="56"/>
                </a:lnTo>
                <a:lnTo>
                  <a:pt x="37" y="56"/>
                </a:lnTo>
                <a:lnTo>
                  <a:pt x="38" y="56"/>
                </a:lnTo>
                <a:lnTo>
                  <a:pt x="40" y="54"/>
                </a:lnTo>
                <a:lnTo>
                  <a:pt x="41" y="54"/>
                </a:lnTo>
                <a:lnTo>
                  <a:pt x="43" y="53"/>
                </a:lnTo>
                <a:lnTo>
                  <a:pt x="44" y="53"/>
                </a:lnTo>
                <a:lnTo>
                  <a:pt x="44" y="51"/>
                </a:lnTo>
                <a:lnTo>
                  <a:pt x="46" y="51"/>
                </a:lnTo>
                <a:lnTo>
                  <a:pt x="47" y="50"/>
                </a:lnTo>
                <a:lnTo>
                  <a:pt x="49" y="50"/>
                </a:lnTo>
                <a:lnTo>
                  <a:pt x="49" y="49"/>
                </a:lnTo>
                <a:lnTo>
                  <a:pt x="50" y="47"/>
                </a:lnTo>
                <a:lnTo>
                  <a:pt x="51" y="47"/>
                </a:lnTo>
                <a:lnTo>
                  <a:pt x="51" y="46"/>
                </a:lnTo>
                <a:lnTo>
                  <a:pt x="53" y="44"/>
                </a:lnTo>
                <a:lnTo>
                  <a:pt x="53" y="43"/>
                </a:lnTo>
                <a:lnTo>
                  <a:pt x="54" y="41"/>
                </a:lnTo>
                <a:lnTo>
                  <a:pt x="56" y="40"/>
                </a:lnTo>
                <a:lnTo>
                  <a:pt x="56" y="39"/>
                </a:lnTo>
                <a:lnTo>
                  <a:pt x="56" y="37"/>
                </a:lnTo>
                <a:lnTo>
                  <a:pt x="57" y="36"/>
                </a:lnTo>
                <a:lnTo>
                  <a:pt x="57" y="34"/>
                </a:lnTo>
                <a:lnTo>
                  <a:pt x="57" y="33"/>
                </a:lnTo>
                <a:lnTo>
                  <a:pt x="57" y="31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7" y="26"/>
                </a:lnTo>
                <a:lnTo>
                  <a:pt x="57" y="24"/>
                </a:lnTo>
                <a:lnTo>
                  <a:pt x="57" y="23"/>
                </a:lnTo>
                <a:lnTo>
                  <a:pt x="57" y="21"/>
                </a:lnTo>
                <a:lnTo>
                  <a:pt x="56" y="20"/>
                </a:lnTo>
                <a:lnTo>
                  <a:pt x="56" y="18"/>
                </a:lnTo>
                <a:lnTo>
                  <a:pt x="56" y="17"/>
                </a:lnTo>
                <a:lnTo>
                  <a:pt x="54" y="15"/>
                </a:lnTo>
                <a:lnTo>
                  <a:pt x="54" y="14"/>
                </a:lnTo>
                <a:lnTo>
                  <a:pt x="53" y="13"/>
                </a:lnTo>
                <a:lnTo>
                  <a:pt x="51" y="11"/>
                </a:lnTo>
                <a:lnTo>
                  <a:pt x="51" y="10"/>
                </a:lnTo>
                <a:lnTo>
                  <a:pt x="50" y="8"/>
                </a:lnTo>
                <a:lnTo>
                  <a:pt x="49" y="8"/>
                </a:lnTo>
                <a:lnTo>
                  <a:pt x="49" y="7"/>
                </a:lnTo>
                <a:lnTo>
                  <a:pt x="47" y="5"/>
                </a:lnTo>
                <a:lnTo>
                  <a:pt x="46" y="5"/>
                </a:lnTo>
                <a:lnTo>
                  <a:pt x="44" y="4"/>
                </a:lnTo>
                <a:lnTo>
                  <a:pt x="43" y="3"/>
                </a:lnTo>
                <a:lnTo>
                  <a:pt x="41" y="3"/>
                </a:lnTo>
                <a:lnTo>
                  <a:pt x="40" y="1"/>
                </a:lnTo>
                <a:lnTo>
                  <a:pt x="38" y="1"/>
                </a:lnTo>
                <a:lnTo>
                  <a:pt x="37" y="1"/>
                </a:lnTo>
                <a:lnTo>
                  <a:pt x="36" y="0"/>
                </a:lnTo>
                <a:lnTo>
                  <a:pt x="34" y="0"/>
                </a:ln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8" y="0"/>
                </a:lnTo>
                <a:lnTo>
                  <a:pt x="28" y="28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6562" name="Freeform 83">
            <a:extLst>
              <a:ext uri="{FF2B5EF4-FFF2-40B4-BE49-F238E27FC236}">
                <a16:creationId xmlns:a16="http://schemas.microsoft.com/office/drawing/2014/main" id="{63FE01EF-8D24-4D01-8DA7-FA7BC3BE8B2C}"/>
              </a:ext>
            </a:extLst>
          </p:cNvPr>
          <p:cNvSpPr>
            <a:spLocks/>
          </p:cNvSpPr>
          <p:nvPr/>
        </p:nvSpPr>
        <p:spPr bwMode="auto">
          <a:xfrm>
            <a:off x="4984750" y="2867025"/>
            <a:ext cx="55563" cy="53975"/>
          </a:xfrm>
          <a:custGeom>
            <a:avLst/>
            <a:gdLst>
              <a:gd name="T0" fmla="*/ 2147483646 w 71"/>
              <a:gd name="T1" fmla="*/ 0 h 69"/>
              <a:gd name="T2" fmla="*/ 2147483646 w 71"/>
              <a:gd name="T3" fmla="*/ 0 h 69"/>
              <a:gd name="T4" fmla="*/ 2147483646 w 71"/>
              <a:gd name="T5" fmla="*/ 2147483646 h 69"/>
              <a:gd name="T6" fmla="*/ 2147483646 w 71"/>
              <a:gd name="T7" fmla="*/ 2147483646 h 69"/>
              <a:gd name="T8" fmla="*/ 2147483646 w 71"/>
              <a:gd name="T9" fmla="*/ 2147483646 h 69"/>
              <a:gd name="T10" fmla="*/ 2147483646 w 71"/>
              <a:gd name="T11" fmla="*/ 2147483646 h 69"/>
              <a:gd name="T12" fmla="*/ 2147483646 w 71"/>
              <a:gd name="T13" fmla="*/ 2147483646 h 69"/>
              <a:gd name="T14" fmla="*/ 2147483646 w 71"/>
              <a:gd name="T15" fmla="*/ 2147483646 h 69"/>
              <a:gd name="T16" fmla="*/ 2147483646 w 71"/>
              <a:gd name="T17" fmla="*/ 2147483646 h 69"/>
              <a:gd name="T18" fmla="*/ 0 w 71"/>
              <a:gd name="T19" fmla="*/ 2147483646 h 69"/>
              <a:gd name="T20" fmla="*/ 0 w 71"/>
              <a:gd name="T21" fmla="*/ 2147483646 h 69"/>
              <a:gd name="T22" fmla="*/ 0 w 71"/>
              <a:gd name="T23" fmla="*/ 2147483646 h 69"/>
              <a:gd name="T24" fmla="*/ 2147483646 w 71"/>
              <a:gd name="T25" fmla="*/ 2147483646 h 69"/>
              <a:gd name="T26" fmla="*/ 2147483646 w 71"/>
              <a:gd name="T27" fmla="*/ 2147483646 h 69"/>
              <a:gd name="T28" fmla="*/ 2147483646 w 71"/>
              <a:gd name="T29" fmla="*/ 2147483646 h 69"/>
              <a:gd name="T30" fmla="*/ 2147483646 w 71"/>
              <a:gd name="T31" fmla="*/ 2147483646 h 69"/>
              <a:gd name="T32" fmla="*/ 2147483646 w 71"/>
              <a:gd name="T33" fmla="*/ 2147483646 h 69"/>
              <a:gd name="T34" fmla="*/ 2147483646 w 71"/>
              <a:gd name="T35" fmla="*/ 2147483646 h 69"/>
              <a:gd name="T36" fmla="*/ 2147483646 w 71"/>
              <a:gd name="T37" fmla="*/ 2147483646 h 69"/>
              <a:gd name="T38" fmla="*/ 2147483646 w 71"/>
              <a:gd name="T39" fmla="*/ 2147483646 h 69"/>
              <a:gd name="T40" fmla="*/ 2147483646 w 71"/>
              <a:gd name="T41" fmla="*/ 2147483646 h 69"/>
              <a:gd name="T42" fmla="*/ 2147483646 w 71"/>
              <a:gd name="T43" fmla="*/ 2147483646 h 69"/>
              <a:gd name="T44" fmla="*/ 2147483646 w 71"/>
              <a:gd name="T45" fmla="*/ 2147483646 h 69"/>
              <a:gd name="T46" fmla="*/ 2147483646 w 71"/>
              <a:gd name="T47" fmla="*/ 2147483646 h 69"/>
              <a:gd name="T48" fmla="*/ 2147483646 w 71"/>
              <a:gd name="T49" fmla="*/ 2147483646 h 69"/>
              <a:gd name="T50" fmla="*/ 2147483646 w 71"/>
              <a:gd name="T51" fmla="*/ 2147483646 h 69"/>
              <a:gd name="T52" fmla="*/ 2147483646 w 71"/>
              <a:gd name="T53" fmla="*/ 2147483646 h 69"/>
              <a:gd name="T54" fmla="*/ 2147483646 w 71"/>
              <a:gd name="T55" fmla="*/ 2147483646 h 69"/>
              <a:gd name="T56" fmla="*/ 2147483646 w 71"/>
              <a:gd name="T57" fmla="*/ 2147483646 h 69"/>
              <a:gd name="T58" fmla="*/ 2147483646 w 71"/>
              <a:gd name="T59" fmla="*/ 2147483646 h 69"/>
              <a:gd name="T60" fmla="*/ 2147483646 w 71"/>
              <a:gd name="T61" fmla="*/ 2147483646 h 69"/>
              <a:gd name="T62" fmla="*/ 2147483646 w 71"/>
              <a:gd name="T63" fmla="*/ 2147483646 h 69"/>
              <a:gd name="T64" fmla="*/ 2147483646 w 71"/>
              <a:gd name="T65" fmla="*/ 2147483646 h 69"/>
              <a:gd name="T66" fmla="*/ 2147483646 w 71"/>
              <a:gd name="T67" fmla="*/ 2147483646 h 69"/>
              <a:gd name="T68" fmla="*/ 2147483646 w 71"/>
              <a:gd name="T69" fmla="*/ 2147483646 h 69"/>
              <a:gd name="T70" fmla="*/ 2147483646 w 71"/>
              <a:gd name="T71" fmla="*/ 2147483646 h 69"/>
              <a:gd name="T72" fmla="*/ 2147483646 w 71"/>
              <a:gd name="T73" fmla="*/ 2147483646 h 69"/>
              <a:gd name="T74" fmla="*/ 2147483646 w 71"/>
              <a:gd name="T75" fmla="*/ 2147483646 h 69"/>
              <a:gd name="T76" fmla="*/ 2147483646 w 71"/>
              <a:gd name="T77" fmla="*/ 2147483646 h 69"/>
              <a:gd name="T78" fmla="*/ 2147483646 w 71"/>
              <a:gd name="T79" fmla="*/ 2147483646 h 69"/>
              <a:gd name="T80" fmla="*/ 2147483646 w 71"/>
              <a:gd name="T81" fmla="*/ 2147483646 h 69"/>
              <a:gd name="T82" fmla="*/ 2147483646 w 71"/>
              <a:gd name="T83" fmla="*/ 2147483646 h 69"/>
              <a:gd name="T84" fmla="*/ 2147483646 w 71"/>
              <a:gd name="T85" fmla="*/ 0 h 69"/>
              <a:gd name="T86" fmla="*/ 2147483646 w 71"/>
              <a:gd name="T87" fmla="*/ 0 h 6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1"/>
              <a:gd name="T133" fmla="*/ 0 h 69"/>
              <a:gd name="T134" fmla="*/ 71 w 71"/>
              <a:gd name="T135" fmla="*/ 69 h 6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1" h="69">
                <a:moveTo>
                  <a:pt x="35" y="0"/>
                </a:move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29" y="0"/>
                </a:lnTo>
                <a:lnTo>
                  <a:pt x="26" y="0"/>
                </a:lnTo>
                <a:lnTo>
                  <a:pt x="25" y="2"/>
                </a:lnTo>
                <a:lnTo>
                  <a:pt x="23" y="2"/>
                </a:lnTo>
                <a:lnTo>
                  <a:pt x="22" y="3"/>
                </a:lnTo>
                <a:lnTo>
                  <a:pt x="20" y="3"/>
                </a:lnTo>
                <a:lnTo>
                  <a:pt x="19" y="4"/>
                </a:lnTo>
                <a:lnTo>
                  <a:pt x="18" y="4"/>
                </a:lnTo>
                <a:lnTo>
                  <a:pt x="16" y="6"/>
                </a:lnTo>
                <a:lnTo>
                  <a:pt x="15" y="6"/>
                </a:lnTo>
                <a:lnTo>
                  <a:pt x="13" y="7"/>
                </a:lnTo>
                <a:lnTo>
                  <a:pt x="12" y="9"/>
                </a:lnTo>
                <a:lnTo>
                  <a:pt x="10" y="10"/>
                </a:lnTo>
                <a:lnTo>
                  <a:pt x="9" y="12"/>
                </a:lnTo>
                <a:lnTo>
                  <a:pt x="9" y="13"/>
                </a:lnTo>
                <a:lnTo>
                  <a:pt x="7" y="13"/>
                </a:lnTo>
                <a:lnTo>
                  <a:pt x="6" y="15"/>
                </a:lnTo>
                <a:lnTo>
                  <a:pt x="6" y="16"/>
                </a:lnTo>
                <a:lnTo>
                  <a:pt x="5" y="17"/>
                </a:lnTo>
                <a:lnTo>
                  <a:pt x="3" y="19"/>
                </a:lnTo>
                <a:lnTo>
                  <a:pt x="3" y="22"/>
                </a:lnTo>
                <a:lnTo>
                  <a:pt x="3" y="23"/>
                </a:lnTo>
                <a:lnTo>
                  <a:pt x="2" y="25"/>
                </a:lnTo>
                <a:lnTo>
                  <a:pt x="2" y="26"/>
                </a:lnTo>
                <a:lnTo>
                  <a:pt x="2" y="28"/>
                </a:lnTo>
                <a:lnTo>
                  <a:pt x="0" y="29"/>
                </a:lnTo>
                <a:lnTo>
                  <a:pt x="0" y="32"/>
                </a:lnTo>
                <a:lnTo>
                  <a:pt x="0" y="33"/>
                </a:lnTo>
                <a:lnTo>
                  <a:pt x="0" y="35"/>
                </a:lnTo>
                <a:lnTo>
                  <a:pt x="0" y="36"/>
                </a:lnTo>
                <a:lnTo>
                  <a:pt x="0" y="39"/>
                </a:lnTo>
                <a:lnTo>
                  <a:pt x="0" y="40"/>
                </a:lnTo>
                <a:lnTo>
                  <a:pt x="2" y="42"/>
                </a:lnTo>
                <a:lnTo>
                  <a:pt x="2" y="43"/>
                </a:lnTo>
                <a:lnTo>
                  <a:pt x="2" y="45"/>
                </a:lnTo>
                <a:lnTo>
                  <a:pt x="3" y="46"/>
                </a:lnTo>
                <a:lnTo>
                  <a:pt x="3" y="49"/>
                </a:lnTo>
                <a:lnTo>
                  <a:pt x="3" y="51"/>
                </a:lnTo>
                <a:lnTo>
                  <a:pt x="5" y="52"/>
                </a:lnTo>
                <a:lnTo>
                  <a:pt x="6" y="53"/>
                </a:lnTo>
                <a:lnTo>
                  <a:pt x="6" y="55"/>
                </a:lnTo>
                <a:lnTo>
                  <a:pt x="7" y="56"/>
                </a:lnTo>
                <a:lnTo>
                  <a:pt x="9" y="58"/>
                </a:lnTo>
                <a:lnTo>
                  <a:pt x="10" y="59"/>
                </a:lnTo>
                <a:lnTo>
                  <a:pt x="12" y="61"/>
                </a:lnTo>
                <a:lnTo>
                  <a:pt x="13" y="62"/>
                </a:lnTo>
                <a:lnTo>
                  <a:pt x="15" y="63"/>
                </a:lnTo>
                <a:lnTo>
                  <a:pt x="16" y="63"/>
                </a:lnTo>
                <a:lnTo>
                  <a:pt x="18" y="65"/>
                </a:lnTo>
                <a:lnTo>
                  <a:pt x="19" y="65"/>
                </a:lnTo>
                <a:lnTo>
                  <a:pt x="20" y="66"/>
                </a:lnTo>
                <a:lnTo>
                  <a:pt x="22" y="68"/>
                </a:lnTo>
                <a:lnTo>
                  <a:pt x="23" y="68"/>
                </a:lnTo>
                <a:lnTo>
                  <a:pt x="25" y="68"/>
                </a:lnTo>
                <a:lnTo>
                  <a:pt x="26" y="69"/>
                </a:lnTo>
                <a:lnTo>
                  <a:pt x="29" y="69"/>
                </a:lnTo>
                <a:lnTo>
                  <a:pt x="31" y="69"/>
                </a:lnTo>
                <a:lnTo>
                  <a:pt x="32" y="69"/>
                </a:lnTo>
                <a:lnTo>
                  <a:pt x="33" y="69"/>
                </a:lnTo>
                <a:lnTo>
                  <a:pt x="35" y="69"/>
                </a:lnTo>
                <a:lnTo>
                  <a:pt x="38" y="69"/>
                </a:lnTo>
                <a:lnTo>
                  <a:pt x="39" y="69"/>
                </a:lnTo>
                <a:lnTo>
                  <a:pt x="41" y="69"/>
                </a:lnTo>
                <a:lnTo>
                  <a:pt x="42" y="69"/>
                </a:lnTo>
                <a:lnTo>
                  <a:pt x="45" y="69"/>
                </a:lnTo>
                <a:lnTo>
                  <a:pt x="46" y="68"/>
                </a:lnTo>
                <a:lnTo>
                  <a:pt x="48" y="68"/>
                </a:lnTo>
                <a:lnTo>
                  <a:pt x="49" y="68"/>
                </a:lnTo>
                <a:lnTo>
                  <a:pt x="51" y="66"/>
                </a:lnTo>
                <a:lnTo>
                  <a:pt x="52" y="65"/>
                </a:lnTo>
                <a:lnTo>
                  <a:pt x="54" y="65"/>
                </a:lnTo>
                <a:lnTo>
                  <a:pt x="55" y="63"/>
                </a:lnTo>
                <a:lnTo>
                  <a:pt x="56" y="63"/>
                </a:lnTo>
                <a:lnTo>
                  <a:pt x="58" y="62"/>
                </a:lnTo>
                <a:lnTo>
                  <a:pt x="59" y="61"/>
                </a:lnTo>
                <a:lnTo>
                  <a:pt x="61" y="59"/>
                </a:lnTo>
                <a:lnTo>
                  <a:pt x="62" y="58"/>
                </a:lnTo>
                <a:lnTo>
                  <a:pt x="64" y="56"/>
                </a:lnTo>
                <a:lnTo>
                  <a:pt x="65" y="55"/>
                </a:lnTo>
                <a:lnTo>
                  <a:pt x="65" y="53"/>
                </a:lnTo>
                <a:lnTo>
                  <a:pt x="67" y="52"/>
                </a:lnTo>
                <a:lnTo>
                  <a:pt x="67" y="51"/>
                </a:lnTo>
                <a:lnTo>
                  <a:pt x="68" y="49"/>
                </a:lnTo>
                <a:lnTo>
                  <a:pt x="68" y="46"/>
                </a:lnTo>
                <a:lnTo>
                  <a:pt x="69" y="45"/>
                </a:lnTo>
                <a:lnTo>
                  <a:pt x="69" y="43"/>
                </a:lnTo>
                <a:lnTo>
                  <a:pt x="69" y="42"/>
                </a:lnTo>
                <a:lnTo>
                  <a:pt x="71" y="40"/>
                </a:lnTo>
                <a:lnTo>
                  <a:pt x="71" y="39"/>
                </a:lnTo>
                <a:lnTo>
                  <a:pt x="71" y="36"/>
                </a:lnTo>
                <a:lnTo>
                  <a:pt x="71" y="35"/>
                </a:lnTo>
                <a:lnTo>
                  <a:pt x="71" y="33"/>
                </a:lnTo>
                <a:lnTo>
                  <a:pt x="71" y="32"/>
                </a:lnTo>
                <a:lnTo>
                  <a:pt x="71" y="29"/>
                </a:lnTo>
                <a:lnTo>
                  <a:pt x="69" y="28"/>
                </a:lnTo>
                <a:lnTo>
                  <a:pt x="69" y="26"/>
                </a:lnTo>
                <a:lnTo>
                  <a:pt x="69" y="25"/>
                </a:lnTo>
                <a:lnTo>
                  <a:pt x="68" y="23"/>
                </a:lnTo>
                <a:lnTo>
                  <a:pt x="68" y="22"/>
                </a:lnTo>
                <a:lnTo>
                  <a:pt x="67" y="19"/>
                </a:lnTo>
                <a:lnTo>
                  <a:pt x="67" y="17"/>
                </a:lnTo>
                <a:lnTo>
                  <a:pt x="65" y="16"/>
                </a:lnTo>
                <a:lnTo>
                  <a:pt x="65" y="15"/>
                </a:lnTo>
                <a:lnTo>
                  <a:pt x="64" y="13"/>
                </a:lnTo>
                <a:lnTo>
                  <a:pt x="62" y="13"/>
                </a:lnTo>
                <a:lnTo>
                  <a:pt x="62" y="12"/>
                </a:lnTo>
                <a:lnTo>
                  <a:pt x="61" y="10"/>
                </a:lnTo>
                <a:lnTo>
                  <a:pt x="59" y="9"/>
                </a:lnTo>
                <a:lnTo>
                  <a:pt x="58" y="7"/>
                </a:lnTo>
                <a:lnTo>
                  <a:pt x="56" y="6"/>
                </a:lnTo>
                <a:lnTo>
                  <a:pt x="55" y="6"/>
                </a:lnTo>
                <a:lnTo>
                  <a:pt x="54" y="4"/>
                </a:lnTo>
                <a:lnTo>
                  <a:pt x="52" y="4"/>
                </a:lnTo>
                <a:lnTo>
                  <a:pt x="51" y="3"/>
                </a:lnTo>
                <a:lnTo>
                  <a:pt x="49" y="3"/>
                </a:lnTo>
                <a:lnTo>
                  <a:pt x="48" y="2"/>
                </a:lnTo>
                <a:lnTo>
                  <a:pt x="46" y="2"/>
                </a:lnTo>
                <a:lnTo>
                  <a:pt x="45" y="0"/>
                </a:lnTo>
                <a:lnTo>
                  <a:pt x="42" y="0"/>
                </a:lnTo>
                <a:lnTo>
                  <a:pt x="41" y="0"/>
                </a:lnTo>
                <a:lnTo>
                  <a:pt x="39" y="0"/>
                </a:lnTo>
                <a:lnTo>
                  <a:pt x="38" y="0"/>
                </a:lnTo>
                <a:lnTo>
                  <a:pt x="35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63" name="Line 84">
            <a:extLst>
              <a:ext uri="{FF2B5EF4-FFF2-40B4-BE49-F238E27FC236}">
                <a16:creationId xmlns:a16="http://schemas.microsoft.com/office/drawing/2014/main" id="{C4207577-CCFE-49FD-834C-18CB1D64F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263" y="3108325"/>
            <a:ext cx="3429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64" name="Freeform 85">
            <a:extLst>
              <a:ext uri="{FF2B5EF4-FFF2-40B4-BE49-F238E27FC236}">
                <a16:creationId xmlns:a16="http://schemas.microsoft.com/office/drawing/2014/main" id="{85BFB92C-7D90-4D1C-8A2A-630D2172A719}"/>
              </a:ext>
            </a:extLst>
          </p:cNvPr>
          <p:cNvSpPr>
            <a:spLocks/>
          </p:cNvSpPr>
          <p:nvPr/>
        </p:nvSpPr>
        <p:spPr bwMode="auto">
          <a:xfrm>
            <a:off x="4999038" y="3086100"/>
            <a:ext cx="46037" cy="46037"/>
          </a:xfrm>
          <a:custGeom>
            <a:avLst/>
            <a:gdLst>
              <a:gd name="T0" fmla="*/ 2147483646 w 57"/>
              <a:gd name="T1" fmla="*/ 0 h 57"/>
              <a:gd name="T2" fmla="*/ 2147483646 w 57"/>
              <a:gd name="T3" fmla="*/ 0 h 57"/>
              <a:gd name="T4" fmla="*/ 2147483646 w 57"/>
              <a:gd name="T5" fmla="*/ 2147483646 h 57"/>
              <a:gd name="T6" fmla="*/ 2147483646 w 57"/>
              <a:gd name="T7" fmla="*/ 2147483646 h 57"/>
              <a:gd name="T8" fmla="*/ 2147483646 w 57"/>
              <a:gd name="T9" fmla="*/ 2147483646 h 57"/>
              <a:gd name="T10" fmla="*/ 2147483646 w 57"/>
              <a:gd name="T11" fmla="*/ 2147483646 h 57"/>
              <a:gd name="T12" fmla="*/ 2147483646 w 57"/>
              <a:gd name="T13" fmla="*/ 2147483646 h 57"/>
              <a:gd name="T14" fmla="*/ 2147483646 w 57"/>
              <a:gd name="T15" fmla="*/ 2147483646 h 57"/>
              <a:gd name="T16" fmla="*/ 2147483646 w 57"/>
              <a:gd name="T17" fmla="*/ 2147483646 h 57"/>
              <a:gd name="T18" fmla="*/ 2147483646 w 57"/>
              <a:gd name="T19" fmla="*/ 2147483646 h 57"/>
              <a:gd name="T20" fmla="*/ 0 w 57"/>
              <a:gd name="T21" fmla="*/ 2147483646 h 57"/>
              <a:gd name="T22" fmla="*/ 0 w 57"/>
              <a:gd name="T23" fmla="*/ 2147483646 h 57"/>
              <a:gd name="T24" fmla="*/ 2147483646 w 57"/>
              <a:gd name="T25" fmla="*/ 2147483646 h 57"/>
              <a:gd name="T26" fmla="*/ 2147483646 w 57"/>
              <a:gd name="T27" fmla="*/ 2147483646 h 57"/>
              <a:gd name="T28" fmla="*/ 2147483646 w 57"/>
              <a:gd name="T29" fmla="*/ 2147483646 h 57"/>
              <a:gd name="T30" fmla="*/ 2147483646 w 57"/>
              <a:gd name="T31" fmla="*/ 2147483646 h 57"/>
              <a:gd name="T32" fmla="*/ 2147483646 w 57"/>
              <a:gd name="T33" fmla="*/ 2147483646 h 57"/>
              <a:gd name="T34" fmla="*/ 2147483646 w 57"/>
              <a:gd name="T35" fmla="*/ 2147483646 h 57"/>
              <a:gd name="T36" fmla="*/ 2147483646 w 57"/>
              <a:gd name="T37" fmla="*/ 2147483646 h 57"/>
              <a:gd name="T38" fmla="*/ 2147483646 w 57"/>
              <a:gd name="T39" fmla="*/ 2147483646 h 57"/>
              <a:gd name="T40" fmla="*/ 2147483646 w 57"/>
              <a:gd name="T41" fmla="*/ 2147483646 h 57"/>
              <a:gd name="T42" fmla="*/ 2147483646 w 57"/>
              <a:gd name="T43" fmla="*/ 2147483646 h 57"/>
              <a:gd name="T44" fmla="*/ 2147483646 w 57"/>
              <a:gd name="T45" fmla="*/ 2147483646 h 57"/>
              <a:gd name="T46" fmla="*/ 2147483646 w 57"/>
              <a:gd name="T47" fmla="*/ 2147483646 h 57"/>
              <a:gd name="T48" fmla="*/ 2147483646 w 57"/>
              <a:gd name="T49" fmla="*/ 2147483646 h 57"/>
              <a:gd name="T50" fmla="*/ 2147483646 w 57"/>
              <a:gd name="T51" fmla="*/ 2147483646 h 57"/>
              <a:gd name="T52" fmla="*/ 2147483646 w 57"/>
              <a:gd name="T53" fmla="*/ 2147483646 h 57"/>
              <a:gd name="T54" fmla="*/ 2147483646 w 57"/>
              <a:gd name="T55" fmla="*/ 2147483646 h 57"/>
              <a:gd name="T56" fmla="*/ 2147483646 w 57"/>
              <a:gd name="T57" fmla="*/ 2147483646 h 57"/>
              <a:gd name="T58" fmla="*/ 2147483646 w 57"/>
              <a:gd name="T59" fmla="*/ 2147483646 h 57"/>
              <a:gd name="T60" fmla="*/ 2147483646 w 57"/>
              <a:gd name="T61" fmla="*/ 2147483646 h 57"/>
              <a:gd name="T62" fmla="*/ 2147483646 w 57"/>
              <a:gd name="T63" fmla="*/ 2147483646 h 57"/>
              <a:gd name="T64" fmla="*/ 2147483646 w 57"/>
              <a:gd name="T65" fmla="*/ 2147483646 h 57"/>
              <a:gd name="T66" fmla="*/ 2147483646 w 57"/>
              <a:gd name="T67" fmla="*/ 2147483646 h 57"/>
              <a:gd name="T68" fmla="*/ 2147483646 w 57"/>
              <a:gd name="T69" fmla="*/ 2147483646 h 57"/>
              <a:gd name="T70" fmla="*/ 2147483646 w 57"/>
              <a:gd name="T71" fmla="*/ 2147483646 h 57"/>
              <a:gd name="T72" fmla="*/ 2147483646 w 57"/>
              <a:gd name="T73" fmla="*/ 2147483646 h 57"/>
              <a:gd name="T74" fmla="*/ 2147483646 w 57"/>
              <a:gd name="T75" fmla="*/ 2147483646 h 57"/>
              <a:gd name="T76" fmla="*/ 2147483646 w 57"/>
              <a:gd name="T77" fmla="*/ 2147483646 h 57"/>
              <a:gd name="T78" fmla="*/ 2147483646 w 57"/>
              <a:gd name="T79" fmla="*/ 2147483646 h 57"/>
              <a:gd name="T80" fmla="*/ 2147483646 w 57"/>
              <a:gd name="T81" fmla="*/ 2147483646 h 57"/>
              <a:gd name="T82" fmla="*/ 2147483646 w 57"/>
              <a:gd name="T83" fmla="*/ 2147483646 h 57"/>
              <a:gd name="T84" fmla="*/ 2147483646 w 57"/>
              <a:gd name="T85" fmla="*/ 0 h 57"/>
              <a:gd name="T86" fmla="*/ 2147483646 w 57"/>
              <a:gd name="T87" fmla="*/ 0 h 57"/>
              <a:gd name="T88" fmla="*/ 2147483646 w 57"/>
              <a:gd name="T89" fmla="*/ 2147483646 h 5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7"/>
              <a:gd name="T136" fmla="*/ 0 h 57"/>
              <a:gd name="T137" fmla="*/ 57 w 57"/>
              <a:gd name="T138" fmla="*/ 57 h 5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7" h="57">
                <a:moveTo>
                  <a:pt x="28" y="28"/>
                </a:move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4" y="0"/>
                </a:lnTo>
                <a:lnTo>
                  <a:pt x="23" y="0"/>
                </a:lnTo>
                <a:lnTo>
                  <a:pt x="21" y="0"/>
                </a:lnTo>
                <a:lnTo>
                  <a:pt x="20" y="1"/>
                </a:lnTo>
                <a:lnTo>
                  <a:pt x="18" y="1"/>
                </a:lnTo>
                <a:lnTo>
                  <a:pt x="17" y="2"/>
                </a:lnTo>
                <a:lnTo>
                  <a:pt x="15" y="2"/>
                </a:lnTo>
                <a:lnTo>
                  <a:pt x="14" y="4"/>
                </a:lnTo>
                <a:lnTo>
                  <a:pt x="13" y="4"/>
                </a:lnTo>
                <a:lnTo>
                  <a:pt x="11" y="5"/>
                </a:lnTo>
                <a:lnTo>
                  <a:pt x="10" y="7"/>
                </a:lnTo>
                <a:lnTo>
                  <a:pt x="8" y="8"/>
                </a:lnTo>
                <a:lnTo>
                  <a:pt x="7" y="8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4" y="12"/>
                </a:lnTo>
                <a:lnTo>
                  <a:pt x="4" y="14"/>
                </a:lnTo>
                <a:lnTo>
                  <a:pt x="2" y="15"/>
                </a:lnTo>
                <a:lnTo>
                  <a:pt x="2" y="17"/>
                </a:lnTo>
                <a:lnTo>
                  <a:pt x="2" y="18"/>
                </a:lnTo>
                <a:lnTo>
                  <a:pt x="1" y="20"/>
                </a:lnTo>
                <a:lnTo>
                  <a:pt x="1" y="21"/>
                </a:lnTo>
                <a:lnTo>
                  <a:pt x="1" y="23"/>
                </a:lnTo>
                <a:lnTo>
                  <a:pt x="1" y="24"/>
                </a:lnTo>
                <a:lnTo>
                  <a:pt x="0" y="25"/>
                </a:lnTo>
                <a:lnTo>
                  <a:pt x="0" y="27"/>
                </a:lnTo>
                <a:lnTo>
                  <a:pt x="0" y="28"/>
                </a:lnTo>
                <a:lnTo>
                  <a:pt x="0" y="30"/>
                </a:lnTo>
                <a:lnTo>
                  <a:pt x="0" y="31"/>
                </a:lnTo>
                <a:lnTo>
                  <a:pt x="1" y="33"/>
                </a:lnTo>
                <a:lnTo>
                  <a:pt x="1" y="34"/>
                </a:lnTo>
                <a:lnTo>
                  <a:pt x="1" y="35"/>
                </a:lnTo>
                <a:lnTo>
                  <a:pt x="1" y="37"/>
                </a:lnTo>
                <a:lnTo>
                  <a:pt x="2" y="38"/>
                </a:lnTo>
                <a:lnTo>
                  <a:pt x="2" y="40"/>
                </a:lnTo>
                <a:lnTo>
                  <a:pt x="2" y="41"/>
                </a:lnTo>
                <a:lnTo>
                  <a:pt x="4" y="41"/>
                </a:lnTo>
                <a:lnTo>
                  <a:pt x="4" y="43"/>
                </a:lnTo>
                <a:lnTo>
                  <a:pt x="5" y="44"/>
                </a:lnTo>
                <a:lnTo>
                  <a:pt x="5" y="46"/>
                </a:lnTo>
                <a:lnTo>
                  <a:pt x="7" y="47"/>
                </a:lnTo>
                <a:lnTo>
                  <a:pt x="8" y="48"/>
                </a:lnTo>
                <a:lnTo>
                  <a:pt x="10" y="50"/>
                </a:lnTo>
                <a:lnTo>
                  <a:pt x="11" y="50"/>
                </a:lnTo>
                <a:lnTo>
                  <a:pt x="11" y="51"/>
                </a:lnTo>
                <a:lnTo>
                  <a:pt x="13" y="51"/>
                </a:lnTo>
                <a:lnTo>
                  <a:pt x="14" y="53"/>
                </a:lnTo>
                <a:lnTo>
                  <a:pt x="15" y="53"/>
                </a:lnTo>
                <a:lnTo>
                  <a:pt x="17" y="54"/>
                </a:lnTo>
                <a:lnTo>
                  <a:pt x="18" y="54"/>
                </a:lnTo>
                <a:lnTo>
                  <a:pt x="18" y="56"/>
                </a:lnTo>
                <a:lnTo>
                  <a:pt x="20" y="56"/>
                </a:lnTo>
                <a:lnTo>
                  <a:pt x="21" y="56"/>
                </a:lnTo>
                <a:lnTo>
                  <a:pt x="23" y="56"/>
                </a:lnTo>
                <a:lnTo>
                  <a:pt x="24" y="57"/>
                </a:lnTo>
                <a:lnTo>
                  <a:pt x="26" y="57"/>
                </a:lnTo>
                <a:lnTo>
                  <a:pt x="27" y="57"/>
                </a:lnTo>
                <a:lnTo>
                  <a:pt x="28" y="57"/>
                </a:lnTo>
                <a:lnTo>
                  <a:pt x="30" y="57"/>
                </a:lnTo>
                <a:lnTo>
                  <a:pt x="31" y="57"/>
                </a:lnTo>
                <a:lnTo>
                  <a:pt x="33" y="57"/>
                </a:lnTo>
                <a:lnTo>
                  <a:pt x="34" y="56"/>
                </a:lnTo>
                <a:lnTo>
                  <a:pt x="36" y="56"/>
                </a:lnTo>
                <a:lnTo>
                  <a:pt x="37" y="56"/>
                </a:lnTo>
                <a:lnTo>
                  <a:pt x="38" y="56"/>
                </a:lnTo>
                <a:lnTo>
                  <a:pt x="40" y="54"/>
                </a:lnTo>
                <a:lnTo>
                  <a:pt x="41" y="54"/>
                </a:lnTo>
                <a:lnTo>
                  <a:pt x="43" y="53"/>
                </a:lnTo>
                <a:lnTo>
                  <a:pt x="44" y="53"/>
                </a:lnTo>
                <a:lnTo>
                  <a:pt x="44" y="51"/>
                </a:lnTo>
                <a:lnTo>
                  <a:pt x="46" y="51"/>
                </a:lnTo>
                <a:lnTo>
                  <a:pt x="47" y="50"/>
                </a:lnTo>
                <a:lnTo>
                  <a:pt x="49" y="50"/>
                </a:lnTo>
                <a:lnTo>
                  <a:pt x="49" y="48"/>
                </a:lnTo>
                <a:lnTo>
                  <a:pt x="50" y="47"/>
                </a:lnTo>
                <a:lnTo>
                  <a:pt x="51" y="47"/>
                </a:lnTo>
                <a:lnTo>
                  <a:pt x="51" y="46"/>
                </a:lnTo>
                <a:lnTo>
                  <a:pt x="53" y="44"/>
                </a:lnTo>
                <a:lnTo>
                  <a:pt x="53" y="43"/>
                </a:lnTo>
                <a:lnTo>
                  <a:pt x="54" y="41"/>
                </a:lnTo>
                <a:lnTo>
                  <a:pt x="56" y="40"/>
                </a:lnTo>
                <a:lnTo>
                  <a:pt x="56" y="38"/>
                </a:lnTo>
                <a:lnTo>
                  <a:pt x="56" y="37"/>
                </a:lnTo>
                <a:lnTo>
                  <a:pt x="57" y="35"/>
                </a:lnTo>
                <a:lnTo>
                  <a:pt x="57" y="34"/>
                </a:lnTo>
                <a:lnTo>
                  <a:pt x="57" y="33"/>
                </a:lnTo>
                <a:lnTo>
                  <a:pt x="57" y="31"/>
                </a:lnTo>
                <a:lnTo>
                  <a:pt x="57" y="30"/>
                </a:lnTo>
                <a:lnTo>
                  <a:pt x="57" y="28"/>
                </a:lnTo>
                <a:lnTo>
                  <a:pt x="57" y="27"/>
                </a:lnTo>
                <a:lnTo>
                  <a:pt x="57" y="25"/>
                </a:lnTo>
                <a:lnTo>
                  <a:pt x="57" y="24"/>
                </a:lnTo>
                <a:lnTo>
                  <a:pt x="57" y="23"/>
                </a:lnTo>
                <a:lnTo>
                  <a:pt x="57" y="21"/>
                </a:lnTo>
                <a:lnTo>
                  <a:pt x="56" y="20"/>
                </a:lnTo>
                <a:lnTo>
                  <a:pt x="56" y="18"/>
                </a:lnTo>
                <a:lnTo>
                  <a:pt x="56" y="17"/>
                </a:lnTo>
                <a:lnTo>
                  <a:pt x="54" y="15"/>
                </a:lnTo>
                <a:lnTo>
                  <a:pt x="54" y="14"/>
                </a:lnTo>
                <a:lnTo>
                  <a:pt x="53" y="12"/>
                </a:lnTo>
                <a:lnTo>
                  <a:pt x="51" y="11"/>
                </a:lnTo>
                <a:lnTo>
                  <a:pt x="51" y="10"/>
                </a:lnTo>
                <a:lnTo>
                  <a:pt x="50" y="8"/>
                </a:lnTo>
                <a:lnTo>
                  <a:pt x="49" y="8"/>
                </a:lnTo>
                <a:lnTo>
                  <a:pt x="49" y="7"/>
                </a:lnTo>
                <a:lnTo>
                  <a:pt x="47" y="5"/>
                </a:lnTo>
                <a:lnTo>
                  <a:pt x="46" y="5"/>
                </a:lnTo>
                <a:lnTo>
                  <a:pt x="44" y="4"/>
                </a:lnTo>
                <a:lnTo>
                  <a:pt x="43" y="2"/>
                </a:lnTo>
                <a:lnTo>
                  <a:pt x="41" y="2"/>
                </a:lnTo>
                <a:lnTo>
                  <a:pt x="40" y="1"/>
                </a:lnTo>
                <a:lnTo>
                  <a:pt x="38" y="1"/>
                </a:lnTo>
                <a:lnTo>
                  <a:pt x="37" y="1"/>
                </a:lnTo>
                <a:lnTo>
                  <a:pt x="36" y="0"/>
                </a:lnTo>
                <a:lnTo>
                  <a:pt x="34" y="0"/>
                </a:ln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8" y="0"/>
                </a:lnTo>
                <a:lnTo>
                  <a:pt x="28" y="28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6565" name="Freeform 86">
            <a:extLst>
              <a:ext uri="{FF2B5EF4-FFF2-40B4-BE49-F238E27FC236}">
                <a16:creationId xmlns:a16="http://schemas.microsoft.com/office/drawing/2014/main" id="{C713C43E-1E2D-4A2A-A777-2F8B09C25CF5}"/>
              </a:ext>
            </a:extLst>
          </p:cNvPr>
          <p:cNvSpPr>
            <a:spLocks/>
          </p:cNvSpPr>
          <p:nvPr/>
        </p:nvSpPr>
        <p:spPr bwMode="auto">
          <a:xfrm>
            <a:off x="4984750" y="3095625"/>
            <a:ext cx="55563" cy="53975"/>
          </a:xfrm>
          <a:custGeom>
            <a:avLst/>
            <a:gdLst>
              <a:gd name="T0" fmla="*/ 2147483646 w 71"/>
              <a:gd name="T1" fmla="*/ 0 h 69"/>
              <a:gd name="T2" fmla="*/ 2147483646 w 71"/>
              <a:gd name="T3" fmla="*/ 0 h 69"/>
              <a:gd name="T4" fmla="*/ 2147483646 w 71"/>
              <a:gd name="T5" fmla="*/ 2147483646 h 69"/>
              <a:gd name="T6" fmla="*/ 2147483646 w 71"/>
              <a:gd name="T7" fmla="*/ 2147483646 h 69"/>
              <a:gd name="T8" fmla="*/ 2147483646 w 71"/>
              <a:gd name="T9" fmla="*/ 2147483646 h 69"/>
              <a:gd name="T10" fmla="*/ 2147483646 w 71"/>
              <a:gd name="T11" fmla="*/ 2147483646 h 69"/>
              <a:gd name="T12" fmla="*/ 2147483646 w 71"/>
              <a:gd name="T13" fmla="*/ 2147483646 h 69"/>
              <a:gd name="T14" fmla="*/ 2147483646 w 71"/>
              <a:gd name="T15" fmla="*/ 2147483646 h 69"/>
              <a:gd name="T16" fmla="*/ 2147483646 w 71"/>
              <a:gd name="T17" fmla="*/ 2147483646 h 69"/>
              <a:gd name="T18" fmla="*/ 0 w 71"/>
              <a:gd name="T19" fmla="*/ 2147483646 h 69"/>
              <a:gd name="T20" fmla="*/ 0 w 71"/>
              <a:gd name="T21" fmla="*/ 2147483646 h 69"/>
              <a:gd name="T22" fmla="*/ 0 w 71"/>
              <a:gd name="T23" fmla="*/ 2147483646 h 69"/>
              <a:gd name="T24" fmla="*/ 2147483646 w 71"/>
              <a:gd name="T25" fmla="*/ 2147483646 h 69"/>
              <a:gd name="T26" fmla="*/ 2147483646 w 71"/>
              <a:gd name="T27" fmla="*/ 2147483646 h 69"/>
              <a:gd name="T28" fmla="*/ 2147483646 w 71"/>
              <a:gd name="T29" fmla="*/ 2147483646 h 69"/>
              <a:gd name="T30" fmla="*/ 2147483646 w 71"/>
              <a:gd name="T31" fmla="*/ 2147483646 h 69"/>
              <a:gd name="T32" fmla="*/ 2147483646 w 71"/>
              <a:gd name="T33" fmla="*/ 2147483646 h 69"/>
              <a:gd name="T34" fmla="*/ 2147483646 w 71"/>
              <a:gd name="T35" fmla="*/ 2147483646 h 69"/>
              <a:gd name="T36" fmla="*/ 2147483646 w 71"/>
              <a:gd name="T37" fmla="*/ 2147483646 h 69"/>
              <a:gd name="T38" fmla="*/ 2147483646 w 71"/>
              <a:gd name="T39" fmla="*/ 2147483646 h 69"/>
              <a:gd name="T40" fmla="*/ 2147483646 w 71"/>
              <a:gd name="T41" fmla="*/ 2147483646 h 69"/>
              <a:gd name="T42" fmla="*/ 2147483646 w 71"/>
              <a:gd name="T43" fmla="*/ 2147483646 h 69"/>
              <a:gd name="T44" fmla="*/ 2147483646 w 71"/>
              <a:gd name="T45" fmla="*/ 2147483646 h 69"/>
              <a:gd name="T46" fmla="*/ 2147483646 w 71"/>
              <a:gd name="T47" fmla="*/ 2147483646 h 69"/>
              <a:gd name="T48" fmla="*/ 2147483646 w 71"/>
              <a:gd name="T49" fmla="*/ 2147483646 h 69"/>
              <a:gd name="T50" fmla="*/ 2147483646 w 71"/>
              <a:gd name="T51" fmla="*/ 2147483646 h 69"/>
              <a:gd name="T52" fmla="*/ 2147483646 w 71"/>
              <a:gd name="T53" fmla="*/ 2147483646 h 69"/>
              <a:gd name="T54" fmla="*/ 2147483646 w 71"/>
              <a:gd name="T55" fmla="*/ 2147483646 h 69"/>
              <a:gd name="T56" fmla="*/ 2147483646 w 71"/>
              <a:gd name="T57" fmla="*/ 2147483646 h 69"/>
              <a:gd name="T58" fmla="*/ 2147483646 w 71"/>
              <a:gd name="T59" fmla="*/ 2147483646 h 69"/>
              <a:gd name="T60" fmla="*/ 2147483646 w 71"/>
              <a:gd name="T61" fmla="*/ 2147483646 h 69"/>
              <a:gd name="T62" fmla="*/ 2147483646 w 71"/>
              <a:gd name="T63" fmla="*/ 2147483646 h 69"/>
              <a:gd name="T64" fmla="*/ 2147483646 w 71"/>
              <a:gd name="T65" fmla="*/ 2147483646 h 69"/>
              <a:gd name="T66" fmla="*/ 2147483646 w 71"/>
              <a:gd name="T67" fmla="*/ 2147483646 h 69"/>
              <a:gd name="T68" fmla="*/ 2147483646 w 71"/>
              <a:gd name="T69" fmla="*/ 2147483646 h 69"/>
              <a:gd name="T70" fmla="*/ 2147483646 w 71"/>
              <a:gd name="T71" fmla="*/ 2147483646 h 69"/>
              <a:gd name="T72" fmla="*/ 2147483646 w 71"/>
              <a:gd name="T73" fmla="*/ 2147483646 h 69"/>
              <a:gd name="T74" fmla="*/ 2147483646 w 71"/>
              <a:gd name="T75" fmla="*/ 2147483646 h 69"/>
              <a:gd name="T76" fmla="*/ 2147483646 w 71"/>
              <a:gd name="T77" fmla="*/ 2147483646 h 69"/>
              <a:gd name="T78" fmla="*/ 2147483646 w 71"/>
              <a:gd name="T79" fmla="*/ 2147483646 h 69"/>
              <a:gd name="T80" fmla="*/ 2147483646 w 71"/>
              <a:gd name="T81" fmla="*/ 2147483646 h 69"/>
              <a:gd name="T82" fmla="*/ 2147483646 w 71"/>
              <a:gd name="T83" fmla="*/ 2147483646 h 69"/>
              <a:gd name="T84" fmla="*/ 2147483646 w 71"/>
              <a:gd name="T85" fmla="*/ 0 h 69"/>
              <a:gd name="T86" fmla="*/ 2147483646 w 71"/>
              <a:gd name="T87" fmla="*/ 0 h 6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1"/>
              <a:gd name="T133" fmla="*/ 0 h 69"/>
              <a:gd name="T134" fmla="*/ 71 w 71"/>
              <a:gd name="T135" fmla="*/ 69 h 6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1" h="69">
                <a:moveTo>
                  <a:pt x="35" y="0"/>
                </a:move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29" y="0"/>
                </a:lnTo>
                <a:lnTo>
                  <a:pt x="26" y="0"/>
                </a:lnTo>
                <a:lnTo>
                  <a:pt x="25" y="1"/>
                </a:lnTo>
                <a:lnTo>
                  <a:pt x="23" y="1"/>
                </a:lnTo>
                <a:lnTo>
                  <a:pt x="22" y="3"/>
                </a:lnTo>
                <a:lnTo>
                  <a:pt x="20" y="3"/>
                </a:lnTo>
                <a:lnTo>
                  <a:pt x="19" y="4"/>
                </a:lnTo>
                <a:lnTo>
                  <a:pt x="18" y="4"/>
                </a:lnTo>
                <a:lnTo>
                  <a:pt x="16" y="6"/>
                </a:lnTo>
                <a:lnTo>
                  <a:pt x="15" y="6"/>
                </a:lnTo>
                <a:lnTo>
                  <a:pt x="13" y="7"/>
                </a:lnTo>
                <a:lnTo>
                  <a:pt x="12" y="9"/>
                </a:lnTo>
                <a:lnTo>
                  <a:pt x="10" y="10"/>
                </a:lnTo>
                <a:lnTo>
                  <a:pt x="9" y="12"/>
                </a:lnTo>
                <a:lnTo>
                  <a:pt x="9" y="13"/>
                </a:lnTo>
                <a:lnTo>
                  <a:pt x="7" y="13"/>
                </a:lnTo>
                <a:lnTo>
                  <a:pt x="6" y="14"/>
                </a:lnTo>
                <a:lnTo>
                  <a:pt x="6" y="16"/>
                </a:lnTo>
                <a:lnTo>
                  <a:pt x="5" y="17"/>
                </a:lnTo>
                <a:lnTo>
                  <a:pt x="3" y="19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6"/>
                </a:lnTo>
                <a:lnTo>
                  <a:pt x="2" y="27"/>
                </a:lnTo>
                <a:lnTo>
                  <a:pt x="0" y="29"/>
                </a:lnTo>
                <a:lnTo>
                  <a:pt x="0" y="32"/>
                </a:lnTo>
                <a:lnTo>
                  <a:pt x="0" y="33"/>
                </a:lnTo>
                <a:lnTo>
                  <a:pt x="0" y="35"/>
                </a:lnTo>
                <a:lnTo>
                  <a:pt x="0" y="36"/>
                </a:lnTo>
                <a:lnTo>
                  <a:pt x="0" y="39"/>
                </a:lnTo>
                <a:lnTo>
                  <a:pt x="0" y="40"/>
                </a:lnTo>
                <a:lnTo>
                  <a:pt x="2" y="42"/>
                </a:lnTo>
                <a:lnTo>
                  <a:pt x="2" y="43"/>
                </a:lnTo>
                <a:lnTo>
                  <a:pt x="2" y="45"/>
                </a:lnTo>
                <a:lnTo>
                  <a:pt x="3" y="46"/>
                </a:lnTo>
                <a:lnTo>
                  <a:pt x="3" y="49"/>
                </a:lnTo>
                <a:lnTo>
                  <a:pt x="3" y="50"/>
                </a:lnTo>
                <a:lnTo>
                  <a:pt x="5" y="52"/>
                </a:lnTo>
                <a:lnTo>
                  <a:pt x="6" y="53"/>
                </a:lnTo>
                <a:lnTo>
                  <a:pt x="6" y="55"/>
                </a:lnTo>
                <a:lnTo>
                  <a:pt x="7" y="56"/>
                </a:lnTo>
                <a:lnTo>
                  <a:pt x="9" y="58"/>
                </a:lnTo>
                <a:lnTo>
                  <a:pt x="10" y="59"/>
                </a:lnTo>
                <a:lnTo>
                  <a:pt x="12" y="60"/>
                </a:lnTo>
                <a:lnTo>
                  <a:pt x="13" y="62"/>
                </a:lnTo>
                <a:lnTo>
                  <a:pt x="15" y="63"/>
                </a:lnTo>
                <a:lnTo>
                  <a:pt x="16" y="63"/>
                </a:lnTo>
                <a:lnTo>
                  <a:pt x="18" y="65"/>
                </a:lnTo>
                <a:lnTo>
                  <a:pt x="19" y="65"/>
                </a:lnTo>
                <a:lnTo>
                  <a:pt x="20" y="66"/>
                </a:lnTo>
                <a:lnTo>
                  <a:pt x="22" y="68"/>
                </a:lnTo>
                <a:lnTo>
                  <a:pt x="23" y="68"/>
                </a:lnTo>
                <a:lnTo>
                  <a:pt x="25" y="68"/>
                </a:lnTo>
                <a:lnTo>
                  <a:pt x="26" y="69"/>
                </a:lnTo>
                <a:lnTo>
                  <a:pt x="29" y="69"/>
                </a:lnTo>
                <a:lnTo>
                  <a:pt x="31" y="69"/>
                </a:lnTo>
                <a:lnTo>
                  <a:pt x="32" y="69"/>
                </a:lnTo>
                <a:lnTo>
                  <a:pt x="33" y="69"/>
                </a:lnTo>
                <a:lnTo>
                  <a:pt x="35" y="69"/>
                </a:lnTo>
                <a:lnTo>
                  <a:pt x="38" y="69"/>
                </a:lnTo>
                <a:lnTo>
                  <a:pt x="39" y="69"/>
                </a:lnTo>
                <a:lnTo>
                  <a:pt x="41" y="69"/>
                </a:lnTo>
                <a:lnTo>
                  <a:pt x="42" y="69"/>
                </a:lnTo>
                <a:lnTo>
                  <a:pt x="45" y="69"/>
                </a:lnTo>
                <a:lnTo>
                  <a:pt x="46" y="68"/>
                </a:lnTo>
                <a:lnTo>
                  <a:pt x="48" y="68"/>
                </a:lnTo>
                <a:lnTo>
                  <a:pt x="49" y="68"/>
                </a:lnTo>
                <a:lnTo>
                  <a:pt x="51" y="66"/>
                </a:lnTo>
                <a:lnTo>
                  <a:pt x="52" y="65"/>
                </a:lnTo>
                <a:lnTo>
                  <a:pt x="54" y="65"/>
                </a:lnTo>
                <a:lnTo>
                  <a:pt x="55" y="63"/>
                </a:lnTo>
                <a:lnTo>
                  <a:pt x="56" y="63"/>
                </a:lnTo>
                <a:lnTo>
                  <a:pt x="58" y="62"/>
                </a:lnTo>
                <a:lnTo>
                  <a:pt x="59" y="60"/>
                </a:lnTo>
                <a:lnTo>
                  <a:pt x="61" y="59"/>
                </a:lnTo>
                <a:lnTo>
                  <a:pt x="62" y="58"/>
                </a:lnTo>
                <a:lnTo>
                  <a:pt x="64" y="56"/>
                </a:lnTo>
                <a:lnTo>
                  <a:pt x="65" y="55"/>
                </a:lnTo>
                <a:lnTo>
                  <a:pt x="65" y="53"/>
                </a:lnTo>
                <a:lnTo>
                  <a:pt x="67" y="52"/>
                </a:lnTo>
                <a:lnTo>
                  <a:pt x="67" y="50"/>
                </a:lnTo>
                <a:lnTo>
                  <a:pt x="68" y="49"/>
                </a:lnTo>
                <a:lnTo>
                  <a:pt x="68" y="46"/>
                </a:lnTo>
                <a:lnTo>
                  <a:pt x="69" y="45"/>
                </a:lnTo>
                <a:lnTo>
                  <a:pt x="69" y="43"/>
                </a:lnTo>
                <a:lnTo>
                  <a:pt x="69" y="42"/>
                </a:lnTo>
                <a:lnTo>
                  <a:pt x="71" y="40"/>
                </a:lnTo>
                <a:lnTo>
                  <a:pt x="71" y="39"/>
                </a:lnTo>
                <a:lnTo>
                  <a:pt x="71" y="36"/>
                </a:lnTo>
                <a:lnTo>
                  <a:pt x="71" y="35"/>
                </a:lnTo>
                <a:lnTo>
                  <a:pt x="71" y="33"/>
                </a:lnTo>
                <a:lnTo>
                  <a:pt x="71" y="32"/>
                </a:lnTo>
                <a:lnTo>
                  <a:pt x="71" y="29"/>
                </a:lnTo>
                <a:lnTo>
                  <a:pt x="69" y="27"/>
                </a:lnTo>
                <a:lnTo>
                  <a:pt x="69" y="26"/>
                </a:lnTo>
                <a:lnTo>
                  <a:pt x="69" y="24"/>
                </a:lnTo>
                <a:lnTo>
                  <a:pt x="68" y="23"/>
                </a:lnTo>
                <a:lnTo>
                  <a:pt x="68" y="22"/>
                </a:lnTo>
                <a:lnTo>
                  <a:pt x="67" y="19"/>
                </a:lnTo>
                <a:lnTo>
                  <a:pt x="67" y="17"/>
                </a:lnTo>
                <a:lnTo>
                  <a:pt x="65" y="16"/>
                </a:lnTo>
                <a:lnTo>
                  <a:pt x="65" y="14"/>
                </a:lnTo>
                <a:lnTo>
                  <a:pt x="64" y="13"/>
                </a:lnTo>
                <a:lnTo>
                  <a:pt x="62" y="13"/>
                </a:lnTo>
                <a:lnTo>
                  <a:pt x="62" y="12"/>
                </a:lnTo>
                <a:lnTo>
                  <a:pt x="61" y="10"/>
                </a:lnTo>
                <a:lnTo>
                  <a:pt x="59" y="9"/>
                </a:lnTo>
                <a:lnTo>
                  <a:pt x="58" y="7"/>
                </a:lnTo>
                <a:lnTo>
                  <a:pt x="56" y="6"/>
                </a:lnTo>
                <a:lnTo>
                  <a:pt x="55" y="6"/>
                </a:lnTo>
                <a:lnTo>
                  <a:pt x="54" y="4"/>
                </a:lnTo>
                <a:lnTo>
                  <a:pt x="52" y="4"/>
                </a:lnTo>
                <a:lnTo>
                  <a:pt x="51" y="3"/>
                </a:lnTo>
                <a:lnTo>
                  <a:pt x="49" y="3"/>
                </a:lnTo>
                <a:lnTo>
                  <a:pt x="48" y="1"/>
                </a:lnTo>
                <a:lnTo>
                  <a:pt x="46" y="1"/>
                </a:lnTo>
                <a:lnTo>
                  <a:pt x="45" y="0"/>
                </a:lnTo>
                <a:lnTo>
                  <a:pt x="42" y="0"/>
                </a:lnTo>
                <a:lnTo>
                  <a:pt x="41" y="0"/>
                </a:lnTo>
                <a:lnTo>
                  <a:pt x="39" y="0"/>
                </a:lnTo>
                <a:lnTo>
                  <a:pt x="38" y="0"/>
                </a:lnTo>
                <a:lnTo>
                  <a:pt x="35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66" name="Title 1">
            <a:extLst>
              <a:ext uri="{FF2B5EF4-FFF2-40B4-BE49-F238E27FC236}">
                <a16:creationId xmlns:a16="http://schemas.microsoft.com/office/drawing/2014/main" id="{78ED82A2-4C24-499A-9CE5-FFACA87BC90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Implementation of 3-input XOR</a:t>
            </a:r>
            <a:br>
              <a:rPr lang="en-US" altLang="en-US" sz="3600"/>
            </a:br>
            <a:r>
              <a:rPr lang="en-US" altLang="en-US" sz="3600"/>
              <a:t>with a 4-to-1 Multiplexer</a:t>
            </a:r>
          </a:p>
        </p:txBody>
      </p:sp>
      <p:sp>
        <p:nvSpPr>
          <p:cNvPr id="106567" name="TextBox 125">
            <a:extLst>
              <a:ext uri="{FF2B5EF4-FFF2-40B4-BE49-F238E27FC236}">
                <a16:creationId xmlns:a16="http://schemas.microsoft.com/office/drawing/2014/main" id="{4D35E3A4-8A2C-412C-A912-2077034DD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4.9 from the textbook ]</a:t>
            </a:r>
          </a:p>
        </p:txBody>
      </p:sp>
      <p:sp>
        <p:nvSpPr>
          <p:cNvPr id="106568" name="Freeform 18">
            <a:extLst>
              <a:ext uri="{FF2B5EF4-FFF2-40B4-BE49-F238E27FC236}">
                <a16:creationId xmlns:a16="http://schemas.microsoft.com/office/drawing/2014/main" id="{0B9B4519-3D6B-4983-8975-63667F181747}"/>
              </a:ext>
            </a:extLst>
          </p:cNvPr>
          <p:cNvSpPr>
            <a:spLocks/>
          </p:cNvSpPr>
          <p:nvPr/>
        </p:nvSpPr>
        <p:spPr bwMode="auto">
          <a:xfrm>
            <a:off x="3305175" y="1946275"/>
            <a:ext cx="85725" cy="414337"/>
          </a:xfrm>
          <a:custGeom>
            <a:avLst/>
            <a:gdLst>
              <a:gd name="T0" fmla="*/ 2147483646 w 108"/>
              <a:gd name="T1" fmla="*/ 0 h 523"/>
              <a:gd name="T2" fmla="*/ 2147483646 w 108"/>
              <a:gd name="T3" fmla="*/ 2147483646 h 523"/>
              <a:gd name="T4" fmla="*/ 2147483646 w 108"/>
              <a:gd name="T5" fmla="*/ 2147483646 h 523"/>
              <a:gd name="T6" fmla="*/ 2147483646 w 108"/>
              <a:gd name="T7" fmla="*/ 2147483646 h 523"/>
              <a:gd name="T8" fmla="*/ 2147483646 w 108"/>
              <a:gd name="T9" fmla="*/ 2147483646 h 523"/>
              <a:gd name="T10" fmla="*/ 2147483646 w 108"/>
              <a:gd name="T11" fmla="*/ 2147483646 h 523"/>
              <a:gd name="T12" fmla="*/ 2147483646 w 108"/>
              <a:gd name="T13" fmla="*/ 2147483646 h 523"/>
              <a:gd name="T14" fmla="*/ 2147483646 w 108"/>
              <a:gd name="T15" fmla="*/ 2147483646 h 523"/>
              <a:gd name="T16" fmla="*/ 2147483646 w 108"/>
              <a:gd name="T17" fmla="*/ 2147483646 h 523"/>
              <a:gd name="T18" fmla="*/ 2147483646 w 108"/>
              <a:gd name="T19" fmla="*/ 2147483646 h 523"/>
              <a:gd name="T20" fmla="*/ 2147483646 w 108"/>
              <a:gd name="T21" fmla="*/ 2147483646 h 523"/>
              <a:gd name="T22" fmla="*/ 2147483646 w 108"/>
              <a:gd name="T23" fmla="*/ 2147483646 h 523"/>
              <a:gd name="T24" fmla="*/ 2147483646 w 108"/>
              <a:gd name="T25" fmla="*/ 2147483646 h 523"/>
              <a:gd name="T26" fmla="*/ 2147483646 w 108"/>
              <a:gd name="T27" fmla="*/ 2147483646 h 523"/>
              <a:gd name="T28" fmla="*/ 2147483646 w 108"/>
              <a:gd name="T29" fmla="*/ 2147483646 h 523"/>
              <a:gd name="T30" fmla="*/ 2147483646 w 108"/>
              <a:gd name="T31" fmla="*/ 2147483646 h 523"/>
              <a:gd name="T32" fmla="*/ 2147483646 w 108"/>
              <a:gd name="T33" fmla="*/ 2147483646 h 523"/>
              <a:gd name="T34" fmla="*/ 2147483646 w 108"/>
              <a:gd name="T35" fmla="*/ 2147483646 h 523"/>
              <a:gd name="T36" fmla="*/ 2147483646 w 108"/>
              <a:gd name="T37" fmla="*/ 2147483646 h 523"/>
              <a:gd name="T38" fmla="*/ 2147483646 w 108"/>
              <a:gd name="T39" fmla="*/ 2147483646 h 523"/>
              <a:gd name="T40" fmla="*/ 2147483646 w 108"/>
              <a:gd name="T41" fmla="*/ 2147483646 h 523"/>
              <a:gd name="T42" fmla="*/ 2147483646 w 108"/>
              <a:gd name="T43" fmla="*/ 2147483646 h 523"/>
              <a:gd name="T44" fmla="*/ 2147483646 w 108"/>
              <a:gd name="T45" fmla="*/ 2147483646 h 523"/>
              <a:gd name="T46" fmla="*/ 2147483646 w 108"/>
              <a:gd name="T47" fmla="*/ 2147483646 h 523"/>
              <a:gd name="T48" fmla="*/ 2147483646 w 108"/>
              <a:gd name="T49" fmla="*/ 2147483646 h 523"/>
              <a:gd name="T50" fmla="*/ 2147483646 w 108"/>
              <a:gd name="T51" fmla="*/ 2147483646 h 523"/>
              <a:gd name="T52" fmla="*/ 2147483646 w 108"/>
              <a:gd name="T53" fmla="*/ 2147483646 h 523"/>
              <a:gd name="T54" fmla="*/ 2147483646 w 108"/>
              <a:gd name="T55" fmla="*/ 2147483646 h 523"/>
              <a:gd name="T56" fmla="*/ 2147483646 w 108"/>
              <a:gd name="T57" fmla="*/ 2147483646 h 523"/>
              <a:gd name="T58" fmla="*/ 2147483646 w 108"/>
              <a:gd name="T59" fmla="*/ 2147483646 h 523"/>
              <a:gd name="T60" fmla="*/ 2147483646 w 108"/>
              <a:gd name="T61" fmla="*/ 2147483646 h 523"/>
              <a:gd name="T62" fmla="*/ 2147483646 w 108"/>
              <a:gd name="T63" fmla="*/ 2147483646 h 523"/>
              <a:gd name="T64" fmla="*/ 0 w 108"/>
              <a:gd name="T65" fmla="*/ 2147483646 h 52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3"/>
              <a:gd name="T101" fmla="*/ 108 w 108"/>
              <a:gd name="T102" fmla="*/ 523 h 52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3">
                <a:moveTo>
                  <a:pt x="0" y="0"/>
                </a:moveTo>
                <a:lnTo>
                  <a:pt x="13" y="0"/>
                </a:lnTo>
                <a:lnTo>
                  <a:pt x="23" y="3"/>
                </a:lnTo>
                <a:lnTo>
                  <a:pt x="33" y="6"/>
                </a:lnTo>
                <a:lnTo>
                  <a:pt x="40" y="10"/>
                </a:lnTo>
                <a:lnTo>
                  <a:pt x="46" y="17"/>
                </a:lnTo>
                <a:lnTo>
                  <a:pt x="52" y="23"/>
                </a:lnTo>
                <a:lnTo>
                  <a:pt x="55" y="32"/>
                </a:lnTo>
                <a:lnTo>
                  <a:pt x="58" y="40"/>
                </a:lnTo>
                <a:lnTo>
                  <a:pt x="59" y="50"/>
                </a:lnTo>
                <a:lnTo>
                  <a:pt x="61" y="61"/>
                </a:lnTo>
                <a:lnTo>
                  <a:pt x="61" y="71"/>
                </a:lnTo>
                <a:lnTo>
                  <a:pt x="59" y="82"/>
                </a:lnTo>
                <a:lnTo>
                  <a:pt x="59" y="94"/>
                </a:lnTo>
                <a:lnTo>
                  <a:pt x="58" y="105"/>
                </a:lnTo>
                <a:lnTo>
                  <a:pt x="56" y="118"/>
                </a:lnTo>
                <a:lnTo>
                  <a:pt x="55" y="130"/>
                </a:lnTo>
                <a:lnTo>
                  <a:pt x="53" y="143"/>
                </a:lnTo>
                <a:lnTo>
                  <a:pt x="50" y="154"/>
                </a:lnTo>
                <a:lnTo>
                  <a:pt x="50" y="167"/>
                </a:lnTo>
                <a:lnTo>
                  <a:pt x="49" y="179"/>
                </a:lnTo>
                <a:lnTo>
                  <a:pt x="49" y="190"/>
                </a:lnTo>
                <a:lnTo>
                  <a:pt x="49" y="200"/>
                </a:lnTo>
                <a:lnTo>
                  <a:pt x="49" y="210"/>
                </a:lnTo>
                <a:lnTo>
                  <a:pt x="50" y="220"/>
                </a:lnTo>
                <a:lnTo>
                  <a:pt x="53" y="229"/>
                </a:lnTo>
                <a:lnTo>
                  <a:pt x="58" y="236"/>
                </a:lnTo>
                <a:lnTo>
                  <a:pt x="62" y="243"/>
                </a:lnTo>
                <a:lnTo>
                  <a:pt x="68" y="249"/>
                </a:lnTo>
                <a:lnTo>
                  <a:pt x="76" y="255"/>
                </a:lnTo>
                <a:lnTo>
                  <a:pt x="85" y="258"/>
                </a:lnTo>
                <a:lnTo>
                  <a:pt x="95" y="261"/>
                </a:lnTo>
                <a:lnTo>
                  <a:pt x="108" y="261"/>
                </a:lnTo>
                <a:lnTo>
                  <a:pt x="95" y="262"/>
                </a:lnTo>
                <a:lnTo>
                  <a:pt x="85" y="263"/>
                </a:lnTo>
                <a:lnTo>
                  <a:pt x="76" y="266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2"/>
                </a:lnTo>
                <a:lnTo>
                  <a:pt x="50" y="301"/>
                </a:lnTo>
                <a:lnTo>
                  <a:pt x="49" y="311"/>
                </a:lnTo>
                <a:lnTo>
                  <a:pt x="49" y="321"/>
                </a:lnTo>
                <a:lnTo>
                  <a:pt x="49" y="333"/>
                </a:lnTo>
                <a:lnTo>
                  <a:pt x="49" y="343"/>
                </a:lnTo>
                <a:lnTo>
                  <a:pt x="50" y="354"/>
                </a:lnTo>
                <a:lnTo>
                  <a:pt x="50" y="367"/>
                </a:lnTo>
                <a:lnTo>
                  <a:pt x="53" y="379"/>
                </a:lnTo>
                <a:lnTo>
                  <a:pt x="55" y="392"/>
                </a:lnTo>
                <a:lnTo>
                  <a:pt x="56" y="403"/>
                </a:lnTo>
                <a:lnTo>
                  <a:pt x="58" y="416"/>
                </a:lnTo>
                <a:lnTo>
                  <a:pt x="59" y="428"/>
                </a:lnTo>
                <a:lnTo>
                  <a:pt x="59" y="439"/>
                </a:lnTo>
                <a:lnTo>
                  <a:pt x="61" y="451"/>
                </a:lnTo>
                <a:lnTo>
                  <a:pt x="61" y="461"/>
                </a:lnTo>
                <a:lnTo>
                  <a:pt x="59" y="472"/>
                </a:lnTo>
                <a:lnTo>
                  <a:pt x="58" y="481"/>
                </a:lnTo>
                <a:lnTo>
                  <a:pt x="55" y="489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5"/>
                </a:lnTo>
                <a:lnTo>
                  <a:pt x="23" y="520"/>
                </a:lnTo>
                <a:lnTo>
                  <a:pt x="13" y="521"/>
                </a:lnTo>
                <a:lnTo>
                  <a:pt x="0" y="523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69" name="Freeform 19">
            <a:extLst>
              <a:ext uri="{FF2B5EF4-FFF2-40B4-BE49-F238E27FC236}">
                <a16:creationId xmlns:a16="http://schemas.microsoft.com/office/drawing/2014/main" id="{A1615FB0-4A4D-4B4F-AEC0-882332EFC589}"/>
              </a:ext>
            </a:extLst>
          </p:cNvPr>
          <p:cNvSpPr>
            <a:spLocks/>
          </p:cNvSpPr>
          <p:nvPr/>
        </p:nvSpPr>
        <p:spPr bwMode="auto">
          <a:xfrm>
            <a:off x="3305175" y="2541587"/>
            <a:ext cx="85725" cy="414338"/>
          </a:xfrm>
          <a:custGeom>
            <a:avLst/>
            <a:gdLst>
              <a:gd name="T0" fmla="*/ 2147483646 w 108"/>
              <a:gd name="T1" fmla="*/ 2147483646 h 523"/>
              <a:gd name="T2" fmla="*/ 2147483646 w 108"/>
              <a:gd name="T3" fmla="*/ 2147483646 h 523"/>
              <a:gd name="T4" fmla="*/ 2147483646 w 108"/>
              <a:gd name="T5" fmla="*/ 2147483646 h 523"/>
              <a:gd name="T6" fmla="*/ 2147483646 w 108"/>
              <a:gd name="T7" fmla="*/ 2147483646 h 523"/>
              <a:gd name="T8" fmla="*/ 2147483646 w 108"/>
              <a:gd name="T9" fmla="*/ 2147483646 h 523"/>
              <a:gd name="T10" fmla="*/ 2147483646 w 108"/>
              <a:gd name="T11" fmla="*/ 2147483646 h 523"/>
              <a:gd name="T12" fmla="*/ 2147483646 w 108"/>
              <a:gd name="T13" fmla="*/ 2147483646 h 523"/>
              <a:gd name="T14" fmla="*/ 2147483646 w 108"/>
              <a:gd name="T15" fmla="*/ 2147483646 h 523"/>
              <a:gd name="T16" fmla="*/ 2147483646 w 108"/>
              <a:gd name="T17" fmla="*/ 2147483646 h 523"/>
              <a:gd name="T18" fmla="*/ 2147483646 w 108"/>
              <a:gd name="T19" fmla="*/ 2147483646 h 523"/>
              <a:gd name="T20" fmla="*/ 2147483646 w 108"/>
              <a:gd name="T21" fmla="*/ 2147483646 h 523"/>
              <a:gd name="T22" fmla="*/ 2147483646 w 108"/>
              <a:gd name="T23" fmla="*/ 2147483646 h 523"/>
              <a:gd name="T24" fmla="*/ 2147483646 w 108"/>
              <a:gd name="T25" fmla="*/ 2147483646 h 523"/>
              <a:gd name="T26" fmla="*/ 2147483646 w 108"/>
              <a:gd name="T27" fmla="*/ 2147483646 h 523"/>
              <a:gd name="T28" fmla="*/ 2147483646 w 108"/>
              <a:gd name="T29" fmla="*/ 2147483646 h 523"/>
              <a:gd name="T30" fmla="*/ 2147483646 w 108"/>
              <a:gd name="T31" fmla="*/ 2147483646 h 523"/>
              <a:gd name="T32" fmla="*/ 2147483646 w 108"/>
              <a:gd name="T33" fmla="*/ 2147483646 h 523"/>
              <a:gd name="T34" fmla="*/ 2147483646 w 108"/>
              <a:gd name="T35" fmla="*/ 2147483646 h 523"/>
              <a:gd name="T36" fmla="*/ 2147483646 w 108"/>
              <a:gd name="T37" fmla="*/ 2147483646 h 523"/>
              <a:gd name="T38" fmla="*/ 2147483646 w 108"/>
              <a:gd name="T39" fmla="*/ 2147483646 h 523"/>
              <a:gd name="T40" fmla="*/ 2147483646 w 108"/>
              <a:gd name="T41" fmla="*/ 2147483646 h 523"/>
              <a:gd name="T42" fmla="*/ 2147483646 w 108"/>
              <a:gd name="T43" fmla="*/ 2147483646 h 523"/>
              <a:gd name="T44" fmla="*/ 2147483646 w 108"/>
              <a:gd name="T45" fmla="*/ 2147483646 h 523"/>
              <a:gd name="T46" fmla="*/ 2147483646 w 108"/>
              <a:gd name="T47" fmla="*/ 2147483646 h 523"/>
              <a:gd name="T48" fmla="*/ 2147483646 w 108"/>
              <a:gd name="T49" fmla="*/ 2147483646 h 523"/>
              <a:gd name="T50" fmla="*/ 2147483646 w 108"/>
              <a:gd name="T51" fmla="*/ 2147483646 h 523"/>
              <a:gd name="T52" fmla="*/ 2147483646 w 108"/>
              <a:gd name="T53" fmla="*/ 2147483646 h 523"/>
              <a:gd name="T54" fmla="*/ 2147483646 w 108"/>
              <a:gd name="T55" fmla="*/ 2147483646 h 523"/>
              <a:gd name="T56" fmla="*/ 2147483646 w 108"/>
              <a:gd name="T57" fmla="*/ 2147483646 h 523"/>
              <a:gd name="T58" fmla="*/ 2147483646 w 108"/>
              <a:gd name="T59" fmla="*/ 2147483646 h 523"/>
              <a:gd name="T60" fmla="*/ 2147483646 w 108"/>
              <a:gd name="T61" fmla="*/ 2147483646 h 523"/>
              <a:gd name="T62" fmla="*/ 2147483646 w 108"/>
              <a:gd name="T63" fmla="*/ 2147483646 h 523"/>
              <a:gd name="T64" fmla="*/ 0 w 108"/>
              <a:gd name="T65" fmla="*/ 2147483646 h 52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3"/>
              <a:gd name="T101" fmla="*/ 108 w 108"/>
              <a:gd name="T102" fmla="*/ 523 h 52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3">
                <a:moveTo>
                  <a:pt x="0" y="0"/>
                </a:moveTo>
                <a:lnTo>
                  <a:pt x="13" y="2"/>
                </a:lnTo>
                <a:lnTo>
                  <a:pt x="23" y="3"/>
                </a:lnTo>
                <a:lnTo>
                  <a:pt x="33" y="8"/>
                </a:lnTo>
                <a:lnTo>
                  <a:pt x="40" y="12"/>
                </a:lnTo>
                <a:lnTo>
                  <a:pt x="46" y="18"/>
                </a:lnTo>
                <a:lnTo>
                  <a:pt x="52" y="25"/>
                </a:lnTo>
                <a:lnTo>
                  <a:pt x="55" y="32"/>
                </a:lnTo>
                <a:lnTo>
                  <a:pt x="58" y="41"/>
                </a:lnTo>
                <a:lnTo>
                  <a:pt x="59" y="51"/>
                </a:lnTo>
                <a:lnTo>
                  <a:pt x="61" y="61"/>
                </a:lnTo>
                <a:lnTo>
                  <a:pt x="61" y="72"/>
                </a:lnTo>
                <a:lnTo>
                  <a:pt x="59" y="82"/>
                </a:lnTo>
                <a:lnTo>
                  <a:pt x="59" y="95"/>
                </a:lnTo>
                <a:lnTo>
                  <a:pt x="58" y="107"/>
                </a:lnTo>
                <a:lnTo>
                  <a:pt x="56" y="118"/>
                </a:lnTo>
                <a:lnTo>
                  <a:pt x="55" y="131"/>
                </a:lnTo>
                <a:lnTo>
                  <a:pt x="53" y="143"/>
                </a:lnTo>
                <a:lnTo>
                  <a:pt x="50" y="156"/>
                </a:lnTo>
                <a:lnTo>
                  <a:pt x="50" y="167"/>
                </a:lnTo>
                <a:lnTo>
                  <a:pt x="49" y="179"/>
                </a:lnTo>
                <a:lnTo>
                  <a:pt x="49" y="190"/>
                </a:lnTo>
                <a:lnTo>
                  <a:pt x="49" y="202"/>
                </a:lnTo>
                <a:lnTo>
                  <a:pt x="49" y="212"/>
                </a:lnTo>
                <a:lnTo>
                  <a:pt x="50" y="221"/>
                </a:lnTo>
                <a:lnTo>
                  <a:pt x="53" y="229"/>
                </a:lnTo>
                <a:lnTo>
                  <a:pt x="58" y="238"/>
                </a:lnTo>
                <a:lnTo>
                  <a:pt x="62" y="245"/>
                </a:lnTo>
                <a:lnTo>
                  <a:pt x="68" y="251"/>
                </a:lnTo>
                <a:lnTo>
                  <a:pt x="76" y="255"/>
                </a:lnTo>
                <a:lnTo>
                  <a:pt x="85" y="259"/>
                </a:lnTo>
                <a:lnTo>
                  <a:pt x="95" y="261"/>
                </a:lnTo>
                <a:lnTo>
                  <a:pt x="108" y="262"/>
                </a:lnTo>
                <a:lnTo>
                  <a:pt x="95" y="262"/>
                </a:lnTo>
                <a:lnTo>
                  <a:pt x="85" y="265"/>
                </a:lnTo>
                <a:lnTo>
                  <a:pt x="76" y="268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4"/>
                </a:lnTo>
                <a:lnTo>
                  <a:pt x="50" y="303"/>
                </a:lnTo>
                <a:lnTo>
                  <a:pt x="49" y="313"/>
                </a:lnTo>
                <a:lnTo>
                  <a:pt x="49" y="323"/>
                </a:lnTo>
                <a:lnTo>
                  <a:pt x="49" y="333"/>
                </a:lnTo>
                <a:lnTo>
                  <a:pt x="49" y="344"/>
                </a:lnTo>
                <a:lnTo>
                  <a:pt x="50" y="356"/>
                </a:lnTo>
                <a:lnTo>
                  <a:pt x="50" y="367"/>
                </a:lnTo>
                <a:lnTo>
                  <a:pt x="53" y="380"/>
                </a:lnTo>
                <a:lnTo>
                  <a:pt x="55" y="392"/>
                </a:lnTo>
                <a:lnTo>
                  <a:pt x="56" y="405"/>
                </a:lnTo>
                <a:lnTo>
                  <a:pt x="58" y="416"/>
                </a:lnTo>
                <a:lnTo>
                  <a:pt x="59" y="428"/>
                </a:lnTo>
                <a:lnTo>
                  <a:pt x="59" y="441"/>
                </a:lnTo>
                <a:lnTo>
                  <a:pt x="61" y="451"/>
                </a:lnTo>
                <a:lnTo>
                  <a:pt x="61" y="462"/>
                </a:lnTo>
                <a:lnTo>
                  <a:pt x="59" y="472"/>
                </a:lnTo>
                <a:lnTo>
                  <a:pt x="58" y="483"/>
                </a:lnTo>
                <a:lnTo>
                  <a:pt x="55" y="491"/>
                </a:lnTo>
                <a:lnTo>
                  <a:pt x="52" y="498"/>
                </a:lnTo>
                <a:lnTo>
                  <a:pt x="46" y="506"/>
                </a:lnTo>
                <a:lnTo>
                  <a:pt x="40" y="511"/>
                </a:lnTo>
                <a:lnTo>
                  <a:pt x="33" y="517"/>
                </a:lnTo>
                <a:lnTo>
                  <a:pt x="23" y="520"/>
                </a:lnTo>
                <a:lnTo>
                  <a:pt x="13" y="523"/>
                </a:lnTo>
                <a:lnTo>
                  <a:pt x="0" y="523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70" name="Freeform 62">
            <a:extLst>
              <a:ext uri="{FF2B5EF4-FFF2-40B4-BE49-F238E27FC236}">
                <a16:creationId xmlns:a16="http://schemas.microsoft.com/office/drawing/2014/main" id="{E52EB0CD-A0FA-481B-B314-52FCB8ADDBB7}"/>
              </a:ext>
            </a:extLst>
          </p:cNvPr>
          <p:cNvSpPr>
            <a:spLocks/>
          </p:cNvSpPr>
          <p:nvPr/>
        </p:nvSpPr>
        <p:spPr bwMode="auto">
          <a:xfrm>
            <a:off x="3305175" y="3141662"/>
            <a:ext cx="85725" cy="414338"/>
          </a:xfrm>
          <a:custGeom>
            <a:avLst/>
            <a:gdLst>
              <a:gd name="T0" fmla="*/ 2147483646 w 108"/>
              <a:gd name="T1" fmla="*/ 2147483646 h 522"/>
              <a:gd name="T2" fmla="*/ 2147483646 w 108"/>
              <a:gd name="T3" fmla="*/ 2147483646 h 522"/>
              <a:gd name="T4" fmla="*/ 2147483646 w 108"/>
              <a:gd name="T5" fmla="*/ 2147483646 h 522"/>
              <a:gd name="T6" fmla="*/ 2147483646 w 108"/>
              <a:gd name="T7" fmla="*/ 2147483646 h 522"/>
              <a:gd name="T8" fmla="*/ 2147483646 w 108"/>
              <a:gd name="T9" fmla="*/ 2147483646 h 522"/>
              <a:gd name="T10" fmla="*/ 2147483646 w 108"/>
              <a:gd name="T11" fmla="*/ 2147483646 h 522"/>
              <a:gd name="T12" fmla="*/ 2147483646 w 108"/>
              <a:gd name="T13" fmla="*/ 2147483646 h 522"/>
              <a:gd name="T14" fmla="*/ 2147483646 w 108"/>
              <a:gd name="T15" fmla="*/ 2147483646 h 522"/>
              <a:gd name="T16" fmla="*/ 2147483646 w 108"/>
              <a:gd name="T17" fmla="*/ 2147483646 h 522"/>
              <a:gd name="T18" fmla="*/ 2147483646 w 108"/>
              <a:gd name="T19" fmla="*/ 2147483646 h 522"/>
              <a:gd name="T20" fmla="*/ 2147483646 w 108"/>
              <a:gd name="T21" fmla="*/ 2147483646 h 522"/>
              <a:gd name="T22" fmla="*/ 2147483646 w 108"/>
              <a:gd name="T23" fmla="*/ 2147483646 h 522"/>
              <a:gd name="T24" fmla="*/ 2147483646 w 108"/>
              <a:gd name="T25" fmla="*/ 2147483646 h 522"/>
              <a:gd name="T26" fmla="*/ 2147483646 w 108"/>
              <a:gd name="T27" fmla="*/ 2147483646 h 522"/>
              <a:gd name="T28" fmla="*/ 2147483646 w 108"/>
              <a:gd name="T29" fmla="*/ 2147483646 h 522"/>
              <a:gd name="T30" fmla="*/ 2147483646 w 108"/>
              <a:gd name="T31" fmla="*/ 2147483646 h 522"/>
              <a:gd name="T32" fmla="*/ 2147483646 w 108"/>
              <a:gd name="T33" fmla="*/ 2147483646 h 522"/>
              <a:gd name="T34" fmla="*/ 2147483646 w 108"/>
              <a:gd name="T35" fmla="*/ 2147483646 h 522"/>
              <a:gd name="T36" fmla="*/ 2147483646 w 108"/>
              <a:gd name="T37" fmla="*/ 2147483646 h 522"/>
              <a:gd name="T38" fmla="*/ 2147483646 w 108"/>
              <a:gd name="T39" fmla="*/ 2147483646 h 522"/>
              <a:gd name="T40" fmla="*/ 2147483646 w 108"/>
              <a:gd name="T41" fmla="*/ 2147483646 h 522"/>
              <a:gd name="T42" fmla="*/ 2147483646 w 108"/>
              <a:gd name="T43" fmla="*/ 2147483646 h 522"/>
              <a:gd name="T44" fmla="*/ 2147483646 w 108"/>
              <a:gd name="T45" fmla="*/ 2147483646 h 522"/>
              <a:gd name="T46" fmla="*/ 2147483646 w 108"/>
              <a:gd name="T47" fmla="*/ 2147483646 h 522"/>
              <a:gd name="T48" fmla="*/ 2147483646 w 108"/>
              <a:gd name="T49" fmla="*/ 2147483646 h 522"/>
              <a:gd name="T50" fmla="*/ 2147483646 w 108"/>
              <a:gd name="T51" fmla="*/ 2147483646 h 522"/>
              <a:gd name="T52" fmla="*/ 2147483646 w 108"/>
              <a:gd name="T53" fmla="*/ 2147483646 h 522"/>
              <a:gd name="T54" fmla="*/ 2147483646 w 108"/>
              <a:gd name="T55" fmla="*/ 2147483646 h 522"/>
              <a:gd name="T56" fmla="*/ 2147483646 w 108"/>
              <a:gd name="T57" fmla="*/ 2147483646 h 522"/>
              <a:gd name="T58" fmla="*/ 2147483646 w 108"/>
              <a:gd name="T59" fmla="*/ 2147483646 h 522"/>
              <a:gd name="T60" fmla="*/ 2147483646 w 108"/>
              <a:gd name="T61" fmla="*/ 2147483646 h 522"/>
              <a:gd name="T62" fmla="*/ 2147483646 w 108"/>
              <a:gd name="T63" fmla="*/ 2147483646 h 522"/>
              <a:gd name="T64" fmla="*/ 0 w 108"/>
              <a:gd name="T65" fmla="*/ 2147483646 h 52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2"/>
              <a:gd name="T101" fmla="*/ 108 w 108"/>
              <a:gd name="T102" fmla="*/ 522 h 52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2">
                <a:moveTo>
                  <a:pt x="0" y="0"/>
                </a:moveTo>
                <a:lnTo>
                  <a:pt x="13" y="1"/>
                </a:lnTo>
                <a:lnTo>
                  <a:pt x="23" y="3"/>
                </a:lnTo>
                <a:lnTo>
                  <a:pt x="33" y="7"/>
                </a:lnTo>
                <a:lnTo>
                  <a:pt x="40" y="12"/>
                </a:lnTo>
                <a:lnTo>
                  <a:pt x="46" y="17"/>
                </a:lnTo>
                <a:lnTo>
                  <a:pt x="52" y="24"/>
                </a:lnTo>
                <a:lnTo>
                  <a:pt x="55" y="32"/>
                </a:lnTo>
                <a:lnTo>
                  <a:pt x="58" y="40"/>
                </a:lnTo>
                <a:lnTo>
                  <a:pt x="59" y="50"/>
                </a:lnTo>
                <a:lnTo>
                  <a:pt x="61" y="60"/>
                </a:lnTo>
                <a:lnTo>
                  <a:pt x="61" y="72"/>
                </a:lnTo>
                <a:lnTo>
                  <a:pt x="59" y="82"/>
                </a:lnTo>
                <a:lnTo>
                  <a:pt x="59" y="95"/>
                </a:lnTo>
                <a:lnTo>
                  <a:pt x="58" y="107"/>
                </a:lnTo>
                <a:lnTo>
                  <a:pt x="56" y="118"/>
                </a:lnTo>
                <a:lnTo>
                  <a:pt x="55" y="131"/>
                </a:lnTo>
                <a:lnTo>
                  <a:pt x="53" y="143"/>
                </a:lnTo>
                <a:lnTo>
                  <a:pt x="50" y="155"/>
                </a:lnTo>
                <a:lnTo>
                  <a:pt x="50" y="167"/>
                </a:lnTo>
                <a:lnTo>
                  <a:pt x="49" y="178"/>
                </a:lnTo>
                <a:lnTo>
                  <a:pt x="49" y="190"/>
                </a:lnTo>
                <a:lnTo>
                  <a:pt x="49" y="202"/>
                </a:lnTo>
                <a:lnTo>
                  <a:pt x="49" y="212"/>
                </a:lnTo>
                <a:lnTo>
                  <a:pt x="50" y="220"/>
                </a:lnTo>
                <a:lnTo>
                  <a:pt x="53" y="229"/>
                </a:lnTo>
                <a:lnTo>
                  <a:pt x="58" y="238"/>
                </a:lnTo>
                <a:lnTo>
                  <a:pt x="62" y="245"/>
                </a:lnTo>
                <a:lnTo>
                  <a:pt x="68" y="250"/>
                </a:lnTo>
                <a:lnTo>
                  <a:pt x="76" y="255"/>
                </a:lnTo>
                <a:lnTo>
                  <a:pt x="85" y="259"/>
                </a:lnTo>
                <a:lnTo>
                  <a:pt x="95" y="261"/>
                </a:lnTo>
                <a:lnTo>
                  <a:pt x="108" y="262"/>
                </a:lnTo>
                <a:lnTo>
                  <a:pt x="95" y="262"/>
                </a:lnTo>
                <a:lnTo>
                  <a:pt x="85" y="265"/>
                </a:lnTo>
                <a:lnTo>
                  <a:pt x="76" y="268"/>
                </a:lnTo>
                <a:lnTo>
                  <a:pt x="68" y="272"/>
                </a:lnTo>
                <a:lnTo>
                  <a:pt x="62" y="278"/>
                </a:lnTo>
                <a:lnTo>
                  <a:pt x="58" y="285"/>
                </a:lnTo>
                <a:lnTo>
                  <a:pt x="53" y="294"/>
                </a:lnTo>
                <a:lnTo>
                  <a:pt x="50" y="302"/>
                </a:lnTo>
                <a:lnTo>
                  <a:pt x="49" y="312"/>
                </a:lnTo>
                <a:lnTo>
                  <a:pt x="49" y="322"/>
                </a:lnTo>
                <a:lnTo>
                  <a:pt x="49" y="332"/>
                </a:lnTo>
                <a:lnTo>
                  <a:pt x="49" y="344"/>
                </a:lnTo>
                <a:lnTo>
                  <a:pt x="50" y="356"/>
                </a:lnTo>
                <a:lnTo>
                  <a:pt x="50" y="367"/>
                </a:lnTo>
                <a:lnTo>
                  <a:pt x="53" y="380"/>
                </a:lnTo>
                <a:lnTo>
                  <a:pt x="55" y="392"/>
                </a:lnTo>
                <a:lnTo>
                  <a:pt x="56" y="404"/>
                </a:lnTo>
                <a:lnTo>
                  <a:pt x="58" y="416"/>
                </a:lnTo>
                <a:lnTo>
                  <a:pt x="59" y="427"/>
                </a:lnTo>
                <a:lnTo>
                  <a:pt x="59" y="440"/>
                </a:lnTo>
                <a:lnTo>
                  <a:pt x="61" y="451"/>
                </a:lnTo>
                <a:lnTo>
                  <a:pt x="61" y="462"/>
                </a:lnTo>
                <a:lnTo>
                  <a:pt x="59" y="472"/>
                </a:lnTo>
                <a:lnTo>
                  <a:pt x="58" y="482"/>
                </a:lnTo>
                <a:lnTo>
                  <a:pt x="55" y="491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7"/>
                </a:lnTo>
                <a:lnTo>
                  <a:pt x="23" y="520"/>
                </a:lnTo>
                <a:lnTo>
                  <a:pt x="13" y="522"/>
                </a:lnTo>
                <a:lnTo>
                  <a:pt x="0" y="522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71" name="Freeform 63">
            <a:extLst>
              <a:ext uri="{FF2B5EF4-FFF2-40B4-BE49-F238E27FC236}">
                <a16:creationId xmlns:a16="http://schemas.microsoft.com/office/drawing/2014/main" id="{8A5B1A3A-D083-4FBB-89CD-008BE12EC888}"/>
              </a:ext>
            </a:extLst>
          </p:cNvPr>
          <p:cNvSpPr>
            <a:spLocks/>
          </p:cNvSpPr>
          <p:nvPr/>
        </p:nvSpPr>
        <p:spPr bwMode="auto">
          <a:xfrm>
            <a:off x="3305175" y="3733800"/>
            <a:ext cx="85725" cy="414337"/>
          </a:xfrm>
          <a:custGeom>
            <a:avLst/>
            <a:gdLst>
              <a:gd name="T0" fmla="*/ 2147483646 w 108"/>
              <a:gd name="T1" fmla="*/ 0 h 522"/>
              <a:gd name="T2" fmla="*/ 2147483646 w 108"/>
              <a:gd name="T3" fmla="*/ 2147483646 h 522"/>
              <a:gd name="T4" fmla="*/ 2147483646 w 108"/>
              <a:gd name="T5" fmla="*/ 2147483646 h 522"/>
              <a:gd name="T6" fmla="*/ 2147483646 w 108"/>
              <a:gd name="T7" fmla="*/ 2147483646 h 522"/>
              <a:gd name="T8" fmla="*/ 2147483646 w 108"/>
              <a:gd name="T9" fmla="*/ 2147483646 h 522"/>
              <a:gd name="T10" fmla="*/ 2147483646 w 108"/>
              <a:gd name="T11" fmla="*/ 2147483646 h 522"/>
              <a:gd name="T12" fmla="*/ 2147483646 w 108"/>
              <a:gd name="T13" fmla="*/ 2147483646 h 522"/>
              <a:gd name="T14" fmla="*/ 2147483646 w 108"/>
              <a:gd name="T15" fmla="*/ 2147483646 h 522"/>
              <a:gd name="T16" fmla="*/ 2147483646 w 108"/>
              <a:gd name="T17" fmla="*/ 2147483646 h 522"/>
              <a:gd name="T18" fmla="*/ 2147483646 w 108"/>
              <a:gd name="T19" fmla="*/ 2147483646 h 522"/>
              <a:gd name="T20" fmla="*/ 2147483646 w 108"/>
              <a:gd name="T21" fmla="*/ 2147483646 h 522"/>
              <a:gd name="T22" fmla="*/ 2147483646 w 108"/>
              <a:gd name="T23" fmla="*/ 2147483646 h 522"/>
              <a:gd name="T24" fmla="*/ 2147483646 w 108"/>
              <a:gd name="T25" fmla="*/ 2147483646 h 522"/>
              <a:gd name="T26" fmla="*/ 2147483646 w 108"/>
              <a:gd name="T27" fmla="*/ 2147483646 h 522"/>
              <a:gd name="T28" fmla="*/ 2147483646 w 108"/>
              <a:gd name="T29" fmla="*/ 2147483646 h 522"/>
              <a:gd name="T30" fmla="*/ 2147483646 w 108"/>
              <a:gd name="T31" fmla="*/ 2147483646 h 522"/>
              <a:gd name="T32" fmla="*/ 2147483646 w 108"/>
              <a:gd name="T33" fmla="*/ 2147483646 h 522"/>
              <a:gd name="T34" fmla="*/ 2147483646 w 108"/>
              <a:gd name="T35" fmla="*/ 2147483646 h 522"/>
              <a:gd name="T36" fmla="*/ 2147483646 w 108"/>
              <a:gd name="T37" fmla="*/ 2147483646 h 522"/>
              <a:gd name="T38" fmla="*/ 2147483646 w 108"/>
              <a:gd name="T39" fmla="*/ 2147483646 h 522"/>
              <a:gd name="T40" fmla="*/ 2147483646 w 108"/>
              <a:gd name="T41" fmla="*/ 2147483646 h 522"/>
              <a:gd name="T42" fmla="*/ 2147483646 w 108"/>
              <a:gd name="T43" fmla="*/ 2147483646 h 522"/>
              <a:gd name="T44" fmla="*/ 2147483646 w 108"/>
              <a:gd name="T45" fmla="*/ 2147483646 h 522"/>
              <a:gd name="T46" fmla="*/ 2147483646 w 108"/>
              <a:gd name="T47" fmla="*/ 2147483646 h 522"/>
              <a:gd name="T48" fmla="*/ 2147483646 w 108"/>
              <a:gd name="T49" fmla="*/ 2147483646 h 522"/>
              <a:gd name="T50" fmla="*/ 2147483646 w 108"/>
              <a:gd name="T51" fmla="*/ 2147483646 h 522"/>
              <a:gd name="T52" fmla="*/ 2147483646 w 108"/>
              <a:gd name="T53" fmla="*/ 2147483646 h 522"/>
              <a:gd name="T54" fmla="*/ 2147483646 w 108"/>
              <a:gd name="T55" fmla="*/ 2147483646 h 522"/>
              <a:gd name="T56" fmla="*/ 2147483646 w 108"/>
              <a:gd name="T57" fmla="*/ 2147483646 h 522"/>
              <a:gd name="T58" fmla="*/ 2147483646 w 108"/>
              <a:gd name="T59" fmla="*/ 2147483646 h 522"/>
              <a:gd name="T60" fmla="*/ 2147483646 w 108"/>
              <a:gd name="T61" fmla="*/ 2147483646 h 522"/>
              <a:gd name="T62" fmla="*/ 2147483646 w 108"/>
              <a:gd name="T63" fmla="*/ 2147483646 h 522"/>
              <a:gd name="T64" fmla="*/ 0 w 108"/>
              <a:gd name="T65" fmla="*/ 2147483646 h 52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08"/>
              <a:gd name="T100" fmla="*/ 0 h 522"/>
              <a:gd name="T101" fmla="*/ 108 w 108"/>
              <a:gd name="T102" fmla="*/ 522 h 52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08" h="522">
                <a:moveTo>
                  <a:pt x="0" y="0"/>
                </a:moveTo>
                <a:lnTo>
                  <a:pt x="13" y="0"/>
                </a:lnTo>
                <a:lnTo>
                  <a:pt x="23" y="2"/>
                </a:lnTo>
                <a:lnTo>
                  <a:pt x="33" y="5"/>
                </a:lnTo>
                <a:lnTo>
                  <a:pt x="40" y="10"/>
                </a:lnTo>
                <a:lnTo>
                  <a:pt x="46" y="17"/>
                </a:lnTo>
                <a:lnTo>
                  <a:pt x="52" y="23"/>
                </a:lnTo>
                <a:lnTo>
                  <a:pt x="55" y="31"/>
                </a:lnTo>
                <a:lnTo>
                  <a:pt x="58" y="40"/>
                </a:lnTo>
                <a:lnTo>
                  <a:pt x="59" y="50"/>
                </a:lnTo>
                <a:lnTo>
                  <a:pt x="61" y="60"/>
                </a:lnTo>
                <a:lnTo>
                  <a:pt x="61" y="70"/>
                </a:lnTo>
                <a:lnTo>
                  <a:pt x="59" y="82"/>
                </a:lnTo>
                <a:lnTo>
                  <a:pt x="59" y="93"/>
                </a:lnTo>
                <a:lnTo>
                  <a:pt x="58" y="105"/>
                </a:lnTo>
                <a:lnTo>
                  <a:pt x="56" y="118"/>
                </a:lnTo>
                <a:lnTo>
                  <a:pt x="55" y="129"/>
                </a:lnTo>
                <a:lnTo>
                  <a:pt x="53" y="142"/>
                </a:lnTo>
                <a:lnTo>
                  <a:pt x="50" y="154"/>
                </a:lnTo>
                <a:lnTo>
                  <a:pt x="50" y="167"/>
                </a:lnTo>
                <a:lnTo>
                  <a:pt x="49" y="178"/>
                </a:lnTo>
                <a:lnTo>
                  <a:pt x="49" y="190"/>
                </a:lnTo>
                <a:lnTo>
                  <a:pt x="49" y="200"/>
                </a:lnTo>
                <a:lnTo>
                  <a:pt x="49" y="210"/>
                </a:lnTo>
                <a:lnTo>
                  <a:pt x="50" y="220"/>
                </a:lnTo>
                <a:lnTo>
                  <a:pt x="53" y="228"/>
                </a:lnTo>
                <a:lnTo>
                  <a:pt x="58" y="236"/>
                </a:lnTo>
                <a:lnTo>
                  <a:pt x="62" y="243"/>
                </a:lnTo>
                <a:lnTo>
                  <a:pt x="68" y="249"/>
                </a:lnTo>
                <a:lnTo>
                  <a:pt x="76" y="254"/>
                </a:lnTo>
                <a:lnTo>
                  <a:pt x="85" y="257"/>
                </a:lnTo>
                <a:lnTo>
                  <a:pt x="95" y="260"/>
                </a:lnTo>
                <a:lnTo>
                  <a:pt x="108" y="260"/>
                </a:lnTo>
                <a:lnTo>
                  <a:pt x="95" y="262"/>
                </a:lnTo>
                <a:lnTo>
                  <a:pt x="85" y="263"/>
                </a:lnTo>
                <a:lnTo>
                  <a:pt x="76" y="266"/>
                </a:lnTo>
                <a:lnTo>
                  <a:pt x="68" y="272"/>
                </a:lnTo>
                <a:lnTo>
                  <a:pt x="62" y="277"/>
                </a:lnTo>
                <a:lnTo>
                  <a:pt x="58" y="285"/>
                </a:lnTo>
                <a:lnTo>
                  <a:pt x="53" y="292"/>
                </a:lnTo>
                <a:lnTo>
                  <a:pt x="50" y="300"/>
                </a:lnTo>
                <a:lnTo>
                  <a:pt x="49" y="310"/>
                </a:lnTo>
                <a:lnTo>
                  <a:pt x="49" y="321"/>
                </a:lnTo>
                <a:lnTo>
                  <a:pt x="49" y="332"/>
                </a:lnTo>
                <a:lnTo>
                  <a:pt x="49" y="342"/>
                </a:lnTo>
                <a:lnTo>
                  <a:pt x="50" y="355"/>
                </a:lnTo>
                <a:lnTo>
                  <a:pt x="50" y="367"/>
                </a:lnTo>
                <a:lnTo>
                  <a:pt x="53" y="378"/>
                </a:lnTo>
                <a:lnTo>
                  <a:pt x="55" y="391"/>
                </a:lnTo>
                <a:lnTo>
                  <a:pt x="56" y="403"/>
                </a:lnTo>
                <a:lnTo>
                  <a:pt x="58" y="416"/>
                </a:lnTo>
                <a:lnTo>
                  <a:pt x="59" y="427"/>
                </a:lnTo>
                <a:lnTo>
                  <a:pt x="59" y="439"/>
                </a:lnTo>
                <a:lnTo>
                  <a:pt x="61" y="450"/>
                </a:lnTo>
                <a:lnTo>
                  <a:pt x="61" y="460"/>
                </a:lnTo>
                <a:lnTo>
                  <a:pt x="59" y="472"/>
                </a:lnTo>
                <a:lnTo>
                  <a:pt x="58" y="480"/>
                </a:lnTo>
                <a:lnTo>
                  <a:pt x="55" y="489"/>
                </a:lnTo>
                <a:lnTo>
                  <a:pt x="52" y="498"/>
                </a:lnTo>
                <a:lnTo>
                  <a:pt x="46" y="505"/>
                </a:lnTo>
                <a:lnTo>
                  <a:pt x="40" y="511"/>
                </a:lnTo>
                <a:lnTo>
                  <a:pt x="33" y="515"/>
                </a:lnTo>
                <a:lnTo>
                  <a:pt x="23" y="519"/>
                </a:lnTo>
                <a:lnTo>
                  <a:pt x="13" y="521"/>
                </a:lnTo>
                <a:lnTo>
                  <a:pt x="0" y="522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72" name="Rectangle 70">
            <a:extLst>
              <a:ext uri="{FF2B5EF4-FFF2-40B4-BE49-F238E27FC236}">
                <a16:creationId xmlns:a16="http://schemas.microsoft.com/office/drawing/2014/main" id="{4E90DC8F-9C33-4B0A-AA62-0E9C8E5B2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2012950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3" name="Rectangle 71">
            <a:extLst>
              <a:ext uri="{FF2B5EF4-FFF2-40B4-BE49-F238E27FC236}">
                <a16:creationId xmlns:a16="http://schemas.microsoft.com/office/drawing/2014/main" id="{10F73381-9890-45F9-AC03-037C24037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2117725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4" name="Rectangle 72">
            <a:extLst>
              <a:ext uri="{FF2B5EF4-FFF2-40B4-BE49-F238E27FC236}">
                <a16:creationId xmlns:a16="http://schemas.microsoft.com/office/drawing/2014/main" id="{3A614E69-4ACB-48FA-A440-F85C29C68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2613025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5" name="Line 73">
            <a:extLst>
              <a:ext uri="{FF2B5EF4-FFF2-40B4-BE49-F238E27FC236}">
                <a16:creationId xmlns:a16="http://schemas.microsoft.com/office/drawing/2014/main" id="{C875E4CA-1F98-44B2-8F1F-1CAC636F74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2628900"/>
            <a:ext cx="149225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76" name="Rectangle 74">
            <a:extLst>
              <a:ext uri="{FF2B5EF4-FFF2-40B4-BE49-F238E27FC236}">
                <a16:creationId xmlns:a16="http://schemas.microsoft.com/office/drawing/2014/main" id="{F4B19492-169F-453E-BDDE-6197C21E9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2711450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7" name="Rectangle 75">
            <a:extLst>
              <a:ext uri="{FF2B5EF4-FFF2-40B4-BE49-F238E27FC236}">
                <a16:creationId xmlns:a16="http://schemas.microsoft.com/office/drawing/2014/main" id="{004975F6-D47D-46BB-8F8E-8E81D77A4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806825"/>
            <a:ext cx="1920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8" name="Rectangle 76">
            <a:extLst>
              <a:ext uri="{FF2B5EF4-FFF2-40B4-BE49-F238E27FC236}">
                <a16:creationId xmlns:a16="http://schemas.microsoft.com/office/drawing/2014/main" id="{1E5A7EBC-EF33-4FA5-9903-ECB7B80B9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911600"/>
            <a:ext cx="841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79" name="Rectangle 77">
            <a:extLst>
              <a:ext uri="{FF2B5EF4-FFF2-40B4-BE49-F238E27FC236}">
                <a16:creationId xmlns:a16="http://schemas.microsoft.com/office/drawing/2014/main" id="{8EB83F49-09C0-48E6-BBA6-6025A5F1F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4563" y="3213100"/>
            <a:ext cx="1920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FF0000"/>
                </a:solidFill>
                <a:latin typeface="Times-Roman" charset="0"/>
              </a:rPr>
              <a:t>w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106580" name="Line 78">
            <a:extLst>
              <a:ext uri="{FF2B5EF4-FFF2-40B4-BE49-F238E27FC236}">
                <a16:creationId xmlns:a16="http://schemas.microsoft.com/office/drawing/2014/main" id="{172DCD0C-62E8-4D28-85E0-392C8D9AE7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2975" y="3246437"/>
            <a:ext cx="149225" cy="1588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581" name="Rectangle 87">
            <a:extLst>
              <a:ext uri="{FF2B5EF4-FFF2-40B4-BE49-F238E27FC236}">
                <a16:creationId xmlns:a16="http://schemas.microsoft.com/office/drawing/2014/main" id="{39C38520-DAFD-4525-B5ED-31DAA3180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3311525"/>
            <a:ext cx="8413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FF0000"/>
                </a:solidFill>
                <a:latin typeface="Times-Roman" charset="0"/>
              </a:rPr>
              <a:t>3 </a:t>
            </a:r>
            <a:endParaRPr lang="en-US" altLang="en-US" b="0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cxnSp>
        <p:nvCxnSpPr>
          <p:cNvPr id="106582" name="Straight Connector 100">
            <a:extLst>
              <a:ext uri="{FF2B5EF4-FFF2-40B4-BE49-F238E27FC236}">
                <a16:creationId xmlns:a16="http://schemas.microsoft.com/office/drawing/2014/main" id="{5F445511-7F61-48F7-91AF-5277CBC2BF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33638" y="1452562"/>
            <a:ext cx="0" cy="2870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83" name="Straight Connector 101">
            <a:extLst>
              <a:ext uri="{FF2B5EF4-FFF2-40B4-BE49-F238E27FC236}">
                <a16:creationId xmlns:a16="http://schemas.microsoft.com/office/drawing/2014/main" id="{FEFD133C-3BC8-4E32-9A3E-9CB816CC39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7375" y="3055937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84" name="Straight Connector 102">
            <a:extLst>
              <a:ext uri="{FF2B5EF4-FFF2-40B4-BE49-F238E27FC236}">
                <a16:creationId xmlns:a16="http://schemas.microsoft.com/office/drawing/2014/main" id="{D1796938-E491-4F10-A5E2-55019CBBB1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28800" y="3657600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85" name="Straight Connector 103">
            <a:extLst>
              <a:ext uri="{FF2B5EF4-FFF2-40B4-BE49-F238E27FC236}">
                <a16:creationId xmlns:a16="http://schemas.microsoft.com/office/drawing/2014/main" id="{FA6BC4D9-FD6B-4C0A-9D00-7909E34394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9125" y="2473325"/>
            <a:ext cx="1868488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51BF60-3BA1-4A57-A28C-4D547DE25FE2}"/>
                  </a:ext>
                </a:extLst>
              </p14:cNvPr>
              <p14:cNvContentPartPr/>
              <p14:nvPr/>
            </p14:nvContentPartPr>
            <p14:xfrm>
              <a:off x="3464280" y="716400"/>
              <a:ext cx="4879080" cy="573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51BF60-3BA1-4A57-A28C-4D547DE25F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54920" y="707040"/>
                <a:ext cx="4897800" cy="575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ED7048F7-3D10-42E5-B096-9E327EAA1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133600"/>
            <a:ext cx="9144000" cy="1295400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Multiplexer Synthesis </a:t>
            </a:r>
            <a:br>
              <a:rPr lang="en-US" altLang="en-US" dirty="0"/>
            </a:br>
            <a:r>
              <a:rPr lang="en-US" altLang="en-US" dirty="0"/>
              <a:t>Using Shannon’s Expansion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Line 100">
            <a:extLst>
              <a:ext uri="{FF2B5EF4-FFF2-40B4-BE49-F238E27FC236}">
                <a16:creationId xmlns:a16="http://schemas.microsoft.com/office/drawing/2014/main" id="{3FFE5762-2396-4902-929D-BF049DF563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3500" y="1419225"/>
            <a:ext cx="1460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46" name="Line 101">
            <a:extLst>
              <a:ext uri="{FF2B5EF4-FFF2-40B4-BE49-F238E27FC236}">
                <a16:creationId xmlns:a16="http://schemas.microsoft.com/office/drawing/2014/main" id="{063C0812-51BD-4BCF-A139-33B8C82C74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2350" y="1100138"/>
            <a:ext cx="1588" cy="29876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47" name="Rectangle 103">
            <a:extLst>
              <a:ext uri="{FF2B5EF4-FFF2-40B4-BE49-F238E27FC236}">
                <a16:creationId xmlns:a16="http://schemas.microsoft.com/office/drawing/2014/main" id="{9FFDD0AF-592D-4E5F-A097-BE38CEED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48" name="Rectangle 104">
            <a:extLst>
              <a:ext uri="{FF2B5EF4-FFF2-40B4-BE49-F238E27FC236}">
                <a16:creationId xmlns:a16="http://schemas.microsoft.com/office/drawing/2014/main" id="{EF45E66A-A802-4DBC-9A5D-7A99BCC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49" name="Rectangle 105">
            <a:extLst>
              <a:ext uri="{FF2B5EF4-FFF2-40B4-BE49-F238E27FC236}">
                <a16:creationId xmlns:a16="http://schemas.microsoft.com/office/drawing/2014/main" id="{9901F506-FF46-4901-AF34-451B1ED9A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0" name="Rectangle 106">
            <a:extLst>
              <a:ext uri="{FF2B5EF4-FFF2-40B4-BE49-F238E27FC236}">
                <a16:creationId xmlns:a16="http://schemas.microsoft.com/office/drawing/2014/main" id="{4A5035E0-53AD-45A1-96BE-F8EC0F204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1" name="Rectangle 107">
            <a:extLst>
              <a:ext uri="{FF2B5EF4-FFF2-40B4-BE49-F238E27FC236}">
                <a16:creationId xmlns:a16="http://schemas.microsoft.com/office/drawing/2014/main" id="{8525E66E-0CA7-4CED-B01F-DFCCFE616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2" name="Rectangle 108">
            <a:extLst>
              <a:ext uri="{FF2B5EF4-FFF2-40B4-BE49-F238E27FC236}">
                <a16:creationId xmlns:a16="http://schemas.microsoft.com/office/drawing/2014/main" id="{EBD511D6-9C4D-45E3-9C74-BC45EECC1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3" name="Rectangle 109">
            <a:extLst>
              <a:ext uri="{FF2B5EF4-FFF2-40B4-BE49-F238E27FC236}">
                <a16:creationId xmlns:a16="http://schemas.microsoft.com/office/drawing/2014/main" id="{E300A82C-E940-453E-B033-052C357F5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4" name="Rectangle 110">
            <a:extLst>
              <a:ext uri="{FF2B5EF4-FFF2-40B4-BE49-F238E27FC236}">
                <a16:creationId xmlns:a16="http://schemas.microsoft.com/office/drawing/2014/main" id="{A4B8B593-FC31-4190-B650-80C6991DF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5" name="Rectangle 111">
            <a:extLst>
              <a:ext uri="{FF2B5EF4-FFF2-40B4-BE49-F238E27FC236}">
                <a16:creationId xmlns:a16="http://schemas.microsoft.com/office/drawing/2014/main" id="{5A690AA9-BE3C-4D4F-A2F2-E399C3554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6" name="Rectangle 112">
            <a:extLst>
              <a:ext uri="{FF2B5EF4-FFF2-40B4-BE49-F238E27FC236}">
                <a16:creationId xmlns:a16="http://schemas.microsoft.com/office/drawing/2014/main" id="{FF301B1F-81DA-455E-9243-AEFC32B6E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7" name="Rectangle 113">
            <a:extLst>
              <a:ext uri="{FF2B5EF4-FFF2-40B4-BE49-F238E27FC236}">
                <a16:creationId xmlns:a16="http://schemas.microsoft.com/office/drawing/2014/main" id="{80343E97-103E-43BB-8928-C96125425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8" name="Rectangle 114">
            <a:extLst>
              <a:ext uri="{FF2B5EF4-FFF2-40B4-BE49-F238E27FC236}">
                <a16:creationId xmlns:a16="http://schemas.microsoft.com/office/drawing/2014/main" id="{4603BCEC-4872-4AED-9882-79A3BF5A4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59" name="Rectangle 115">
            <a:extLst>
              <a:ext uri="{FF2B5EF4-FFF2-40B4-BE49-F238E27FC236}">
                <a16:creationId xmlns:a16="http://schemas.microsoft.com/office/drawing/2014/main" id="{74FFB0EB-ED25-4ED1-ABA8-2844A20D6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0" name="Rectangle 116">
            <a:extLst>
              <a:ext uri="{FF2B5EF4-FFF2-40B4-BE49-F238E27FC236}">
                <a16:creationId xmlns:a16="http://schemas.microsoft.com/office/drawing/2014/main" id="{AE24CCF6-8E95-4753-872C-91319DB4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1" name="Rectangle 117">
            <a:extLst>
              <a:ext uri="{FF2B5EF4-FFF2-40B4-BE49-F238E27FC236}">
                <a16:creationId xmlns:a16="http://schemas.microsoft.com/office/drawing/2014/main" id="{B76BC61F-3285-4123-8EDC-7274840B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2" name="Rectangle 118">
            <a:extLst>
              <a:ext uri="{FF2B5EF4-FFF2-40B4-BE49-F238E27FC236}">
                <a16:creationId xmlns:a16="http://schemas.microsoft.com/office/drawing/2014/main" id="{1D0A2635-FCAC-448E-941B-013037F90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3" name="Rectangle 119">
            <a:extLst>
              <a:ext uri="{FF2B5EF4-FFF2-40B4-BE49-F238E27FC236}">
                <a16:creationId xmlns:a16="http://schemas.microsoft.com/office/drawing/2014/main" id="{02A466E3-5057-402A-960D-D8CE9D162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4" name="Rectangle 120">
            <a:extLst>
              <a:ext uri="{FF2B5EF4-FFF2-40B4-BE49-F238E27FC236}">
                <a16:creationId xmlns:a16="http://schemas.microsoft.com/office/drawing/2014/main" id="{4CD423B7-DE81-41E3-8CD1-CAFF20692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5" name="Rectangle 121">
            <a:extLst>
              <a:ext uri="{FF2B5EF4-FFF2-40B4-BE49-F238E27FC236}">
                <a16:creationId xmlns:a16="http://schemas.microsoft.com/office/drawing/2014/main" id="{2FC24EB9-2945-41A6-B0DB-9936332B7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6" name="Rectangle 122">
            <a:extLst>
              <a:ext uri="{FF2B5EF4-FFF2-40B4-BE49-F238E27FC236}">
                <a16:creationId xmlns:a16="http://schemas.microsoft.com/office/drawing/2014/main" id="{EF50F803-327B-473F-88C9-98C397795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7" name="Rectangle 123">
            <a:extLst>
              <a:ext uri="{FF2B5EF4-FFF2-40B4-BE49-F238E27FC236}">
                <a16:creationId xmlns:a16="http://schemas.microsoft.com/office/drawing/2014/main" id="{59070B0A-EAD8-4C29-B228-3B27CDA6E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8" name="Rectangle 124">
            <a:extLst>
              <a:ext uri="{FF2B5EF4-FFF2-40B4-BE49-F238E27FC236}">
                <a16:creationId xmlns:a16="http://schemas.microsoft.com/office/drawing/2014/main" id="{FD4D5D17-A20C-4959-9B6A-98FC35097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69" name="Rectangle 125">
            <a:extLst>
              <a:ext uri="{FF2B5EF4-FFF2-40B4-BE49-F238E27FC236}">
                <a16:creationId xmlns:a16="http://schemas.microsoft.com/office/drawing/2014/main" id="{D5B8A1EC-77F1-476A-A19B-5DD080FAC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0" name="Rectangle 126">
            <a:extLst>
              <a:ext uri="{FF2B5EF4-FFF2-40B4-BE49-F238E27FC236}">
                <a16:creationId xmlns:a16="http://schemas.microsoft.com/office/drawing/2014/main" id="{8ED6081A-95AD-45A8-956A-2A9BB65A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1" name="Rectangle 127">
            <a:extLst>
              <a:ext uri="{FF2B5EF4-FFF2-40B4-BE49-F238E27FC236}">
                <a16:creationId xmlns:a16="http://schemas.microsoft.com/office/drawing/2014/main" id="{5EBB8D56-4FAE-4215-8C5A-A87FC921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2" name="Rectangle 128">
            <a:extLst>
              <a:ext uri="{FF2B5EF4-FFF2-40B4-BE49-F238E27FC236}">
                <a16:creationId xmlns:a16="http://schemas.microsoft.com/office/drawing/2014/main" id="{5BDB5DAF-2FD9-4129-A55E-166F8E244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3" name="Rectangle 129">
            <a:extLst>
              <a:ext uri="{FF2B5EF4-FFF2-40B4-BE49-F238E27FC236}">
                <a16:creationId xmlns:a16="http://schemas.microsoft.com/office/drawing/2014/main" id="{95F17B2F-A9BB-45B2-84F6-CD5C54854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4" name="Rectangle 130">
            <a:extLst>
              <a:ext uri="{FF2B5EF4-FFF2-40B4-BE49-F238E27FC236}">
                <a16:creationId xmlns:a16="http://schemas.microsoft.com/office/drawing/2014/main" id="{27499226-85DF-437E-92B5-9DCDE94AE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5" name="Rectangle 131">
            <a:extLst>
              <a:ext uri="{FF2B5EF4-FFF2-40B4-BE49-F238E27FC236}">
                <a16:creationId xmlns:a16="http://schemas.microsoft.com/office/drawing/2014/main" id="{4C2CA328-2753-4CFE-849B-192A48E8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1087438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6" name="Rectangle 132">
            <a:extLst>
              <a:ext uri="{FF2B5EF4-FFF2-40B4-BE49-F238E27FC236}">
                <a16:creationId xmlns:a16="http://schemas.microsoft.com/office/drawing/2014/main" id="{3DA2AFD5-6464-4BF8-A5C7-CFF8388A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7" name="Rectangle 133">
            <a:extLst>
              <a:ext uri="{FF2B5EF4-FFF2-40B4-BE49-F238E27FC236}">
                <a16:creationId xmlns:a16="http://schemas.microsoft.com/office/drawing/2014/main" id="{FA5F237E-9D89-4048-A535-3AC02F654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0874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8" name="Rectangle 134">
            <a:extLst>
              <a:ext uri="{FF2B5EF4-FFF2-40B4-BE49-F238E27FC236}">
                <a16:creationId xmlns:a16="http://schemas.microsoft.com/office/drawing/2014/main" id="{F8B35FA2-1840-47CF-8C9A-D9BBC9779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79" name="Rectangle 135">
            <a:extLst>
              <a:ext uri="{FF2B5EF4-FFF2-40B4-BE49-F238E27FC236}">
                <a16:creationId xmlns:a16="http://schemas.microsoft.com/office/drawing/2014/main" id="{14713ED4-99A5-46E8-BCA9-E10A4A68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0" name="Rectangle 136">
            <a:extLst>
              <a:ext uri="{FF2B5EF4-FFF2-40B4-BE49-F238E27FC236}">
                <a16:creationId xmlns:a16="http://schemas.microsoft.com/office/drawing/2014/main" id="{8B09984D-96F3-411C-A386-81289D64B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1" name="Rectangle 137">
            <a:extLst>
              <a:ext uri="{FF2B5EF4-FFF2-40B4-BE49-F238E27FC236}">
                <a16:creationId xmlns:a16="http://schemas.microsoft.com/office/drawing/2014/main" id="{9BB7C708-F834-44A3-93D3-CC2DCC4B5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2" name="Rectangle 138">
            <a:extLst>
              <a:ext uri="{FF2B5EF4-FFF2-40B4-BE49-F238E27FC236}">
                <a16:creationId xmlns:a16="http://schemas.microsoft.com/office/drawing/2014/main" id="{86A29D50-5E23-4D43-A830-AA9CBF3E1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3" name="Rectangle 139">
            <a:extLst>
              <a:ext uri="{FF2B5EF4-FFF2-40B4-BE49-F238E27FC236}">
                <a16:creationId xmlns:a16="http://schemas.microsoft.com/office/drawing/2014/main" id="{2490FEA5-0416-4CAD-ABF6-B9E042AFE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4" name="Rectangle 140">
            <a:extLst>
              <a:ext uri="{FF2B5EF4-FFF2-40B4-BE49-F238E27FC236}">
                <a16:creationId xmlns:a16="http://schemas.microsoft.com/office/drawing/2014/main" id="{9E063AC3-E9D2-47C4-822F-09F004033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5" name="Rectangle 143">
            <a:extLst>
              <a:ext uri="{FF2B5EF4-FFF2-40B4-BE49-F238E27FC236}">
                <a16:creationId xmlns:a16="http://schemas.microsoft.com/office/drawing/2014/main" id="{8E86FC33-0100-44CF-A454-92B7E580C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8586" name="Title 1">
            <a:extLst>
              <a:ext uri="{FF2B5EF4-FFF2-40B4-BE49-F238E27FC236}">
                <a16:creationId xmlns:a16="http://schemas.microsoft.com/office/drawing/2014/main" id="{01BED5C6-5A98-410A-A08F-05AFAE59395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Three-input majority function</a:t>
            </a:r>
          </a:p>
        </p:txBody>
      </p:sp>
      <p:sp>
        <p:nvSpPr>
          <p:cNvPr id="108587" name="TextBox 125">
            <a:extLst>
              <a:ext uri="{FF2B5EF4-FFF2-40B4-BE49-F238E27FC236}">
                <a16:creationId xmlns:a16="http://schemas.microsoft.com/office/drawing/2014/main" id="{70F7D574-894E-4340-AE7A-47C2413C7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4.10a from the textbook ]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Line 100">
            <a:extLst>
              <a:ext uri="{FF2B5EF4-FFF2-40B4-BE49-F238E27FC236}">
                <a16:creationId xmlns:a16="http://schemas.microsoft.com/office/drawing/2014/main" id="{BE2BFC8F-E6FC-4F1B-8E10-5613B41266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3500" y="1419225"/>
            <a:ext cx="1460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70" name="Line 101">
            <a:extLst>
              <a:ext uri="{FF2B5EF4-FFF2-40B4-BE49-F238E27FC236}">
                <a16:creationId xmlns:a16="http://schemas.microsoft.com/office/drawing/2014/main" id="{16A0DB02-D2ED-4786-80A6-B0477A2AFA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2350" y="1100138"/>
            <a:ext cx="1588" cy="29876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571" name="Rectangle 103">
            <a:extLst>
              <a:ext uri="{FF2B5EF4-FFF2-40B4-BE49-F238E27FC236}">
                <a16:creationId xmlns:a16="http://schemas.microsoft.com/office/drawing/2014/main" id="{0C3F7D19-DC27-4B10-B82C-8851B5F97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2" name="Rectangle 104">
            <a:extLst>
              <a:ext uri="{FF2B5EF4-FFF2-40B4-BE49-F238E27FC236}">
                <a16:creationId xmlns:a16="http://schemas.microsoft.com/office/drawing/2014/main" id="{D8465470-0374-4EEF-B88A-607E1C4A2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3" name="Rectangle 105">
            <a:extLst>
              <a:ext uri="{FF2B5EF4-FFF2-40B4-BE49-F238E27FC236}">
                <a16:creationId xmlns:a16="http://schemas.microsoft.com/office/drawing/2014/main" id="{1A194F39-ECDD-4D60-9E7A-C8807C655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4" name="Rectangle 106">
            <a:extLst>
              <a:ext uri="{FF2B5EF4-FFF2-40B4-BE49-F238E27FC236}">
                <a16:creationId xmlns:a16="http://schemas.microsoft.com/office/drawing/2014/main" id="{59FA05FD-E329-4480-AE43-1757D5111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5" name="Rectangle 107">
            <a:extLst>
              <a:ext uri="{FF2B5EF4-FFF2-40B4-BE49-F238E27FC236}">
                <a16:creationId xmlns:a16="http://schemas.microsoft.com/office/drawing/2014/main" id="{176A965B-F5DE-4FC4-AC9F-731B38F4B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6" name="Rectangle 108">
            <a:extLst>
              <a:ext uri="{FF2B5EF4-FFF2-40B4-BE49-F238E27FC236}">
                <a16:creationId xmlns:a16="http://schemas.microsoft.com/office/drawing/2014/main" id="{97ADAA3C-E57A-41D4-A048-0D3FD8879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7" name="Rectangle 109">
            <a:extLst>
              <a:ext uri="{FF2B5EF4-FFF2-40B4-BE49-F238E27FC236}">
                <a16:creationId xmlns:a16="http://schemas.microsoft.com/office/drawing/2014/main" id="{170F7B65-0CA9-422D-8F2C-DB3125B63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8" name="Rectangle 110">
            <a:extLst>
              <a:ext uri="{FF2B5EF4-FFF2-40B4-BE49-F238E27FC236}">
                <a16:creationId xmlns:a16="http://schemas.microsoft.com/office/drawing/2014/main" id="{5554E910-32D7-49F4-A857-DEEF67C0A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79" name="Rectangle 111">
            <a:extLst>
              <a:ext uri="{FF2B5EF4-FFF2-40B4-BE49-F238E27FC236}">
                <a16:creationId xmlns:a16="http://schemas.microsoft.com/office/drawing/2014/main" id="{10FD4479-A561-4B5A-A38B-0B6F9B584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0" name="Rectangle 112">
            <a:extLst>
              <a:ext uri="{FF2B5EF4-FFF2-40B4-BE49-F238E27FC236}">
                <a16:creationId xmlns:a16="http://schemas.microsoft.com/office/drawing/2014/main" id="{530F5902-D1CD-4D7C-8608-C04343FB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1" name="Rectangle 113">
            <a:extLst>
              <a:ext uri="{FF2B5EF4-FFF2-40B4-BE49-F238E27FC236}">
                <a16:creationId xmlns:a16="http://schemas.microsoft.com/office/drawing/2014/main" id="{E5DF5A99-B877-4F1B-B91E-C009CB75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2" name="Rectangle 114">
            <a:extLst>
              <a:ext uri="{FF2B5EF4-FFF2-40B4-BE49-F238E27FC236}">
                <a16:creationId xmlns:a16="http://schemas.microsoft.com/office/drawing/2014/main" id="{104A9FD1-8D41-4118-9B1E-F086EA96D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3" name="Rectangle 115">
            <a:extLst>
              <a:ext uri="{FF2B5EF4-FFF2-40B4-BE49-F238E27FC236}">
                <a16:creationId xmlns:a16="http://schemas.microsoft.com/office/drawing/2014/main" id="{F54AC16D-28BB-46C9-9BD2-1D18AA5A8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4" name="Rectangle 116">
            <a:extLst>
              <a:ext uri="{FF2B5EF4-FFF2-40B4-BE49-F238E27FC236}">
                <a16:creationId xmlns:a16="http://schemas.microsoft.com/office/drawing/2014/main" id="{646B8CDC-359C-4940-80F7-04BDBEF5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5" name="Rectangle 117">
            <a:extLst>
              <a:ext uri="{FF2B5EF4-FFF2-40B4-BE49-F238E27FC236}">
                <a16:creationId xmlns:a16="http://schemas.microsoft.com/office/drawing/2014/main" id="{334C5639-214A-4FC4-ADD2-B970B3FB8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6" name="Rectangle 118">
            <a:extLst>
              <a:ext uri="{FF2B5EF4-FFF2-40B4-BE49-F238E27FC236}">
                <a16:creationId xmlns:a16="http://schemas.microsoft.com/office/drawing/2014/main" id="{06EED1D0-0A1D-45BC-9836-A21A4578E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7" name="Rectangle 119">
            <a:extLst>
              <a:ext uri="{FF2B5EF4-FFF2-40B4-BE49-F238E27FC236}">
                <a16:creationId xmlns:a16="http://schemas.microsoft.com/office/drawing/2014/main" id="{62CA9459-9B20-4402-9225-1F584F5A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8" name="Rectangle 120">
            <a:extLst>
              <a:ext uri="{FF2B5EF4-FFF2-40B4-BE49-F238E27FC236}">
                <a16:creationId xmlns:a16="http://schemas.microsoft.com/office/drawing/2014/main" id="{DE05BED8-AB94-44D5-B4FF-EE54198A1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89" name="Rectangle 121">
            <a:extLst>
              <a:ext uri="{FF2B5EF4-FFF2-40B4-BE49-F238E27FC236}">
                <a16:creationId xmlns:a16="http://schemas.microsoft.com/office/drawing/2014/main" id="{30E2A922-0DDA-4FAE-A1B3-A34917025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0" name="Rectangle 122">
            <a:extLst>
              <a:ext uri="{FF2B5EF4-FFF2-40B4-BE49-F238E27FC236}">
                <a16:creationId xmlns:a16="http://schemas.microsoft.com/office/drawing/2014/main" id="{4223A51B-764E-42B4-AF0D-16C43549A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1" name="Rectangle 123">
            <a:extLst>
              <a:ext uri="{FF2B5EF4-FFF2-40B4-BE49-F238E27FC236}">
                <a16:creationId xmlns:a16="http://schemas.microsoft.com/office/drawing/2014/main" id="{4D5BB316-2F97-48E9-8CD8-21669861F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2" name="Rectangle 124">
            <a:extLst>
              <a:ext uri="{FF2B5EF4-FFF2-40B4-BE49-F238E27FC236}">
                <a16:creationId xmlns:a16="http://schemas.microsoft.com/office/drawing/2014/main" id="{580B7640-DB20-455C-AB5B-AA605B4C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3" name="Rectangle 125">
            <a:extLst>
              <a:ext uri="{FF2B5EF4-FFF2-40B4-BE49-F238E27FC236}">
                <a16:creationId xmlns:a16="http://schemas.microsoft.com/office/drawing/2014/main" id="{E28CA044-5D85-4916-ADB6-FC7FC995A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4" name="Rectangle 126">
            <a:extLst>
              <a:ext uri="{FF2B5EF4-FFF2-40B4-BE49-F238E27FC236}">
                <a16:creationId xmlns:a16="http://schemas.microsoft.com/office/drawing/2014/main" id="{C58D244B-3A84-4B33-A979-1FDC4DD20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5" name="Rectangle 127">
            <a:extLst>
              <a:ext uri="{FF2B5EF4-FFF2-40B4-BE49-F238E27FC236}">
                <a16:creationId xmlns:a16="http://schemas.microsoft.com/office/drawing/2014/main" id="{155021D3-1DA3-4096-93A7-7CD3E2917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6" name="Rectangle 128">
            <a:extLst>
              <a:ext uri="{FF2B5EF4-FFF2-40B4-BE49-F238E27FC236}">
                <a16:creationId xmlns:a16="http://schemas.microsoft.com/office/drawing/2014/main" id="{C4F1CAB9-E72A-4DD3-BBCB-8217C5491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7" name="Rectangle 129">
            <a:extLst>
              <a:ext uri="{FF2B5EF4-FFF2-40B4-BE49-F238E27FC236}">
                <a16:creationId xmlns:a16="http://schemas.microsoft.com/office/drawing/2014/main" id="{00CF5B14-2CCA-404C-8D88-744E21397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8" name="Rectangle 130">
            <a:extLst>
              <a:ext uri="{FF2B5EF4-FFF2-40B4-BE49-F238E27FC236}">
                <a16:creationId xmlns:a16="http://schemas.microsoft.com/office/drawing/2014/main" id="{45DE0974-FE0F-4B90-8B1C-CF4E8DC37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599" name="Rectangle 131">
            <a:extLst>
              <a:ext uri="{FF2B5EF4-FFF2-40B4-BE49-F238E27FC236}">
                <a16:creationId xmlns:a16="http://schemas.microsoft.com/office/drawing/2014/main" id="{D25AADAF-A735-4814-B0DF-88ACF40E0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1087438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0" name="Rectangle 132">
            <a:extLst>
              <a:ext uri="{FF2B5EF4-FFF2-40B4-BE49-F238E27FC236}">
                <a16:creationId xmlns:a16="http://schemas.microsoft.com/office/drawing/2014/main" id="{0A7DDABF-D0EA-4A83-B634-72495835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1" name="Rectangle 133">
            <a:extLst>
              <a:ext uri="{FF2B5EF4-FFF2-40B4-BE49-F238E27FC236}">
                <a16:creationId xmlns:a16="http://schemas.microsoft.com/office/drawing/2014/main" id="{DE113855-F4D9-4A0B-A418-819D9DBDD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0874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2" name="Rectangle 134">
            <a:extLst>
              <a:ext uri="{FF2B5EF4-FFF2-40B4-BE49-F238E27FC236}">
                <a16:creationId xmlns:a16="http://schemas.microsoft.com/office/drawing/2014/main" id="{9E7647EA-20C4-4B3E-812D-174D5A571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3" name="Rectangle 135">
            <a:extLst>
              <a:ext uri="{FF2B5EF4-FFF2-40B4-BE49-F238E27FC236}">
                <a16:creationId xmlns:a16="http://schemas.microsoft.com/office/drawing/2014/main" id="{F9E8E32C-6ECD-4AE5-BD10-BCA2B604D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4" name="Rectangle 136">
            <a:extLst>
              <a:ext uri="{FF2B5EF4-FFF2-40B4-BE49-F238E27FC236}">
                <a16:creationId xmlns:a16="http://schemas.microsoft.com/office/drawing/2014/main" id="{55CF7707-7889-423A-B6DC-13DE392F2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5" name="Rectangle 137">
            <a:extLst>
              <a:ext uri="{FF2B5EF4-FFF2-40B4-BE49-F238E27FC236}">
                <a16:creationId xmlns:a16="http://schemas.microsoft.com/office/drawing/2014/main" id="{A00B60F2-5921-4025-8425-0EA6D32F2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6" name="Rectangle 138">
            <a:extLst>
              <a:ext uri="{FF2B5EF4-FFF2-40B4-BE49-F238E27FC236}">
                <a16:creationId xmlns:a16="http://schemas.microsoft.com/office/drawing/2014/main" id="{7CA94F16-6ACF-422C-AC0E-64E5BCCE3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7" name="Rectangle 139">
            <a:extLst>
              <a:ext uri="{FF2B5EF4-FFF2-40B4-BE49-F238E27FC236}">
                <a16:creationId xmlns:a16="http://schemas.microsoft.com/office/drawing/2014/main" id="{29C3B24E-0E16-4172-9853-1E3771C5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8" name="Rectangle 140">
            <a:extLst>
              <a:ext uri="{FF2B5EF4-FFF2-40B4-BE49-F238E27FC236}">
                <a16:creationId xmlns:a16="http://schemas.microsoft.com/office/drawing/2014/main" id="{E006FDFD-1527-4B81-B7CD-77AA17A5B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09" name="Freeform 141">
            <a:extLst>
              <a:ext uri="{FF2B5EF4-FFF2-40B4-BE49-F238E27FC236}">
                <a16:creationId xmlns:a16="http://schemas.microsoft.com/office/drawing/2014/main" id="{ECED798F-E775-4720-8BEA-3C9B0E205AD1}"/>
              </a:ext>
            </a:extLst>
          </p:cNvPr>
          <p:cNvSpPr>
            <a:spLocks/>
          </p:cNvSpPr>
          <p:nvPr/>
        </p:nvSpPr>
        <p:spPr bwMode="auto">
          <a:xfrm>
            <a:off x="4052888" y="1598613"/>
            <a:ext cx="196850" cy="966787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2"/>
                </a:lnTo>
                <a:lnTo>
                  <a:pt x="135" y="220"/>
                </a:lnTo>
                <a:lnTo>
                  <a:pt x="131" y="248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2"/>
                </a:lnTo>
                <a:lnTo>
                  <a:pt x="111" y="468"/>
                </a:lnTo>
                <a:lnTo>
                  <a:pt x="112" y="491"/>
                </a:lnTo>
                <a:lnTo>
                  <a:pt x="116" y="514"/>
                </a:lnTo>
                <a:lnTo>
                  <a:pt x="122" y="534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3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6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4"/>
                </a:lnTo>
                <a:lnTo>
                  <a:pt x="112" y="802"/>
                </a:lnTo>
                <a:lnTo>
                  <a:pt x="113" y="829"/>
                </a:lnTo>
                <a:lnTo>
                  <a:pt x="116" y="856"/>
                </a:lnTo>
                <a:lnTo>
                  <a:pt x="121" y="885"/>
                </a:lnTo>
                <a:lnTo>
                  <a:pt x="123" y="912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0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2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0" name="Freeform 142">
            <a:extLst>
              <a:ext uri="{FF2B5EF4-FFF2-40B4-BE49-F238E27FC236}">
                <a16:creationId xmlns:a16="http://schemas.microsoft.com/office/drawing/2014/main" id="{BD9C629B-7EA6-4C42-8769-5EB49F95D743}"/>
              </a:ext>
            </a:extLst>
          </p:cNvPr>
          <p:cNvSpPr>
            <a:spLocks/>
          </p:cNvSpPr>
          <p:nvPr/>
        </p:nvSpPr>
        <p:spPr bwMode="auto">
          <a:xfrm>
            <a:off x="4052888" y="2803525"/>
            <a:ext cx="196850" cy="965200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4"/>
                </a:lnTo>
                <a:lnTo>
                  <a:pt x="135" y="220"/>
                </a:lnTo>
                <a:lnTo>
                  <a:pt x="131" y="249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3"/>
                </a:lnTo>
                <a:lnTo>
                  <a:pt x="111" y="469"/>
                </a:lnTo>
                <a:lnTo>
                  <a:pt x="112" y="491"/>
                </a:lnTo>
                <a:lnTo>
                  <a:pt x="116" y="514"/>
                </a:lnTo>
                <a:lnTo>
                  <a:pt x="122" y="535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4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7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5"/>
                </a:lnTo>
                <a:lnTo>
                  <a:pt x="112" y="802"/>
                </a:lnTo>
                <a:lnTo>
                  <a:pt x="113" y="829"/>
                </a:lnTo>
                <a:lnTo>
                  <a:pt x="116" y="857"/>
                </a:lnTo>
                <a:lnTo>
                  <a:pt x="121" y="885"/>
                </a:lnTo>
                <a:lnTo>
                  <a:pt x="123" y="913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1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3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1" name="Rectangle 143">
            <a:extLst>
              <a:ext uri="{FF2B5EF4-FFF2-40B4-BE49-F238E27FC236}">
                <a16:creationId xmlns:a16="http://schemas.microsoft.com/office/drawing/2014/main" id="{FC162574-5D91-4568-B338-6206CC5D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12" name="Freeform 144">
            <a:extLst>
              <a:ext uri="{FF2B5EF4-FFF2-40B4-BE49-F238E27FC236}">
                <a16:creationId xmlns:a16="http://schemas.microsoft.com/office/drawing/2014/main" id="{90B1F3AD-6016-4601-87A2-2DE049E92344}"/>
              </a:ext>
            </a:extLst>
          </p:cNvPr>
          <p:cNvSpPr>
            <a:spLocks/>
          </p:cNvSpPr>
          <p:nvPr/>
        </p:nvSpPr>
        <p:spPr bwMode="auto">
          <a:xfrm>
            <a:off x="4725988" y="2057400"/>
            <a:ext cx="160337" cy="46038"/>
          </a:xfrm>
          <a:custGeom>
            <a:avLst/>
            <a:gdLst>
              <a:gd name="T0" fmla="*/ 0 w 201"/>
              <a:gd name="T1" fmla="*/ 2147483646 h 57"/>
              <a:gd name="T2" fmla="*/ 2147483646 w 201"/>
              <a:gd name="T3" fmla="*/ 2147483646 h 57"/>
              <a:gd name="T4" fmla="*/ 0 w 201"/>
              <a:gd name="T5" fmla="*/ 0 h 57"/>
              <a:gd name="T6" fmla="*/ 0 w 201"/>
              <a:gd name="T7" fmla="*/ 2147483646 h 57"/>
              <a:gd name="T8" fmla="*/ 0 w 201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57"/>
              <a:gd name="T17" fmla="*/ 201 w 201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57">
                <a:moveTo>
                  <a:pt x="0" y="57"/>
                </a:moveTo>
                <a:lnTo>
                  <a:pt x="201" y="28"/>
                </a:lnTo>
                <a:lnTo>
                  <a:pt x="0" y="0"/>
                </a:lnTo>
                <a:lnTo>
                  <a:pt x="0" y="28"/>
                </a:lnTo>
                <a:lnTo>
                  <a:pt x="0" y="5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9613" name="Line 145">
            <a:extLst>
              <a:ext uri="{FF2B5EF4-FFF2-40B4-BE49-F238E27FC236}">
                <a16:creationId xmlns:a16="http://schemas.microsoft.com/office/drawing/2014/main" id="{B99C72C0-A8BC-40A2-97D4-B1488282B9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6563" y="2081213"/>
            <a:ext cx="479425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4" name="Line 146">
            <a:extLst>
              <a:ext uri="{FF2B5EF4-FFF2-40B4-BE49-F238E27FC236}">
                <a16:creationId xmlns:a16="http://schemas.microsoft.com/office/drawing/2014/main" id="{A2569541-3EB3-4448-85D0-CFC5AEBEA9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0288" y="1874838"/>
            <a:ext cx="14605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5" name="Line 147">
            <a:extLst>
              <a:ext uri="{FF2B5EF4-FFF2-40B4-BE49-F238E27FC236}">
                <a16:creationId xmlns:a16="http://schemas.microsoft.com/office/drawing/2014/main" id="{95490C5E-EF99-4CD8-AED0-47634A42F0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9713" y="1533525"/>
            <a:ext cx="1587" cy="10033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16" name="Rectangle 149">
            <a:extLst>
              <a:ext uri="{FF2B5EF4-FFF2-40B4-BE49-F238E27FC236}">
                <a16:creationId xmlns:a16="http://schemas.microsoft.com/office/drawing/2014/main" id="{13008F33-DF1D-41F3-8A89-017EE7D5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1987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17" name="Rectangle 150">
            <a:extLst>
              <a:ext uri="{FF2B5EF4-FFF2-40B4-BE49-F238E27FC236}">
                <a16:creationId xmlns:a16="http://schemas.microsoft.com/office/drawing/2014/main" id="{D4831C46-A990-4EE8-A34A-B7ABA7C3F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2260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18" name="Rectangle 151">
            <a:extLst>
              <a:ext uri="{FF2B5EF4-FFF2-40B4-BE49-F238E27FC236}">
                <a16:creationId xmlns:a16="http://schemas.microsoft.com/office/drawing/2014/main" id="{A4CBC051-D7F0-4521-8F60-1E8BE8410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15319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19" name="Rectangle 152">
            <a:extLst>
              <a:ext uri="{FF2B5EF4-FFF2-40B4-BE49-F238E27FC236}">
                <a16:creationId xmlns:a16="http://schemas.microsoft.com/office/drawing/2014/main" id="{85D5A3F2-6B71-49CD-A499-9831A8EF1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1549400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20" name="Rectangle 153">
            <a:extLst>
              <a:ext uri="{FF2B5EF4-FFF2-40B4-BE49-F238E27FC236}">
                <a16:creationId xmlns:a16="http://schemas.microsoft.com/office/drawing/2014/main" id="{ED6AD808-CFF2-4188-93FB-AE052A99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8888" y="1652588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21" name="Rectangle 154">
            <a:extLst>
              <a:ext uri="{FF2B5EF4-FFF2-40B4-BE49-F238E27FC236}">
                <a16:creationId xmlns:a16="http://schemas.microsoft.com/office/drawing/2014/main" id="{431633D9-EC23-4077-98B7-1DB46FC87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1922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22" name="Rectangle 156">
            <a:extLst>
              <a:ext uri="{FF2B5EF4-FFF2-40B4-BE49-F238E27FC236}">
                <a16:creationId xmlns:a16="http://schemas.microsoft.com/office/drawing/2014/main" id="{4EA21B27-F69F-4170-8433-68D1FDECE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1922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23" name="Rectangle 158">
            <a:extLst>
              <a:ext uri="{FF2B5EF4-FFF2-40B4-BE49-F238E27FC236}">
                <a16:creationId xmlns:a16="http://schemas.microsoft.com/office/drawing/2014/main" id="{44B1D126-CBA3-4E8F-B118-4892A717A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24631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09624" name="Freeform 162">
            <a:extLst>
              <a:ext uri="{FF2B5EF4-FFF2-40B4-BE49-F238E27FC236}">
                <a16:creationId xmlns:a16="http://schemas.microsoft.com/office/drawing/2014/main" id="{1B823DD2-FEC3-45C2-ABF0-327515EC5690}"/>
              </a:ext>
            </a:extLst>
          </p:cNvPr>
          <p:cNvSpPr>
            <a:spLocks/>
          </p:cNvSpPr>
          <p:nvPr/>
        </p:nvSpPr>
        <p:spPr bwMode="auto">
          <a:xfrm>
            <a:off x="4725988" y="2332038"/>
            <a:ext cx="160337" cy="68262"/>
          </a:xfrm>
          <a:custGeom>
            <a:avLst/>
            <a:gdLst>
              <a:gd name="T0" fmla="*/ 0 w 201"/>
              <a:gd name="T1" fmla="*/ 2147483646 h 87"/>
              <a:gd name="T2" fmla="*/ 2147483646 w 201"/>
              <a:gd name="T3" fmla="*/ 2147483646 h 87"/>
              <a:gd name="T4" fmla="*/ 0 w 201"/>
              <a:gd name="T5" fmla="*/ 0 h 87"/>
              <a:gd name="T6" fmla="*/ 0 w 201"/>
              <a:gd name="T7" fmla="*/ 2147483646 h 87"/>
              <a:gd name="T8" fmla="*/ 0 w 201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87"/>
              <a:gd name="T17" fmla="*/ 201 w 201"/>
              <a:gd name="T18" fmla="*/ 87 h 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87">
                <a:moveTo>
                  <a:pt x="0" y="87"/>
                </a:moveTo>
                <a:lnTo>
                  <a:pt x="201" y="29"/>
                </a:lnTo>
                <a:lnTo>
                  <a:pt x="0" y="0"/>
                </a:lnTo>
                <a:lnTo>
                  <a:pt x="0" y="29"/>
                </a:lnTo>
                <a:lnTo>
                  <a:pt x="0" y="8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9625" name="Freeform 163">
            <a:extLst>
              <a:ext uri="{FF2B5EF4-FFF2-40B4-BE49-F238E27FC236}">
                <a16:creationId xmlns:a16="http://schemas.microsoft.com/office/drawing/2014/main" id="{F966BB35-82EB-4418-AFEB-0FD88334A878}"/>
              </a:ext>
            </a:extLst>
          </p:cNvPr>
          <p:cNvSpPr>
            <a:spLocks/>
          </p:cNvSpPr>
          <p:nvPr/>
        </p:nvSpPr>
        <p:spPr bwMode="auto">
          <a:xfrm>
            <a:off x="4246563" y="2354263"/>
            <a:ext cx="479425" cy="935037"/>
          </a:xfrm>
          <a:custGeom>
            <a:avLst/>
            <a:gdLst>
              <a:gd name="T0" fmla="*/ 2147483646 w 604"/>
              <a:gd name="T1" fmla="*/ 0 h 1179"/>
              <a:gd name="T2" fmla="*/ 2147483646 w 604"/>
              <a:gd name="T3" fmla="*/ 0 h 1179"/>
              <a:gd name="T4" fmla="*/ 2147483646 w 604"/>
              <a:gd name="T5" fmla="*/ 2147483646 h 1179"/>
              <a:gd name="T6" fmla="*/ 0 w 604"/>
              <a:gd name="T7" fmla="*/ 2147483646 h 1179"/>
              <a:gd name="T8" fmla="*/ 0 60000 65536"/>
              <a:gd name="T9" fmla="*/ 0 60000 65536"/>
              <a:gd name="T10" fmla="*/ 0 60000 65536"/>
              <a:gd name="T11" fmla="*/ 0 60000 65536"/>
              <a:gd name="T12" fmla="*/ 0 w 604"/>
              <a:gd name="T13" fmla="*/ 0 h 1179"/>
              <a:gd name="T14" fmla="*/ 604 w 604"/>
              <a:gd name="T15" fmla="*/ 1179 h 11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4" h="1179">
                <a:moveTo>
                  <a:pt x="604" y="0"/>
                </a:moveTo>
                <a:lnTo>
                  <a:pt x="259" y="0"/>
                </a:lnTo>
                <a:lnTo>
                  <a:pt x="259" y="1179"/>
                </a:lnTo>
                <a:lnTo>
                  <a:pt x="0" y="1179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626" name="Title 1">
            <a:extLst>
              <a:ext uri="{FF2B5EF4-FFF2-40B4-BE49-F238E27FC236}">
                <a16:creationId xmlns:a16="http://schemas.microsoft.com/office/drawing/2014/main" id="{73B1D31D-A56E-46E0-B74D-D0E3C86A64E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Three-input majority function</a:t>
            </a:r>
          </a:p>
        </p:txBody>
      </p:sp>
      <p:sp>
        <p:nvSpPr>
          <p:cNvPr id="109627" name="TextBox 125">
            <a:extLst>
              <a:ext uri="{FF2B5EF4-FFF2-40B4-BE49-F238E27FC236}">
                <a16:creationId xmlns:a16="http://schemas.microsoft.com/office/drawing/2014/main" id="{981AC1AA-48E7-491B-BB27-1D402E0A3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4.10a from the textbook ]</a:t>
            </a:r>
          </a:p>
        </p:txBody>
      </p:sp>
      <p:cxnSp>
        <p:nvCxnSpPr>
          <p:cNvPr id="109628" name="Straight Connector 60">
            <a:extLst>
              <a:ext uri="{FF2B5EF4-FFF2-40B4-BE49-F238E27FC236}">
                <a16:creationId xmlns:a16="http://schemas.microsoft.com/office/drawing/2014/main" id="{DC5FE4E5-9E47-4E5D-B249-BB66567CF1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84488" y="1114425"/>
            <a:ext cx="0" cy="28686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629" name="Straight Connector 61">
            <a:extLst>
              <a:ext uri="{FF2B5EF4-FFF2-40B4-BE49-F238E27FC236}">
                <a16:creationId xmlns:a16="http://schemas.microsoft.com/office/drawing/2014/main" id="{92564E43-9D68-46EF-8F9B-A1B61F42494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1113" y="2717800"/>
            <a:ext cx="1698625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Line 100">
            <a:extLst>
              <a:ext uri="{FF2B5EF4-FFF2-40B4-BE49-F238E27FC236}">
                <a16:creationId xmlns:a16="http://schemas.microsoft.com/office/drawing/2014/main" id="{3D230D1D-2B5C-49B6-9627-FB54055AF2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3500" y="1419225"/>
            <a:ext cx="1460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594" name="Line 101">
            <a:extLst>
              <a:ext uri="{FF2B5EF4-FFF2-40B4-BE49-F238E27FC236}">
                <a16:creationId xmlns:a16="http://schemas.microsoft.com/office/drawing/2014/main" id="{77514184-211A-4BE0-9258-729D7F0108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2350" y="1100138"/>
            <a:ext cx="1588" cy="29876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595" name="Rectangle 103">
            <a:extLst>
              <a:ext uri="{FF2B5EF4-FFF2-40B4-BE49-F238E27FC236}">
                <a16:creationId xmlns:a16="http://schemas.microsoft.com/office/drawing/2014/main" id="{005C8A37-332E-4B8B-82ED-86C0DC71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596" name="Rectangle 104">
            <a:extLst>
              <a:ext uri="{FF2B5EF4-FFF2-40B4-BE49-F238E27FC236}">
                <a16:creationId xmlns:a16="http://schemas.microsoft.com/office/drawing/2014/main" id="{086E08C7-B073-4EE9-940A-A985BF7D6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597" name="Rectangle 105">
            <a:extLst>
              <a:ext uri="{FF2B5EF4-FFF2-40B4-BE49-F238E27FC236}">
                <a16:creationId xmlns:a16="http://schemas.microsoft.com/office/drawing/2014/main" id="{0B339DD3-3663-494F-97D7-6A00AE46F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598" name="Rectangle 106">
            <a:extLst>
              <a:ext uri="{FF2B5EF4-FFF2-40B4-BE49-F238E27FC236}">
                <a16:creationId xmlns:a16="http://schemas.microsoft.com/office/drawing/2014/main" id="{78B360BF-89F4-42D3-9337-B2287DF75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599" name="Rectangle 107">
            <a:extLst>
              <a:ext uri="{FF2B5EF4-FFF2-40B4-BE49-F238E27FC236}">
                <a16:creationId xmlns:a16="http://schemas.microsoft.com/office/drawing/2014/main" id="{1EA27C4C-D36D-4503-BCB0-437E0509E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0" name="Rectangle 108">
            <a:extLst>
              <a:ext uri="{FF2B5EF4-FFF2-40B4-BE49-F238E27FC236}">
                <a16:creationId xmlns:a16="http://schemas.microsoft.com/office/drawing/2014/main" id="{B2D3B070-5480-4511-A2D2-20AF1B547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1" name="Rectangle 109">
            <a:extLst>
              <a:ext uri="{FF2B5EF4-FFF2-40B4-BE49-F238E27FC236}">
                <a16:creationId xmlns:a16="http://schemas.microsoft.com/office/drawing/2014/main" id="{39FE8255-150D-4D27-8397-5DD54B334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2" name="Rectangle 110">
            <a:extLst>
              <a:ext uri="{FF2B5EF4-FFF2-40B4-BE49-F238E27FC236}">
                <a16:creationId xmlns:a16="http://schemas.microsoft.com/office/drawing/2014/main" id="{6E4E4B2E-D492-430E-A4FE-0E33B9D25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3" name="Rectangle 111">
            <a:extLst>
              <a:ext uri="{FF2B5EF4-FFF2-40B4-BE49-F238E27FC236}">
                <a16:creationId xmlns:a16="http://schemas.microsoft.com/office/drawing/2014/main" id="{26527099-EED3-4756-8209-B2D1A5B9E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4" name="Rectangle 112">
            <a:extLst>
              <a:ext uri="{FF2B5EF4-FFF2-40B4-BE49-F238E27FC236}">
                <a16:creationId xmlns:a16="http://schemas.microsoft.com/office/drawing/2014/main" id="{C0BDBDEB-C10F-45E1-8F0E-FFBCE8C4E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5" name="Rectangle 113">
            <a:extLst>
              <a:ext uri="{FF2B5EF4-FFF2-40B4-BE49-F238E27FC236}">
                <a16:creationId xmlns:a16="http://schemas.microsoft.com/office/drawing/2014/main" id="{3F9F6E9B-C8C3-4856-A020-463709E2F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6" name="Rectangle 114">
            <a:extLst>
              <a:ext uri="{FF2B5EF4-FFF2-40B4-BE49-F238E27FC236}">
                <a16:creationId xmlns:a16="http://schemas.microsoft.com/office/drawing/2014/main" id="{0AC9810A-37F3-43CB-AC14-D10A101C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7" name="Rectangle 115">
            <a:extLst>
              <a:ext uri="{FF2B5EF4-FFF2-40B4-BE49-F238E27FC236}">
                <a16:creationId xmlns:a16="http://schemas.microsoft.com/office/drawing/2014/main" id="{E6ADFD96-D603-417B-BDFC-9B96EE85E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8" name="Rectangle 116">
            <a:extLst>
              <a:ext uri="{FF2B5EF4-FFF2-40B4-BE49-F238E27FC236}">
                <a16:creationId xmlns:a16="http://schemas.microsoft.com/office/drawing/2014/main" id="{5672EB30-37A1-4EF2-958E-9816E8895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09" name="Rectangle 117">
            <a:extLst>
              <a:ext uri="{FF2B5EF4-FFF2-40B4-BE49-F238E27FC236}">
                <a16:creationId xmlns:a16="http://schemas.microsoft.com/office/drawing/2014/main" id="{98E98814-4378-4505-98C6-40AED64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0" name="Rectangle 118">
            <a:extLst>
              <a:ext uri="{FF2B5EF4-FFF2-40B4-BE49-F238E27FC236}">
                <a16:creationId xmlns:a16="http://schemas.microsoft.com/office/drawing/2014/main" id="{C614B2A6-CF79-4AB6-825C-C664D76AE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1" name="Rectangle 119">
            <a:extLst>
              <a:ext uri="{FF2B5EF4-FFF2-40B4-BE49-F238E27FC236}">
                <a16:creationId xmlns:a16="http://schemas.microsoft.com/office/drawing/2014/main" id="{E0204689-176C-4D72-B722-BD6CE1F19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2" name="Rectangle 120">
            <a:extLst>
              <a:ext uri="{FF2B5EF4-FFF2-40B4-BE49-F238E27FC236}">
                <a16:creationId xmlns:a16="http://schemas.microsoft.com/office/drawing/2014/main" id="{A91E74E1-583A-4880-BC07-C84F7652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3" name="Rectangle 121">
            <a:extLst>
              <a:ext uri="{FF2B5EF4-FFF2-40B4-BE49-F238E27FC236}">
                <a16:creationId xmlns:a16="http://schemas.microsoft.com/office/drawing/2014/main" id="{D6DFE754-D592-4A54-A150-5D2D7E5AB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4" name="Rectangle 122">
            <a:extLst>
              <a:ext uri="{FF2B5EF4-FFF2-40B4-BE49-F238E27FC236}">
                <a16:creationId xmlns:a16="http://schemas.microsoft.com/office/drawing/2014/main" id="{AC60C580-840B-4E6F-B8F5-8D7CA9F0F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5" name="Rectangle 123">
            <a:extLst>
              <a:ext uri="{FF2B5EF4-FFF2-40B4-BE49-F238E27FC236}">
                <a16:creationId xmlns:a16="http://schemas.microsoft.com/office/drawing/2014/main" id="{A58CC996-AF67-4799-8D54-30BCB1DF1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6" name="Rectangle 124">
            <a:extLst>
              <a:ext uri="{FF2B5EF4-FFF2-40B4-BE49-F238E27FC236}">
                <a16:creationId xmlns:a16="http://schemas.microsoft.com/office/drawing/2014/main" id="{6F575153-C05C-4908-96AF-8F7667133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7" name="Rectangle 125">
            <a:extLst>
              <a:ext uri="{FF2B5EF4-FFF2-40B4-BE49-F238E27FC236}">
                <a16:creationId xmlns:a16="http://schemas.microsoft.com/office/drawing/2014/main" id="{0DDB5D78-56E5-4C15-8B1D-DED7B7693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8" name="Rectangle 126">
            <a:extLst>
              <a:ext uri="{FF2B5EF4-FFF2-40B4-BE49-F238E27FC236}">
                <a16:creationId xmlns:a16="http://schemas.microsoft.com/office/drawing/2014/main" id="{C5692836-6F23-477B-A253-06C2EA08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19" name="Rectangle 127">
            <a:extLst>
              <a:ext uri="{FF2B5EF4-FFF2-40B4-BE49-F238E27FC236}">
                <a16:creationId xmlns:a16="http://schemas.microsoft.com/office/drawing/2014/main" id="{F8EE75E2-5D6F-45CD-8D1E-DAE209B6F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0" name="Rectangle 128">
            <a:extLst>
              <a:ext uri="{FF2B5EF4-FFF2-40B4-BE49-F238E27FC236}">
                <a16:creationId xmlns:a16="http://schemas.microsoft.com/office/drawing/2014/main" id="{522B0D41-9CC2-4E1C-AB7E-2B560729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1" name="Rectangle 129">
            <a:extLst>
              <a:ext uri="{FF2B5EF4-FFF2-40B4-BE49-F238E27FC236}">
                <a16:creationId xmlns:a16="http://schemas.microsoft.com/office/drawing/2014/main" id="{537197B3-9F1E-4562-96DD-63DBD466D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1087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2" name="Rectangle 130">
            <a:extLst>
              <a:ext uri="{FF2B5EF4-FFF2-40B4-BE49-F238E27FC236}">
                <a16:creationId xmlns:a16="http://schemas.microsoft.com/office/drawing/2014/main" id="{D0481C7A-8690-4347-9E6B-BF665B48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3" name="Rectangle 131">
            <a:extLst>
              <a:ext uri="{FF2B5EF4-FFF2-40B4-BE49-F238E27FC236}">
                <a16:creationId xmlns:a16="http://schemas.microsoft.com/office/drawing/2014/main" id="{60BC68D1-E501-4005-8BE3-FBABB928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1087438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4" name="Rectangle 132">
            <a:extLst>
              <a:ext uri="{FF2B5EF4-FFF2-40B4-BE49-F238E27FC236}">
                <a16:creationId xmlns:a16="http://schemas.microsoft.com/office/drawing/2014/main" id="{164F2481-8C56-4EF4-8317-387D79F6B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1192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5" name="Rectangle 133">
            <a:extLst>
              <a:ext uri="{FF2B5EF4-FFF2-40B4-BE49-F238E27FC236}">
                <a16:creationId xmlns:a16="http://schemas.microsoft.com/office/drawing/2014/main" id="{86622AB5-F7BC-410D-8A6A-F515783C1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10874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6" name="Rectangle 134">
            <a:extLst>
              <a:ext uri="{FF2B5EF4-FFF2-40B4-BE49-F238E27FC236}">
                <a16:creationId xmlns:a16="http://schemas.microsoft.com/office/drawing/2014/main" id="{0FE224A0-7712-490A-9D24-CA9227CC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533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7" name="Rectangle 135">
            <a:extLst>
              <a:ext uri="{FF2B5EF4-FFF2-40B4-BE49-F238E27FC236}">
                <a16:creationId xmlns:a16="http://schemas.microsoft.com/office/drawing/2014/main" id="{94E20697-4A05-4854-939F-A1E4355B6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833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8" name="Rectangle 136">
            <a:extLst>
              <a:ext uri="{FF2B5EF4-FFF2-40B4-BE49-F238E27FC236}">
                <a16:creationId xmlns:a16="http://schemas.microsoft.com/office/drawing/2014/main" id="{0B5CA99A-CBF3-4B64-AA1E-809C306FB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133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29" name="Rectangle 137">
            <a:extLst>
              <a:ext uri="{FF2B5EF4-FFF2-40B4-BE49-F238E27FC236}">
                <a16:creationId xmlns:a16="http://schemas.microsoft.com/office/drawing/2014/main" id="{C4A31072-DB66-4590-AC40-4E9FFC880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433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30" name="Rectangle 138">
            <a:extLst>
              <a:ext uri="{FF2B5EF4-FFF2-40B4-BE49-F238E27FC236}">
                <a16:creationId xmlns:a16="http://schemas.microsoft.com/office/drawing/2014/main" id="{56C25EB6-B221-4B0C-A887-F7D465DD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735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31" name="Rectangle 139">
            <a:extLst>
              <a:ext uri="{FF2B5EF4-FFF2-40B4-BE49-F238E27FC236}">
                <a16:creationId xmlns:a16="http://schemas.microsoft.com/office/drawing/2014/main" id="{B05555C5-8761-401B-A3A6-AD4A62525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035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32" name="Rectangle 140">
            <a:extLst>
              <a:ext uri="{FF2B5EF4-FFF2-40B4-BE49-F238E27FC236}">
                <a16:creationId xmlns:a16="http://schemas.microsoft.com/office/drawing/2014/main" id="{DB7C0438-D29A-49B9-9D65-B7A3DD8D3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335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33" name="Freeform 141">
            <a:extLst>
              <a:ext uri="{FF2B5EF4-FFF2-40B4-BE49-F238E27FC236}">
                <a16:creationId xmlns:a16="http://schemas.microsoft.com/office/drawing/2014/main" id="{E0BFDF4C-A3A6-4F99-B731-97BC9A89716F}"/>
              </a:ext>
            </a:extLst>
          </p:cNvPr>
          <p:cNvSpPr>
            <a:spLocks/>
          </p:cNvSpPr>
          <p:nvPr/>
        </p:nvSpPr>
        <p:spPr bwMode="auto">
          <a:xfrm>
            <a:off x="4052888" y="1598613"/>
            <a:ext cx="196850" cy="966787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2"/>
                </a:lnTo>
                <a:lnTo>
                  <a:pt x="135" y="220"/>
                </a:lnTo>
                <a:lnTo>
                  <a:pt x="131" y="248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2"/>
                </a:lnTo>
                <a:lnTo>
                  <a:pt x="111" y="468"/>
                </a:lnTo>
                <a:lnTo>
                  <a:pt x="112" y="491"/>
                </a:lnTo>
                <a:lnTo>
                  <a:pt x="116" y="514"/>
                </a:lnTo>
                <a:lnTo>
                  <a:pt x="122" y="534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3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6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4"/>
                </a:lnTo>
                <a:lnTo>
                  <a:pt x="112" y="802"/>
                </a:lnTo>
                <a:lnTo>
                  <a:pt x="113" y="829"/>
                </a:lnTo>
                <a:lnTo>
                  <a:pt x="116" y="856"/>
                </a:lnTo>
                <a:lnTo>
                  <a:pt x="121" y="885"/>
                </a:lnTo>
                <a:lnTo>
                  <a:pt x="123" y="912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0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2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34" name="Freeform 142">
            <a:extLst>
              <a:ext uri="{FF2B5EF4-FFF2-40B4-BE49-F238E27FC236}">
                <a16:creationId xmlns:a16="http://schemas.microsoft.com/office/drawing/2014/main" id="{4BF7D913-FE64-4201-88E7-49F3D8DB3C44}"/>
              </a:ext>
            </a:extLst>
          </p:cNvPr>
          <p:cNvSpPr>
            <a:spLocks/>
          </p:cNvSpPr>
          <p:nvPr/>
        </p:nvSpPr>
        <p:spPr bwMode="auto">
          <a:xfrm>
            <a:off x="4052888" y="2803525"/>
            <a:ext cx="196850" cy="965200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4"/>
                </a:lnTo>
                <a:lnTo>
                  <a:pt x="135" y="220"/>
                </a:lnTo>
                <a:lnTo>
                  <a:pt x="131" y="249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3"/>
                </a:lnTo>
                <a:lnTo>
                  <a:pt x="111" y="469"/>
                </a:lnTo>
                <a:lnTo>
                  <a:pt x="112" y="491"/>
                </a:lnTo>
                <a:lnTo>
                  <a:pt x="116" y="514"/>
                </a:lnTo>
                <a:lnTo>
                  <a:pt x="122" y="535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4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7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5"/>
                </a:lnTo>
                <a:lnTo>
                  <a:pt x="112" y="802"/>
                </a:lnTo>
                <a:lnTo>
                  <a:pt x="113" y="829"/>
                </a:lnTo>
                <a:lnTo>
                  <a:pt x="116" y="857"/>
                </a:lnTo>
                <a:lnTo>
                  <a:pt x="121" y="885"/>
                </a:lnTo>
                <a:lnTo>
                  <a:pt x="123" y="913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1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3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35" name="Rectangle 143">
            <a:extLst>
              <a:ext uri="{FF2B5EF4-FFF2-40B4-BE49-F238E27FC236}">
                <a16:creationId xmlns:a16="http://schemas.microsoft.com/office/drawing/2014/main" id="{4736C3CC-5827-4786-893F-30A351C0F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636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36" name="Freeform 144">
            <a:extLst>
              <a:ext uri="{FF2B5EF4-FFF2-40B4-BE49-F238E27FC236}">
                <a16:creationId xmlns:a16="http://schemas.microsoft.com/office/drawing/2014/main" id="{764DEE9C-6456-4092-A7DC-3FDB124D44E2}"/>
              </a:ext>
            </a:extLst>
          </p:cNvPr>
          <p:cNvSpPr>
            <a:spLocks/>
          </p:cNvSpPr>
          <p:nvPr/>
        </p:nvSpPr>
        <p:spPr bwMode="auto">
          <a:xfrm>
            <a:off x="4725988" y="2057400"/>
            <a:ext cx="160337" cy="46038"/>
          </a:xfrm>
          <a:custGeom>
            <a:avLst/>
            <a:gdLst>
              <a:gd name="T0" fmla="*/ 0 w 201"/>
              <a:gd name="T1" fmla="*/ 2147483646 h 57"/>
              <a:gd name="T2" fmla="*/ 2147483646 w 201"/>
              <a:gd name="T3" fmla="*/ 2147483646 h 57"/>
              <a:gd name="T4" fmla="*/ 0 w 201"/>
              <a:gd name="T5" fmla="*/ 0 h 57"/>
              <a:gd name="T6" fmla="*/ 0 w 201"/>
              <a:gd name="T7" fmla="*/ 2147483646 h 57"/>
              <a:gd name="T8" fmla="*/ 0 w 201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57"/>
              <a:gd name="T17" fmla="*/ 201 w 201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57">
                <a:moveTo>
                  <a:pt x="0" y="57"/>
                </a:moveTo>
                <a:lnTo>
                  <a:pt x="201" y="28"/>
                </a:lnTo>
                <a:lnTo>
                  <a:pt x="0" y="0"/>
                </a:lnTo>
                <a:lnTo>
                  <a:pt x="0" y="28"/>
                </a:lnTo>
                <a:lnTo>
                  <a:pt x="0" y="5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0637" name="Line 145">
            <a:extLst>
              <a:ext uri="{FF2B5EF4-FFF2-40B4-BE49-F238E27FC236}">
                <a16:creationId xmlns:a16="http://schemas.microsoft.com/office/drawing/2014/main" id="{EE267B57-13C7-492A-A01A-19DB731738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6563" y="2081213"/>
            <a:ext cx="479425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38" name="Line 146">
            <a:extLst>
              <a:ext uri="{FF2B5EF4-FFF2-40B4-BE49-F238E27FC236}">
                <a16:creationId xmlns:a16="http://schemas.microsoft.com/office/drawing/2014/main" id="{7A184B6C-EF99-427F-B32A-6730D98792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0288" y="1874838"/>
            <a:ext cx="14605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39" name="Line 147">
            <a:extLst>
              <a:ext uri="{FF2B5EF4-FFF2-40B4-BE49-F238E27FC236}">
                <a16:creationId xmlns:a16="http://schemas.microsoft.com/office/drawing/2014/main" id="{C716DBB8-7A0C-4D18-8B44-87E923AB69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9713" y="1533525"/>
            <a:ext cx="1587" cy="10033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40" name="Rectangle 149">
            <a:extLst>
              <a:ext uri="{FF2B5EF4-FFF2-40B4-BE49-F238E27FC236}">
                <a16:creationId xmlns:a16="http://schemas.microsoft.com/office/drawing/2014/main" id="{6372E6BF-6C6B-4D7F-8F3E-F24EDF861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1987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1" name="Rectangle 150">
            <a:extLst>
              <a:ext uri="{FF2B5EF4-FFF2-40B4-BE49-F238E27FC236}">
                <a16:creationId xmlns:a16="http://schemas.microsoft.com/office/drawing/2014/main" id="{169A2EC4-95ED-4D45-8066-6874AFE68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2260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2" name="Rectangle 151">
            <a:extLst>
              <a:ext uri="{FF2B5EF4-FFF2-40B4-BE49-F238E27FC236}">
                <a16:creationId xmlns:a16="http://schemas.microsoft.com/office/drawing/2014/main" id="{09E373E0-F75F-4065-B6DE-3E48B8578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15319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3" name="Rectangle 152">
            <a:extLst>
              <a:ext uri="{FF2B5EF4-FFF2-40B4-BE49-F238E27FC236}">
                <a16:creationId xmlns:a16="http://schemas.microsoft.com/office/drawing/2014/main" id="{4FD7399B-38C8-49CF-8F42-830541450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1549400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4" name="Rectangle 153">
            <a:extLst>
              <a:ext uri="{FF2B5EF4-FFF2-40B4-BE49-F238E27FC236}">
                <a16:creationId xmlns:a16="http://schemas.microsoft.com/office/drawing/2014/main" id="{2A39892F-9DA3-45AB-82D1-B9D73C484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8888" y="1652588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5" name="Rectangle 154">
            <a:extLst>
              <a:ext uri="{FF2B5EF4-FFF2-40B4-BE49-F238E27FC236}">
                <a16:creationId xmlns:a16="http://schemas.microsoft.com/office/drawing/2014/main" id="{AAF66E5F-95DE-48FF-8805-B00C531B9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1922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6" name="Rectangle 156">
            <a:extLst>
              <a:ext uri="{FF2B5EF4-FFF2-40B4-BE49-F238E27FC236}">
                <a16:creationId xmlns:a16="http://schemas.microsoft.com/office/drawing/2014/main" id="{DD724B05-F7CA-4BC6-9EFD-F8B0EA98C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1922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7" name="Rectangle 158">
            <a:extLst>
              <a:ext uri="{FF2B5EF4-FFF2-40B4-BE49-F238E27FC236}">
                <a16:creationId xmlns:a16="http://schemas.microsoft.com/office/drawing/2014/main" id="{278F163A-ECFC-4B57-B2B3-E6484E492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24631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48" name="Freeform 162">
            <a:extLst>
              <a:ext uri="{FF2B5EF4-FFF2-40B4-BE49-F238E27FC236}">
                <a16:creationId xmlns:a16="http://schemas.microsoft.com/office/drawing/2014/main" id="{9F6EDFAF-6C4D-4860-8DF6-FE7DDA1A2FCB}"/>
              </a:ext>
            </a:extLst>
          </p:cNvPr>
          <p:cNvSpPr>
            <a:spLocks/>
          </p:cNvSpPr>
          <p:nvPr/>
        </p:nvSpPr>
        <p:spPr bwMode="auto">
          <a:xfrm>
            <a:off x="4725988" y="2332038"/>
            <a:ext cx="160337" cy="68262"/>
          </a:xfrm>
          <a:custGeom>
            <a:avLst/>
            <a:gdLst>
              <a:gd name="T0" fmla="*/ 0 w 201"/>
              <a:gd name="T1" fmla="*/ 2147483646 h 87"/>
              <a:gd name="T2" fmla="*/ 2147483646 w 201"/>
              <a:gd name="T3" fmla="*/ 2147483646 h 87"/>
              <a:gd name="T4" fmla="*/ 0 w 201"/>
              <a:gd name="T5" fmla="*/ 0 h 87"/>
              <a:gd name="T6" fmla="*/ 0 w 201"/>
              <a:gd name="T7" fmla="*/ 2147483646 h 87"/>
              <a:gd name="T8" fmla="*/ 0 w 201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87"/>
              <a:gd name="T17" fmla="*/ 201 w 201"/>
              <a:gd name="T18" fmla="*/ 87 h 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87">
                <a:moveTo>
                  <a:pt x="0" y="87"/>
                </a:moveTo>
                <a:lnTo>
                  <a:pt x="201" y="29"/>
                </a:lnTo>
                <a:lnTo>
                  <a:pt x="0" y="0"/>
                </a:lnTo>
                <a:lnTo>
                  <a:pt x="0" y="29"/>
                </a:lnTo>
                <a:lnTo>
                  <a:pt x="0" y="8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0649" name="Freeform 163">
            <a:extLst>
              <a:ext uri="{FF2B5EF4-FFF2-40B4-BE49-F238E27FC236}">
                <a16:creationId xmlns:a16="http://schemas.microsoft.com/office/drawing/2014/main" id="{EE88E89A-0E08-4773-9A87-E47167EB8559}"/>
              </a:ext>
            </a:extLst>
          </p:cNvPr>
          <p:cNvSpPr>
            <a:spLocks/>
          </p:cNvSpPr>
          <p:nvPr/>
        </p:nvSpPr>
        <p:spPr bwMode="auto">
          <a:xfrm>
            <a:off x="4246563" y="2354263"/>
            <a:ext cx="479425" cy="935037"/>
          </a:xfrm>
          <a:custGeom>
            <a:avLst/>
            <a:gdLst>
              <a:gd name="T0" fmla="*/ 2147483646 w 604"/>
              <a:gd name="T1" fmla="*/ 0 h 1179"/>
              <a:gd name="T2" fmla="*/ 2147483646 w 604"/>
              <a:gd name="T3" fmla="*/ 0 h 1179"/>
              <a:gd name="T4" fmla="*/ 2147483646 w 604"/>
              <a:gd name="T5" fmla="*/ 2147483646 h 1179"/>
              <a:gd name="T6" fmla="*/ 0 w 604"/>
              <a:gd name="T7" fmla="*/ 2147483646 h 1179"/>
              <a:gd name="T8" fmla="*/ 0 60000 65536"/>
              <a:gd name="T9" fmla="*/ 0 60000 65536"/>
              <a:gd name="T10" fmla="*/ 0 60000 65536"/>
              <a:gd name="T11" fmla="*/ 0 60000 65536"/>
              <a:gd name="T12" fmla="*/ 0 w 604"/>
              <a:gd name="T13" fmla="*/ 0 h 1179"/>
              <a:gd name="T14" fmla="*/ 604 w 604"/>
              <a:gd name="T15" fmla="*/ 1179 h 11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4" h="1179">
                <a:moveTo>
                  <a:pt x="604" y="0"/>
                </a:moveTo>
                <a:lnTo>
                  <a:pt x="259" y="0"/>
                </a:lnTo>
                <a:lnTo>
                  <a:pt x="259" y="1179"/>
                </a:lnTo>
                <a:lnTo>
                  <a:pt x="0" y="1179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50" name="Title 1">
            <a:extLst>
              <a:ext uri="{FF2B5EF4-FFF2-40B4-BE49-F238E27FC236}">
                <a16:creationId xmlns:a16="http://schemas.microsoft.com/office/drawing/2014/main" id="{916D4EBE-70AB-41F0-8234-B48BD83B9C5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Three-input majority function</a:t>
            </a:r>
          </a:p>
        </p:txBody>
      </p:sp>
      <p:sp>
        <p:nvSpPr>
          <p:cNvPr id="110651" name="TextBox 125">
            <a:extLst>
              <a:ext uri="{FF2B5EF4-FFF2-40B4-BE49-F238E27FC236}">
                <a16:creationId xmlns:a16="http://schemas.microsoft.com/office/drawing/2014/main" id="{69F9F5EE-727B-4DC3-9D4C-1A7053915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4.10a from the textbook ]</a:t>
            </a:r>
          </a:p>
        </p:txBody>
      </p:sp>
      <p:cxnSp>
        <p:nvCxnSpPr>
          <p:cNvPr id="110652" name="Straight Connector 60">
            <a:extLst>
              <a:ext uri="{FF2B5EF4-FFF2-40B4-BE49-F238E27FC236}">
                <a16:creationId xmlns:a16="http://schemas.microsoft.com/office/drawing/2014/main" id="{3678F54A-D4EE-48B0-836A-B41842FF203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84488" y="1114425"/>
            <a:ext cx="0" cy="28686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0653" name="Straight Connector 61">
            <a:extLst>
              <a:ext uri="{FF2B5EF4-FFF2-40B4-BE49-F238E27FC236}">
                <a16:creationId xmlns:a16="http://schemas.microsoft.com/office/drawing/2014/main" id="{4E4D0F4A-CA26-4D12-96D6-9A6A9A714B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1113" y="2717800"/>
            <a:ext cx="1698625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654" name="Rectangle 154">
            <a:extLst>
              <a:ext uri="{FF2B5EF4-FFF2-40B4-BE49-F238E27FC236}">
                <a16:creationId xmlns:a16="http://schemas.microsoft.com/office/drawing/2014/main" id="{9F1AA8A2-12B1-448B-82DB-BEDE98F1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192246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55" name="Rectangle 155">
            <a:extLst>
              <a:ext uri="{FF2B5EF4-FFF2-40B4-BE49-F238E27FC236}">
                <a16:creationId xmlns:a16="http://schemas.microsoft.com/office/drawing/2014/main" id="{C4AB05E6-E907-4FBC-8E25-69B61A4ED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388" y="202565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56" name="Rectangle 156">
            <a:extLst>
              <a:ext uri="{FF2B5EF4-FFF2-40B4-BE49-F238E27FC236}">
                <a16:creationId xmlns:a16="http://schemas.microsoft.com/office/drawing/2014/main" id="{ACF1440D-21ED-4415-8A9A-935EEF93A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1922463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57" name="Rectangle 157">
            <a:extLst>
              <a:ext uri="{FF2B5EF4-FFF2-40B4-BE49-F238E27FC236}">
                <a16:creationId xmlns:a16="http://schemas.microsoft.com/office/drawing/2014/main" id="{BC4B337C-4C2D-46EF-AB7F-0B26BF301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202565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58" name="Rectangle 158">
            <a:extLst>
              <a:ext uri="{FF2B5EF4-FFF2-40B4-BE49-F238E27FC236}">
                <a16:creationId xmlns:a16="http://schemas.microsoft.com/office/drawing/2014/main" id="{25FC5615-F187-4218-BC55-2410C1759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24631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59" name="Rectangle 159">
            <a:extLst>
              <a:ext uri="{FF2B5EF4-FFF2-40B4-BE49-F238E27FC236}">
                <a16:creationId xmlns:a16="http://schemas.microsoft.com/office/drawing/2014/main" id="{6C184237-5238-47E5-A1DE-EA9F0AC06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234950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60" name="Rectangle 160">
            <a:extLst>
              <a:ext uri="{FF2B5EF4-FFF2-40B4-BE49-F238E27FC236}">
                <a16:creationId xmlns:a16="http://schemas.microsoft.com/office/drawing/2014/main" id="{5B173A24-397A-4901-917E-B5F234FFE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224631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61" name="Rectangle 161">
            <a:extLst>
              <a:ext uri="{FF2B5EF4-FFF2-40B4-BE49-F238E27FC236}">
                <a16:creationId xmlns:a16="http://schemas.microsoft.com/office/drawing/2014/main" id="{9921277A-1D54-4A63-BCDC-3CD992427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234950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0662" name="Rectangle 167">
            <a:extLst>
              <a:ext uri="{FF2B5EF4-FFF2-40B4-BE49-F238E27FC236}">
                <a16:creationId xmlns:a16="http://schemas.microsoft.com/office/drawing/2014/main" id="{CDEC9035-FCB8-4369-9DDF-C455FFF50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2246313"/>
            <a:ext cx="165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72" name="Rectangle 195">
            <a:extLst>
              <a:ext uri="{FF2B5EF4-FFF2-40B4-BE49-F238E27FC236}">
                <a16:creationId xmlns:a16="http://schemas.microsoft.com/office/drawing/2014/main" id="{534FB879-EDC8-484B-8061-891ECB88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4297363"/>
            <a:ext cx="1335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(b) Truth table </a:t>
            </a: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Line 100">
            <a:extLst>
              <a:ext uri="{FF2B5EF4-FFF2-40B4-BE49-F238E27FC236}">
                <a16:creationId xmlns:a16="http://schemas.microsoft.com/office/drawing/2014/main" id="{4181BE97-AA24-44CC-908C-CEA392B4E9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3500" y="1038225"/>
            <a:ext cx="1460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18" name="Line 101">
            <a:extLst>
              <a:ext uri="{FF2B5EF4-FFF2-40B4-BE49-F238E27FC236}">
                <a16:creationId xmlns:a16="http://schemas.microsoft.com/office/drawing/2014/main" id="{15290F18-CFA0-4485-AFC7-E4C7C6F5B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2350" y="719138"/>
            <a:ext cx="1588" cy="29876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19" name="Rectangle 103">
            <a:extLst>
              <a:ext uri="{FF2B5EF4-FFF2-40B4-BE49-F238E27FC236}">
                <a16:creationId xmlns:a16="http://schemas.microsoft.com/office/drawing/2014/main" id="{B344E1AB-A5F7-4CAB-B614-59F07EE90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152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0" name="Rectangle 104">
            <a:extLst>
              <a:ext uri="{FF2B5EF4-FFF2-40B4-BE49-F238E27FC236}">
                <a16:creationId xmlns:a16="http://schemas.microsoft.com/office/drawing/2014/main" id="{0C15D9E4-2DD8-49B9-B3BA-F165FB0A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152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1" name="Rectangle 105">
            <a:extLst>
              <a:ext uri="{FF2B5EF4-FFF2-40B4-BE49-F238E27FC236}">
                <a16:creationId xmlns:a16="http://schemas.microsoft.com/office/drawing/2014/main" id="{6DF28D15-D46B-468E-9DB0-C2742C798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452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2" name="Rectangle 106">
            <a:extLst>
              <a:ext uri="{FF2B5EF4-FFF2-40B4-BE49-F238E27FC236}">
                <a16:creationId xmlns:a16="http://schemas.microsoft.com/office/drawing/2014/main" id="{1D1B518E-ECBF-4BDC-BA46-464B22900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452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3" name="Rectangle 107">
            <a:extLst>
              <a:ext uri="{FF2B5EF4-FFF2-40B4-BE49-F238E27FC236}">
                <a16:creationId xmlns:a16="http://schemas.microsoft.com/office/drawing/2014/main" id="{82C3CF58-13DD-42E5-98CF-6A725BD0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75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4" name="Rectangle 108">
            <a:extLst>
              <a:ext uri="{FF2B5EF4-FFF2-40B4-BE49-F238E27FC236}">
                <a16:creationId xmlns:a16="http://schemas.microsoft.com/office/drawing/2014/main" id="{252DC802-8E79-43F9-9D66-E64DA44C3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75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5" name="Rectangle 109">
            <a:extLst>
              <a:ext uri="{FF2B5EF4-FFF2-40B4-BE49-F238E27FC236}">
                <a16:creationId xmlns:a16="http://schemas.microsoft.com/office/drawing/2014/main" id="{980384B4-066C-4A04-9CFD-E56BDED7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052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6" name="Rectangle 110">
            <a:extLst>
              <a:ext uri="{FF2B5EF4-FFF2-40B4-BE49-F238E27FC236}">
                <a16:creationId xmlns:a16="http://schemas.microsoft.com/office/drawing/2014/main" id="{613F8413-1ABA-479F-ADA9-608D7EF6E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052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7" name="Rectangle 111">
            <a:extLst>
              <a:ext uri="{FF2B5EF4-FFF2-40B4-BE49-F238E27FC236}">
                <a16:creationId xmlns:a16="http://schemas.microsoft.com/office/drawing/2014/main" id="{FEEDAA0F-808F-40C1-ACA0-202E75D77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152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8" name="Rectangle 112">
            <a:extLst>
              <a:ext uri="{FF2B5EF4-FFF2-40B4-BE49-F238E27FC236}">
                <a16:creationId xmlns:a16="http://schemas.microsoft.com/office/drawing/2014/main" id="{1568A659-F78D-46C3-802C-BFBD0B332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452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29" name="Rectangle 113">
            <a:extLst>
              <a:ext uri="{FF2B5EF4-FFF2-40B4-BE49-F238E27FC236}">
                <a16:creationId xmlns:a16="http://schemas.microsoft.com/office/drawing/2014/main" id="{53AB8353-572C-495E-8926-FB2852978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175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0" name="Rectangle 114">
            <a:extLst>
              <a:ext uri="{FF2B5EF4-FFF2-40B4-BE49-F238E27FC236}">
                <a16:creationId xmlns:a16="http://schemas.microsoft.com/office/drawing/2014/main" id="{8D4CB9ED-F285-4884-9943-8EAAF9E9B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052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1" name="Rectangle 115">
            <a:extLst>
              <a:ext uri="{FF2B5EF4-FFF2-40B4-BE49-F238E27FC236}">
                <a16:creationId xmlns:a16="http://schemas.microsoft.com/office/drawing/2014/main" id="{E9C9CA0F-6EA8-407E-B9C2-11E27E32D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354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2" name="Rectangle 116">
            <a:extLst>
              <a:ext uri="{FF2B5EF4-FFF2-40B4-BE49-F238E27FC236}">
                <a16:creationId xmlns:a16="http://schemas.microsoft.com/office/drawing/2014/main" id="{607DE624-181A-44E6-B7A5-EAF08BCDF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354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3" name="Rectangle 117">
            <a:extLst>
              <a:ext uri="{FF2B5EF4-FFF2-40B4-BE49-F238E27FC236}">
                <a16:creationId xmlns:a16="http://schemas.microsoft.com/office/drawing/2014/main" id="{1D4D1142-84D2-476E-BF0B-C2F238BB5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65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4" name="Rectangle 118">
            <a:extLst>
              <a:ext uri="{FF2B5EF4-FFF2-40B4-BE49-F238E27FC236}">
                <a16:creationId xmlns:a16="http://schemas.microsoft.com/office/drawing/2014/main" id="{D88C60AF-B950-492C-B7B5-FAB42FFA7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65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5" name="Rectangle 119">
            <a:extLst>
              <a:ext uri="{FF2B5EF4-FFF2-40B4-BE49-F238E27FC236}">
                <a16:creationId xmlns:a16="http://schemas.microsoft.com/office/drawing/2014/main" id="{39FD0A38-38C9-4CC0-9D5F-51312EA7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2954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6" name="Rectangle 120">
            <a:extLst>
              <a:ext uri="{FF2B5EF4-FFF2-40B4-BE49-F238E27FC236}">
                <a16:creationId xmlns:a16="http://schemas.microsoft.com/office/drawing/2014/main" id="{E088450F-7FFF-408B-807E-039B5C69F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2954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7" name="Rectangle 121">
            <a:extLst>
              <a:ext uri="{FF2B5EF4-FFF2-40B4-BE49-F238E27FC236}">
                <a16:creationId xmlns:a16="http://schemas.microsoft.com/office/drawing/2014/main" id="{5C19B873-7495-456C-A6A4-7A264A6D0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255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8" name="Rectangle 122">
            <a:extLst>
              <a:ext uri="{FF2B5EF4-FFF2-40B4-BE49-F238E27FC236}">
                <a16:creationId xmlns:a16="http://schemas.microsoft.com/office/drawing/2014/main" id="{4B9B0605-EA86-4F2B-ACCF-B64C5171D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3255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39" name="Rectangle 123">
            <a:extLst>
              <a:ext uri="{FF2B5EF4-FFF2-40B4-BE49-F238E27FC236}">
                <a16:creationId xmlns:a16="http://schemas.microsoft.com/office/drawing/2014/main" id="{8BA69972-A384-4AF5-8B10-E2892D719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354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0" name="Rectangle 124">
            <a:extLst>
              <a:ext uri="{FF2B5EF4-FFF2-40B4-BE49-F238E27FC236}">
                <a16:creationId xmlns:a16="http://schemas.microsoft.com/office/drawing/2014/main" id="{B6F58A7F-39D9-4891-8E9C-8B55ECC6E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65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1" name="Rectangle 125">
            <a:extLst>
              <a:ext uri="{FF2B5EF4-FFF2-40B4-BE49-F238E27FC236}">
                <a16:creationId xmlns:a16="http://schemas.microsoft.com/office/drawing/2014/main" id="{AB83A371-CF7A-424E-971C-394ED61BC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2954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2" name="Rectangle 126">
            <a:extLst>
              <a:ext uri="{FF2B5EF4-FFF2-40B4-BE49-F238E27FC236}">
                <a16:creationId xmlns:a16="http://schemas.microsoft.com/office/drawing/2014/main" id="{A50A6529-EBB0-4F47-842A-B06116546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255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3" name="Rectangle 127">
            <a:extLst>
              <a:ext uri="{FF2B5EF4-FFF2-40B4-BE49-F238E27FC236}">
                <a16:creationId xmlns:a16="http://schemas.microsoft.com/office/drawing/2014/main" id="{87CCDE7F-CDEB-4458-8BE3-A5E03897E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706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4" name="Rectangle 128">
            <a:extLst>
              <a:ext uri="{FF2B5EF4-FFF2-40B4-BE49-F238E27FC236}">
                <a16:creationId xmlns:a16="http://schemas.microsoft.com/office/drawing/2014/main" id="{E0CC1B21-32D3-4272-8FEE-CC0E0E0D7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811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5" name="Rectangle 129">
            <a:extLst>
              <a:ext uri="{FF2B5EF4-FFF2-40B4-BE49-F238E27FC236}">
                <a16:creationId xmlns:a16="http://schemas.microsoft.com/office/drawing/2014/main" id="{134D9B47-27C5-4168-A1D5-94A262639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0" y="706438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6" name="Rectangle 130">
            <a:extLst>
              <a:ext uri="{FF2B5EF4-FFF2-40B4-BE49-F238E27FC236}">
                <a16:creationId xmlns:a16="http://schemas.microsoft.com/office/drawing/2014/main" id="{C94205F2-5F53-4B07-9895-B20747679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811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7" name="Rectangle 131">
            <a:extLst>
              <a:ext uri="{FF2B5EF4-FFF2-40B4-BE49-F238E27FC236}">
                <a16:creationId xmlns:a16="http://schemas.microsoft.com/office/drawing/2014/main" id="{E15AE389-BBA9-4D52-BFF2-B1652F9C3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706438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8" name="Rectangle 132">
            <a:extLst>
              <a:ext uri="{FF2B5EF4-FFF2-40B4-BE49-F238E27FC236}">
                <a16:creationId xmlns:a16="http://schemas.microsoft.com/office/drawing/2014/main" id="{A0138F1C-9BD2-4FD6-8092-98AF8BFE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811213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49" name="Rectangle 133">
            <a:extLst>
              <a:ext uri="{FF2B5EF4-FFF2-40B4-BE49-F238E27FC236}">
                <a16:creationId xmlns:a16="http://schemas.microsoft.com/office/drawing/2014/main" id="{3A826F07-F659-4F15-B764-A6ED32210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7064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0" name="Rectangle 134">
            <a:extLst>
              <a:ext uri="{FF2B5EF4-FFF2-40B4-BE49-F238E27FC236}">
                <a16:creationId xmlns:a16="http://schemas.microsoft.com/office/drawing/2014/main" id="{67B4505C-4846-46C8-A20F-1A8F690DE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1525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1" name="Rectangle 135">
            <a:extLst>
              <a:ext uri="{FF2B5EF4-FFF2-40B4-BE49-F238E27FC236}">
                <a16:creationId xmlns:a16="http://schemas.microsoft.com/office/drawing/2014/main" id="{5EABFB08-FAAB-4E84-956B-1B141E256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4525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2" name="Rectangle 136">
            <a:extLst>
              <a:ext uri="{FF2B5EF4-FFF2-40B4-BE49-F238E27FC236}">
                <a16:creationId xmlns:a16="http://schemas.microsoft.com/office/drawing/2014/main" id="{50AAA793-060A-487F-B85B-3765CB8F1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1752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3" name="Rectangle 137">
            <a:extLst>
              <a:ext uri="{FF2B5EF4-FFF2-40B4-BE49-F238E27FC236}">
                <a16:creationId xmlns:a16="http://schemas.microsoft.com/office/drawing/2014/main" id="{D24F3A89-1556-4E3C-B003-8E5FB347E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0526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4" name="Rectangle 138">
            <a:extLst>
              <a:ext uri="{FF2B5EF4-FFF2-40B4-BE49-F238E27FC236}">
                <a16:creationId xmlns:a16="http://schemas.microsoft.com/office/drawing/2014/main" id="{1AA32F50-6F0A-4FD6-92A6-F1E6013DD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3542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5" name="Rectangle 139">
            <a:extLst>
              <a:ext uri="{FF2B5EF4-FFF2-40B4-BE49-F238E27FC236}">
                <a16:creationId xmlns:a16="http://schemas.microsoft.com/office/drawing/2014/main" id="{2ACD3083-CE08-46E5-A900-88568B17C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6543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6" name="Rectangle 140">
            <a:extLst>
              <a:ext uri="{FF2B5EF4-FFF2-40B4-BE49-F238E27FC236}">
                <a16:creationId xmlns:a16="http://schemas.microsoft.com/office/drawing/2014/main" id="{E258D065-7454-42D2-B1FE-CC5F54B0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954338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57" name="Freeform 141">
            <a:extLst>
              <a:ext uri="{FF2B5EF4-FFF2-40B4-BE49-F238E27FC236}">
                <a16:creationId xmlns:a16="http://schemas.microsoft.com/office/drawing/2014/main" id="{0E5F4C5D-08BE-4827-B8C1-D24109CF536A}"/>
              </a:ext>
            </a:extLst>
          </p:cNvPr>
          <p:cNvSpPr>
            <a:spLocks/>
          </p:cNvSpPr>
          <p:nvPr/>
        </p:nvSpPr>
        <p:spPr bwMode="auto">
          <a:xfrm>
            <a:off x="4052888" y="1217613"/>
            <a:ext cx="196850" cy="966787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2"/>
                </a:lnTo>
                <a:lnTo>
                  <a:pt x="135" y="220"/>
                </a:lnTo>
                <a:lnTo>
                  <a:pt x="131" y="248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2"/>
                </a:lnTo>
                <a:lnTo>
                  <a:pt x="111" y="468"/>
                </a:lnTo>
                <a:lnTo>
                  <a:pt x="112" y="491"/>
                </a:lnTo>
                <a:lnTo>
                  <a:pt x="116" y="514"/>
                </a:lnTo>
                <a:lnTo>
                  <a:pt x="122" y="534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3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6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4"/>
                </a:lnTo>
                <a:lnTo>
                  <a:pt x="112" y="802"/>
                </a:lnTo>
                <a:lnTo>
                  <a:pt x="113" y="829"/>
                </a:lnTo>
                <a:lnTo>
                  <a:pt x="116" y="856"/>
                </a:lnTo>
                <a:lnTo>
                  <a:pt x="121" y="885"/>
                </a:lnTo>
                <a:lnTo>
                  <a:pt x="123" y="912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0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2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58" name="Freeform 142">
            <a:extLst>
              <a:ext uri="{FF2B5EF4-FFF2-40B4-BE49-F238E27FC236}">
                <a16:creationId xmlns:a16="http://schemas.microsoft.com/office/drawing/2014/main" id="{D7625B5E-A3FE-4FEE-9551-D3F7537F3DBD}"/>
              </a:ext>
            </a:extLst>
          </p:cNvPr>
          <p:cNvSpPr>
            <a:spLocks/>
          </p:cNvSpPr>
          <p:nvPr/>
        </p:nvSpPr>
        <p:spPr bwMode="auto">
          <a:xfrm>
            <a:off x="4052888" y="2422525"/>
            <a:ext cx="196850" cy="965200"/>
          </a:xfrm>
          <a:custGeom>
            <a:avLst/>
            <a:gdLst>
              <a:gd name="T0" fmla="*/ 2147483646 w 247"/>
              <a:gd name="T1" fmla="*/ 2147483646 h 1217"/>
              <a:gd name="T2" fmla="*/ 2147483646 w 247"/>
              <a:gd name="T3" fmla="*/ 2147483646 h 1217"/>
              <a:gd name="T4" fmla="*/ 2147483646 w 247"/>
              <a:gd name="T5" fmla="*/ 2147483646 h 1217"/>
              <a:gd name="T6" fmla="*/ 2147483646 w 247"/>
              <a:gd name="T7" fmla="*/ 2147483646 h 1217"/>
              <a:gd name="T8" fmla="*/ 2147483646 w 247"/>
              <a:gd name="T9" fmla="*/ 2147483646 h 1217"/>
              <a:gd name="T10" fmla="*/ 2147483646 w 247"/>
              <a:gd name="T11" fmla="*/ 2147483646 h 1217"/>
              <a:gd name="T12" fmla="*/ 2147483646 w 247"/>
              <a:gd name="T13" fmla="*/ 2147483646 h 1217"/>
              <a:gd name="T14" fmla="*/ 2147483646 w 247"/>
              <a:gd name="T15" fmla="*/ 2147483646 h 1217"/>
              <a:gd name="T16" fmla="*/ 2147483646 w 247"/>
              <a:gd name="T17" fmla="*/ 2147483646 h 1217"/>
              <a:gd name="T18" fmla="*/ 2147483646 w 247"/>
              <a:gd name="T19" fmla="*/ 2147483646 h 1217"/>
              <a:gd name="T20" fmla="*/ 2147483646 w 247"/>
              <a:gd name="T21" fmla="*/ 2147483646 h 1217"/>
              <a:gd name="T22" fmla="*/ 2147483646 w 247"/>
              <a:gd name="T23" fmla="*/ 2147483646 h 1217"/>
              <a:gd name="T24" fmla="*/ 2147483646 w 247"/>
              <a:gd name="T25" fmla="*/ 2147483646 h 1217"/>
              <a:gd name="T26" fmla="*/ 2147483646 w 247"/>
              <a:gd name="T27" fmla="*/ 2147483646 h 1217"/>
              <a:gd name="T28" fmla="*/ 2147483646 w 247"/>
              <a:gd name="T29" fmla="*/ 2147483646 h 1217"/>
              <a:gd name="T30" fmla="*/ 2147483646 w 247"/>
              <a:gd name="T31" fmla="*/ 2147483646 h 1217"/>
              <a:gd name="T32" fmla="*/ 2147483646 w 247"/>
              <a:gd name="T33" fmla="*/ 2147483646 h 1217"/>
              <a:gd name="T34" fmla="*/ 2147483646 w 247"/>
              <a:gd name="T35" fmla="*/ 2147483646 h 1217"/>
              <a:gd name="T36" fmla="*/ 2147483646 w 247"/>
              <a:gd name="T37" fmla="*/ 2147483646 h 1217"/>
              <a:gd name="T38" fmla="*/ 2147483646 w 247"/>
              <a:gd name="T39" fmla="*/ 2147483646 h 1217"/>
              <a:gd name="T40" fmla="*/ 2147483646 w 247"/>
              <a:gd name="T41" fmla="*/ 2147483646 h 1217"/>
              <a:gd name="T42" fmla="*/ 2147483646 w 247"/>
              <a:gd name="T43" fmla="*/ 2147483646 h 1217"/>
              <a:gd name="T44" fmla="*/ 2147483646 w 247"/>
              <a:gd name="T45" fmla="*/ 2147483646 h 1217"/>
              <a:gd name="T46" fmla="*/ 2147483646 w 247"/>
              <a:gd name="T47" fmla="*/ 2147483646 h 1217"/>
              <a:gd name="T48" fmla="*/ 2147483646 w 247"/>
              <a:gd name="T49" fmla="*/ 2147483646 h 1217"/>
              <a:gd name="T50" fmla="*/ 2147483646 w 247"/>
              <a:gd name="T51" fmla="*/ 2147483646 h 1217"/>
              <a:gd name="T52" fmla="*/ 2147483646 w 247"/>
              <a:gd name="T53" fmla="*/ 2147483646 h 1217"/>
              <a:gd name="T54" fmla="*/ 2147483646 w 247"/>
              <a:gd name="T55" fmla="*/ 2147483646 h 1217"/>
              <a:gd name="T56" fmla="*/ 2147483646 w 247"/>
              <a:gd name="T57" fmla="*/ 2147483646 h 1217"/>
              <a:gd name="T58" fmla="*/ 2147483646 w 247"/>
              <a:gd name="T59" fmla="*/ 2147483646 h 1217"/>
              <a:gd name="T60" fmla="*/ 2147483646 w 247"/>
              <a:gd name="T61" fmla="*/ 2147483646 h 1217"/>
              <a:gd name="T62" fmla="*/ 2147483646 w 247"/>
              <a:gd name="T63" fmla="*/ 2147483646 h 1217"/>
              <a:gd name="T64" fmla="*/ 0 w 247"/>
              <a:gd name="T65" fmla="*/ 2147483646 h 121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247"/>
              <a:gd name="T100" fmla="*/ 0 h 1217"/>
              <a:gd name="T101" fmla="*/ 247 w 247"/>
              <a:gd name="T102" fmla="*/ 1217 h 121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247" h="1217">
                <a:moveTo>
                  <a:pt x="0" y="0"/>
                </a:moveTo>
                <a:lnTo>
                  <a:pt x="29" y="3"/>
                </a:lnTo>
                <a:lnTo>
                  <a:pt x="53" y="7"/>
                </a:lnTo>
                <a:lnTo>
                  <a:pt x="75" y="16"/>
                </a:lnTo>
                <a:lnTo>
                  <a:pt x="92" y="27"/>
                </a:lnTo>
                <a:lnTo>
                  <a:pt x="106" y="40"/>
                </a:lnTo>
                <a:lnTo>
                  <a:pt x="118" y="57"/>
                </a:lnTo>
                <a:lnTo>
                  <a:pt x="126" y="75"/>
                </a:lnTo>
                <a:lnTo>
                  <a:pt x="132" y="96"/>
                </a:lnTo>
                <a:lnTo>
                  <a:pt x="135" y="118"/>
                </a:lnTo>
                <a:lnTo>
                  <a:pt x="138" y="142"/>
                </a:lnTo>
                <a:lnTo>
                  <a:pt x="138" y="167"/>
                </a:lnTo>
                <a:lnTo>
                  <a:pt x="136" y="194"/>
                </a:lnTo>
                <a:lnTo>
                  <a:pt x="135" y="220"/>
                </a:lnTo>
                <a:lnTo>
                  <a:pt x="131" y="249"/>
                </a:lnTo>
                <a:lnTo>
                  <a:pt x="128" y="276"/>
                </a:lnTo>
                <a:lnTo>
                  <a:pt x="123" y="305"/>
                </a:lnTo>
                <a:lnTo>
                  <a:pt x="121" y="333"/>
                </a:lnTo>
                <a:lnTo>
                  <a:pt x="116" y="362"/>
                </a:lnTo>
                <a:lnTo>
                  <a:pt x="113" y="389"/>
                </a:lnTo>
                <a:lnTo>
                  <a:pt x="112" y="417"/>
                </a:lnTo>
                <a:lnTo>
                  <a:pt x="111" y="443"/>
                </a:lnTo>
                <a:lnTo>
                  <a:pt x="111" y="469"/>
                </a:lnTo>
                <a:lnTo>
                  <a:pt x="112" y="491"/>
                </a:lnTo>
                <a:lnTo>
                  <a:pt x="116" y="514"/>
                </a:lnTo>
                <a:lnTo>
                  <a:pt x="122" y="535"/>
                </a:lnTo>
                <a:lnTo>
                  <a:pt x="131" y="553"/>
                </a:lnTo>
                <a:lnTo>
                  <a:pt x="142" y="569"/>
                </a:lnTo>
                <a:lnTo>
                  <a:pt x="157" y="583"/>
                </a:lnTo>
                <a:lnTo>
                  <a:pt x="174" y="594"/>
                </a:lnTo>
                <a:lnTo>
                  <a:pt x="194" y="602"/>
                </a:lnTo>
                <a:lnTo>
                  <a:pt x="218" y="608"/>
                </a:lnTo>
                <a:lnTo>
                  <a:pt x="247" y="609"/>
                </a:lnTo>
                <a:lnTo>
                  <a:pt x="218" y="611"/>
                </a:lnTo>
                <a:lnTo>
                  <a:pt x="194" y="617"/>
                </a:lnTo>
                <a:lnTo>
                  <a:pt x="174" y="624"/>
                </a:lnTo>
                <a:lnTo>
                  <a:pt x="157" y="635"/>
                </a:lnTo>
                <a:lnTo>
                  <a:pt x="142" y="648"/>
                </a:lnTo>
                <a:lnTo>
                  <a:pt x="131" y="665"/>
                </a:lnTo>
                <a:lnTo>
                  <a:pt x="122" y="684"/>
                </a:lnTo>
                <a:lnTo>
                  <a:pt x="116" y="704"/>
                </a:lnTo>
                <a:lnTo>
                  <a:pt x="112" y="726"/>
                </a:lnTo>
                <a:lnTo>
                  <a:pt x="111" y="750"/>
                </a:lnTo>
                <a:lnTo>
                  <a:pt x="111" y="775"/>
                </a:lnTo>
                <a:lnTo>
                  <a:pt x="112" y="802"/>
                </a:lnTo>
                <a:lnTo>
                  <a:pt x="113" y="829"/>
                </a:lnTo>
                <a:lnTo>
                  <a:pt x="116" y="857"/>
                </a:lnTo>
                <a:lnTo>
                  <a:pt x="121" y="885"/>
                </a:lnTo>
                <a:lnTo>
                  <a:pt x="123" y="913"/>
                </a:lnTo>
                <a:lnTo>
                  <a:pt x="128" y="941"/>
                </a:lnTo>
                <a:lnTo>
                  <a:pt x="131" y="970"/>
                </a:lnTo>
                <a:lnTo>
                  <a:pt x="135" y="997"/>
                </a:lnTo>
                <a:lnTo>
                  <a:pt x="136" y="1025"/>
                </a:lnTo>
                <a:lnTo>
                  <a:pt x="138" y="1051"/>
                </a:lnTo>
                <a:lnTo>
                  <a:pt x="138" y="1076"/>
                </a:lnTo>
                <a:lnTo>
                  <a:pt x="135" y="1101"/>
                </a:lnTo>
                <a:lnTo>
                  <a:pt x="132" y="1122"/>
                </a:lnTo>
                <a:lnTo>
                  <a:pt x="126" y="1143"/>
                </a:lnTo>
                <a:lnTo>
                  <a:pt x="118" y="1161"/>
                </a:lnTo>
                <a:lnTo>
                  <a:pt x="106" y="1177"/>
                </a:lnTo>
                <a:lnTo>
                  <a:pt x="92" y="1191"/>
                </a:lnTo>
                <a:lnTo>
                  <a:pt x="75" y="1203"/>
                </a:lnTo>
                <a:lnTo>
                  <a:pt x="53" y="1210"/>
                </a:lnTo>
                <a:lnTo>
                  <a:pt x="29" y="1216"/>
                </a:lnTo>
                <a:lnTo>
                  <a:pt x="0" y="1217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59" name="Rectangle 143">
            <a:extLst>
              <a:ext uri="{FF2B5EF4-FFF2-40B4-BE49-F238E27FC236}">
                <a16:creationId xmlns:a16="http://schemas.microsoft.com/office/drawing/2014/main" id="{EC1043F6-C408-45DF-A51A-69AD55FF8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25596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0" name="Freeform 144">
            <a:extLst>
              <a:ext uri="{FF2B5EF4-FFF2-40B4-BE49-F238E27FC236}">
                <a16:creationId xmlns:a16="http://schemas.microsoft.com/office/drawing/2014/main" id="{521B97BD-107D-4AEF-AF3C-095313D58E2C}"/>
              </a:ext>
            </a:extLst>
          </p:cNvPr>
          <p:cNvSpPr>
            <a:spLocks/>
          </p:cNvSpPr>
          <p:nvPr/>
        </p:nvSpPr>
        <p:spPr bwMode="auto">
          <a:xfrm>
            <a:off x="4725988" y="1676400"/>
            <a:ext cx="160337" cy="46038"/>
          </a:xfrm>
          <a:custGeom>
            <a:avLst/>
            <a:gdLst>
              <a:gd name="T0" fmla="*/ 0 w 201"/>
              <a:gd name="T1" fmla="*/ 2147483646 h 57"/>
              <a:gd name="T2" fmla="*/ 2147483646 w 201"/>
              <a:gd name="T3" fmla="*/ 2147483646 h 57"/>
              <a:gd name="T4" fmla="*/ 0 w 201"/>
              <a:gd name="T5" fmla="*/ 0 h 57"/>
              <a:gd name="T6" fmla="*/ 0 w 201"/>
              <a:gd name="T7" fmla="*/ 2147483646 h 57"/>
              <a:gd name="T8" fmla="*/ 0 w 201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57"/>
              <a:gd name="T17" fmla="*/ 201 w 201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57">
                <a:moveTo>
                  <a:pt x="0" y="57"/>
                </a:moveTo>
                <a:lnTo>
                  <a:pt x="201" y="28"/>
                </a:lnTo>
                <a:lnTo>
                  <a:pt x="0" y="0"/>
                </a:lnTo>
                <a:lnTo>
                  <a:pt x="0" y="28"/>
                </a:lnTo>
                <a:lnTo>
                  <a:pt x="0" y="5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1661" name="Line 145">
            <a:extLst>
              <a:ext uri="{FF2B5EF4-FFF2-40B4-BE49-F238E27FC236}">
                <a16:creationId xmlns:a16="http://schemas.microsoft.com/office/drawing/2014/main" id="{EDD182A4-A1A1-4335-8AC8-A9DA08492F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6563" y="1700213"/>
            <a:ext cx="479425" cy="1587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62" name="Line 146">
            <a:extLst>
              <a:ext uri="{FF2B5EF4-FFF2-40B4-BE49-F238E27FC236}">
                <a16:creationId xmlns:a16="http://schemas.microsoft.com/office/drawing/2014/main" id="{17375C11-CB58-4C03-9519-2456A0600F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40288" y="1493838"/>
            <a:ext cx="14605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63" name="Line 147">
            <a:extLst>
              <a:ext uri="{FF2B5EF4-FFF2-40B4-BE49-F238E27FC236}">
                <a16:creationId xmlns:a16="http://schemas.microsoft.com/office/drawing/2014/main" id="{4F301F79-93AF-4519-B6AA-5BC08376E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9713" y="1152525"/>
            <a:ext cx="1587" cy="10033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64" name="Rectangle 149">
            <a:extLst>
              <a:ext uri="{FF2B5EF4-FFF2-40B4-BE49-F238E27FC236}">
                <a16:creationId xmlns:a16="http://schemas.microsoft.com/office/drawing/2014/main" id="{2E841E18-1250-4BFA-A6CC-DC2B31ACA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160655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5" name="Rectangle 150">
            <a:extLst>
              <a:ext uri="{FF2B5EF4-FFF2-40B4-BE49-F238E27FC236}">
                <a16:creationId xmlns:a16="http://schemas.microsoft.com/office/drawing/2014/main" id="{FAC4C4C7-1A4C-4327-90DB-127FEE422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1879600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6" name="Rectangle 151">
            <a:extLst>
              <a:ext uri="{FF2B5EF4-FFF2-40B4-BE49-F238E27FC236}">
                <a16:creationId xmlns:a16="http://schemas.microsoft.com/office/drawing/2014/main" id="{BCFF756A-6525-4CC2-9876-F9FF742CC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1150938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7" name="Rectangle 152">
            <a:extLst>
              <a:ext uri="{FF2B5EF4-FFF2-40B4-BE49-F238E27FC236}">
                <a16:creationId xmlns:a16="http://schemas.microsoft.com/office/drawing/2014/main" id="{FCBA3939-7C49-4F23-977B-CCC4D9DEF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1168400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8" name="Rectangle 153">
            <a:extLst>
              <a:ext uri="{FF2B5EF4-FFF2-40B4-BE49-F238E27FC236}">
                <a16:creationId xmlns:a16="http://schemas.microsoft.com/office/drawing/2014/main" id="{AADE6CF0-769F-4F48-ACE7-1FFA9C1D5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8888" y="1271588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69" name="Rectangle 154">
            <a:extLst>
              <a:ext uri="{FF2B5EF4-FFF2-40B4-BE49-F238E27FC236}">
                <a16:creationId xmlns:a16="http://schemas.microsoft.com/office/drawing/2014/main" id="{2529117A-51AE-4710-AD97-76D22B56F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1541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70" name="Rectangle 156">
            <a:extLst>
              <a:ext uri="{FF2B5EF4-FFF2-40B4-BE49-F238E27FC236}">
                <a16:creationId xmlns:a16="http://schemas.microsoft.com/office/drawing/2014/main" id="{F1F33936-0E76-442B-98ED-70F94B84A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154146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71" name="Rectangle 158">
            <a:extLst>
              <a:ext uri="{FF2B5EF4-FFF2-40B4-BE49-F238E27FC236}">
                <a16:creationId xmlns:a16="http://schemas.microsoft.com/office/drawing/2014/main" id="{939A522A-4B9B-4245-89B0-369CD2888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1865313"/>
            <a:ext cx="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72" name="Freeform 162">
            <a:extLst>
              <a:ext uri="{FF2B5EF4-FFF2-40B4-BE49-F238E27FC236}">
                <a16:creationId xmlns:a16="http://schemas.microsoft.com/office/drawing/2014/main" id="{18C22FBD-2C0A-414F-900F-C34D55D676AF}"/>
              </a:ext>
            </a:extLst>
          </p:cNvPr>
          <p:cNvSpPr>
            <a:spLocks/>
          </p:cNvSpPr>
          <p:nvPr/>
        </p:nvSpPr>
        <p:spPr bwMode="auto">
          <a:xfrm>
            <a:off x="4725988" y="1951038"/>
            <a:ext cx="160337" cy="68262"/>
          </a:xfrm>
          <a:custGeom>
            <a:avLst/>
            <a:gdLst>
              <a:gd name="T0" fmla="*/ 0 w 201"/>
              <a:gd name="T1" fmla="*/ 2147483646 h 87"/>
              <a:gd name="T2" fmla="*/ 2147483646 w 201"/>
              <a:gd name="T3" fmla="*/ 2147483646 h 87"/>
              <a:gd name="T4" fmla="*/ 0 w 201"/>
              <a:gd name="T5" fmla="*/ 0 h 87"/>
              <a:gd name="T6" fmla="*/ 0 w 201"/>
              <a:gd name="T7" fmla="*/ 2147483646 h 87"/>
              <a:gd name="T8" fmla="*/ 0 w 201"/>
              <a:gd name="T9" fmla="*/ 2147483646 h 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1"/>
              <a:gd name="T16" fmla="*/ 0 h 87"/>
              <a:gd name="T17" fmla="*/ 201 w 201"/>
              <a:gd name="T18" fmla="*/ 87 h 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1" h="87">
                <a:moveTo>
                  <a:pt x="0" y="87"/>
                </a:moveTo>
                <a:lnTo>
                  <a:pt x="201" y="29"/>
                </a:lnTo>
                <a:lnTo>
                  <a:pt x="0" y="0"/>
                </a:lnTo>
                <a:lnTo>
                  <a:pt x="0" y="29"/>
                </a:lnTo>
                <a:lnTo>
                  <a:pt x="0" y="87"/>
                </a:lnTo>
                <a:close/>
              </a:path>
            </a:pathLst>
          </a:custGeom>
          <a:solidFill>
            <a:srgbClr val="FF0000"/>
          </a:solidFill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1673" name="Freeform 163">
            <a:extLst>
              <a:ext uri="{FF2B5EF4-FFF2-40B4-BE49-F238E27FC236}">
                <a16:creationId xmlns:a16="http://schemas.microsoft.com/office/drawing/2014/main" id="{0E2B71EE-D079-42F2-9E98-6039C8ED4C2C}"/>
              </a:ext>
            </a:extLst>
          </p:cNvPr>
          <p:cNvSpPr>
            <a:spLocks/>
          </p:cNvSpPr>
          <p:nvPr/>
        </p:nvSpPr>
        <p:spPr bwMode="auto">
          <a:xfrm>
            <a:off x="4246563" y="1973263"/>
            <a:ext cx="479425" cy="935037"/>
          </a:xfrm>
          <a:custGeom>
            <a:avLst/>
            <a:gdLst>
              <a:gd name="T0" fmla="*/ 2147483646 w 604"/>
              <a:gd name="T1" fmla="*/ 0 h 1179"/>
              <a:gd name="T2" fmla="*/ 2147483646 w 604"/>
              <a:gd name="T3" fmla="*/ 0 h 1179"/>
              <a:gd name="T4" fmla="*/ 2147483646 w 604"/>
              <a:gd name="T5" fmla="*/ 2147483646 h 1179"/>
              <a:gd name="T6" fmla="*/ 0 w 604"/>
              <a:gd name="T7" fmla="*/ 2147483646 h 1179"/>
              <a:gd name="T8" fmla="*/ 0 60000 65536"/>
              <a:gd name="T9" fmla="*/ 0 60000 65536"/>
              <a:gd name="T10" fmla="*/ 0 60000 65536"/>
              <a:gd name="T11" fmla="*/ 0 60000 65536"/>
              <a:gd name="T12" fmla="*/ 0 w 604"/>
              <a:gd name="T13" fmla="*/ 0 h 1179"/>
              <a:gd name="T14" fmla="*/ 604 w 604"/>
              <a:gd name="T15" fmla="*/ 1179 h 11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4" h="1179">
                <a:moveTo>
                  <a:pt x="604" y="0"/>
                </a:moveTo>
                <a:lnTo>
                  <a:pt x="259" y="0"/>
                </a:lnTo>
                <a:lnTo>
                  <a:pt x="259" y="1179"/>
                </a:lnTo>
                <a:lnTo>
                  <a:pt x="0" y="1179"/>
                </a:lnTo>
              </a:path>
            </a:pathLst>
          </a:cu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74" name="Title 1">
            <a:extLst>
              <a:ext uri="{FF2B5EF4-FFF2-40B4-BE49-F238E27FC236}">
                <a16:creationId xmlns:a16="http://schemas.microsoft.com/office/drawing/2014/main" id="{AE69B451-932E-4CE2-8EBF-14B0D983618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Three-input majority function</a:t>
            </a:r>
          </a:p>
        </p:txBody>
      </p:sp>
      <p:sp>
        <p:nvSpPr>
          <p:cNvPr id="111675" name="TextBox 125">
            <a:extLst>
              <a:ext uri="{FF2B5EF4-FFF2-40B4-BE49-F238E27FC236}">
                <a16:creationId xmlns:a16="http://schemas.microsoft.com/office/drawing/2014/main" id="{8E86758A-EBF7-47EC-8C93-B3D063D54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4.10a from the textbook ]</a:t>
            </a:r>
          </a:p>
        </p:txBody>
      </p:sp>
      <p:cxnSp>
        <p:nvCxnSpPr>
          <p:cNvPr id="111676" name="Straight Connector 60">
            <a:extLst>
              <a:ext uri="{FF2B5EF4-FFF2-40B4-BE49-F238E27FC236}">
                <a16:creationId xmlns:a16="http://schemas.microsoft.com/office/drawing/2014/main" id="{745E18B8-AFDF-402D-9A31-2F62EFD1D4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84488" y="733425"/>
            <a:ext cx="0" cy="286861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677" name="Straight Connector 61">
            <a:extLst>
              <a:ext uri="{FF2B5EF4-FFF2-40B4-BE49-F238E27FC236}">
                <a16:creationId xmlns:a16="http://schemas.microsoft.com/office/drawing/2014/main" id="{9B13AAA2-BE64-40AD-8F78-9751C39E25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51113" y="2336800"/>
            <a:ext cx="1698625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678" name="Rectangle 154">
            <a:extLst>
              <a:ext uri="{FF2B5EF4-FFF2-40B4-BE49-F238E27FC236}">
                <a16:creationId xmlns:a16="http://schemas.microsoft.com/office/drawing/2014/main" id="{06AF84C8-D5FA-497F-8811-C519039D3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154146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79" name="Rectangle 155">
            <a:extLst>
              <a:ext uri="{FF2B5EF4-FFF2-40B4-BE49-F238E27FC236}">
                <a16:creationId xmlns:a16="http://schemas.microsoft.com/office/drawing/2014/main" id="{B8D728FB-AD99-46BF-97EF-7A8C4E92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388" y="164465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0" name="Rectangle 156">
            <a:extLst>
              <a:ext uri="{FF2B5EF4-FFF2-40B4-BE49-F238E27FC236}">
                <a16:creationId xmlns:a16="http://schemas.microsoft.com/office/drawing/2014/main" id="{DCCE1052-DA2A-4D31-B97E-B67EEE372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9463" y="1541463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1" name="Rectangle 157">
            <a:extLst>
              <a:ext uri="{FF2B5EF4-FFF2-40B4-BE49-F238E27FC236}">
                <a16:creationId xmlns:a16="http://schemas.microsoft.com/office/drawing/2014/main" id="{BD4474F6-D339-43F1-B55B-5A0AE63FA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164465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2" name="Rectangle 158">
            <a:extLst>
              <a:ext uri="{FF2B5EF4-FFF2-40B4-BE49-F238E27FC236}">
                <a16:creationId xmlns:a16="http://schemas.microsoft.com/office/drawing/2014/main" id="{01C88A00-1B0D-4D10-B6FA-5D04BE8F0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186531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3" name="Rectangle 159">
            <a:extLst>
              <a:ext uri="{FF2B5EF4-FFF2-40B4-BE49-F238E27FC236}">
                <a16:creationId xmlns:a16="http://schemas.microsoft.com/office/drawing/2014/main" id="{30564069-F1F5-47AC-9CD1-9023E4CD8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196850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4" name="Rectangle 160">
            <a:extLst>
              <a:ext uri="{FF2B5EF4-FFF2-40B4-BE49-F238E27FC236}">
                <a16:creationId xmlns:a16="http://schemas.microsoft.com/office/drawing/2014/main" id="{BA3C528A-004F-4ADB-A90E-500F64D16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1865313"/>
            <a:ext cx="185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5" name="Rectangle 161">
            <a:extLst>
              <a:ext uri="{FF2B5EF4-FFF2-40B4-BE49-F238E27FC236}">
                <a16:creationId xmlns:a16="http://schemas.microsoft.com/office/drawing/2014/main" id="{B9390DDC-51F5-441D-8883-1188EBC52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1968500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6" name="Rectangle 167">
            <a:extLst>
              <a:ext uri="{FF2B5EF4-FFF2-40B4-BE49-F238E27FC236}">
                <a16:creationId xmlns:a16="http://schemas.microsoft.com/office/drawing/2014/main" id="{0D8A9959-F0AB-4FF2-9878-522C1B02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1865313"/>
            <a:ext cx="165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+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7" name="Rectangle 148">
            <a:extLst>
              <a:ext uri="{FF2B5EF4-FFF2-40B4-BE49-F238E27FC236}">
                <a16:creationId xmlns:a16="http://schemas.microsoft.com/office/drawing/2014/main" id="{12BC42B9-EEAA-4212-B750-DD4142CBB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475" y="6156325"/>
            <a:ext cx="9382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(b) Circuit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88" name="Line 164">
            <a:extLst>
              <a:ext uri="{FF2B5EF4-FFF2-40B4-BE49-F238E27FC236}">
                <a16:creationId xmlns:a16="http://schemas.microsoft.com/office/drawing/2014/main" id="{0C36E380-8916-41B0-9112-E8A99F585D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1700" y="5249863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89" name="Freeform 165">
            <a:extLst>
              <a:ext uri="{FF2B5EF4-FFF2-40B4-BE49-F238E27FC236}">
                <a16:creationId xmlns:a16="http://schemas.microsoft.com/office/drawing/2014/main" id="{8D333571-CA78-413E-B374-0FD322D8C41B}"/>
              </a:ext>
            </a:extLst>
          </p:cNvPr>
          <p:cNvSpPr>
            <a:spLocks/>
          </p:cNvSpPr>
          <p:nvPr/>
        </p:nvSpPr>
        <p:spPr bwMode="auto">
          <a:xfrm>
            <a:off x="5661025" y="4840288"/>
            <a:ext cx="320675" cy="798512"/>
          </a:xfrm>
          <a:custGeom>
            <a:avLst/>
            <a:gdLst>
              <a:gd name="T0" fmla="*/ 2147483646 w 402"/>
              <a:gd name="T1" fmla="*/ 2147483646 h 1006"/>
              <a:gd name="T2" fmla="*/ 2147483646 w 402"/>
              <a:gd name="T3" fmla="*/ 2147483646 h 1006"/>
              <a:gd name="T4" fmla="*/ 0 w 402"/>
              <a:gd name="T5" fmla="*/ 0 h 1006"/>
              <a:gd name="T6" fmla="*/ 0 w 402"/>
              <a:gd name="T7" fmla="*/ 2147483646 h 1006"/>
              <a:gd name="T8" fmla="*/ 2147483646 w 402"/>
              <a:gd name="T9" fmla="*/ 2147483646 h 10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1006"/>
              <a:gd name="T17" fmla="*/ 402 w 402"/>
              <a:gd name="T18" fmla="*/ 1006 h 10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1006">
                <a:moveTo>
                  <a:pt x="402" y="805"/>
                </a:moveTo>
                <a:lnTo>
                  <a:pt x="402" y="202"/>
                </a:lnTo>
                <a:lnTo>
                  <a:pt x="0" y="0"/>
                </a:lnTo>
                <a:lnTo>
                  <a:pt x="0" y="1006"/>
                </a:lnTo>
                <a:lnTo>
                  <a:pt x="402" y="805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90" name="Line 166">
            <a:extLst>
              <a:ext uri="{FF2B5EF4-FFF2-40B4-BE49-F238E27FC236}">
                <a16:creationId xmlns:a16="http://schemas.microsoft.com/office/drawing/2014/main" id="{4CCF208D-615B-4DCE-B7CC-EED5B7EE7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63" y="4589463"/>
            <a:ext cx="1587" cy="3413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91" name="Line 168">
            <a:extLst>
              <a:ext uri="{FF2B5EF4-FFF2-40B4-BE49-F238E27FC236}">
                <a16:creationId xmlns:a16="http://schemas.microsoft.com/office/drawing/2014/main" id="{A7E3994C-2902-4235-B64E-1DA0D6CFC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589463"/>
            <a:ext cx="4111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92" name="Rectangle 169">
            <a:extLst>
              <a:ext uri="{FF2B5EF4-FFF2-40B4-BE49-F238E27FC236}">
                <a16:creationId xmlns:a16="http://schemas.microsoft.com/office/drawing/2014/main" id="{64D9354C-71C1-4C9E-B9DA-63E2C249C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5143500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93" name="Rectangle 170">
            <a:extLst>
              <a:ext uri="{FF2B5EF4-FFF2-40B4-BE49-F238E27FC236}">
                <a16:creationId xmlns:a16="http://schemas.microsoft.com/office/drawing/2014/main" id="{A161067F-BA68-4AA5-ABF9-8951F875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48260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94" name="Rectangle 171">
            <a:extLst>
              <a:ext uri="{FF2B5EF4-FFF2-40B4-BE49-F238E27FC236}">
                <a16:creationId xmlns:a16="http://schemas.microsoft.com/office/drawing/2014/main" id="{8042399B-3385-4E62-AF10-F57DF5B2D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930775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95" name="Rectangle 172">
            <a:extLst>
              <a:ext uri="{FF2B5EF4-FFF2-40B4-BE49-F238E27FC236}">
                <a16:creationId xmlns:a16="http://schemas.microsoft.com/office/drawing/2014/main" id="{5AFC7D4C-1220-40CE-81D3-932CFC9C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443865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96" name="Freeform 173">
            <a:extLst>
              <a:ext uri="{FF2B5EF4-FFF2-40B4-BE49-F238E27FC236}">
                <a16:creationId xmlns:a16="http://schemas.microsoft.com/office/drawing/2014/main" id="{E551967A-247D-4DB9-8F0C-1769A5F63C20}"/>
              </a:ext>
            </a:extLst>
          </p:cNvPr>
          <p:cNvSpPr>
            <a:spLocks/>
          </p:cNvSpPr>
          <p:nvPr/>
        </p:nvSpPr>
        <p:spPr bwMode="auto">
          <a:xfrm>
            <a:off x="3287713" y="4954588"/>
            <a:ext cx="46037" cy="44450"/>
          </a:xfrm>
          <a:custGeom>
            <a:avLst/>
            <a:gdLst>
              <a:gd name="T0" fmla="*/ 2147483646 w 57"/>
              <a:gd name="T1" fmla="*/ 0 h 58"/>
              <a:gd name="T2" fmla="*/ 2147483646 w 57"/>
              <a:gd name="T3" fmla="*/ 2147483646 h 58"/>
              <a:gd name="T4" fmla="*/ 2147483646 w 57"/>
              <a:gd name="T5" fmla="*/ 2147483646 h 58"/>
              <a:gd name="T6" fmla="*/ 2147483646 w 57"/>
              <a:gd name="T7" fmla="*/ 2147483646 h 58"/>
              <a:gd name="T8" fmla="*/ 2147483646 w 57"/>
              <a:gd name="T9" fmla="*/ 2147483646 h 58"/>
              <a:gd name="T10" fmla="*/ 2147483646 w 57"/>
              <a:gd name="T11" fmla="*/ 2147483646 h 58"/>
              <a:gd name="T12" fmla="*/ 2147483646 w 57"/>
              <a:gd name="T13" fmla="*/ 2147483646 h 58"/>
              <a:gd name="T14" fmla="*/ 2147483646 w 57"/>
              <a:gd name="T15" fmla="*/ 2147483646 h 58"/>
              <a:gd name="T16" fmla="*/ 2147483646 w 57"/>
              <a:gd name="T17" fmla="*/ 2147483646 h 58"/>
              <a:gd name="T18" fmla="*/ 2147483646 w 57"/>
              <a:gd name="T19" fmla="*/ 2147483646 h 58"/>
              <a:gd name="T20" fmla="*/ 0 w 57"/>
              <a:gd name="T21" fmla="*/ 2147483646 h 58"/>
              <a:gd name="T22" fmla="*/ 0 w 57"/>
              <a:gd name="T23" fmla="*/ 2147483646 h 58"/>
              <a:gd name="T24" fmla="*/ 2147483646 w 57"/>
              <a:gd name="T25" fmla="*/ 2147483646 h 58"/>
              <a:gd name="T26" fmla="*/ 2147483646 w 57"/>
              <a:gd name="T27" fmla="*/ 2147483646 h 58"/>
              <a:gd name="T28" fmla="*/ 2147483646 w 57"/>
              <a:gd name="T29" fmla="*/ 2147483646 h 58"/>
              <a:gd name="T30" fmla="*/ 2147483646 w 57"/>
              <a:gd name="T31" fmla="*/ 2147483646 h 58"/>
              <a:gd name="T32" fmla="*/ 2147483646 w 57"/>
              <a:gd name="T33" fmla="*/ 2147483646 h 58"/>
              <a:gd name="T34" fmla="*/ 2147483646 w 57"/>
              <a:gd name="T35" fmla="*/ 2147483646 h 58"/>
              <a:gd name="T36" fmla="*/ 2147483646 w 57"/>
              <a:gd name="T37" fmla="*/ 2147483646 h 58"/>
              <a:gd name="T38" fmla="*/ 2147483646 w 57"/>
              <a:gd name="T39" fmla="*/ 2147483646 h 58"/>
              <a:gd name="T40" fmla="*/ 2147483646 w 57"/>
              <a:gd name="T41" fmla="*/ 2147483646 h 58"/>
              <a:gd name="T42" fmla="*/ 2147483646 w 57"/>
              <a:gd name="T43" fmla="*/ 2147483646 h 58"/>
              <a:gd name="T44" fmla="*/ 2147483646 w 57"/>
              <a:gd name="T45" fmla="*/ 2147483646 h 58"/>
              <a:gd name="T46" fmla="*/ 2147483646 w 57"/>
              <a:gd name="T47" fmla="*/ 2147483646 h 58"/>
              <a:gd name="T48" fmla="*/ 2147483646 w 57"/>
              <a:gd name="T49" fmla="*/ 2147483646 h 58"/>
              <a:gd name="T50" fmla="*/ 2147483646 w 57"/>
              <a:gd name="T51" fmla="*/ 2147483646 h 58"/>
              <a:gd name="T52" fmla="*/ 2147483646 w 57"/>
              <a:gd name="T53" fmla="*/ 2147483646 h 58"/>
              <a:gd name="T54" fmla="*/ 2147483646 w 57"/>
              <a:gd name="T55" fmla="*/ 2147483646 h 58"/>
              <a:gd name="T56" fmla="*/ 2147483646 w 57"/>
              <a:gd name="T57" fmla="*/ 2147483646 h 58"/>
              <a:gd name="T58" fmla="*/ 2147483646 w 57"/>
              <a:gd name="T59" fmla="*/ 2147483646 h 58"/>
              <a:gd name="T60" fmla="*/ 2147483646 w 57"/>
              <a:gd name="T61" fmla="*/ 2147483646 h 58"/>
              <a:gd name="T62" fmla="*/ 2147483646 w 57"/>
              <a:gd name="T63" fmla="*/ 2147483646 h 58"/>
              <a:gd name="T64" fmla="*/ 2147483646 w 57"/>
              <a:gd name="T65" fmla="*/ 2147483646 h 58"/>
              <a:gd name="T66" fmla="*/ 2147483646 w 57"/>
              <a:gd name="T67" fmla="*/ 2147483646 h 58"/>
              <a:gd name="T68" fmla="*/ 2147483646 w 57"/>
              <a:gd name="T69" fmla="*/ 2147483646 h 58"/>
              <a:gd name="T70" fmla="*/ 2147483646 w 57"/>
              <a:gd name="T71" fmla="*/ 2147483646 h 58"/>
              <a:gd name="T72" fmla="*/ 2147483646 w 57"/>
              <a:gd name="T73" fmla="*/ 2147483646 h 58"/>
              <a:gd name="T74" fmla="*/ 2147483646 w 57"/>
              <a:gd name="T75" fmla="*/ 2147483646 h 58"/>
              <a:gd name="T76" fmla="*/ 2147483646 w 57"/>
              <a:gd name="T77" fmla="*/ 2147483646 h 58"/>
              <a:gd name="T78" fmla="*/ 2147483646 w 57"/>
              <a:gd name="T79" fmla="*/ 2147483646 h 58"/>
              <a:gd name="T80" fmla="*/ 2147483646 w 57"/>
              <a:gd name="T81" fmla="*/ 2147483646 h 58"/>
              <a:gd name="T82" fmla="*/ 2147483646 w 57"/>
              <a:gd name="T83" fmla="*/ 2147483646 h 58"/>
              <a:gd name="T84" fmla="*/ 2147483646 w 57"/>
              <a:gd name="T85" fmla="*/ 2147483646 h 58"/>
              <a:gd name="T86" fmla="*/ 2147483646 w 57"/>
              <a:gd name="T87" fmla="*/ 0 h 58"/>
              <a:gd name="T88" fmla="*/ 2147483646 w 57"/>
              <a:gd name="T89" fmla="*/ 2147483646 h 5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7"/>
              <a:gd name="T136" fmla="*/ 0 h 58"/>
              <a:gd name="T137" fmla="*/ 57 w 57"/>
              <a:gd name="T138" fmla="*/ 58 h 5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7" h="58">
                <a:moveTo>
                  <a:pt x="29" y="29"/>
                </a:moveTo>
                <a:lnTo>
                  <a:pt x="29" y="0"/>
                </a:lnTo>
                <a:lnTo>
                  <a:pt x="27" y="0"/>
                </a:lnTo>
                <a:lnTo>
                  <a:pt x="26" y="0"/>
                </a:lnTo>
                <a:lnTo>
                  <a:pt x="24" y="0"/>
                </a:lnTo>
                <a:lnTo>
                  <a:pt x="23" y="2"/>
                </a:lnTo>
                <a:lnTo>
                  <a:pt x="21" y="2"/>
                </a:lnTo>
                <a:lnTo>
                  <a:pt x="20" y="2"/>
                </a:lnTo>
                <a:lnTo>
                  <a:pt x="18" y="2"/>
                </a:lnTo>
                <a:lnTo>
                  <a:pt x="18" y="3"/>
                </a:lnTo>
                <a:lnTo>
                  <a:pt x="17" y="3"/>
                </a:lnTo>
                <a:lnTo>
                  <a:pt x="16" y="4"/>
                </a:lnTo>
                <a:lnTo>
                  <a:pt x="14" y="4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8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6" y="13"/>
                </a:lnTo>
                <a:lnTo>
                  <a:pt x="4" y="15"/>
                </a:lnTo>
                <a:lnTo>
                  <a:pt x="4" y="16"/>
                </a:lnTo>
                <a:lnTo>
                  <a:pt x="3" y="17"/>
                </a:lnTo>
                <a:lnTo>
                  <a:pt x="3" y="19"/>
                </a:lnTo>
                <a:lnTo>
                  <a:pt x="1" y="20"/>
                </a:lnTo>
                <a:lnTo>
                  <a:pt x="1" y="22"/>
                </a:lnTo>
                <a:lnTo>
                  <a:pt x="1" y="23"/>
                </a:lnTo>
                <a:lnTo>
                  <a:pt x="1" y="25"/>
                </a:lnTo>
                <a:lnTo>
                  <a:pt x="0" y="26"/>
                </a:lnTo>
                <a:lnTo>
                  <a:pt x="0" y="27"/>
                </a:lnTo>
                <a:lnTo>
                  <a:pt x="0" y="29"/>
                </a:lnTo>
                <a:lnTo>
                  <a:pt x="0" y="30"/>
                </a:lnTo>
                <a:lnTo>
                  <a:pt x="0" y="32"/>
                </a:lnTo>
                <a:lnTo>
                  <a:pt x="1" y="33"/>
                </a:lnTo>
                <a:lnTo>
                  <a:pt x="1" y="35"/>
                </a:lnTo>
                <a:lnTo>
                  <a:pt x="1" y="36"/>
                </a:lnTo>
                <a:lnTo>
                  <a:pt x="1" y="38"/>
                </a:lnTo>
                <a:lnTo>
                  <a:pt x="3" y="39"/>
                </a:lnTo>
                <a:lnTo>
                  <a:pt x="3" y="40"/>
                </a:lnTo>
                <a:lnTo>
                  <a:pt x="3" y="42"/>
                </a:lnTo>
                <a:lnTo>
                  <a:pt x="4" y="43"/>
                </a:lnTo>
                <a:lnTo>
                  <a:pt x="4" y="45"/>
                </a:lnTo>
                <a:lnTo>
                  <a:pt x="6" y="45"/>
                </a:lnTo>
                <a:lnTo>
                  <a:pt x="6" y="46"/>
                </a:lnTo>
                <a:lnTo>
                  <a:pt x="7" y="48"/>
                </a:lnTo>
                <a:lnTo>
                  <a:pt x="7" y="49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3" y="53"/>
                </a:lnTo>
                <a:lnTo>
                  <a:pt x="14" y="53"/>
                </a:lnTo>
                <a:lnTo>
                  <a:pt x="16" y="55"/>
                </a:lnTo>
                <a:lnTo>
                  <a:pt x="17" y="55"/>
                </a:lnTo>
                <a:lnTo>
                  <a:pt x="18" y="56"/>
                </a:lnTo>
                <a:lnTo>
                  <a:pt x="20" y="56"/>
                </a:lnTo>
                <a:lnTo>
                  <a:pt x="21" y="58"/>
                </a:lnTo>
                <a:lnTo>
                  <a:pt x="23" y="58"/>
                </a:lnTo>
                <a:lnTo>
                  <a:pt x="24" y="58"/>
                </a:lnTo>
                <a:lnTo>
                  <a:pt x="26" y="58"/>
                </a:lnTo>
                <a:lnTo>
                  <a:pt x="27" y="58"/>
                </a:lnTo>
                <a:lnTo>
                  <a:pt x="29" y="58"/>
                </a:lnTo>
                <a:lnTo>
                  <a:pt x="30" y="58"/>
                </a:lnTo>
                <a:lnTo>
                  <a:pt x="31" y="58"/>
                </a:lnTo>
                <a:lnTo>
                  <a:pt x="33" y="58"/>
                </a:lnTo>
                <a:lnTo>
                  <a:pt x="34" y="58"/>
                </a:lnTo>
                <a:lnTo>
                  <a:pt x="36" y="58"/>
                </a:lnTo>
                <a:lnTo>
                  <a:pt x="37" y="56"/>
                </a:lnTo>
                <a:lnTo>
                  <a:pt x="39" y="56"/>
                </a:lnTo>
                <a:lnTo>
                  <a:pt x="40" y="56"/>
                </a:lnTo>
                <a:lnTo>
                  <a:pt x="41" y="55"/>
                </a:lnTo>
                <a:lnTo>
                  <a:pt x="43" y="55"/>
                </a:lnTo>
                <a:lnTo>
                  <a:pt x="44" y="53"/>
                </a:lnTo>
                <a:lnTo>
                  <a:pt x="46" y="52"/>
                </a:lnTo>
                <a:lnTo>
                  <a:pt x="47" y="52"/>
                </a:lnTo>
                <a:lnTo>
                  <a:pt x="49" y="50"/>
                </a:lnTo>
                <a:lnTo>
                  <a:pt x="49" y="49"/>
                </a:lnTo>
                <a:lnTo>
                  <a:pt x="50" y="49"/>
                </a:lnTo>
                <a:lnTo>
                  <a:pt x="52" y="48"/>
                </a:lnTo>
                <a:lnTo>
                  <a:pt x="52" y="46"/>
                </a:lnTo>
                <a:lnTo>
                  <a:pt x="53" y="45"/>
                </a:lnTo>
                <a:lnTo>
                  <a:pt x="54" y="43"/>
                </a:lnTo>
                <a:lnTo>
                  <a:pt x="54" y="42"/>
                </a:lnTo>
                <a:lnTo>
                  <a:pt x="56" y="40"/>
                </a:lnTo>
                <a:lnTo>
                  <a:pt x="56" y="39"/>
                </a:lnTo>
                <a:lnTo>
                  <a:pt x="56" y="38"/>
                </a:lnTo>
                <a:lnTo>
                  <a:pt x="57" y="36"/>
                </a:lnTo>
                <a:lnTo>
                  <a:pt x="57" y="35"/>
                </a:lnTo>
                <a:lnTo>
                  <a:pt x="57" y="33"/>
                </a:lnTo>
                <a:lnTo>
                  <a:pt x="57" y="32"/>
                </a:lnTo>
                <a:lnTo>
                  <a:pt x="57" y="30"/>
                </a:lnTo>
                <a:lnTo>
                  <a:pt x="57" y="29"/>
                </a:lnTo>
                <a:lnTo>
                  <a:pt x="57" y="27"/>
                </a:lnTo>
                <a:lnTo>
                  <a:pt x="57" y="26"/>
                </a:lnTo>
                <a:lnTo>
                  <a:pt x="57" y="25"/>
                </a:lnTo>
                <a:lnTo>
                  <a:pt x="57" y="23"/>
                </a:lnTo>
                <a:lnTo>
                  <a:pt x="57" y="22"/>
                </a:lnTo>
                <a:lnTo>
                  <a:pt x="56" y="20"/>
                </a:lnTo>
                <a:lnTo>
                  <a:pt x="56" y="19"/>
                </a:lnTo>
                <a:lnTo>
                  <a:pt x="56" y="17"/>
                </a:lnTo>
                <a:lnTo>
                  <a:pt x="54" y="17"/>
                </a:lnTo>
                <a:lnTo>
                  <a:pt x="54" y="16"/>
                </a:lnTo>
                <a:lnTo>
                  <a:pt x="53" y="15"/>
                </a:lnTo>
                <a:lnTo>
                  <a:pt x="53" y="13"/>
                </a:lnTo>
                <a:lnTo>
                  <a:pt x="52" y="12"/>
                </a:lnTo>
                <a:lnTo>
                  <a:pt x="50" y="10"/>
                </a:lnTo>
                <a:lnTo>
                  <a:pt x="49" y="9"/>
                </a:lnTo>
                <a:lnTo>
                  <a:pt x="49" y="7"/>
                </a:lnTo>
                <a:lnTo>
                  <a:pt x="47" y="7"/>
                </a:lnTo>
                <a:lnTo>
                  <a:pt x="46" y="6"/>
                </a:lnTo>
                <a:lnTo>
                  <a:pt x="44" y="6"/>
                </a:lnTo>
                <a:lnTo>
                  <a:pt x="44" y="4"/>
                </a:lnTo>
                <a:lnTo>
                  <a:pt x="43" y="4"/>
                </a:lnTo>
                <a:lnTo>
                  <a:pt x="41" y="3"/>
                </a:lnTo>
                <a:lnTo>
                  <a:pt x="40" y="3"/>
                </a:lnTo>
                <a:lnTo>
                  <a:pt x="39" y="2"/>
                </a:lnTo>
                <a:lnTo>
                  <a:pt x="37" y="2"/>
                </a:lnTo>
                <a:lnTo>
                  <a:pt x="36" y="2"/>
                </a:lnTo>
                <a:lnTo>
                  <a:pt x="34" y="2"/>
                </a:ln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1697" name="Freeform 174">
            <a:extLst>
              <a:ext uri="{FF2B5EF4-FFF2-40B4-BE49-F238E27FC236}">
                <a16:creationId xmlns:a16="http://schemas.microsoft.com/office/drawing/2014/main" id="{8CA6C05C-FF16-41BC-A8BE-EE47C05EE36B}"/>
              </a:ext>
            </a:extLst>
          </p:cNvPr>
          <p:cNvSpPr>
            <a:spLocks/>
          </p:cNvSpPr>
          <p:nvPr/>
        </p:nvSpPr>
        <p:spPr bwMode="auto">
          <a:xfrm>
            <a:off x="3275013" y="4940300"/>
            <a:ext cx="55562" cy="55563"/>
          </a:xfrm>
          <a:custGeom>
            <a:avLst/>
            <a:gdLst>
              <a:gd name="T0" fmla="*/ 2147483646 w 70"/>
              <a:gd name="T1" fmla="*/ 0 h 70"/>
              <a:gd name="T2" fmla="*/ 2147483646 w 70"/>
              <a:gd name="T3" fmla="*/ 2147483646 h 70"/>
              <a:gd name="T4" fmla="*/ 2147483646 w 70"/>
              <a:gd name="T5" fmla="*/ 2147483646 h 70"/>
              <a:gd name="T6" fmla="*/ 2147483646 w 70"/>
              <a:gd name="T7" fmla="*/ 2147483646 h 70"/>
              <a:gd name="T8" fmla="*/ 2147483646 w 70"/>
              <a:gd name="T9" fmla="*/ 2147483646 h 70"/>
              <a:gd name="T10" fmla="*/ 2147483646 w 70"/>
              <a:gd name="T11" fmla="*/ 2147483646 h 70"/>
              <a:gd name="T12" fmla="*/ 2147483646 w 70"/>
              <a:gd name="T13" fmla="*/ 2147483646 h 70"/>
              <a:gd name="T14" fmla="*/ 2147483646 w 70"/>
              <a:gd name="T15" fmla="*/ 2147483646 h 70"/>
              <a:gd name="T16" fmla="*/ 2147483646 w 70"/>
              <a:gd name="T17" fmla="*/ 2147483646 h 70"/>
              <a:gd name="T18" fmla="*/ 0 w 70"/>
              <a:gd name="T19" fmla="*/ 2147483646 h 70"/>
              <a:gd name="T20" fmla="*/ 0 w 70"/>
              <a:gd name="T21" fmla="*/ 2147483646 h 70"/>
              <a:gd name="T22" fmla="*/ 0 w 70"/>
              <a:gd name="T23" fmla="*/ 2147483646 h 70"/>
              <a:gd name="T24" fmla="*/ 2147483646 w 70"/>
              <a:gd name="T25" fmla="*/ 2147483646 h 70"/>
              <a:gd name="T26" fmla="*/ 2147483646 w 70"/>
              <a:gd name="T27" fmla="*/ 2147483646 h 70"/>
              <a:gd name="T28" fmla="*/ 2147483646 w 70"/>
              <a:gd name="T29" fmla="*/ 2147483646 h 70"/>
              <a:gd name="T30" fmla="*/ 2147483646 w 70"/>
              <a:gd name="T31" fmla="*/ 2147483646 h 70"/>
              <a:gd name="T32" fmla="*/ 2147483646 w 70"/>
              <a:gd name="T33" fmla="*/ 2147483646 h 70"/>
              <a:gd name="T34" fmla="*/ 2147483646 w 70"/>
              <a:gd name="T35" fmla="*/ 2147483646 h 70"/>
              <a:gd name="T36" fmla="*/ 2147483646 w 70"/>
              <a:gd name="T37" fmla="*/ 2147483646 h 70"/>
              <a:gd name="T38" fmla="*/ 2147483646 w 70"/>
              <a:gd name="T39" fmla="*/ 2147483646 h 70"/>
              <a:gd name="T40" fmla="*/ 2147483646 w 70"/>
              <a:gd name="T41" fmla="*/ 2147483646 h 70"/>
              <a:gd name="T42" fmla="*/ 2147483646 w 70"/>
              <a:gd name="T43" fmla="*/ 2147483646 h 70"/>
              <a:gd name="T44" fmla="*/ 2147483646 w 70"/>
              <a:gd name="T45" fmla="*/ 2147483646 h 70"/>
              <a:gd name="T46" fmla="*/ 2147483646 w 70"/>
              <a:gd name="T47" fmla="*/ 2147483646 h 70"/>
              <a:gd name="T48" fmla="*/ 2147483646 w 70"/>
              <a:gd name="T49" fmla="*/ 2147483646 h 70"/>
              <a:gd name="T50" fmla="*/ 2147483646 w 70"/>
              <a:gd name="T51" fmla="*/ 2147483646 h 70"/>
              <a:gd name="T52" fmla="*/ 2147483646 w 70"/>
              <a:gd name="T53" fmla="*/ 2147483646 h 70"/>
              <a:gd name="T54" fmla="*/ 2147483646 w 70"/>
              <a:gd name="T55" fmla="*/ 2147483646 h 70"/>
              <a:gd name="T56" fmla="*/ 2147483646 w 70"/>
              <a:gd name="T57" fmla="*/ 2147483646 h 70"/>
              <a:gd name="T58" fmla="*/ 2147483646 w 70"/>
              <a:gd name="T59" fmla="*/ 2147483646 h 70"/>
              <a:gd name="T60" fmla="*/ 2147483646 w 70"/>
              <a:gd name="T61" fmla="*/ 2147483646 h 70"/>
              <a:gd name="T62" fmla="*/ 2147483646 w 70"/>
              <a:gd name="T63" fmla="*/ 2147483646 h 70"/>
              <a:gd name="T64" fmla="*/ 2147483646 w 70"/>
              <a:gd name="T65" fmla="*/ 2147483646 h 70"/>
              <a:gd name="T66" fmla="*/ 2147483646 w 70"/>
              <a:gd name="T67" fmla="*/ 2147483646 h 70"/>
              <a:gd name="T68" fmla="*/ 2147483646 w 70"/>
              <a:gd name="T69" fmla="*/ 2147483646 h 70"/>
              <a:gd name="T70" fmla="*/ 2147483646 w 70"/>
              <a:gd name="T71" fmla="*/ 2147483646 h 70"/>
              <a:gd name="T72" fmla="*/ 2147483646 w 70"/>
              <a:gd name="T73" fmla="*/ 2147483646 h 70"/>
              <a:gd name="T74" fmla="*/ 2147483646 w 70"/>
              <a:gd name="T75" fmla="*/ 2147483646 h 70"/>
              <a:gd name="T76" fmla="*/ 2147483646 w 70"/>
              <a:gd name="T77" fmla="*/ 2147483646 h 70"/>
              <a:gd name="T78" fmla="*/ 2147483646 w 70"/>
              <a:gd name="T79" fmla="*/ 2147483646 h 70"/>
              <a:gd name="T80" fmla="*/ 2147483646 w 70"/>
              <a:gd name="T81" fmla="*/ 2147483646 h 70"/>
              <a:gd name="T82" fmla="*/ 2147483646 w 70"/>
              <a:gd name="T83" fmla="*/ 2147483646 h 70"/>
              <a:gd name="T84" fmla="*/ 2147483646 w 70"/>
              <a:gd name="T85" fmla="*/ 0 h 70"/>
              <a:gd name="T86" fmla="*/ 2147483646 w 70"/>
              <a:gd name="T87" fmla="*/ 0 h 70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0"/>
              <a:gd name="T133" fmla="*/ 0 h 70"/>
              <a:gd name="T134" fmla="*/ 70 w 70"/>
              <a:gd name="T135" fmla="*/ 70 h 70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0" h="70">
                <a:moveTo>
                  <a:pt x="34" y="0"/>
                </a:move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8" y="1"/>
                </a:lnTo>
                <a:lnTo>
                  <a:pt x="25" y="1"/>
                </a:lnTo>
                <a:lnTo>
                  <a:pt x="24" y="1"/>
                </a:lnTo>
                <a:lnTo>
                  <a:pt x="23" y="3"/>
                </a:lnTo>
                <a:lnTo>
                  <a:pt x="21" y="3"/>
                </a:lnTo>
                <a:lnTo>
                  <a:pt x="20" y="3"/>
                </a:lnTo>
                <a:lnTo>
                  <a:pt x="18" y="4"/>
                </a:lnTo>
                <a:lnTo>
                  <a:pt x="17" y="6"/>
                </a:lnTo>
                <a:lnTo>
                  <a:pt x="15" y="6"/>
                </a:lnTo>
                <a:lnTo>
                  <a:pt x="14" y="7"/>
                </a:lnTo>
                <a:lnTo>
                  <a:pt x="12" y="9"/>
                </a:lnTo>
                <a:lnTo>
                  <a:pt x="11" y="9"/>
                </a:lnTo>
                <a:lnTo>
                  <a:pt x="10" y="10"/>
                </a:lnTo>
                <a:lnTo>
                  <a:pt x="8" y="11"/>
                </a:lnTo>
                <a:lnTo>
                  <a:pt x="8" y="13"/>
                </a:lnTo>
                <a:lnTo>
                  <a:pt x="7" y="14"/>
                </a:lnTo>
                <a:lnTo>
                  <a:pt x="5" y="16"/>
                </a:lnTo>
                <a:lnTo>
                  <a:pt x="5" y="17"/>
                </a:lnTo>
                <a:lnTo>
                  <a:pt x="4" y="19"/>
                </a:lnTo>
                <a:lnTo>
                  <a:pt x="2" y="20"/>
                </a:lnTo>
                <a:lnTo>
                  <a:pt x="2" y="21"/>
                </a:lnTo>
                <a:lnTo>
                  <a:pt x="2" y="23"/>
                </a:lnTo>
                <a:lnTo>
                  <a:pt x="1" y="24"/>
                </a:lnTo>
                <a:lnTo>
                  <a:pt x="1" y="26"/>
                </a:lnTo>
                <a:lnTo>
                  <a:pt x="1" y="29"/>
                </a:lnTo>
                <a:lnTo>
                  <a:pt x="0" y="30"/>
                </a:lnTo>
                <a:lnTo>
                  <a:pt x="0" y="32"/>
                </a:lnTo>
                <a:lnTo>
                  <a:pt x="0" y="33"/>
                </a:lnTo>
                <a:lnTo>
                  <a:pt x="0" y="34"/>
                </a:lnTo>
                <a:lnTo>
                  <a:pt x="0" y="37"/>
                </a:lnTo>
                <a:lnTo>
                  <a:pt x="0" y="39"/>
                </a:lnTo>
                <a:lnTo>
                  <a:pt x="0" y="40"/>
                </a:lnTo>
                <a:lnTo>
                  <a:pt x="1" y="42"/>
                </a:lnTo>
                <a:lnTo>
                  <a:pt x="1" y="44"/>
                </a:lnTo>
                <a:lnTo>
                  <a:pt x="1" y="46"/>
                </a:lnTo>
                <a:lnTo>
                  <a:pt x="2" y="47"/>
                </a:lnTo>
                <a:lnTo>
                  <a:pt x="2" y="49"/>
                </a:lnTo>
                <a:lnTo>
                  <a:pt x="2" y="50"/>
                </a:lnTo>
                <a:lnTo>
                  <a:pt x="4" y="52"/>
                </a:lnTo>
                <a:lnTo>
                  <a:pt x="5" y="53"/>
                </a:lnTo>
                <a:lnTo>
                  <a:pt x="5" y="55"/>
                </a:lnTo>
                <a:lnTo>
                  <a:pt x="7" y="56"/>
                </a:lnTo>
                <a:lnTo>
                  <a:pt x="8" y="57"/>
                </a:lnTo>
                <a:lnTo>
                  <a:pt x="8" y="59"/>
                </a:lnTo>
                <a:lnTo>
                  <a:pt x="10" y="60"/>
                </a:lnTo>
                <a:lnTo>
                  <a:pt x="11" y="60"/>
                </a:lnTo>
                <a:lnTo>
                  <a:pt x="12" y="62"/>
                </a:lnTo>
                <a:lnTo>
                  <a:pt x="14" y="63"/>
                </a:lnTo>
                <a:lnTo>
                  <a:pt x="15" y="65"/>
                </a:lnTo>
                <a:lnTo>
                  <a:pt x="17" y="65"/>
                </a:lnTo>
                <a:lnTo>
                  <a:pt x="18" y="66"/>
                </a:lnTo>
                <a:lnTo>
                  <a:pt x="20" y="66"/>
                </a:lnTo>
                <a:lnTo>
                  <a:pt x="21" y="67"/>
                </a:lnTo>
                <a:lnTo>
                  <a:pt x="23" y="67"/>
                </a:lnTo>
                <a:lnTo>
                  <a:pt x="24" y="69"/>
                </a:lnTo>
                <a:lnTo>
                  <a:pt x="25" y="69"/>
                </a:lnTo>
                <a:lnTo>
                  <a:pt x="28" y="69"/>
                </a:lnTo>
                <a:lnTo>
                  <a:pt x="30" y="70"/>
                </a:lnTo>
                <a:lnTo>
                  <a:pt x="31" y="70"/>
                </a:lnTo>
                <a:lnTo>
                  <a:pt x="33" y="70"/>
                </a:lnTo>
                <a:lnTo>
                  <a:pt x="34" y="70"/>
                </a:lnTo>
                <a:lnTo>
                  <a:pt x="37" y="70"/>
                </a:lnTo>
                <a:lnTo>
                  <a:pt x="38" y="70"/>
                </a:lnTo>
                <a:lnTo>
                  <a:pt x="40" y="70"/>
                </a:lnTo>
                <a:lnTo>
                  <a:pt x="41" y="69"/>
                </a:lnTo>
                <a:lnTo>
                  <a:pt x="44" y="69"/>
                </a:lnTo>
                <a:lnTo>
                  <a:pt x="46" y="69"/>
                </a:lnTo>
                <a:lnTo>
                  <a:pt x="47" y="67"/>
                </a:lnTo>
                <a:lnTo>
                  <a:pt x="48" y="67"/>
                </a:lnTo>
                <a:lnTo>
                  <a:pt x="50" y="66"/>
                </a:lnTo>
                <a:lnTo>
                  <a:pt x="51" y="66"/>
                </a:lnTo>
                <a:lnTo>
                  <a:pt x="53" y="65"/>
                </a:lnTo>
                <a:lnTo>
                  <a:pt x="54" y="65"/>
                </a:lnTo>
                <a:lnTo>
                  <a:pt x="56" y="63"/>
                </a:lnTo>
                <a:lnTo>
                  <a:pt x="57" y="62"/>
                </a:lnTo>
                <a:lnTo>
                  <a:pt x="58" y="60"/>
                </a:lnTo>
                <a:lnTo>
                  <a:pt x="60" y="60"/>
                </a:lnTo>
                <a:lnTo>
                  <a:pt x="61" y="59"/>
                </a:lnTo>
                <a:lnTo>
                  <a:pt x="61" y="57"/>
                </a:lnTo>
                <a:lnTo>
                  <a:pt x="63" y="56"/>
                </a:lnTo>
                <a:lnTo>
                  <a:pt x="64" y="55"/>
                </a:lnTo>
                <a:lnTo>
                  <a:pt x="64" y="53"/>
                </a:lnTo>
                <a:lnTo>
                  <a:pt x="66" y="52"/>
                </a:lnTo>
                <a:lnTo>
                  <a:pt x="66" y="50"/>
                </a:lnTo>
                <a:lnTo>
                  <a:pt x="67" y="49"/>
                </a:lnTo>
                <a:lnTo>
                  <a:pt x="67" y="47"/>
                </a:lnTo>
                <a:lnTo>
                  <a:pt x="69" y="46"/>
                </a:lnTo>
                <a:lnTo>
                  <a:pt x="69" y="44"/>
                </a:lnTo>
                <a:lnTo>
                  <a:pt x="69" y="42"/>
                </a:lnTo>
                <a:lnTo>
                  <a:pt x="70" y="40"/>
                </a:lnTo>
                <a:lnTo>
                  <a:pt x="70" y="39"/>
                </a:lnTo>
                <a:lnTo>
                  <a:pt x="70" y="37"/>
                </a:lnTo>
                <a:lnTo>
                  <a:pt x="70" y="34"/>
                </a:lnTo>
                <a:lnTo>
                  <a:pt x="70" y="33"/>
                </a:lnTo>
                <a:lnTo>
                  <a:pt x="70" y="32"/>
                </a:lnTo>
                <a:lnTo>
                  <a:pt x="70" y="30"/>
                </a:lnTo>
                <a:lnTo>
                  <a:pt x="69" y="29"/>
                </a:lnTo>
                <a:lnTo>
                  <a:pt x="69" y="26"/>
                </a:lnTo>
                <a:lnTo>
                  <a:pt x="69" y="24"/>
                </a:lnTo>
                <a:lnTo>
                  <a:pt x="67" y="23"/>
                </a:lnTo>
                <a:lnTo>
                  <a:pt x="67" y="21"/>
                </a:lnTo>
                <a:lnTo>
                  <a:pt x="66" y="20"/>
                </a:lnTo>
                <a:lnTo>
                  <a:pt x="66" y="19"/>
                </a:lnTo>
                <a:lnTo>
                  <a:pt x="64" y="17"/>
                </a:lnTo>
                <a:lnTo>
                  <a:pt x="64" y="16"/>
                </a:lnTo>
                <a:lnTo>
                  <a:pt x="63" y="14"/>
                </a:lnTo>
                <a:lnTo>
                  <a:pt x="61" y="13"/>
                </a:lnTo>
                <a:lnTo>
                  <a:pt x="61" y="11"/>
                </a:lnTo>
                <a:lnTo>
                  <a:pt x="60" y="10"/>
                </a:lnTo>
                <a:lnTo>
                  <a:pt x="58" y="9"/>
                </a:lnTo>
                <a:lnTo>
                  <a:pt x="57" y="9"/>
                </a:lnTo>
                <a:lnTo>
                  <a:pt x="56" y="7"/>
                </a:lnTo>
                <a:lnTo>
                  <a:pt x="54" y="6"/>
                </a:lnTo>
                <a:lnTo>
                  <a:pt x="53" y="6"/>
                </a:lnTo>
                <a:lnTo>
                  <a:pt x="51" y="4"/>
                </a:lnTo>
                <a:lnTo>
                  <a:pt x="50" y="3"/>
                </a:lnTo>
                <a:lnTo>
                  <a:pt x="48" y="3"/>
                </a:lnTo>
                <a:lnTo>
                  <a:pt x="47" y="3"/>
                </a:lnTo>
                <a:lnTo>
                  <a:pt x="46" y="1"/>
                </a:lnTo>
                <a:lnTo>
                  <a:pt x="44" y="1"/>
                </a:lnTo>
                <a:lnTo>
                  <a:pt x="41" y="1"/>
                </a:lnTo>
                <a:lnTo>
                  <a:pt x="40" y="0"/>
                </a:lnTo>
                <a:lnTo>
                  <a:pt x="38" y="0"/>
                </a:lnTo>
                <a:lnTo>
                  <a:pt x="37" y="0"/>
                </a:lnTo>
                <a:lnTo>
                  <a:pt x="3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698" name="Rectangle 178">
            <a:extLst>
              <a:ext uri="{FF2B5EF4-FFF2-40B4-BE49-F238E27FC236}">
                <a16:creationId xmlns:a16="http://schemas.microsoft.com/office/drawing/2014/main" id="{4C7983CB-9135-4F26-BDAD-B6711241F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4543425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699" name="Rectangle 179">
            <a:extLst>
              <a:ext uri="{FF2B5EF4-FFF2-40B4-BE49-F238E27FC236}">
                <a16:creationId xmlns:a16="http://schemas.microsoft.com/office/drawing/2014/main" id="{8F3D35E3-480D-42A5-90DC-9D4BFB90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4551363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700" name="Line 180">
            <a:extLst>
              <a:ext uri="{FF2B5EF4-FFF2-40B4-BE49-F238E27FC236}">
                <a16:creationId xmlns:a16="http://schemas.microsoft.com/office/drawing/2014/main" id="{9C8782BE-0296-495C-895B-BE939F454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1763" y="4976813"/>
            <a:ext cx="10048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1" name="Line 181">
            <a:extLst>
              <a:ext uri="{FF2B5EF4-FFF2-40B4-BE49-F238E27FC236}">
                <a16:creationId xmlns:a16="http://schemas.microsoft.com/office/drawing/2014/main" id="{081BC40B-AD9D-4112-8935-B34FE9EE5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1763" y="4702175"/>
            <a:ext cx="100488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2" name="Freeform 182">
            <a:extLst>
              <a:ext uri="{FF2B5EF4-FFF2-40B4-BE49-F238E27FC236}">
                <a16:creationId xmlns:a16="http://schemas.microsoft.com/office/drawing/2014/main" id="{4261CB72-F410-47A5-A749-A57DE3D26FCB}"/>
              </a:ext>
            </a:extLst>
          </p:cNvPr>
          <p:cNvSpPr>
            <a:spLocks/>
          </p:cNvSpPr>
          <p:nvPr/>
        </p:nvSpPr>
        <p:spPr bwMode="auto">
          <a:xfrm>
            <a:off x="3644900" y="5376863"/>
            <a:ext cx="681038" cy="269875"/>
          </a:xfrm>
          <a:custGeom>
            <a:avLst/>
            <a:gdLst>
              <a:gd name="T0" fmla="*/ 2147483646 w 858"/>
              <a:gd name="T1" fmla="*/ 0 h 341"/>
              <a:gd name="T2" fmla="*/ 2147483646 w 858"/>
              <a:gd name="T3" fmla="*/ 0 h 341"/>
              <a:gd name="T4" fmla="*/ 2147483646 w 858"/>
              <a:gd name="T5" fmla="*/ 0 h 341"/>
              <a:gd name="T6" fmla="*/ 2147483646 w 858"/>
              <a:gd name="T7" fmla="*/ 2147483646 h 341"/>
              <a:gd name="T8" fmla="*/ 2147483646 w 858"/>
              <a:gd name="T9" fmla="*/ 2147483646 h 341"/>
              <a:gd name="T10" fmla="*/ 2147483646 w 858"/>
              <a:gd name="T11" fmla="*/ 2147483646 h 341"/>
              <a:gd name="T12" fmla="*/ 2147483646 w 858"/>
              <a:gd name="T13" fmla="*/ 2147483646 h 341"/>
              <a:gd name="T14" fmla="*/ 2147483646 w 858"/>
              <a:gd name="T15" fmla="*/ 2147483646 h 341"/>
              <a:gd name="T16" fmla="*/ 2147483646 w 858"/>
              <a:gd name="T17" fmla="*/ 2147483646 h 341"/>
              <a:gd name="T18" fmla="*/ 2147483646 w 858"/>
              <a:gd name="T19" fmla="*/ 2147483646 h 341"/>
              <a:gd name="T20" fmla="*/ 2147483646 w 858"/>
              <a:gd name="T21" fmla="*/ 2147483646 h 341"/>
              <a:gd name="T22" fmla="*/ 2147483646 w 858"/>
              <a:gd name="T23" fmla="*/ 2147483646 h 341"/>
              <a:gd name="T24" fmla="*/ 2147483646 w 858"/>
              <a:gd name="T25" fmla="*/ 2147483646 h 341"/>
              <a:gd name="T26" fmla="*/ 2147483646 w 858"/>
              <a:gd name="T27" fmla="*/ 2147483646 h 341"/>
              <a:gd name="T28" fmla="*/ 2147483646 w 858"/>
              <a:gd name="T29" fmla="*/ 2147483646 h 341"/>
              <a:gd name="T30" fmla="*/ 2147483646 w 858"/>
              <a:gd name="T31" fmla="*/ 2147483646 h 341"/>
              <a:gd name="T32" fmla="*/ 2147483646 w 858"/>
              <a:gd name="T33" fmla="*/ 2147483646 h 341"/>
              <a:gd name="T34" fmla="*/ 2147483646 w 858"/>
              <a:gd name="T35" fmla="*/ 2147483646 h 341"/>
              <a:gd name="T36" fmla="*/ 2147483646 w 858"/>
              <a:gd name="T37" fmla="*/ 2147483646 h 341"/>
              <a:gd name="T38" fmla="*/ 2147483646 w 858"/>
              <a:gd name="T39" fmla="*/ 2147483646 h 341"/>
              <a:gd name="T40" fmla="*/ 2147483646 w 858"/>
              <a:gd name="T41" fmla="*/ 2147483646 h 341"/>
              <a:gd name="T42" fmla="*/ 2147483646 w 858"/>
              <a:gd name="T43" fmla="*/ 2147483646 h 341"/>
              <a:gd name="T44" fmla="*/ 2147483646 w 858"/>
              <a:gd name="T45" fmla="*/ 2147483646 h 341"/>
              <a:gd name="T46" fmla="*/ 2147483646 w 858"/>
              <a:gd name="T47" fmla="*/ 2147483646 h 341"/>
              <a:gd name="T48" fmla="*/ 2147483646 w 858"/>
              <a:gd name="T49" fmla="*/ 2147483646 h 341"/>
              <a:gd name="T50" fmla="*/ 2147483646 w 858"/>
              <a:gd name="T51" fmla="*/ 2147483646 h 341"/>
              <a:gd name="T52" fmla="*/ 2147483646 w 858"/>
              <a:gd name="T53" fmla="*/ 2147483646 h 341"/>
              <a:gd name="T54" fmla="*/ 2147483646 w 858"/>
              <a:gd name="T55" fmla="*/ 2147483646 h 341"/>
              <a:gd name="T56" fmla="*/ 2147483646 w 858"/>
              <a:gd name="T57" fmla="*/ 2147483646 h 341"/>
              <a:gd name="T58" fmla="*/ 2147483646 w 858"/>
              <a:gd name="T59" fmla="*/ 2147483646 h 341"/>
              <a:gd name="T60" fmla="*/ 2147483646 w 858"/>
              <a:gd name="T61" fmla="*/ 2147483646 h 341"/>
              <a:gd name="T62" fmla="*/ 2147483646 w 858"/>
              <a:gd name="T63" fmla="*/ 2147483646 h 341"/>
              <a:gd name="T64" fmla="*/ 2147483646 w 858"/>
              <a:gd name="T65" fmla="*/ 2147483646 h 341"/>
              <a:gd name="T66" fmla="*/ 2147483646 w 858"/>
              <a:gd name="T67" fmla="*/ 2147483646 h 341"/>
              <a:gd name="T68" fmla="*/ 2147483646 w 858"/>
              <a:gd name="T69" fmla="*/ 2147483646 h 341"/>
              <a:gd name="T70" fmla="*/ 2147483646 w 858"/>
              <a:gd name="T71" fmla="*/ 2147483646 h 341"/>
              <a:gd name="T72" fmla="*/ 2147483646 w 858"/>
              <a:gd name="T73" fmla="*/ 2147483646 h 341"/>
              <a:gd name="T74" fmla="*/ 2147483646 w 858"/>
              <a:gd name="T75" fmla="*/ 2147483646 h 341"/>
              <a:gd name="T76" fmla="*/ 2147483646 w 858"/>
              <a:gd name="T77" fmla="*/ 2147483646 h 341"/>
              <a:gd name="T78" fmla="*/ 2147483646 w 858"/>
              <a:gd name="T79" fmla="*/ 2147483646 h 341"/>
              <a:gd name="T80" fmla="*/ 2147483646 w 858"/>
              <a:gd name="T81" fmla="*/ 2147483646 h 341"/>
              <a:gd name="T82" fmla="*/ 2147483646 w 858"/>
              <a:gd name="T83" fmla="*/ 2147483646 h 341"/>
              <a:gd name="T84" fmla="*/ 2147483646 w 858"/>
              <a:gd name="T85" fmla="*/ 2147483646 h 341"/>
              <a:gd name="T86" fmla="*/ 2147483646 w 858"/>
              <a:gd name="T87" fmla="*/ 2147483646 h 341"/>
              <a:gd name="T88" fmla="*/ 2147483646 w 858"/>
              <a:gd name="T89" fmla="*/ 2147483646 h 341"/>
              <a:gd name="T90" fmla="*/ 2147483646 w 858"/>
              <a:gd name="T91" fmla="*/ 2147483646 h 341"/>
              <a:gd name="T92" fmla="*/ 2147483646 w 858"/>
              <a:gd name="T93" fmla="*/ 2147483646 h 341"/>
              <a:gd name="T94" fmla="*/ 2147483646 w 858"/>
              <a:gd name="T95" fmla="*/ 2147483646 h 341"/>
              <a:gd name="T96" fmla="*/ 2147483646 w 858"/>
              <a:gd name="T97" fmla="*/ 2147483646 h 341"/>
              <a:gd name="T98" fmla="*/ 2147483646 w 858"/>
              <a:gd name="T99" fmla="*/ 2147483646 h 341"/>
              <a:gd name="T100" fmla="*/ 2147483646 w 858"/>
              <a:gd name="T101" fmla="*/ 2147483646 h 341"/>
              <a:gd name="T102" fmla="*/ 2147483646 w 858"/>
              <a:gd name="T103" fmla="*/ 2147483646 h 341"/>
              <a:gd name="T104" fmla="*/ 2147483646 w 858"/>
              <a:gd name="T105" fmla="*/ 2147483646 h 341"/>
              <a:gd name="T106" fmla="*/ 2147483646 w 858"/>
              <a:gd name="T107" fmla="*/ 2147483646 h 341"/>
              <a:gd name="T108" fmla="*/ 2147483646 w 858"/>
              <a:gd name="T109" fmla="*/ 2147483646 h 341"/>
              <a:gd name="T110" fmla="*/ 2147483646 w 858"/>
              <a:gd name="T111" fmla="*/ 2147483646 h 341"/>
              <a:gd name="T112" fmla="*/ 2147483646 w 858"/>
              <a:gd name="T113" fmla="*/ 2147483646 h 341"/>
              <a:gd name="T114" fmla="*/ 2147483646 w 858"/>
              <a:gd name="T115" fmla="*/ 2147483646 h 341"/>
              <a:gd name="T116" fmla="*/ 2147483646 w 858"/>
              <a:gd name="T117" fmla="*/ 2147483646 h 341"/>
              <a:gd name="T118" fmla="*/ 2147483646 w 858"/>
              <a:gd name="T119" fmla="*/ 2147483646 h 341"/>
              <a:gd name="T120" fmla="*/ 2147483646 w 858"/>
              <a:gd name="T121" fmla="*/ 2147483646 h 3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858"/>
              <a:gd name="T184" fmla="*/ 0 h 341"/>
              <a:gd name="T185" fmla="*/ 858 w 858"/>
              <a:gd name="T186" fmla="*/ 341 h 341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858" h="341">
                <a:moveTo>
                  <a:pt x="0" y="0"/>
                </a:moveTo>
                <a:lnTo>
                  <a:pt x="33" y="0"/>
                </a:lnTo>
                <a:lnTo>
                  <a:pt x="63" y="0"/>
                </a:lnTo>
                <a:lnTo>
                  <a:pt x="92" y="0"/>
                </a:lnTo>
                <a:lnTo>
                  <a:pt x="119" y="0"/>
                </a:lnTo>
                <a:lnTo>
                  <a:pt x="143" y="0"/>
                </a:lnTo>
                <a:lnTo>
                  <a:pt x="166" y="0"/>
                </a:lnTo>
                <a:lnTo>
                  <a:pt x="188" y="0"/>
                </a:lnTo>
                <a:lnTo>
                  <a:pt x="208" y="0"/>
                </a:lnTo>
                <a:lnTo>
                  <a:pt x="227" y="0"/>
                </a:lnTo>
                <a:lnTo>
                  <a:pt x="244" y="0"/>
                </a:lnTo>
                <a:lnTo>
                  <a:pt x="260" y="0"/>
                </a:lnTo>
                <a:lnTo>
                  <a:pt x="274" y="0"/>
                </a:lnTo>
                <a:lnTo>
                  <a:pt x="287" y="0"/>
                </a:lnTo>
                <a:lnTo>
                  <a:pt x="299" y="0"/>
                </a:lnTo>
                <a:lnTo>
                  <a:pt x="309" y="0"/>
                </a:lnTo>
                <a:lnTo>
                  <a:pt x="319" y="0"/>
                </a:lnTo>
                <a:lnTo>
                  <a:pt x="327" y="0"/>
                </a:lnTo>
                <a:lnTo>
                  <a:pt x="335" y="0"/>
                </a:lnTo>
                <a:lnTo>
                  <a:pt x="342" y="0"/>
                </a:lnTo>
                <a:lnTo>
                  <a:pt x="348" y="0"/>
                </a:lnTo>
                <a:lnTo>
                  <a:pt x="353" y="0"/>
                </a:lnTo>
                <a:lnTo>
                  <a:pt x="358" y="0"/>
                </a:lnTo>
                <a:lnTo>
                  <a:pt x="362" y="0"/>
                </a:lnTo>
                <a:lnTo>
                  <a:pt x="366" y="0"/>
                </a:lnTo>
                <a:lnTo>
                  <a:pt x="369" y="0"/>
                </a:lnTo>
                <a:lnTo>
                  <a:pt x="372" y="0"/>
                </a:lnTo>
                <a:lnTo>
                  <a:pt x="375" y="2"/>
                </a:lnTo>
                <a:lnTo>
                  <a:pt x="378" y="2"/>
                </a:lnTo>
                <a:lnTo>
                  <a:pt x="379" y="2"/>
                </a:lnTo>
                <a:lnTo>
                  <a:pt x="382" y="2"/>
                </a:lnTo>
                <a:lnTo>
                  <a:pt x="383" y="2"/>
                </a:lnTo>
                <a:lnTo>
                  <a:pt x="386" y="2"/>
                </a:lnTo>
                <a:lnTo>
                  <a:pt x="389" y="2"/>
                </a:lnTo>
                <a:lnTo>
                  <a:pt x="391" y="2"/>
                </a:lnTo>
                <a:lnTo>
                  <a:pt x="394" y="2"/>
                </a:lnTo>
                <a:lnTo>
                  <a:pt x="395" y="2"/>
                </a:lnTo>
                <a:lnTo>
                  <a:pt x="396" y="3"/>
                </a:lnTo>
                <a:lnTo>
                  <a:pt x="399" y="3"/>
                </a:lnTo>
                <a:lnTo>
                  <a:pt x="401" y="3"/>
                </a:lnTo>
                <a:lnTo>
                  <a:pt x="402" y="3"/>
                </a:lnTo>
                <a:lnTo>
                  <a:pt x="404" y="3"/>
                </a:lnTo>
                <a:lnTo>
                  <a:pt x="405" y="3"/>
                </a:lnTo>
                <a:lnTo>
                  <a:pt x="406" y="3"/>
                </a:lnTo>
                <a:lnTo>
                  <a:pt x="408" y="3"/>
                </a:lnTo>
                <a:lnTo>
                  <a:pt x="409" y="3"/>
                </a:lnTo>
                <a:lnTo>
                  <a:pt x="411" y="3"/>
                </a:lnTo>
                <a:lnTo>
                  <a:pt x="412" y="3"/>
                </a:lnTo>
                <a:lnTo>
                  <a:pt x="414" y="5"/>
                </a:lnTo>
                <a:lnTo>
                  <a:pt x="415" y="5"/>
                </a:lnTo>
                <a:lnTo>
                  <a:pt x="417" y="5"/>
                </a:lnTo>
                <a:lnTo>
                  <a:pt x="418" y="5"/>
                </a:lnTo>
                <a:lnTo>
                  <a:pt x="419" y="5"/>
                </a:lnTo>
                <a:lnTo>
                  <a:pt x="421" y="5"/>
                </a:lnTo>
                <a:lnTo>
                  <a:pt x="422" y="5"/>
                </a:lnTo>
                <a:lnTo>
                  <a:pt x="424" y="5"/>
                </a:lnTo>
                <a:lnTo>
                  <a:pt x="425" y="6"/>
                </a:lnTo>
                <a:lnTo>
                  <a:pt x="428" y="6"/>
                </a:lnTo>
                <a:lnTo>
                  <a:pt x="429" y="6"/>
                </a:lnTo>
                <a:lnTo>
                  <a:pt x="431" y="6"/>
                </a:lnTo>
                <a:lnTo>
                  <a:pt x="434" y="6"/>
                </a:lnTo>
                <a:lnTo>
                  <a:pt x="435" y="8"/>
                </a:lnTo>
                <a:lnTo>
                  <a:pt x="438" y="8"/>
                </a:lnTo>
                <a:lnTo>
                  <a:pt x="440" y="8"/>
                </a:lnTo>
                <a:lnTo>
                  <a:pt x="442" y="8"/>
                </a:lnTo>
                <a:lnTo>
                  <a:pt x="444" y="8"/>
                </a:lnTo>
                <a:lnTo>
                  <a:pt x="445" y="9"/>
                </a:lnTo>
                <a:lnTo>
                  <a:pt x="448" y="9"/>
                </a:lnTo>
                <a:lnTo>
                  <a:pt x="450" y="9"/>
                </a:lnTo>
                <a:lnTo>
                  <a:pt x="451" y="9"/>
                </a:lnTo>
                <a:lnTo>
                  <a:pt x="452" y="9"/>
                </a:lnTo>
                <a:lnTo>
                  <a:pt x="454" y="9"/>
                </a:lnTo>
                <a:lnTo>
                  <a:pt x="455" y="10"/>
                </a:lnTo>
                <a:lnTo>
                  <a:pt x="457" y="10"/>
                </a:lnTo>
                <a:lnTo>
                  <a:pt x="458" y="10"/>
                </a:lnTo>
                <a:lnTo>
                  <a:pt x="460" y="10"/>
                </a:lnTo>
                <a:lnTo>
                  <a:pt x="461" y="10"/>
                </a:lnTo>
                <a:lnTo>
                  <a:pt x="463" y="12"/>
                </a:lnTo>
                <a:lnTo>
                  <a:pt x="464" y="12"/>
                </a:lnTo>
                <a:lnTo>
                  <a:pt x="465" y="12"/>
                </a:lnTo>
                <a:lnTo>
                  <a:pt x="467" y="12"/>
                </a:lnTo>
                <a:lnTo>
                  <a:pt x="468" y="13"/>
                </a:lnTo>
                <a:lnTo>
                  <a:pt x="470" y="13"/>
                </a:lnTo>
                <a:lnTo>
                  <a:pt x="471" y="13"/>
                </a:lnTo>
                <a:lnTo>
                  <a:pt x="473" y="15"/>
                </a:lnTo>
                <a:lnTo>
                  <a:pt x="474" y="15"/>
                </a:lnTo>
                <a:lnTo>
                  <a:pt x="475" y="15"/>
                </a:lnTo>
                <a:lnTo>
                  <a:pt x="478" y="16"/>
                </a:lnTo>
                <a:lnTo>
                  <a:pt x="480" y="16"/>
                </a:lnTo>
                <a:lnTo>
                  <a:pt x="481" y="18"/>
                </a:lnTo>
                <a:lnTo>
                  <a:pt x="484" y="18"/>
                </a:lnTo>
                <a:lnTo>
                  <a:pt x="487" y="19"/>
                </a:lnTo>
                <a:lnTo>
                  <a:pt x="488" y="19"/>
                </a:lnTo>
                <a:lnTo>
                  <a:pt x="491" y="20"/>
                </a:lnTo>
                <a:lnTo>
                  <a:pt x="494" y="20"/>
                </a:lnTo>
                <a:lnTo>
                  <a:pt x="497" y="22"/>
                </a:lnTo>
                <a:lnTo>
                  <a:pt x="498" y="22"/>
                </a:lnTo>
                <a:lnTo>
                  <a:pt x="501" y="23"/>
                </a:lnTo>
                <a:lnTo>
                  <a:pt x="503" y="23"/>
                </a:lnTo>
                <a:lnTo>
                  <a:pt x="504" y="25"/>
                </a:lnTo>
                <a:lnTo>
                  <a:pt x="507" y="25"/>
                </a:lnTo>
                <a:lnTo>
                  <a:pt x="509" y="25"/>
                </a:lnTo>
                <a:lnTo>
                  <a:pt x="510" y="26"/>
                </a:lnTo>
                <a:lnTo>
                  <a:pt x="511" y="26"/>
                </a:lnTo>
                <a:lnTo>
                  <a:pt x="513" y="26"/>
                </a:lnTo>
                <a:lnTo>
                  <a:pt x="514" y="28"/>
                </a:lnTo>
                <a:lnTo>
                  <a:pt x="516" y="28"/>
                </a:lnTo>
                <a:lnTo>
                  <a:pt x="517" y="28"/>
                </a:lnTo>
                <a:lnTo>
                  <a:pt x="519" y="29"/>
                </a:lnTo>
                <a:lnTo>
                  <a:pt x="520" y="29"/>
                </a:lnTo>
                <a:lnTo>
                  <a:pt x="521" y="30"/>
                </a:lnTo>
                <a:lnTo>
                  <a:pt x="523" y="30"/>
                </a:lnTo>
                <a:lnTo>
                  <a:pt x="524" y="32"/>
                </a:lnTo>
                <a:lnTo>
                  <a:pt x="526" y="32"/>
                </a:lnTo>
                <a:lnTo>
                  <a:pt x="527" y="33"/>
                </a:lnTo>
                <a:lnTo>
                  <a:pt x="529" y="33"/>
                </a:lnTo>
                <a:lnTo>
                  <a:pt x="530" y="33"/>
                </a:lnTo>
                <a:lnTo>
                  <a:pt x="532" y="35"/>
                </a:lnTo>
                <a:lnTo>
                  <a:pt x="533" y="36"/>
                </a:lnTo>
                <a:lnTo>
                  <a:pt x="536" y="36"/>
                </a:lnTo>
                <a:lnTo>
                  <a:pt x="537" y="38"/>
                </a:lnTo>
                <a:lnTo>
                  <a:pt x="539" y="38"/>
                </a:lnTo>
                <a:lnTo>
                  <a:pt x="542" y="39"/>
                </a:lnTo>
                <a:lnTo>
                  <a:pt x="543" y="41"/>
                </a:lnTo>
                <a:lnTo>
                  <a:pt x="546" y="42"/>
                </a:lnTo>
                <a:lnTo>
                  <a:pt x="547" y="42"/>
                </a:lnTo>
                <a:lnTo>
                  <a:pt x="550" y="43"/>
                </a:lnTo>
                <a:lnTo>
                  <a:pt x="552" y="45"/>
                </a:lnTo>
                <a:lnTo>
                  <a:pt x="553" y="45"/>
                </a:lnTo>
                <a:lnTo>
                  <a:pt x="556" y="46"/>
                </a:lnTo>
                <a:lnTo>
                  <a:pt x="557" y="48"/>
                </a:lnTo>
                <a:lnTo>
                  <a:pt x="559" y="48"/>
                </a:lnTo>
                <a:lnTo>
                  <a:pt x="560" y="49"/>
                </a:lnTo>
                <a:lnTo>
                  <a:pt x="562" y="49"/>
                </a:lnTo>
                <a:lnTo>
                  <a:pt x="563" y="51"/>
                </a:lnTo>
                <a:lnTo>
                  <a:pt x="565" y="51"/>
                </a:lnTo>
                <a:lnTo>
                  <a:pt x="566" y="52"/>
                </a:lnTo>
                <a:lnTo>
                  <a:pt x="567" y="52"/>
                </a:lnTo>
                <a:lnTo>
                  <a:pt x="569" y="53"/>
                </a:lnTo>
                <a:lnTo>
                  <a:pt x="570" y="53"/>
                </a:lnTo>
                <a:lnTo>
                  <a:pt x="572" y="55"/>
                </a:lnTo>
                <a:lnTo>
                  <a:pt x="573" y="55"/>
                </a:lnTo>
                <a:lnTo>
                  <a:pt x="575" y="56"/>
                </a:lnTo>
                <a:lnTo>
                  <a:pt x="576" y="56"/>
                </a:lnTo>
                <a:lnTo>
                  <a:pt x="578" y="58"/>
                </a:lnTo>
                <a:lnTo>
                  <a:pt x="579" y="59"/>
                </a:lnTo>
                <a:lnTo>
                  <a:pt x="580" y="59"/>
                </a:lnTo>
                <a:lnTo>
                  <a:pt x="582" y="61"/>
                </a:lnTo>
                <a:lnTo>
                  <a:pt x="583" y="61"/>
                </a:lnTo>
                <a:lnTo>
                  <a:pt x="586" y="62"/>
                </a:lnTo>
                <a:lnTo>
                  <a:pt x="588" y="64"/>
                </a:lnTo>
                <a:lnTo>
                  <a:pt x="589" y="64"/>
                </a:lnTo>
                <a:lnTo>
                  <a:pt x="590" y="65"/>
                </a:lnTo>
                <a:lnTo>
                  <a:pt x="593" y="66"/>
                </a:lnTo>
                <a:lnTo>
                  <a:pt x="595" y="68"/>
                </a:lnTo>
                <a:lnTo>
                  <a:pt x="596" y="69"/>
                </a:lnTo>
                <a:lnTo>
                  <a:pt x="599" y="69"/>
                </a:lnTo>
                <a:lnTo>
                  <a:pt x="601" y="71"/>
                </a:lnTo>
                <a:lnTo>
                  <a:pt x="602" y="72"/>
                </a:lnTo>
                <a:lnTo>
                  <a:pt x="603" y="72"/>
                </a:lnTo>
                <a:lnTo>
                  <a:pt x="605" y="74"/>
                </a:lnTo>
                <a:lnTo>
                  <a:pt x="606" y="74"/>
                </a:lnTo>
                <a:lnTo>
                  <a:pt x="608" y="75"/>
                </a:lnTo>
                <a:lnTo>
                  <a:pt x="609" y="75"/>
                </a:lnTo>
                <a:lnTo>
                  <a:pt x="609" y="76"/>
                </a:lnTo>
                <a:lnTo>
                  <a:pt x="611" y="76"/>
                </a:lnTo>
                <a:lnTo>
                  <a:pt x="612" y="78"/>
                </a:lnTo>
                <a:lnTo>
                  <a:pt x="613" y="78"/>
                </a:lnTo>
                <a:lnTo>
                  <a:pt x="615" y="79"/>
                </a:lnTo>
                <a:lnTo>
                  <a:pt x="616" y="79"/>
                </a:lnTo>
                <a:lnTo>
                  <a:pt x="616" y="81"/>
                </a:lnTo>
                <a:lnTo>
                  <a:pt x="618" y="81"/>
                </a:lnTo>
                <a:lnTo>
                  <a:pt x="619" y="81"/>
                </a:lnTo>
                <a:lnTo>
                  <a:pt x="619" y="82"/>
                </a:lnTo>
                <a:lnTo>
                  <a:pt x="621" y="82"/>
                </a:lnTo>
                <a:lnTo>
                  <a:pt x="622" y="84"/>
                </a:lnTo>
                <a:lnTo>
                  <a:pt x="624" y="85"/>
                </a:lnTo>
                <a:lnTo>
                  <a:pt x="625" y="85"/>
                </a:lnTo>
                <a:lnTo>
                  <a:pt x="626" y="87"/>
                </a:lnTo>
                <a:lnTo>
                  <a:pt x="628" y="87"/>
                </a:lnTo>
                <a:lnTo>
                  <a:pt x="629" y="88"/>
                </a:lnTo>
                <a:lnTo>
                  <a:pt x="631" y="88"/>
                </a:lnTo>
                <a:lnTo>
                  <a:pt x="632" y="89"/>
                </a:lnTo>
                <a:lnTo>
                  <a:pt x="634" y="91"/>
                </a:lnTo>
                <a:lnTo>
                  <a:pt x="635" y="92"/>
                </a:lnTo>
                <a:lnTo>
                  <a:pt x="636" y="92"/>
                </a:lnTo>
                <a:lnTo>
                  <a:pt x="638" y="94"/>
                </a:lnTo>
                <a:lnTo>
                  <a:pt x="639" y="95"/>
                </a:lnTo>
                <a:lnTo>
                  <a:pt x="641" y="95"/>
                </a:lnTo>
                <a:lnTo>
                  <a:pt x="642" y="97"/>
                </a:lnTo>
                <a:lnTo>
                  <a:pt x="644" y="98"/>
                </a:lnTo>
                <a:lnTo>
                  <a:pt x="645" y="98"/>
                </a:lnTo>
                <a:lnTo>
                  <a:pt x="647" y="99"/>
                </a:lnTo>
                <a:lnTo>
                  <a:pt x="648" y="99"/>
                </a:lnTo>
                <a:lnTo>
                  <a:pt x="648" y="101"/>
                </a:lnTo>
                <a:lnTo>
                  <a:pt x="649" y="101"/>
                </a:lnTo>
                <a:lnTo>
                  <a:pt x="649" y="102"/>
                </a:lnTo>
                <a:lnTo>
                  <a:pt x="651" y="102"/>
                </a:lnTo>
                <a:lnTo>
                  <a:pt x="652" y="104"/>
                </a:lnTo>
                <a:lnTo>
                  <a:pt x="654" y="104"/>
                </a:lnTo>
                <a:lnTo>
                  <a:pt x="654" y="105"/>
                </a:lnTo>
                <a:lnTo>
                  <a:pt x="655" y="105"/>
                </a:lnTo>
                <a:lnTo>
                  <a:pt x="657" y="107"/>
                </a:lnTo>
                <a:lnTo>
                  <a:pt x="658" y="108"/>
                </a:lnTo>
                <a:lnTo>
                  <a:pt x="659" y="108"/>
                </a:lnTo>
                <a:lnTo>
                  <a:pt x="659" y="110"/>
                </a:lnTo>
                <a:lnTo>
                  <a:pt x="661" y="110"/>
                </a:lnTo>
                <a:lnTo>
                  <a:pt x="662" y="111"/>
                </a:lnTo>
                <a:lnTo>
                  <a:pt x="664" y="112"/>
                </a:lnTo>
                <a:lnTo>
                  <a:pt x="665" y="112"/>
                </a:lnTo>
                <a:lnTo>
                  <a:pt x="667" y="114"/>
                </a:lnTo>
                <a:lnTo>
                  <a:pt x="667" y="115"/>
                </a:lnTo>
                <a:lnTo>
                  <a:pt x="668" y="115"/>
                </a:lnTo>
                <a:lnTo>
                  <a:pt x="670" y="117"/>
                </a:lnTo>
                <a:lnTo>
                  <a:pt x="671" y="118"/>
                </a:lnTo>
                <a:lnTo>
                  <a:pt x="672" y="118"/>
                </a:lnTo>
                <a:lnTo>
                  <a:pt x="672" y="120"/>
                </a:lnTo>
                <a:lnTo>
                  <a:pt x="674" y="120"/>
                </a:lnTo>
                <a:lnTo>
                  <a:pt x="675" y="121"/>
                </a:lnTo>
                <a:lnTo>
                  <a:pt x="677" y="121"/>
                </a:lnTo>
                <a:lnTo>
                  <a:pt x="677" y="122"/>
                </a:lnTo>
                <a:lnTo>
                  <a:pt x="678" y="122"/>
                </a:lnTo>
                <a:lnTo>
                  <a:pt x="678" y="124"/>
                </a:lnTo>
                <a:lnTo>
                  <a:pt x="680" y="124"/>
                </a:lnTo>
                <a:lnTo>
                  <a:pt x="681" y="125"/>
                </a:lnTo>
                <a:lnTo>
                  <a:pt x="682" y="127"/>
                </a:lnTo>
                <a:lnTo>
                  <a:pt x="684" y="127"/>
                </a:lnTo>
                <a:lnTo>
                  <a:pt x="685" y="128"/>
                </a:lnTo>
                <a:lnTo>
                  <a:pt x="687" y="128"/>
                </a:lnTo>
                <a:lnTo>
                  <a:pt x="687" y="130"/>
                </a:lnTo>
                <a:lnTo>
                  <a:pt x="688" y="130"/>
                </a:lnTo>
                <a:lnTo>
                  <a:pt x="690" y="131"/>
                </a:lnTo>
                <a:lnTo>
                  <a:pt x="691" y="133"/>
                </a:lnTo>
                <a:lnTo>
                  <a:pt x="693" y="133"/>
                </a:lnTo>
                <a:lnTo>
                  <a:pt x="694" y="134"/>
                </a:lnTo>
                <a:lnTo>
                  <a:pt x="695" y="135"/>
                </a:lnTo>
                <a:lnTo>
                  <a:pt x="697" y="135"/>
                </a:lnTo>
                <a:lnTo>
                  <a:pt x="698" y="137"/>
                </a:lnTo>
                <a:lnTo>
                  <a:pt x="700" y="138"/>
                </a:lnTo>
                <a:lnTo>
                  <a:pt x="701" y="140"/>
                </a:lnTo>
                <a:lnTo>
                  <a:pt x="703" y="141"/>
                </a:lnTo>
                <a:lnTo>
                  <a:pt x="704" y="141"/>
                </a:lnTo>
                <a:lnTo>
                  <a:pt x="704" y="143"/>
                </a:lnTo>
                <a:lnTo>
                  <a:pt x="705" y="143"/>
                </a:lnTo>
                <a:lnTo>
                  <a:pt x="705" y="144"/>
                </a:lnTo>
                <a:lnTo>
                  <a:pt x="707" y="144"/>
                </a:lnTo>
                <a:lnTo>
                  <a:pt x="707" y="145"/>
                </a:lnTo>
                <a:lnTo>
                  <a:pt x="708" y="145"/>
                </a:lnTo>
                <a:lnTo>
                  <a:pt x="708" y="147"/>
                </a:lnTo>
                <a:lnTo>
                  <a:pt x="710" y="147"/>
                </a:lnTo>
                <a:lnTo>
                  <a:pt x="711" y="148"/>
                </a:lnTo>
                <a:lnTo>
                  <a:pt x="713" y="150"/>
                </a:lnTo>
                <a:lnTo>
                  <a:pt x="714" y="151"/>
                </a:lnTo>
                <a:lnTo>
                  <a:pt x="716" y="153"/>
                </a:lnTo>
                <a:lnTo>
                  <a:pt x="717" y="154"/>
                </a:lnTo>
                <a:lnTo>
                  <a:pt x="718" y="156"/>
                </a:lnTo>
                <a:lnTo>
                  <a:pt x="720" y="157"/>
                </a:lnTo>
                <a:lnTo>
                  <a:pt x="720" y="158"/>
                </a:lnTo>
                <a:lnTo>
                  <a:pt x="721" y="160"/>
                </a:lnTo>
                <a:lnTo>
                  <a:pt x="723" y="161"/>
                </a:lnTo>
                <a:lnTo>
                  <a:pt x="724" y="163"/>
                </a:lnTo>
                <a:lnTo>
                  <a:pt x="726" y="164"/>
                </a:lnTo>
                <a:lnTo>
                  <a:pt x="727" y="164"/>
                </a:lnTo>
                <a:lnTo>
                  <a:pt x="727" y="166"/>
                </a:lnTo>
                <a:lnTo>
                  <a:pt x="728" y="167"/>
                </a:lnTo>
                <a:lnTo>
                  <a:pt x="730" y="168"/>
                </a:lnTo>
                <a:lnTo>
                  <a:pt x="731" y="170"/>
                </a:lnTo>
                <a:lnTo>
                  <a:pt x="733" y="170"/>
                </a:lnTo>
                <a:lnTo>
                  <a:pt x="733" y="171"/>
                </a:lnTo>
                <a:lnTo>
                  <a:pt x="734" y="173"/>
                </a:lnTo>
                <a:lnTo>
                  <a:pt x="736" y="174"/>
                </a:lnTo>
                <a:lnTo>
                  <a:pt x="736" y="176"/>
                </a:lnTo>
                <a:lnTo>
                  <a:pt x="737" y="176"/>
                </a:lnTo>
                <a:lnTo>
                  <a:pt x="737" y="177"/>
                </a:lnTo>
                <a:lnTo>
                  <a:pt x="739" y="177"/>
                </a:lnTo>
                <a:lnTo>
                  <a:pt x="740" y="179"/>
                </a:lnTo>
                <a:lnTo>
                  <a:pt x="740" y="180"/>
                </a:lnTo>
                <a:lnTo>
                  <a:pt x="741" y="181"/>
                </a:lnTo>
                <a:lnTo>
                  <a:pt x="743" y="181"/>
                </a:lnTo>
                <a:lnTo>
                  <a:pt x="743" y="183"/>
                </a:lnTo>
                <a:lnTo>
                  <a:pt x="744" y="184"/>
                </a:lnTo>
                <a:lnTo>
                  <a:pt x="746" y="186"/>
                </a:lnTo>
                <a:lnTo>
                  <a:pt x="747" y="187"/>
                </a:lnTo>
                <a:lnTo>
                  <a:pt x="749" y="189"/>
                </a:lnTo>
                <a:lnTo>
                  <a:pt x="749" y="190"/>
                </a:lnTo>
                <a:lnTo>
                  <a:pt x="750" y="191"/>
                </a:lnTo>
                <a:lnTo>
                  <a:pt x="753" y="194"/>
                </a:lnTo>
                <a:lnTo>
                  <a:pt x="754" y="196"/>
                </a:lnTo>
                <a:lnTo>
                  <a:pt x="756" y="197"/>
                </a:lnTo>
                <a:lnTo>
                  <a:pt x="757" y="200"/>
                </a:lnTo>
                <a:lnTo>
                  <a:pt x="759" y="202"/>
                </a:lnTo>
                <a:lnTo>
                  <a:pt x="760" y="203"/>
                </a:lnTo>
                <a:lnTo>
                  <a:pt x="762" y="204"/>
                </a:lnTo>
                <a:lnTo>
                  <a:pt x="763" y="206"/>
                </a:lnTo>
                <a:lnTo>
                  <a:pt x="763" y="207"/>
                </a:lnTo>
                <a:lnTo>
                  <a:pt x="764" y="209"/>
                </a:lnTo>
                <a:lnTo>
                  <a:pt x="766" y="210"/>
                </a:lnTo>
                <a:lnTo>
                  <a:pt x="766" y="212"/>
                </a:lnTo>
                <a:lnTo>
                  <a:pt x="767" y="213"/>
                </a:lnTo>
                <a:lnTo>
                  <a:pt x="769" y="213"/>
                </a:lnTo>
                <a:lnTo>
                  <a:pt x="769" y="214"/>
                </a:lnTo>
                <a:lnTo>
                  <a:pt x="770" y="216"/>
                </a:lnTo>
                <a:lnTo>
                  <a:pt x="772" y="217"/>
                </a:lnTo>
                <a:lnTo>
                  <a:pt x="773" y="219"/>
                </a:lnTo>
                <a:lnTo>
                  <a:pt x="773" y="220"/>
                </a:lnTo>
                <a:lnTo>
                  <a:pt x="774" y="222"/>
                </a:lnTo>
                <a:lnTo>
                  <a:pt x="776" y="223"/>
                </a:lnTo>
                <a:lnTo>
                  <a:pt x="777" y="225"/>
                </a:lnTo>
                <a:lnTo>
                  <a:pt x="777" y="226"/>
                </a:lnTo>
                <a:lnTo>
                  <a:pt x="779" y="227"/>
                </a:lnTo>
                <a:lnTo>
                  <a:pt x="780" y="229"/>
                </a:lnTo>
                <a:lnTo>
                  <a:pt x="782" y="230"/>
                </a:lnTo>
                <a:lnTo>
                  <a:pt x="783" y="233"/>
                </a:lnTo>
                <a:lnTo>
                  <a:pt x="785" y="235"/>
                </a:lnTo>
                <a:lnTo>
                  <a:pt x="785" y="236"/>
                </a:lnTo>
                <a:lnTo>
                  <a:pt x="786" y="239"/>
                </a:lnTo>
                <a:lnTo>
                  <a:pt x="789" y="240"/>
                </a:lnTo>
                <a:lnTo>
                  <a:pt x="790" y="243"/>
                </a:lnTo>
                <a:lnTo>
                  <a:pt x="792" y="245"/>
                </a:lnTo>
                <a:lnTo>
                  <a:pt x="793" y="248"/>
                </a:lnTo>
                <a:lnTo>
                  <a:pt x="795" y="249"/>
                </a:lnTo>
                <a:lnTo>
                  <a:pt x="796" y="250"/>
                </a:lnTo>
                <a:lnTo>
                  <a:pt x="797" y="253"/>
                </a:lnTo>
                <a:lnTo>
                  <a:pt x="799" y="255"/>
                </a:lnTo>
                <a:lnTo>
                  <a:pt x="799" y="256"/>
                </a:lnTo>
                <a:lnTo>
                  <a:pt x="800" y="258"/>
                </a:lnTo>
                <a:lnTo>
                  <a:pt x="802" y="259"/>
                </a:lnTo>
                <a:lnTo>
                  <a:pt x="802" y="260"/>
                </a:lnTo>
                <a:lnTo>
                  <a:pt x="803" y="262"/>
                </a:lnTo>
                <a:lnTo>
                  <a:pt x="805" y="263"/>
                </a:lnTo>
                <a:lnTo>
                  <a:pt x="805" y="265"/>
                </a:lnTo>
                <a:lnTo>
                  <a:pt x="806" y="265"/>
                </a:lnTo>
                <a:lnTo>
                  <a:pt x="808" y="266"/>
                </a:lnTo>
                <a:lnTo>
                  <a:pt x="808" y="268"/>
                </a:lnTo>
                <a:lnTo>
                  <a:pt x="809" y="269"/>
                </a:lnTo>
                <a:lnTo>
                  <a:pt x="809" y="270"/>
                </a:lnTo>
                <a:lnTo>
                  <a:pt x="810" y="272"/>
                </a:lnTo>
                <a:lnTo>
                  <a:pt x="812" y="273"/>
                </a:lnTo>
                <a:lnTo>
                  <a:pt x="813" y="275"/>
                </a:lnTo>
                <a:lnTo>
                  <a:pt x="815" y="276"/>
                </a:lnTo>
                <a:lnTo>
                  <a:pt x="815" y="278"/>
                </a:lnTo>
                <a:lnTo>
                  <a:pt x="816" y="281"/>
                </a:lnTo>
                <a:lnTo>
                  <a:pt x="818" y="282"/>
                </a:lnTo>
                <a:lnTo>
                  <a:pt x="819" y="283"/>
                </a:lnTo>
                <a:lnTo>
                  <a:pt x="820" y="285"/>
                </a:lnTo>
                <a:lnTo>
                  <a:pt x="822" y="288"/>
                </a:lnTo>
                <a:lnTo>
                  <a:pt x="823" y="289"/>
                </a:lnTo>
                <a:lnTo>
                  <a:pt x="825" y="292"/>
                </a:lnTo>
                <a:lnTo>
                  <a:pt x="826" y="293"/>
                </a:lnTo>
                <a:lnTo>
                  <a:pt x="828" y="296"/>
                </a:lnTo>
                <a:lnTo>
                  <a:pt x="831" y="298"/>
                </a:lnTo>
                <a:lnTo>
                  <a:pt x="832" y="301"/>
                </a:lnTo>
                <a:lnTo>
                  <a:pt x="833" y="302"/>
                </a:lnTo>
                <a:lnTo>
                  <a:pt x="835" y="304"/>
                </a:lnTo>
                <a:lnTo>
                  <a:pt x="835" y="306"/>
                </a:lnTo>
                <a:lnTo>
                  <a:pt x="836" y="308"/>
                </a:lnTo>
                <a:lnTo>
                  <a:pt x="838" y="309"/>
                </a:lnTo>
                <a:lnTo>
                  <a:pt x="839" y="311"/>
                </a:lnTo>
                <a:lnTo>
                  <a:pt x="839" y="312"/>
                </a:lnTo>
                <a:lnTo>
                  <a:pt x="841" y="314"/>
                </a:lnTo>
                <a:lnTo>
                  <a:pt x="842" y="315"/>
                </a:lnTo>
                <a:lnTo>
                  <a:pt x="843" y="316"/>
                </a:lnTo>
                <a:lnTo>
                  <a:pt x="843" y="318"/>
                </a:lnTo>
                <a:lnTo>
                  <a:pt x="845" y="319"/>
                </a:lnTo>
                <a:lnTo>
                  <a:pt x="845" y="321"/>
                </a:lnTo>
                <a:lnTo>
                  <a:pt x="846" y="321"/>
                </a:lnTo>
                <a:lnTo>
                  <a:pt x="846" y="322"/>
                </a:lnTo>
                <a:lnTo>
                  <a:pt x="848" y="324"/>
                </a:lnTo>
                <a:lnTo>
                  <a:pt x="848" y="325"/>
                </a:lnTo>
                <a:lnTo>
                  <a:pt x="849" y="327"/>
                </a:lnTo>
                <a:lnTo>
                  <a:pt x="851" y="328"/>
                </a:lnTo>
                <a:lnTo>
                  <a:pt x="851" y="329"/>
                </a:lnTo>
                <a:lnTo>
                  <a:pt x="852" y="331"/>
                </a:lnTo>
                <a:lnTo>
                  <a:pt x="854" y="332"/>
                </a:lnTo>
                <a:lnTo>
                  <a:pt x="854" y="334"/>
                </a:lnTo>
                <a:lnTo>
                  <a:pt x="855" y="335"/>
                </a:lnTo>
                <a:lnTo>
                  <a:pt x="856" y="338"/>
                </a:lnTo>
                <a:lnTo>
                  <a:pt x="856" y="339"/>
                </a:lnTo>
                <a:lnTo>
                  <a:pt x="858" y="341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3" name="Freeform 183">
            <a:extLst>
              <a:ext uri="{FF2B5EF4-FFF2-40B4-BE49-F238E27FC236}">
                <a16:creationId xmlns:a16="http://schemas.microsoft.com/office/drawing/2014/main" id="{A4340BC2-DF20-48F7-B159-82426DE65C08}"/>
              </a:ext>
            </a:extLst>
          </p:cNvPr>
          <p:cNvSpPr>
            <a:spLocks/>
          </p:cNvSpPr>
          <p:nvPr/>
        </p:nvSpPr>
        <p:spPr bwMode="auto">
          <a:xfrm>
            <a:off x="3644900" y="5649913"/>
            <a:ext cx="681038" cy="269875"/>
          </a:xfrm>
          <a:custGeom>
            <a:avLst/>
            <a:gdLst>
              <a:gd name="T0" fmla="*/ 2147483646 w 858"/>
              <a:gd name="T1" fmla="*/ 2147483646 h 340"/>
              <a:gd name="T2" fmla="*/ 2147483646 w 858"/>
              <a:gd name="T3" fmla="*/ 2147483646 h 340"/>
              <a:gd name="T4" fmla="*/ 2147483646 w 858"/>
              <a:gd name="T5" fmla="*/ 2147483646 h 340"/>
              <a:gd name="T6" fmla="*/ 2147483646 w 858"/>
              <a:gd name="T7" fmla="*/ 2147483646 h 340"/>
              <a:gd name="T8" fmla="*/ 2147483646 w 858"/>
              <a:gd name="T9" fmla="*/ 2147483646 h 340"/>
              <a:gd name="T10" fmla="*/ 2147483646 w 858"/>
              <a:gd name="T11" fmla="*/ 2147483646 h 340"/>
              <a:gd name="T12" fmla="*/ 2147483646 w 858"/>
              <a:gd name="T13" fmla="*/ 2147483646 h 340"/>
              <a:gd name="T14" fmla="*/ 2147483646 w 858"/>
              <a:gd name="T15" fmla="*/ 2147483646 h 340"/>
              <a:gd name="T16" fmla="*/ 2147483646 w 858"/>
              <a:gd name="T17" fmla="*/ 2147483646 h 340"/>
              <a:gd name="T18" fmla="*/ 2147483646 w 858"/>
              <a:gd name="T19" fmla="*/ 2147483646 h 340"/>
              <a:gd name="T20" fmla="*/ 2147483646 w 858"/>
              <a:gd name="T21" fmla="*/ 2147483646 h 340"/>
              <a:gd name="T22" fmla="*/ 2147483646 w 858"/>
              <a:gd name="T23" fmla="*/ 2147483646 h 340"/>
              <a:gd name="T24" fmla="*/ 2147483646 w 858"/>
              <a:gd name="T25" fmla="*/ 2147483646 h 340"/>
              <a:gd name="T26" fmla="*/ 2147483646 w 858"/>
              <a:gd name="T27" fmla="*/ 2147483646 h 340"/>
              <a:gd name="T28" fmla="*/ 2147483646 w 858"/>
              <a:gd name="T29" fmla="*/ 2147483646 h 340"/>
              <a:gd name="T30" fmla="*/ 2147483646 w 858"/>
              <a:gd name="T31" fmla="*/ 2147483646 h 340"/>
              <a:gd name="T32" fmla="*/ 2147483646 w 858"/>
              <a:gd name="T33" fmla="*/ 2147483646 h 340"/>
              <a:gd name="T34" fmla="*/ 2147483646 w 858"/>
              <a:gd name="T35" fmla="*/ 2147483646 h 340"/>
              <a:gd name="T36" fmla="*/ 2147483646 w 858"/>
              <a:gd name="T37" fmla="*/ 2147483646 h 340"/>
              <a:gd name="T38" fmla="*/ 2147483646 w 858"/>
              <a:gd name="T39" fmla="*/ 2147483646 h 340"/>
              <a:gd name="T40" fmla="*/ 2147483646 w 858"/>
              <a:gd name="T41" fmla="*/ 2147483646 h 340"/>
              <a:gd name="T42" fmla="*/ 2147483646 w 858"/>
              <a:gd name="T43" fmla="*/ 2147483646 h 340"/>
              <a:gd name="T44" fmla="*/ 2147483646 w 858"/>
              <a:gd name="T45" fmla="*/ 2147483646 h 340"/>
              <a:gd name="T46" fmla="*/ 2147483646 w 858"/>
              <a:gd name="T47" fmla="*/ 2147483646 h 340"/>
              <a:gd name="T48" fmla="*/ 2147483646 w 858"/>
              <a:gd name="T49" fmla="*/ 2147483646 h 340"/>
              <a:gd name="T50" fmla="*/ 2147483646 w 858"/>
              <a:gd name="T51" fmla="*/ 2147483646 h 340"/>
              <a:gd name="T52" fmla="*/ 2147483646 w 858"/>
              <a:gd name="T53" fmla="*/ 2147483646 h 340"/>
              <a:gd name="T54" fmla="*/ 2147483646 w 858"/>
              <a:gd name="T55" fmla="*/ 2147483646 h 340"/>
              <a:gd name="T56" fmla="*/ 2147483646 w 858"/>
              <a:gd name="T57" fmla="*/ 2147483646 h 340"/>
              <a:gd name="T58" fmla="*/ 2147483646 w 858"/>
              <a:gd name="T59" fmla="*/ 2147483646 h 340"/>
              <a:gd name="T60" fmla="*/ 2147483646 w 858"/>
              <a:gd name="T61" fmla="*/ 2147483646 h 340"/>
              <a:gd name="T62" fmla="*/ 2147483646 w 858"/>
              <a:gd name="T63" fmla="*/ 2147483646 h 340"/>
              <a:gd name="T64" fmla="*/ 2147483646 w 858"/>
              <a:gd name="T65" fmla="*/ 2147483646 h 340"/>
              <a:gd name="T66" fmla="*/ 2147483646 w 858"/>
              <a:gd name="T67" fmla="*/ 2147483646 h 340"/>
              <a:gd name="T68" fmla="*/ 2147483646 w 858"/>
              <a:gd name="T69" fmla="*/ 2147483646 h 340"/>
              <a:gd name="T70" fmla="*/ 2147483646 w 858"/>
              <a:gd name="T71" fmla="*/ 2147483646 h 340"/>
              <a:gd name="T72" fmla="*/ 2147483646 w 858"/>
              <a:gd name="T73" fmla="*/ 2147483646 h 340"/>
              <a:gd name="T74" fmla="*/ 2147483646 w 858"/>
              <a:gd name="T75" fmla="*/ 2147483646 h 340"/>
              <a:gd name="T76" fmla="*/ 2147483646 w 858"/>
              <a:gd name="T77" fmla="*/ 2147483646 h 340"/>
              <a:gd name="T78" fmla="*/ 2147483646 w 858"/>
              <a:gd name="T79" fmla="*/ 2147483646 h 340"/>
              <a:gd name="T80" fmla="*/ 2147483646 w 858"/>
              <a:gd name="T81" fmla="*/ 2147483646 h 340"/>
              <a:gd name="T82" fmla="*/ 2147483646 w 858"/>
              <a:gd name="T83" fmla="*/ 2147483646 h 340"/>
              <a:gd name="T84" fmla="*/ 2147483646 w 858"/>
              <a:gd name="T85" fmla="*/ 2147483646 h 340"/>
              <a:gd name="T86" fmla="*/ 2147483646 w 858"/>
              <a:gd name="T87" fmla="*/ 2147483646 h 340"/>
              <a:gd name="T88" fmla="*/ 2147483646 w 858"/>
              <a:gd name="T89" fmla="*/ 2147483646 h 340"/>
              <a:gd name="T90" fmla="*/ 2147483646 w 858"/>
              <a:gd name="T91" fmla="*/ 2147483646 h 340"/>
              <a:gd name="T92" fmla="*/ 2147483646 w 858"/>
              <a:gd name="T93" fmla="*/ 2147483646 h 340"/>
              <a:gd name="T94" fmla="*/ 2147483646 w 858"/>
              <a:gd name="T95" fmla="*/ 2147483646 h 340"/>
              <a:gd name="T96" fmla="*/ 2147483646 w 858"/>
              <a:gd name="T97" fmla="*/ 2147483646 h 340"/>
              <a:gd name="T98" fmla="*/ 2147483646 w 858"/>
              <a:gd name="T99" fmla="*/ 2147483646 h 340"/>
              <a:gd name="T100" fmla="*/ 2147483646 w 858"/>
              <a:gd name="T101" fmla="*/ 2147483646 h 340"/>
              <a:gd name="T102" fmla="*/ 2147483646 w 858"/>
              <a:gd name="T103" fmla="*/ 2147483646 h 340"/>
              <a:gd name="T104" fmla="*/ 2147483646 w 858"/>
              <a:gd name="T105" fmla="*/ 2147483646 h 340"/>
              <a:gd name="T106" fmla="*/ 2147483646 w 858"/>
              <a:gd name="T107" fmla="*/ 2147483646 h 340"/>
              <a:gd name="T108" fmla="*/ 2147483646 w 858"/>
              <a:gd name="T109" fmla="*/ 2147483646 h 340"/>
              <a:gd name="T110" fmla="*/ 2147483646 w 858"/>
              <a:gd name="T111" fmla="*/ 2147483646 h 340"/>
              <a:gd name="T112" fmla="*/ 2147483646 w 858"/>
              <a:gd name="T113" fmla="*/ 2147483646 h 340"/>
              <a:gd name="T114" fmla="*/ 2147483646 w 858"/>
              <a:gd name="T115" fmla="*/ 2147483646 h 340"/>
              <a:gd name="T116" fmla="*/ 2147483646 w 858"/>
              <a:gd name="T117" fmla="*/ 2147483646 h 340"/>
              <a:gd name="T118" fmla="*/ 2147483646 w 858"/>
              <a:gd name="T119" fmla="*/ 2147483646 h 340"/>
              <a:gd name="T120" fmla="*/ 2147483646 w 858"/>
              <a:gd name="T121" fmla="*/ 2147483646 h 340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858"/>
              <a:gd name="T184" fmla="*/ 0 h 340"/>
              <a:gd name="T185" fmla="*/ 858 w 858"/>
              <a:gd name="T186" fmla="*/ 340 h 340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858" h="340">
                <a:moveTo>
                  <a:pt x="0" y="340"/>
                </a:moveTo>
                <a:lnTo>
                  <a:pt x="33" y="340"/>
                </a:lnTo>
                <a:lnTo>
                  <a:pt x="63" y="340"/>
                </a:lnTo>
                <a:lnTo>
                  <a:pt x="92" y="340"/>
                </a:lnTo>
                <a:lnTo>
                  <a:pt x="119" y="340"/>
                </a:lnTo>
                <a:lnTo>
                  <a:pt x="143" y="340"/>
                </a:lnTo>
                <a:lnTo>
                  <a:pt x="166" y="340"/>
                </a:lnTo>
                <a:lnTo>
                  <a:pt x="188" y="340"/>
                </a:lnTo>
                <a:lnTo>
                  <a:pt x="208" y="340"/>
                </a:lnTo>
                <a:lnTo>
                  <a:pt x="227" y="340"/>
                </a:lnTo>
                <a:lnTo>
                  <a:pt x="244" y="340"/>
                </a:lnTo>
                <a:lnTo>
                  <a:pt x="260" y="340"/>
                </a:lnTo>
                <a:lnTo>
                  <a:pt x="274" y="340"/>
                </a:lnTo>
                <a:lnTo>
                  <a:pt x="287" y="340"/>
                </a:lnTo>
                <a:lnTo>
                  <a:pt x="299" y="340"/>
                </a:lnTo>
                <a:lnTo>
                  <a:pt x="309" y="340"/>
                </a:lnTo>
                <a:lnTo>
                  <a:pt x="319" y="340"/>
                </a:lnTo>
                <a:lnTo>
                  <a:pt x="327" y="340"/>
                </a:lnTo>
                <a:lnTo>
                  <a:pt x="335" y="340"/>
                </a:lnTo>
                <a:lnTo>
                  <a:pt x="342" y="340"/>
                </a:lnTo>
                <a:lnTo>
                  <a:pt x="348" y="340"/>
                </a:lnTo>
                <a:lnTo>
                  <a:pt x="353" y="340"/>
                </a:lnTo>
                <a:lnTo>
                  <a:pt x="358" y="340"/>
                </a:lnTo>
                <a:lnTo>
                  <a:pt x="362" y="340"/>
                </a:lnTo>
                <a:lnTo>
                  <a:pt x="366" y="340"/>
                </a:lnTo>
                <a:lnTo>
                  <a:pt x="369" y="339"/>
                </a:lnTo>
                <a:lnTo>
                  <a:pt x="372" y="339"/>
                </a:lnTo>
                <a:lnTo>
                  <a:pt x="375" y="339"/>
                </a:lnTo>
                <a:lnTo>
                  <a:pt x="378" y="339"/>
                </a:lnTo>
                <a:lnTo>
                  <a:pt x="379" y="339"/>
                </a:lnTo>
                <a:lnTo>
                  <a:pt x="382" y="339"/>
                </a:lnTo>
                <a:lnTo>
                  <a:pt x="383" y="339"/>
                </a:lnTo>
                <a:lnTo>
                  <a:pt x="386" y="339"/>
                </a:lnTo>
                <a:lnTo>
                  <a:pt x="389" y="339"/>
                </a:lnTo>
                <a:lnTo>
                  <a:pt x="391" y="339"/>
                </a:lnTo>
                <a:lnTo>
                  <a:pt x="394" y="339"/>
                </a:lnTo>
                <a:lnTo>
                  <a:pt x="395" y="338"/>
                </a:lnTo>
                <a:lnTo>
                  <a:pt x="396" y="338"/>
                </a:lnTo>
                <a:lnTo>
                  <a:pt x="399" y="338"/>
                </a:lnTo>
                <a:lnTo>
                  <a:pt x="401" y="338"/>
                </a:lnTo>
                <a:lnTo>
                  <a:pt x="402" y="338"/>
                </a:lnTo>
                <a:lnTo>
                  <a:pt x="404" y="338"/>
                </a:lnTo>
                <a:lnTo>
                  <a:pt x="405" y="338"/>
                </a:lnTo>
                <a:lnTo>
                  <a:pt x="406" y="338"/>
                </a:lnTo>
                <a:lnTo>
                  <a:pt x="408" y="338"/>
                </a:lnTo>
                <a:lnTo>
                  <a:pt x="409" y="338"/>
                </a:lnTo>
                <a:lnTo>
                  <a:pt x="411" y="338"/>
                </a:lnTo>
                <a:lnTo>
                  <a:pt x="412" y="336"/>
                </a:lnTo>
                <a:lnTo>
                  <a:pt x="414" y="336"/>
                </a:lnTo>
                <a:lnTo>
                  <a:pt x="415" y="336"/>
                </a:lnTo>
                <a:lnTo>
                  <a:pt x="417" y="336"/>
                </a:lnTo>
                <a:lnTo>
                  <a:pt x="418" y="336"/>
                </a:lnTo>
                <a:lnTo>
                  <a:pt x="419" y="336"/>
                </a:lnTo>
                <a:lnTo>
                  <a:pt x="421" y="336"/>
                </a:lnTo>
                <a:lnTo>
                  <a:pt x="422" y="336"/>
                </a:lnTo>
                <a:lnTo>
                  <a:pt x="424" y="335"/>
                </a:lnTo>
                <a:lnTo>
                  <a:pt x="425" y="335"/>
                </a:lnTo>
                <a:lnTo>
                  <a:pt x="428" y="335"/>
                </a:lnTo>
                <a:lnTo>
                  <a:pt x="429" y="335"/>
                </a:lnTo>
                <a:lnTo>
                  <a:pt x="431" y="335"/>
                </a:lnTo>
                <a:lnTo>
                  <a:pt x="434" y="333"/>
                </a:lnTo>
                <a:lnTo>
                  <a:pt x="435" y="333"/>
                </a:lnTo>
                <a:lnTo>
                  <a:pt x="438" y="333"/>
                </a:lnTo>
                <a:lnTo>
                  <a:pt x="440" y="333"/>
                </a:lnTo>
                <a:lnTo>
                  <a:pt x="442" y="333"/>
                </a:lnTo>
                <a:lnTo>
                  <a:pt x="444" y="332"/>
                </a:lnTo>
                <a:lnTo>
                  <a:pt x="445" y="332"/>
                </a:lnTo>
                <a:lnTo>
                  <a:pt x="448" y="332"/>
                </a:lnTo>
                <a:lnTo>
                  <a:pt x="450" y="332"/>
                </a:lnTo>
                <a:lnTo>
                  <a:pt x="451" y="332"/>
                </a:lnTo>
                <a:lnTo>
                  <a:pt x="452" y="332"/>
                </a:lnTo>
                <a:lnTo>
                  <a:pt x="454" y="330"/>
                </a:lnTo>
                <a:lnTo>
                  <a:pt x="455" y="330"/>
                </a:lnTo>
                <a:lnTo>
                  <a:pt x="457" y="330"/>
                </a:lnTo>
                <a:lnTo>
                  <a:pt x="458" y="330"/>
                </a:lnTo>
                <a:lnTo>
                  <a:pt x="460" y="330"/>
                </a:lnTo>
                <a:lnTo>
                  <a:pt x="461" y="330"/>
                </a:lnTo>
                <a:lnTo>
                  <a:pt x="463" y="329"/>
                </a:lnTo>
                <a:lnTo>
                  <a:pt x="464" y="329"/>
                </a:lnTo>
                <a:lnTo>
                  <a:pt x="465" y="329"/>
                </a:lnTo>
                <a:lnTo>
                  <a:pt x="467" y="327"/>
                </a:lnTo>
                <a:lnTo>
                  <a:pt x="468" y="327"/>
                </a:lnTo>
                <a:lnTo>
                  <a:pt x="470" y="327"/>
                </a:lnTo>
                <a:lnTo>
                  <a:pt x="471" y="327"/>
                </a:lnTo>
                <a:lnTo>
                  <a:pt x="473" y="326"/>
                </a:lnTo>
                <a:lnTo>
                  <a:pt x="474" y="326"/>
                </a:lnTo>
                <a:lnTo>
                  <a:pt x="475" y="326"/>
                </a:lnTo>
                <a:lnTo>
                  <a:pt x="478" y="325"/>
                </a:lnTo>
                <a:lnTo>
                  <a:pt x="480" y="325"/>
                </a:lnTo>
                <a:lnTo>
                  <a:pt x="481" y="323"/>
                </a:lnTo>
                <a:lnTo>
                  <a:pt x="484" y="323"/>
                </a:lnTo>
                <a:lnTo>
                  <a:pt x="487" y="322"/>
                </a:lnTo>
                <a:lnTo>
                  <a:pt x="488" y="322"/>
                </a:lnTo>
                <a:lnTo>
                  <a:pt x="491" y="320"/>
                </a:lnTo>
                <a:lnTo>
                  <a:pt x="494" y="320"/>
                </a:lnTo>
                <a:lnTo>
                  <a:pt x="497" y="319"/>
                </a:lnTo>
                <a:lnTo>
                  <a:pt x="498" y="319"/>
                </a:lnTo>
                <a:lnTo>
                  <a:pt x="501" y="317"/>
                </a:lnTo>
                <a:lnTo>
                  <a:pt x="503" y="317"/>
                </a:lnTo>
                <a:lnTo>
                  <a:pt x="504" y="316"/>
                </a:lnTo>
                <a:lnTo>
                  <a:pt x="507" y="316"/>
                </a:lnTo>
                <a:lnTo>
                  <a:pt x="509" y="316"/>
                </a:lnTo>
                <a:lnTo>
                  <a:pt x="510" y="315"/>
                </a:lnTo>
                <a:lnTo>
                  <a:pt x="511" y="315"/>
                </a:lnTo>
                <a:lnTo>
                  <a:pt x="513" y="313"/>
                </a:lnTo>
                <a:lnTo>
                  <a:pt x="514" y="313"/>
                </a:lnTo>
                <a:lnTo>
                  <a:pt x="516" y="313"/>
                </a:lnTo>
                <a:lnTo>
                  <a:pt x="517" y="312"/>
                </a:lnTo>
                <a:lnTo>
                  <a:pt x="519" y="312"/>
                </a:lnTo>
                <a:lnTo>
                  <a:pt x="520" y="312"/>
                </a:lnTo>
                <a:lnTo>
                  <a:pt x="521" y="310"/>
                </a:lnTo>
                <a:lnTo>
                  <a:pt x="523" y="310"/>
                </a:lnTo>
                <a:lnTo>
                  <a:pt x="524" y="309"/>
                </a:lnTo>
                <a:lnTo>
                  <a:pt x="526" y="309"/>
                </a:lnTo>
                <a:lnTo>
                  <a:pt x="527" y="307"/>
                </a:lnTo>
                <a:lnTo>
                  <a:pt x="529" y="307"/>
                </a:lnTo>
                <a:lnTo>
                  <a:pt x="530" y="306"/>
                </a:lnTo>
                <a:lnTo>
                  <a:pt x="532" y="306"/>
                </a:lnTo>
                <a:lnTo>
                  <a:pt x="533" y="304"/>
                </a:lnTo>
                <a:lnTo>
                  <a:pt x="536" y="304"/>
                </a:lnTo>
                <a:lnTo>
                  <a:pt x="537" y="303"/>
                </a:lnTo>
                <a:lnTo>
                  <a:pt x="539" y="302"/>
                </a:lnTo>
                <a:lnTo>
                  <a:pt x="542" y="302"/>
                </a:lnTo>
                <a:lnTo>
                  <a:pt x="543" y="300"/>
                </a:lnTo>
                <a:lnTo>
                  <a:pt x="546" y="299"/>
                </a:lnTo>
                <a:lnTo>
                  <a:pt x="547" y="297"/>
                </a:lnTo>
                <a:lnTo>
                  <a:pt x="550" y="297"/>
                </a:lnTo>
                <a:lnTo>
                  <a:pt x="552" y="296"/>
                </a:lnTo>
                <a:lnTo>
                  <a:pt x="553" y="294"/>
                </a:lnTo>
                <a:lnTo>
                  <a:pt x="556" y="294"/>
                </a:lnTo>
                <a:lnTo>
                  <a:pt x="557" y="293"/>
                </a:lnTo>
                <a:lnTo>
                  <a:pt x="559" y="293"/>
                </a:lnTo>
                <a:lnTo>
                  <a:pt x="560" y="292"/>
                </a:lnTo>
                <a:lnTo>
                  <a:pt x="562" y="292"/>
                </a:lnTo>
                <a:lnTo>
                  <a:pt x="563" y="290"/>
                </a:lnTo>
                <a:lnTo>
                  <a:pt x="565" y="290"/>
                </a:lnTo>
                <a:lnTo>
                  <a:pt x="566" y="289"/>
                </a:lnTo>
                <a:lnTo>
                  <a:pt x="567" y="287"/>
                </a:lnTo>
                <a:lnTo>
                  <a:pt x="569" y="287"/>
                </a:lnTo>
                <a:lnTo>
                  <a:pt x="570" y="287"/>
                </a:lnTo>
                <a:lnTo>
                  <a:pt x="572" y="286"/>
                </a:lnTo>
                <a:lnTo>
                  <a:pt x="573" y="284"/>
                </a:lnTo>
                <a:lnTo>
                  <a:pt x="575" y="284"/>
                </a:lnTo>
                <a:lnTo>
                  <a:pt x="576" y="283"/>
                </a:lnTo>
                <a:lnTo>
                  <a:pt x="578" y="283"/>
                </a:lnTo>
                <a:lnTo>
                  <a:pt x="579" y="281"/>
                </a:lnTo>
                <a:lnTo>
                  <a:pt x="580" y="281"/>
                </a:lnTo>
                <a:lnTo>
                  <a:pt x="582" y="280"/>
                </a:lnTo>
                <a:lnTo>
                  <a:pt x="583" y="279"/>
                </a:lnTo>
                <a:lnTo>
                  <a:pt x="586" y="279"/>
                </a:lnTo>
                <a:lnTo>
                  <a:pt x="588" y="277"/>
                </a:lnTo>
                <a:lnTo>
                  <a:pt x="589" y="276"/>
                </a:lnTo>
                <a:lnTo>
                  <a:pt x="590" y="276"/>
                </a:lnTo>
                <a:lnTo>
                  <a:pt x="593" y="274"/>
                </a:lnTo>
                <a:lnTo>
                  <a:pt x="595" y="273"/>
                </a:lnTo>
                <a:lnTo>
                  <a:pt x="596" y="271"/>
                </a:lnTo>
                <a:lnTo>
                  <a:pt x="599" y="271"/>
                </a:lnTo>
                <a:lnTo>
                  <a:pt x="601" y="270"/>
                </a:lnTo>
                <a:lnTo>
                  <a:pt x="602" y="269"/>
                </a:lnTo>
                <a:lnTo>
                  <a:pt x="603" y="269"/>
                </a:lnTo>
                <a:lnTo>
                  <a:pt x="605" y="267"/>
                </a:lnTo>
                <a:lnTo>
                  <a:pt x="606" y="267"/>
                </a:lnTo>
                <a:lnTo>
                  <a:pt x="608" y="266"/>
                </a:lnTo>
                <a:lnTo>
                  <a:pt x="609" y="266"/>
                </a:lnTo>
                <a:lnTo>
                  <a:pt x="609" y="264"/>
                </a:lnTo>
                <a:lnTo>
                  <a:pt x="611" y="264"/>
                </a:lnTo>
                <a:lnTo>
                  <a:pt x="612" y="263"/>
                </a:lnTo>
                <a:lnTo>
                  <a:pt x="613" y="263"/>
                </a:lnTo>
                <a:lnTo>
                  <a:pt x="615" y="261"/>
                </a:lnTo>
                <a:lnTo>
                  <a:pt x="616" y="261"/>
                </a:lnTo>
                <a:lnTo>
                  <a:pt x="616" y="260"/>
                </a:lnTo>
                <a:lnTo>
                  <a:pt x="618" y="260"/>
                </a:lnTo>
                <a:lnTo>
                  <a:pt x="619" y="258"/>
                </a:lnTo>
                <a:lnTo>
                  <a:pt x="621" y="258"/>
                </a:lnTo>
                <a:lnTo>
                  <a:pt x="622" y="257"/>
                </a:lnTo>
                <a:lnTo>
                  <a:pt x="624" y="256"/>
                </a:lnTo>
                <a:lnTo>
                  <a:pt x="625" y="256"/>
                </a:lnTo>
                <a:lnTo>
                  <a:pt x="626" y="254"/>
                </a:lnTo>
                <a:lnTo>
                  <a:pt x="628" y="254"/>
                </a:lnTo>
                <a:lnTo>
                  <a:pt x="629" y="253"/>
                </a:lnTo>
                <a:lnTo>
                  <a:pt x="631" y="251"/>
                </a:lnTo>
                <a:lnTo>
                  <a:pt x="632" y="251"/>
                </a:lnTo>
                <a:lnTo>
                  <a:pt x="634" y="250"/>
                </a:lnTo>
                <a:lnTo>
                  <a:pt x="635" y="248"/>
                </a:lnTo>
                <a:lnTo>
                  <a:pt x="636" y="247"/>
                </a:lnTo>
                <a:lnTo>
                  <a:pt x="638" y="247"/>
                </a:lnTo>
                <a:lnTo>
                  <a:pt x="639" y="246"/>
                </a:lnTo>
                <a:lnTo>
                  <a:pt x="641" y="246"/>
                </a:lnTo>
                <a:lnTo>
                  <a:pt x="642" y="244"/>
                </a:lnTo>
                <a:lnTo>
                  <a:pt x="644" y="243"/>
                </a:lnTo>
                <a:lnTo>
                  <a:pt x="645" y="243"/>
                </a:lnTo>
                <a:lnTo>
                  <a:pt x="647" y="241"/>
                </a:lnTo>
                <a:lnTo>
                  <a:pt x="648" y="240"/>
                </a:lnTo>
                <a:lnTo>
                  <a:pt x="649" y="240"/>
                </a:lnTo>
                <a:lnTo>
                  <a:pt x="649" y="238"/>
                </a:lnTo>
                <a:lnTo>
                  <a:pt x="651" y="238"/>
                </a:lnTo>
                <a:lnTo>
                  <a:pt x="652" y="237"/>
                </a:lnTo>
                <a:lnTo>
                  <a:pt x="654" y="237"/>
                </a:lnTo>
                <a:lnTo>
                  <a:pt x="654" y="235"/>
                </a:lnTo>
                <a:lnTo>
                  <a:pt x="655" y="235"/>
                </a:lnTo>
                <a:lnTo>
                  <a:pt x="655" y="234"/>
                </a:lnTo>
                <a:lnTo>
                  <a:pt x="657" y="234"/>
                </a:lnTo>
                <a:lnTo>
                  <a:pt x="658" y="233"/>
                </a:lnTo>
                <a:lnTo>
                  <a:pt x="659" y="233"/>
                </a:lnTo>
                <a:lnTo>
                  <a:pt x="659" y="231"/>
                </a:lnTo>
                <a:lnTo>
                  <a:pt x="661" y="231"/>
                </a:lnTo>
                <a:lnTo>
                  <a:pt x="662" y="230"/>
                </a:lnTo>
                <a:lnTo>
                  <a:pt x="662" y="228"/>
                </a:lnTo>
                <a:lnTo>
                  <a:pt x="664" y="228"/>
                </a:lnTo>
                <a:lnTo>
                  <a:pt x="665" y="227"/>
                </a:lnTo>
                <a:lnTo>
                  <a:pt x="667" y="227"/>
                </a:lnTo>
                <a:lnTo>
                  <a:pt x="667" y="225"/>
                </a:lnTo>
                <a:lnTo>
                  <a:pt x="668" y="225"/>
                </a:lnTo>
                <a:lnTo>
                  <a:pt x="670" y="224"/>
                </a:lnTo>
                <a:lnTo>
                  <a:pt x="671" y="223"/>
                </a:lnTo>
                <a:lnTo>
                  <a:pt x="672" y="221"/>
                </a:lnTo>
                <a:lnTo>
                  <a:pt x="674" y="221"/>
                </a:lnTo>
                <a:lnTo>
                  <a:pt x="674" y="220"/>
                </a:lnTo>
                <a:lnTo>
                  <a:pt x="675" y="220"/>
                </a:lnTo>
                <a:lnTo>
                  <a:pt x="677" y="218"/>
                </a:lnTo>
                <a:lnTo>
                  <a:pt x="678" y="217"/>
                </a:lnTo>
                <a:lnTo>
                  <a:pt x="680" y="217"/>
                </a:lnTo>
                <a:lnTo>
                  <a:pt x="680" y="215"/>
                </a:lnTo>
                <a:lnTo>
                  <a:pt x="681" y="215"/>
                </a:lnTo>
                <a:lnTo>
                  <a:pt x="682" y="214"/>
                </a:lnTo>
                <a:lnTo>
                  <a:pt x="684" y="214"/>
                </a:lnTo>
                <a:lnTo>
                  <a:pt x="684" y="212"/>
                </a:lnTo>
                <a:lnTo>
                  <a:pt x="685" y="212"/>
                </a:lnTo>
                <a:lnTo>
                  <a:pt x="687" y="211"/>
                </a:lnTo>
                <a:lnTo>
                  <a:pt x="688" y="210"/>
                </a:lnTo>
                <a:lnTo>
                  <a:pt x="690" y="210"/>
                </a:lnTo>
                <a:lnTo>
                  <a:pt x="691" y="208"/>
                </a:lnTo>
                <a:lnTo>
                  <a:pt x="693" y="208"/>
                </a:lnTo>
                <a:lnTo>
                  <a:pt x="694" y="207"/>
                </a:lnTo>
                <a:lnTo>
                  <a:pt x="694" y="205"/>
                </a:lnTo>
                <a:lnTo>
                  <a:pt x="695" y="205"/>
                </a:lnTo>
                <a:lnTo>
                  <a:pt x="697" y="204"/>
                </a:lnTo>
                <a:lnTo>
                  <a:pt x="698" y="204"/>
                </a:lnTo>
                <a:lnTo>
                  <a:pt x="698" y="202"/>
                </a:lnTo>
                <a:lnTo>
                  <a:pt x="700" y="202"/>
                </a:lnTo>
                <a:lnTo>
                  <a:pt x="701" y="201"/>
                </a:lnTo>
                <a:lnTo>
                  <a:pt x="703" y="200"/>
                </a:lnTo>
                <a:lnTo>
                  <a:pt x="704" y="200"/>
                </a:lnTo>
                <a:lnTo>
                  <a:pt x="704" y="198"/>
                </a:lnTo>
                <a:lnTo>
                  <a:pt x="705" y="198"/>
                </a:lnTo>
                <a:lnTo>
                  <a:pt x="705" y="197"/>
                </a:lnTo>
                <a:lnTo>
                  <a:pt x="707" y="197"/>
                </a:lnTo>
                <a:lnTo>
                  <a:pt x="707" y="195"/>
                </a:lnTo>
                <a:lnTo>
                  <a:pt x="708" y="195"/>
                </a:lnTo>
                <a:lnTo>
                  <a:pt x="708" y="194"/>
                </a:lnTo>
                <a:lnTo>
                  <a:pt x="710" y="194"/>
                </a:lnTo>
                <a:lnTo>
                  <a:pt x="711" y="192"/>
                </a:lnTo>
                <a:lnTo>
                  <a:pt x="713" y="191"/>
                </a:lnTo>
                <a:lnTo>
                  <a:pt x="714" y="189"/>
                </a:lnTo>
                <a:lnTo>
                  <a:pt x="716" y="188"/>
                </a:lnTo>
                <a:lnTo>
                  <a:pt x="717" y="187"/>
                </a:lnTo>
                <a:lnTo>
                  <a:pt x="718" y="185"/>
                </a:lnTo>
                <a:lnTo>
                  <a:pt x="720" y="184"/>
                </a:lnTo>
                <a:lnTo>
                  <a:pt x="720" y="182"/>
                </a:lnTo>
                <a:lnTo>
                  <a:pt x="721" y="181"/>
                </a:lnTo>
                <a:lnTo>
                  <a:pt x="723" y="179"/>
                </a:lnTo>
                <a:lnTo>
                  <a:pt x="724" y="178"/>
                </a:lnTo>
                <a:lnTo>
                  <a:pt x="726" y="177"/>
                </a:lnTo>
                <a:lnTo>
                  <a:pt x="727" y="177"/>
                </a:lnTo>
                <a:lnTo>
                  <a:pt x="727" y="175"/>
                </a:lnTo>
                <a:lnTo>
                  <a:pt x="728" y="174"/>
                </a:lnTo>
                <a:lnTo>
                  <a:pt x="730" y="172"/>
                </a:lnTo>
                <a:lnTo>
                  <a:pt x="731" y="171"/>
                </a:lnTo>
                <a:lnTo>
                  <a:pt x="733" y="169"/>
                </a:lnTo>
                <a:lnTo>
                  <a:pt x="734" y="168"/>
                </a:lnTo>
                <a:lnTo>
                  <a:pt x="736" y="167"/>
                </a:lnTo>
                <a:lnTo>
                  <a:pt x="736" y="165"/>
                </a:lnTo>
                <a:lnTo>
                  <a:pt x="737" y="165"/>
                </a:lnTo>
                <a:lnTo>
                  <a:pt x="737" y="164"/>
                </a:lnTo>
                <a:lnTo>
                  <a:pt x="739" y="162"/>
                </a:lnTo>
                <a:lnTo>
                  <a:pt x="740" y="162"/>
                </a:lnTo>
                <a:lnTo>
                  <a:pt x="740" y="161"/>
                </a:lnTo>
                <a:lnTo>
                  <a:pt x="741" y="159"/>
                </a:lnTo>
                <a:lnTo>
                  <a:pt x="743" y="159"/>
                </a:lnTo>
                <a:lnTo>
                  <a:pt x="743" y="158"/>
                </a:lnTo>
                <a:lnTo>
                  <a:pt x="744" y="156"/>
                </a:lnTo>
                <a:lnTo>
                  <a:pt x="746" y="155"/>
                </a:lnTo>
                <a:lnTo>
                  <a:pt x="747" y="154"/>
                </a:lnTo>
                <a:lnTo>
                  <a:pt x="749" y="152"/>
                </a:lnTo>
                <a:lnTo>
                  <a:pt x="749" y="151"/>
                </a:lnTo>
                <a:lnTo>
                  <a:pt x="750" y="148"/>
                </a:lnTo>
                <a:lnTo>
                  <a:pt x="753" y="146"/>
                </a:lnTo>
                <a:lnTo>
                  <a:pt x="754" y="145"/>
                </a:lnTo>
                <a:lnTo>
                  <a:pt x="756" y="142"/>
                </a:lnTo>
                <a:lnTo>
                  <a:pt x="757" y="141"/>
                </a:lnTo>
                <a:lnTo>
                  <a:pt x="759" y="139"/>
                </a:lnTo>
                <a:lnTo>
                  <a:pt x="760" y="138"/>
                </a:lnTo>
                <a:lnTo>
                  <a:pt x="762" y="136"/>
                </a:lnTo>
                <a:lnTo>
                  <a:pt x="763" y="135"/>
                </a:lnTo>
                <a:lnTo>
                  <a:pt x="763" y="133"/>
                </a:lnTo>
                <a:lnTo>
                  <a:pt x="764" y="132"/>
                </a:lnTo>
                <a:lnTo>
                  <a:pt x="766" y="131"/>
                </a:lnTo>
                <a:lnTo>
                  <a:pt x="766" y="129"/>
                </a:lnTo>
                <a:lnTo>
                  <a:pt x="767" y="128"/>
                </a:lnTo>
                <a:lnTo>
                  <a:pt x="769" y="128"/>
                </a:lnTo>
                <a:lnTo>
                  <a:pt x="769" y="126"/>
                </a:lnTo>
                <a:lnTo>
                  <a:pt x="770" y="125"/>
                </a:lnTo>
                <a:lnTo>
                  <a:pt x="772" y="123"/>
                </a:lnTo>
                <a:lnTo>
                  <a:pt x="773" y="122"/>
                </a:lnTo>
                <a:lnTo>
                  <a:pt x="773" y="121"/>
                </a:lnTo>
                <a:lnTo>
                  <a:pt x="774" y="119"/>
                </a:lnTo>
                <a:lnTo>
                  <a:pt x="776" y="118"/>
                </a:lnTo>
                <a:lnTo>
                  <a:pt x="776" y="116"/>
                </a:lnTo>
                <a:lnTo>
                  <a:pt x="777" y="116"/>
                </a:lnTo>
                <a:lnTo>
                  <a:pt x="777" y="115"/>
                </a:lnTo>
                <a:lnTo>
                  <a:pt x="779" y="113"/>
                </a:lnTo>
                <a:lnTo>
                  <a:pt x="780" y="112"/>
                </a:lnTo>
                <a:lnTo>
                  <a:pt x="782" y="109"/>
                </a:lnTo>
                <a:lnTo>
                  <a:pt x="783" y="108"/>
                </a:lnTo>
                <a:lnTo>
                  <a:pt x="785" y="106"/>
                </a:lnTo>
                <a:lnTo>
                  <a:pt x="785" y="105"/>
                </a:lnTo>
                <a:lnTo>
                  <a:pt x="786" y="102"/>
                </a:lnTo>
                <a:lnTo>
                  <a:pt x="789" y="100"/>
                </a:lnTo>
                <a:lnTo>
                  <a:pt x="790" y="98"/>
                </a:lnTo>
                <a:lnTo>
                  <a:pt x="792" y="96"/>
                </a:lnTo>
                <a:lnTo>
                  <a:pt x="793" y="93"/>
                </a:lnTo>
                <a:lnTo>
                  <a:pt x="795" y="92"/>
                </a:lnTo>
                <a:lnTo>
                  <a:pt x="796" y="89"/>
                </a:lnTo>
                <a:lnTo>
                  <a:pt x="797" y="87"/>
                </a:lnTo>
                <a:lnTo>
                  <a:pt x="799" y="86"/>
                </a:lnTo>
                <a:lnTo>
                  <a:pt x="799" y="85"/>
                </a:lnTo>
                <a:lnTo>
                  <a:pt x="800" y="83"/>
                </a:lnTo>
                <a:lnTo>
                  <a:pt x="802" y="82"/>
                </a:lnTo>
                <a:lnTo>
                  <a:pt x="802" y="80"/>
                </a:lnTo>
                <a:lnTo>
                  <a:pt x="803" y="79"/>
                </a:lnTo>
                <a:lnTo>
                  <a:pt x="805" y="77"/>
                </a:lnTo>
                <a:lnTo>
                  <a:pt x="805" y="76"/>
                </a:lnTo>
                <a:lnTo>
                  <a:pt x="806" y="75"/>
                </a:lnTo>
                <a:lnTo>
                  <a:pt x="808" y="75"/>
                </a:lnTo>
                <a:lnTo>
                  <a:pt x="808" y="73"/>
                </a:lnTo>
                <a:lnTo>
                  <a:pt x="809" y="72"/>
                </a:lnTo>
                <a:lnTo>
                  <a:pt x="809" y="70"/>
                </a:lnTo>
                <a:lnTo>
                  <a:pt x="810" y="69"/>
                </a:lnTo>
                <a:lnTo>
                  <a:pt x="812" y="67"/>
                </a:lnTo>
                <a:lnTo>
                  <a:pt x="812" y="66"/>
                </a:lnTo>
                <a:lnTo>
                  <a:pt x="813" y="64"/>
                </a:lnTo>
                <a:lnTo>
                  <a:pt x="815" y="63"/>
                </a:lnTo>
                <a:lnTo>
                  <a:pt x="815" y="62"/>
                </a:lnTo>
                <a:lnTo>
                  <a:pt x="816" y="60"/>
                </a:lnTo>
                <a:lnTo>
                  <a:pt x="818" y="59"/>
                </a:lnTo>
                <a:lnTo>
                  <a:pt x="819" y="57"/>
                </a:lnTo>
                <a:lnTo>
                  <a:pt x="820" y="56"/>
                </a:lnTo>
                <a:lnTo>
                  <a:pt x="822" y="53"/>
                </a:lnTo>
                <a:lnTo>
                  <a:pt x="823" y="52"/>
                </a:lnTo>
                <a:lnTo>
                  <a:pt x="825" y="49"/>
                </a:lnTo>
                <a:lnTo>
                  <a:pt x="826" y="47"/>
                </a:lnTo>
                <a:lnTo>
                  <a:pt x="828" y="44"/>
                </a:lnTo>
                <a:lnTo>
                  <a:pt x="831" y="41"/>
                </a:lnTo>
                <a:lnTo>
                  <a:pt x="832" y="40"/>
                </a:lnTo>
                <a:lnTo>
                  <a:pt x="833" y="39"/>
                </a:lnTo>
                <a:lnTo>
                  <a:pt x="835" y="36"/>
                </a:lnTo>
                <a:lnTo>
                  <a:pt x="835" y="34"/>
                </a:lnTo>
                <a:lnTo>
                  <a:pt x="836" y="33"/>
                </a:lnTo>
                <a:lnTo>
                  <a:pt x="838" y="31"/>
                </a:lnTo>
                <a:lnTo>
                  <a:pt x="839" y="30"/>
                </a:lnTo>
                <a:lnTo>
                  <a:pt x="839" y="29"/>
                </a:lnTo>
                <a:lnTo>
                  <a:pt x="841" y="27"/>
                </a:lnTo>
                <a:lnTo>
                  <a:pt x="842" y="26"/>
                </a:lnTo>
                <a:lnTo>
                  <a:pt x="842" y="24"/>
                </a:lnTo>
                <a:lnTo>
                  <a:pt x="843" y="24"/>
                </a:lnTo>
                <a:lnTo>
                  <a:pt x="843" y="23"/>
                </a:lnTo>
                <a:lnTo>
                  <a:pt x="845" y="21"/>
                </a:lnTo>
                <a:lnTo>
                  <a:pt x="845" y="20"/>
                </a:lnTo>
                <a:lnTo>
                  <a:pt x="846" y="18"/>
                </a:lnTo>
                <a:lnTo>
                  <a:pt x="848" y="17"/>
                </a:lnTo>
                <a:lnTo>
                  <a:pt x="848" y="16"/>
                </a:lnTo>
                <a:lnTo>
                  <a:pt x="849" y="14"/>
                </a:lnTo>
                <a:lnTo>
                  <a:pt x="849" y="13"/>
                </a:lnTo>
                <a:lnTo>
                  <a:pt x="851" y="13"/>
                </a:lnTo>
                <a:lnTo>
                  <a:pt x="851" y="11"/>
                </a:lnTo>
                <a:lnTo>
                  <a:pt x="852" y="10"/>
                </a:lnTo>
                <a:lnTo>
                  <a:pt x="854" y="8"/>
                </a:lnTo>
                <a:lnTo>
                  <a:pt x="854" y="7"/>
                </a:lnTo>
                <a:lnTo>
                  <a:pt x="855" y="4"/>
                </a:lnTo>
                <a:lnTo>
                  <a:pt x="856" y="3"/>
                </a:lnTo>
                <a:lnTo>
                  <a:pt x="856" y="1"/>
                </a:lnTo>
                <a:lnTo>
                  <a:pt x="858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4" name="Freeform 184">
            <a:extLst>
              <a:ext uri="{FF2B5EF4-FFF2-40B4-BE49-F238E27FC236}">
                <a16:creationId xmlns:a16="http://schemas.microsoft.com/office/drawing/2014/main" id="{B918DB26-30E9-4F19-9180-C788BF8AE0B8}"/>
              </a:ext>
            </a:extLst>
          </p:cNvPr>
          <p:cNvSpPr>
            <a:spLocks/>
          </p:cNvSpPr>
          <p:nvPr/>
        </p:nvSpPr>
        <p:spPr bwMode="auto">
          <a:xfrm>
            <a:off x="3636963" y="5376863"/>
            <a:ext cx="80962" cy="273050"/>
          </a:xfrm>
          <a:custGeom>
            <a:avLst/>
            <a:gdLst>
              <a:gd name="T0" fmla="*/ 2147483646 w 102"/>
              <a:gd name="T1" fmla="*/ 2147483646 h 344"/>
              <a:gd name="T2" fmla="*/ 2147483646 w 102"/>
              <a:gd name="T3" fmla="*/ 2147483646 h 344"/>
              <a:gd name="T4" fmla="*/ 2147483646 w 102"/>
              <a:gd name="T5" fmla="*/ 2147483646 h 344"/>
              <a:gd name="T6" fmla="*/ 2147483646 w 102"/>
              <a:gd name="T7" fmla="*/ 2147483646 h 344"/>
              <a:gd name="T8" fmla="*/ 2147483646 w 102"/>
              <a:gd name="T9" fmla="*/ 2147483646 h 344"/>
              <a:gd name="T10" fmla="*/ 2147483646 w 102"/>
              <a:gd name="T11" fmla="*/ 2147483646 h 344"/>
              <a:gd name="T12" fmla="*/ 2147483646 w 102"/>
              <a:gd name="T13" fmla="*/ 2147483646 h 344"/>
              <a:gd name="T14" fmla="*/ 2147483646 w 102"/>
              <a:gd name="T15" fmla="*/ 2147483646 h 344"/>
              <a:gd name="T16" fmla="*/ 2147483646 w 102"/>
              <a:gd name="T17" fmla="*/ 2147483646 h 344"/>
              <a:gd name="T18" fmla="*/ 2147483646 w 102"/>
              <a:gd name="T19" fmla="*/ 2147483646 h 344"/>
              <a:gd name="T20" fmla="*/ 2147483646 w 102"/>
              <a:gd name="T21" fmla="*/ 2147483646 h 344"/>
              <a:gd name="T22" fmla="*/ 2147483646 w 102"/>
              <a:gd name="T23" fmla="*/ 2147483646 h 344"/>
              <a:gd name="T24" fmla="*/ 2147483646 w 102"/>
              <a:gd name="T25" fmla="*/ 2147483646 h 344"/>
              <a:gd name="T26" fmla="*/ 2147483646 w 102"/>
              <a:gd name="T27" fmla="*/ 2147483646 h 344"/>
              <a:gd name="T28" fmla="*/ 2147483646 w 102"/>
              <a:gd name="T29" fmla="*/ 2147483646 h 344"/>
              <a:gd name="T30" fmla="*/ 2147483646 w 102"/>
              <a:gd name="T31" fmla="*/ 2147483646 h 344"/>
              <a:gd name="T32" fmla="*/ 2147483646 w 102"/>
              <a:gd name="T33" fmla="*/ 2147483646 h 344"/>
              <a:gd name="T34" fmla="*/ 2147483646 w 102"/>
              <a:gd name="T35" fmla="*/ 2147483646 h 344"/>
              <a:gd name="T36" fmla="*/ 2147483646 w 102"/>
              <a:gd name="T37" fmla="*/ 2147483646 h 344"/>
              <a:gd name="T38" fmla="*/ 2147483646 w 102"/>
              <a:gd name="T39" fmla="*/ 2147483646 h 344"/>
              <a:gd name="T40" fmla="*/ 2147483646 w 102"/>
              <a:gd name="T41" fmla="*/ 2147483646 h 344"/>
              <a:gd name="T42" fmla="*/ 2147483646 w 102"/>
              <a:gd name="T43" fmla="*/ 2147483646 h 344"/>
              <a:gd name="T44" fmla="*/ 2147483646 w 102"/>
              <a:gd name="T45" fmla="*/ 2147483646 h 344"/>
              <a:gd name="T46" fmla="*/ 2147483646 w 102"/>
              <a:gd name="T47" fmla="*/ 2147483646 h 344"/>
              <a:gd name="T48" fmla="*/ 2147483646 w 102"/>
              <a:gd name="T49" fmla="*/ 2147483646 h 344"/>
              <a:gd name="T50" fmla="*/ 2147483646 w 102"/>
              <a:gd name="T51" fmla="*/ 2147483646 h 344"/>
              <a:gd name="T52" fmla="*/ 2147483646 w 102"/>
              <a:gd name="T53" fmla="*/ 2147483646 h 344"/>
              <a:gd name="T54" fmla="*/ 2147483646 w 102"/>
              <a:gd name="T55" fmla="*/ 2147483646 h 344"/>
              <a:gd name="T56" fmla="*/ 2147483646 w 102"/>
              <a:gd name="T57" fmla="*/ 2147483646 h 344"/>
              <a:gd name="T58" fmla="*/ 2147483646 w 102"/>
              <a:gd name="T59" fmla="*/ 2147483646 h 344"/>
              <a:gd name="T60" fmla="*/ 2147483646 w 102"/>
              <a:gd name="T61" fmla="*/ 2147483646 h 344"/>
              <a:gd name="T62" fmla="*/ 2147483646 w 102"/>
              <a:gd name="T63" fmla="*/ 2147483646 h 344"/>
              <a:gd name="T64" fmla="*/ 2147483646 w 102"/>
              <a:gd name="T65" fmla="*/ 2147483646 h 344"/>
              <a:gd name="T66" fmla="*/ 2147483646 w 102"/>
              <a:gd name="T67" fmla="*/ 2147483646 h 344"/>
              <a:gd name="T68" fmla="*/ 2147483646 w 102"/>
              <a:gd name="T69" fmla="*/ 2147483646 h 344"/>
              <a:gd name="T70" fmla="*/ 2147483646 w 102"/>
              <a:gd name="T71" fmla="*/ 2147483646 h 344"/>
              <a:gd name="T72" fmla="*/ 2147483646 w 102"/>
              <a:gd name="T73" fmla="*/ 2147483646 h 344"/>
              <a:gd name="T74" fmla="*/ 2147483646 w 102"/>
              <a:gd name="T75" fmla="*/ 2147483646 h 344"/>
              <a:gd name="T76" fmla="*/ 2147483646 w 102"/>
              <a:gd name="T77" fmla="*/ 2147483646 h 344"/>
              <a:gd name="T78" fmla="*/ 2147483646 w 102"/>
              <a:gd name="T79" fmla="*/ 2147483646 h 344"/>
              <a:gd name="T80" fmla="*/ 2147483646 w 102"/>
              <a:gd name="T81" fmla="*/ 2147483646 h 344"/>
              <a:gd name="T82" fmla="*/ 2147483646 w 102"/>
              <a:gd name="T83" fmla="*/ 2147483646 h 344"/>
              <a:gd name="T84" fmla="*/ 2147483646 w 102"/>
              <a:gd name="T85" fmla="*/ 2147483646 h 344"/>
              <a:gd name="T86" fmla="*/ 2147483646 w 102"/>
              <a:gd name="T87" fmla="*/ 2147483646 h 344"/>
              <a:gd name="T88" fmla="*/ 2147483646 w 102"/>
              <a:gd name="T89" fmla="*/ 2147483646 h 344"/>
              <a:gd name="T90" fmla="*/ 2147483646 w 102"/>
              <a:gd name="T91" fmla="*/ 2147483646 h 344"/>
              <a:gd name="T92" fmla="*/ 2147483646 w 102"/>
              <a:gd name="T93" fmla="*/ 2147483646 h 344"/>
              <a:gd name="T94" fmla="*/ 2147483646 w 102"/>
              <a:gd name="T95" fmla="*/ 2147483646 h 344"/>
              <a:gd name="T96" fmla="*/ 2147483646 w 102"/>
              <a:gd name="T97" fmla="*/ 2147483646 h 344"/>
              <a:gd name="T98" fmla="*/ 2147483646 w 102"/>
              <a:gd name="T99" fmla="*/ 2147483646 h 344"/>
              <a:gd name="T100" fmla="*/ 2147483646 w 102"/>
              <a:gd name="T101" fmla="*/ 2147483646 h 344"/>
              <a:gd name="T102" fmla="*/ 2147483646 w 102"/>
              <a:gd name="T103" fmla="*/ 2147483646 h 344"/>
              <a:gd name="T104" fmla="*/ 2147483646 w 102"/>
              <a:gd name="T105" fmla="*/ 2147483646 h 344"/>
              <a:gd name="T106" fmla="*/ 2147483646 w 102"/>
              <a:gd name="T107" fmla="*/ 2147483646 h 344"/>
              <a:gd name="T108" fmla="*/ 2147483646 w 102"/>
              <a:gd name="T109" fmla="*/ 2147483646 h 344"/>
              <a:gd name="T110" fmla="*/ 2147483646 w 102"/>
              <a:gd name="T111" fmla="*/ 2147483646 h 344"/>
              <a:gd name="T112" fmla="*/ 2147483646 w 102"/>
              <a:gd name="T113" fmla="*/ 2147483646 h 34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02"/>
              <a:gd name="T172" fmla="*/ 0 h 344"/>
              <a:gd name="T173" fmla="*/ 102 w 102"/>
              <a:gd name="T174" fmla="*/ 344 h 344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02" h="344">
                <a:moveTo>
                  <a:pt x="0" y="0"/>
                </a:moveTo>
                <a:lnTo>
                  <a:pt x="3" y="3"/>
                </a:lnTo>
                <a:lnTo>
                  <a:pt x="4" y="8"/>
                </a:lnTo>
                <a:lnTo>
                  <a:pt x="5" y="10"/>
                </a:lnTo>
                <a:lnTo>
                  <a:pt x="8" y="13"/>
                </a:lnTo>
                <a:lnTo>
                  <a:pt x="10" y="16"/>
                </a:lnTo>
                <a:lnTo>
                  <a:pt x="11" y="19"/>
                </a:lnTo>
                <a:lnTo>
                  <a:pt x="13" y="22"/>
                </a:lnTo>
                <a:lnTo>
                  <a:pt x="14" y="25"/>
                </a:lnTo>
                <a:lnTo>
                  <a:pt x="15" y="26"/>
                </a:lnTo>
                <a:lnTo>
                  <a:pt x="17" y="29"/>
                </a:lnTo>
                <a:lnTo>
                  <a:pt x="17" y="30"/>
                </a:lnTo>
                <a:lnTo>
                  <a:pt x="18" y="32"/>
                </a:lnTo>
                <a:lnTo>
                  <a:pt x="20" y="35"/>
                </a:lnTo>
                <a:lnTo>
                  <a:pt x="20" y="36"/>
                </a:lnTo>
                <a:lnTo>
                  <a:pt x="21" y="38"/>
                </a:lnTo>
                <a:lnTo>
                  <a:pt x="21" y="39"/>
                </a:lnTo>
                <a:lnTo>
                  <a:pt x="23" y="41"/>
                </a:lnTo>
                <a:lnTo>
                  <a:pt x="23" y="42"/>
                </a:lnTo>
                <a:lnTo>
                  <a:pt x="24" y="43"/>
                </a:lnTo>
                <a:lnTo>
                  <a:pt x="24" y="45"/>
                </a:lnTo>
                <a:lnTo>
                  <a:pt x="26" y="46"/>
                </a:lnTo>
                <a:lnTo>
                  <a:pt x="26" y="48"/>
                </a:lnTo>
                <a:lnTo>
                  <a:pt x="27" y="49"/>
                </a:lnTo>
                <a:lnTo>
                  <a:pt x="27" y="51"/>
                </a:lnTo>
                <a:lnTo>
                  <a:pt x="28" y="52"/>
                </a:lnTo>
                <a:lnTo>
                  <a:pt x="28" y="55"/>
                </a:lnTo>
                <a:lnTo>
                  <a:pt x="30" y="56"/>
                </a:lnTo>
                <a:lnTo>
                  <a:pt x="30" y="58"/>
                </a:lnTo>
                <a:lnTo>
                  <a:pt x="31" y="59"/>
                </a:lnTo>
                <a:lnTo>
                  <a:pt x="31" y="61"/>
                </a:lnTo>
                <a:lnTo>
                  <a:pt x="33" y="64"/>
                </a:lnTo>
                <a:lnTo>
                  <a:pt x="33" y="65"/>
                </a:lnTo>
                <a:lnTo>
                  <a:pt x="34" y="66"/>
                </a:lnTo>
                <a:lnTo>
                  <a:pt x="34" y="68"/>
                </a:lnTo>
                <a:lnTo>
                  <a:pt x="36" y="71"/>
                </a:lnTo>
                <a:lnTo>
                  <a:pt x="36" y="72"/>
                </a:lnTo>
                <a:lnTo>
                  <a:pt x="37" y="74"/>
                </a:lnTo>
                <a:lnTo>
                  <a:pt x="37" y="75"/>
                </a:lnTo>
                <a:lnTo>
                  <a:pt x="38" y="76"/>
                </a:lnTo>
                <a:lnTo>
                  <a:pt x="38" y="78"/>
                </a:lnTo>
                <a:lnTo>
                  <a:pt x="40" y="79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1" y="84"/>
                </a:lnTo>
                <a:lnTo>
                  <a:pt x="41" y="85"/>
                </a:lnTo>
                <a:lnTo>
                  <a:pt x="43" y="87"/>
                </a:lnTo>
                <a:lnTo>
                  <a:pt x="43" y="88"/>
                </a:lnTo>
                <a:lnTo>
                  <a:pt x="43" y="89"/>
                </a:lnTo>
                <a:lnTo>
                  <a:pt x="44" y="91"/>
                </a:lnTo>
                <a:lnTo>
                  <a:pt x="44" y="92"/>
                </a:lnTo>
                <a:lnTo>
                  <a:pt x="46" y="94"/>
                </a:lnTo>
                <a:lnTo>
                  <a:pt x="46" y="95"/>
                </a:lnTo>
                <a:lnTo>
                  <a:pt x="46" y="97"/>
                </a:lnTo>
                <a:lnTo>
                  <a:pt x="47" y="98"/>
                </a:lnTo>
                <a:lnTo>
                  <a:pt x="47" y="99"/>
                </a:lnTo>
                <a:lnTo>
                  <a:pt x="49" y="102"/>
                </a:lnTo>
                <a:lnTo>
                  <a:pt x="49" y="104"/>
                </a:lnTo>
                <a:lnTo>
                  <a:pt x="50" y="105"/>
                </a:lnTo>
                <a:lnTo>
                  <a:pt x="50" y="108"/>
                </a:lnTo>
                <a:lnTo>
                  <a:pt x="51" y="111"/>
                </a:lnTo>
                <a:lnTo>
                  <a:pt x="53" y="112"/>
                </a:lnTo>
                <a:lnTo>
                  <a:pt x="53" y="115"/>
                </a:lnTo>
                <a:lnTo>
                  <a:pt x="54" y="117"/>
                </a:lnTo>
                <a:lnTo>
                  <a:pt x="54" y="120"/>
                </a:lnTo>
                <a:lnTo>
                  <a:pt x="56" y="121"/>
                </a:lnTo>
                <a:lnTo>
                  <a:pt x="56" y="122"/>
                </a:lnTo>
                <a:lnTo>
                  <a:pt x="57" y="124"/>
                </a:lnTo>
                <a:lnTo>
                  <a:pt x="57" y="125"/>
                </a:lnTo>
                <a:lnTo>
                  <a:pt x="57" y="127"/>
                </a:lnTo>
                <a:lnTo>
                  <a:pt x="59" y="128"/>
                </a:lnTo>
                <a:lnTo>
                  <a:pt x="59" y="130"/>
                </a:lnTo>
                <a:lnTo>
                  <a:pt x="60" y="131"/>
                </a:lnTo>
                <a:lnTo>
                  <a:pt x="60" y="133"/>
                </a:lnTo>
                <a:lnTo>
                  <a:pt x="60" y="134"/>
                </a:lnTo>
                <a:lnTo>
                  <a:pt x="60" y="135"/>
                </a:lnTo>
                <a:lnTo>
                  <a:pt x="61" y="137"/>
                </a:lnTo>
                <a:lnTo>
                  <a:pt x="61" y="138"/>
                </a:lnTo>
                <a:lnTo>
                  <a:pt x="61" y="140"/>
                </a:lnTo>
                <a:lnTo>
                  <a:pt x="63" y="140"/>
                </a:lnTo>
                <a:lnTo>
                  <a:pt x="63" y="141"/>
                </a:lnTo>
                <a:lnTo>
                  <a:pt x="63" y="143"/>
                </a:lnTo>
                <a:lnTo>
                  <a:pt x="64" y="144"/>
                </a:lnTo>
                <a:lnTo>
                  <a:pt x="64" y="145"/>
                </a:lnTo>
                <a:lnTo>
                  <a:pt x="64" y="147"/>
                </a:lnTo>
                <a:lnTo>
                  <a:pt x="64" y="148"/>
                </a:lnTo>
                <a:lnTo>
                  <a:pt x="66" y="150"/>
                </a:lnTo>
                <a:lnTo>
                  <a:pt x="66" y="153"/>
                </a:lnTo>
                <a:lnTo>
                  <a:pt x="67" y="154"/>
                </a:lnTo>
                <a:lnTo>
                  <a:pt x="67" y="156"/>
                </a:lnTo>
                <a:lnTo>
                  <a:pt x="69" y="158"/>
                </a:lnTo>
                <a:lnTo>
                  <a:pt x="69" y="160"/>
                </a:lnTo>
                <a:lnTo>
                  <a:pt x="69" y="163"/>
                </a:lnTo>
                <a:lnTo>
                  <a:pt x="70" y="164"/>
                </a:lnTo>
                <a:lnTo>
                  <a:pt x="70" y="167"/>
                </a:lnTo>
                <a:lnTo>
                  <a:pt x="72" y="170"/>
                </a:lnTo>
                <a:lnTo>
                  <a:pt x="72" y="171"/>
                </a:lnTo>
                <a:lnTo>
                  <a:pt x="73" y="173"/>
                </a:lnTo>
                <a:lnTo>
                  <a:pt x="73" y="174"/>
                </a:lnTo>
                <a:lnTo>
                  <a:pt x="73" y="177"/>
                </a:lnTo>
                <a:lnTo>
                  <a:pt x="74" y="179"/>
                </a:lnTo>
                <a:lnTo>
                  <a:pt x="74" y="180"/>
                </a:lnTo>
                <a:lnTo>
                  <a:pt x="74" y="181"/>
                </a:lnTo>
                <a:lnTo>
                  <a:pt x="76" y="183"/>
                </a:lnTo>
                <a:lnTo>
                  <a:pt x="76" y="184"/>
                </a:lnTo>
                <a:lnTo>
                  <a:pt x="77" y="186"/>
                </a:lnTo>
                <a:lnTo>
                  <a:pt x="77" y="187"/>
                </a:lnTo>
                <a:lnTo>
                  <a:pt x="77" y="189"/>
                </a:lnTo>
                <a:lnTo>
                  <a:pt x="77" y="190"/>
                </a:lnTo>
                <a:lnTo>
                  <a:pt x="79" y="191"/>
                </a:lnTo>
                <a:lnTo>
                  <a:pt x="79" y="193"/>
                </a:lnTo>
                <a:lnTo>
                  <a:pt x="79" y="194"/>
                </a:lnTo>
                <a:lnTo>
                  <a:pt x="80" y="196"/>
                </a:lnTo>
                <a:lnTo>
                  <a:pt x="80" y="197"/>
                </a:lnTo>
                <a:lnTo>
                  <a:pt x="80" y="199"/>
                </a:lnTo>
                <a:lnTo>
                  <a:pt x="82" y="202"/>
                </a:lnTo>
                <a:lnTo>
                  <a:pt x="82" y="203"/>
                </a:lnTo>
                <a:lnTo>
                  <a:pt x="82" y="204"/>
                </a:lnTo>
                <a:lnTo>
                  <a:pt x="83" y="206"/>
                </a:lnTo>
                <a:lnTo>
                  <a:pt x="83" y="209"/>
                </a:lnTo>
                <a:lnTo>
                  <a:pt x="84" y="210"/>
                </a:lnTo>
                <a:lnTo>
                  <a:pt x="84" y="213"/>
                </a:lnTo>
                <a:lnTo>
                  <a:pt x="86" y="214"/>
                </a:lnTo>
                <a:lnTo>
                  <a:pt x="86" y="217"/>
                </a:lnTo>
                <a:lnTo>
                  <a:pt x="87" y="219"/>
                </a:lnTo>
                <a:lnTo>
                  <a:pt x="87" y="222"/>
                </a:lnTo>
                <a:lnTo>
                  <a:pt x="89" y="223"/>
                </a:lnTo>
                <a:lnTo>
                  <a:pt x="89" y="225"/>
                </a:lnTo>
                <a:lnTo>
                  <a:pt x="89" y="227"/>
                </a:lnTo>
                <a:lnTo>
                  <a:pt x="90" y="229"/>
                </a:lnTo>
                <a:lnTo>
                  <a:pt x="90" y="230"/>
                </a:lnTo>
                <a:lnTo>
                  <a:pt x="90" y="232"/>
                </a:lnTo>
                <a:lnTo>
                  <a:pt x="92" y="233"/>
                </a:lnTo>
                <a:lnTo>
                  <a:pt x="92" y="235"/>
                </a:lnTo>
                <a:lnTo>
                  <a:pt x="92" y="236"/>
                </a:lnTo>
                <a:lnTo>
                  <a:pt x="92" y="237"/>
                </a:lnTo>
                <a:lnTo>
                  <a:pt x="93" y="239"/>
                </a:lnTo>
                <a:lnTo>
                  <a:pt x="93" y="240"/>
                </a:lnTo>
                <a:lnTo>
                  <a:pt x="93" y="242"/>
                </a:lnTo>
                <a:lnTo>
                  <a:pt x="93" y="243"/>
                </a:lnTo>
                <a:lnTo>
                  <a:pt x="93" y="245"/>
                </a:lnTo>
                <a:lnTo>
                  <a:pt x="93" y="246"/>
                </a:lnTo>
                <a:lnTo>
                  <a:pt x="95" y="248"/>
                </a:lnTo>
                <a:lnTo>
                  <a:pt x="95" y="249"/>
                </a:lnTo>
                <a:lnTo>
                  <a:pt x="95" y="250"/>
                </a:lnTo>
                <a:lnTo>
                  <a:pt x="95" y="252"/>
                </a:lnTo>
                <a:lnTo>
                  <a:pt x="95" y="255"/>
                </a:lnTo>
                <a:lnTo>
                  <a:pt x="95" y="256"/>
                </a:lnTo>
                <a:lnTo>
                  <a:pt x="95" y="258"/>
                </a:lnTo>
                <a:lnTo>
                  <a:pt x="95" y="259"/>
                </a:lnTo>
                <a:lnTo>
                  <a:pt x="96" y="260"/>
                </a:lnTo>
                <a:lnTo>
                  <a:pt x="96" y="263"/>
                </a:lnTo>
                <a:lnTo>
                  <a:pt x="96" y="265"/>
                </a:lnTo>
                <a:lnTo>
                  <a:pt x="96" y="268"/>
                </a:lnTo>
                <a:lnTo>
                  <a:pt x="96" y="269"/>
                </a:lnTo>
                <a:lnTo>
                  <a:pt x="96" y="270"/>
                </a:lnTo>
                <a:lnTo>
                  <a:pt x="96" y="272"/>
                </a:lnTo>
                <a:lnTo>
                  <a:pt x="96" y="273"/>
                </a:lnTo>
                <a:lnTo>
                  <a:pt x="96" y="275"/>
                </a:lnTo>
                <a:lnTo>
                  <a:pt x="96" y="276"/>
                </a:lnTo>
                <a:lnTo>
                  <a:pt x="96" y="278"/>
                </a:lnTo>
                <a:lnTo>
                  <a:pt x="97" y="279"/>
                </a:lnTo>
                <a:lnTo>
                  <a:pt x="97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5"/>
                </a:lnTo>
                <a:lnTo>
                  <a:pt x="97" y="286"/>
                </a:lnTo>
                <a:lnTo>
                  <a:pt x="97" y="288"/>
                </a:lnTo>
                <a:lnTo>
                  <a:pt x="97" y="289"/>
                </a:lnTo>
                <a:lnTo>
                  <a:pt x="99" y="291"/>
                </a:lnTo>
                <a:lnTo>
                  <a:pt x="99" y="292"/>
                </a:lnTo>
                <a:lnTo>
                  <a:pt x="99" y="293"/>
                </a:lnTo>
                <a:lnTo>
                  <a:pt x="99" y="295"/>
                </a:lnTo>
                <a:lnTo>
                  <a:pt x="99" y="296"/>
                </a:lnTo>
                <a:lnTo>
                  <a:pt x="100" y="298"/>
                </a:lnTo>
                <a:lnTo>
                  <a:pt x="100" y="299"/>
                </a:lnTo>
                <a:lnTo>
                  <a:pt x="100" y="301"/>
                </a:lnTo>
                <a:lnTo>
                  <a:pt x="100" y="302"/>
                </a:lnTo>
                <a:lnTo>
                  <a:pt x="100" y="304"/>
                </a:lnTo>
                <a:lnTo>
                  <a:pt x="100" y="305"/>
                </a:lnTo>
                <a:lnTo>
                  <a:pt x="102" y="305"/>
                </a:lnTo>
                <a:lnTo>
                  <a:pt x="102" y="306"/>
                </a:lnTo>
                <a:lnTo>
                  <a:pt x="102" y="308"/>
                </a:lnTo>
                <a:lnTo>
                  <a:pt x="102" y="309"/>
                </a:lnTo>
                <a:lnTo>
                  <a:pt x="102" y="311"/>
                </a:lnTo>
                <a:lnTo>
                  <a:pt x="102" y="312"/>
                </a:lnTo>
                <a:lnTo>
                  <a:pt x="102" y="314"/>
                </a:lnTo>
                <a:lnTo>
                  <a:pt x="102" y="315"/>
                </a:lnTo>
                <a:lnTo>
                  <a:pt x="102" y="316"/>
                </a:lnTo>
                <a:lnTo>
                  <a:pt x="102" y="318"/>
                </a:lnTo>
                <a:lnTo>
                  <a:pt x="102" y="319"/>
                </a:lnTo>
                <a:lnTo>
                  <a:pt x="102" y="321"/>
                </a:lnTo>
                <a:lnTo>
                  <a:pt x="102" y="322"/>
                </a:lnTo>
                <a:lnTo>
                  <a:pt x="102" y="324"/>
                </a:lnTo>
                <a:lnTo>
                  <a:pt x="102" y="325"/>
                </a:lnTo>
                <a:lnTo>
                  <a:pt x="102" y="327"/>
                </a:lnTo>
                <a:lnTo>
                  <a:pt x="102" y="329"/>
                </a:lnTo>
                <a:lnTo>
                  <a:pt x="102" y="331"/>
                </a:lnTo>
                <a:lnTo>
                  <a:pt x="102" y="334"/>
                </a:lnTo>
                <a:lnTo>
                  <a:pt x="102" y="335"/>
                </a:lnTo>
                <a:lnTo>
                  <a:pt x="102" y="338"/>
                </a:lnTo>
                <a:lnTo>
                  <a:pt x="100" y="341"/>
                </a:lnTo>
                <a:lnTo>
                  <a:pt x="100" y="344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5" name="Freeform 185">
            <a:extLst>
              <a:ext uri="{FF2B5EF4-FFF2-40B4-BE49-F238E27FC236}">
                <a16:creationId xmlns:a16="http://schemas.microsoft.com/office/drawing/2014/main" id="{B4E47A5A-F695-453C-848B-7F1A8E2ABE2C}"/>
              </a:ext>
            </a:extLst>
          </p:cNvPr>
          <p:cNvSpPr>
            <a:spLocks/>
          </p:cNvSpPr>
          <p:nvPr/>
        </p:nvSpPr>
        <p:spPr bwMode="auto">
          <a:xfrm>
            <a:off x="3636963" y="5646738"/>
            <a:ext cx="80962" cy="273050"/>
          </a:xfrm>
          <a:custGeom>
            <a:avLst/>
            <a:gdLst>
              <a:gd name="T0" fmla="*/ 2147483646 w 102"/>
              <a:gd name="T1" fmla="*/ 2147483646 h 343"/>
              <a:gd name="T2" fmla="*/ 2147483646 w 102"/>
              <a:gd name="T3" fmla="*/ 2147483646 h 343"/>
              <a:gd name="T4" fmla="*/ 2147483646 w 102"/>
              <a:gd name="T5" fmla="*/ 2147483646 h 343"/>
              <a:gd name="T6" fmla="*/ 2147483646 w 102"/>
              <a:gd name="T7" fmla="*/ 2147483646 h 343"/>
              <a:gd name="T8" fmla="*/ 2147483646 w 102"/>
              <a:gd name="T9" fmla="*/ 2147483646 h 343"/>
              <a:gd name="T10" fmla="*/ 2147483646 w 102"/>
              <a:gd name="T11" fmla="*/ 2147483646 h 343"/>
              <a:gd name="T12" fmla="*/ 2147483646 w 102"/>
              <a:gd name="T13" fmla="*/ 2147483646 h 343"/>
              <a:gd name="T14" fmla="*/ 2147483646 w 102"/>
              <a:gd name="T15" fmla="*/ 2147483646 h 343"/>
              <a:gd name="T16" fmla="*/ 2147483646 w 102"/>
              <a:gd name="T17" fmla="*/ 2147483646 h 343"/>
              <a:gd name="T18" fmla="*/ 2147483646 w 102"/>
              <a:gd name="T19" fmla="*/ 2147483646 h 343"/>
              <a:gd name="T20" fmla="*/ 2147483646 w 102"/>
              <a:gd name="T21" fmla="*/ 2147483646 h 343"/>
              <a:gd name="T22" fmla="*/ 2147483646 w 102"/>
              <a:gd name="T23" fmla="*/ 2147483646 h 343"/>
              <a:gd name="T24" fmla="*/ 2147483646 w 102"/>
              <a:gd name="T25" fmla="*/ 2147483646 h 343"/>
              <a:gd name="T26" fmla="*/ 2147483646 w 102"/>
              <a:gd name="T27" fmla="*/ 2147483646 h 343"/>
              <a:gd name="T28" fmla="*/ 2147483646 w 102"/>
              <a:gd name="T29" fmla="*/ 2147483646 h 343"/>
              <a:gd name="T30" fmla="*/ 2147483646 w 102"/>
              <a:gd name="T31" fmla="*/ 2147483646 h 343"/>
              <a:gd name="T32" fmla="*/ 2147483646 w 102"/>
              <a:gd name="T33" fmla="*/ 2147483646 h 343"/>
              <a:gd name="T34" fmla="*/ 2147483646 w 102"/>
              <a:gd name="T35" fmla="*/ 2147483646 h 343"/>
              <a:gd name="T36" fmla="*/ 2147483646 w 102"/>
              <a:gd name="T37" fmla="*/ 2147483646 h 343"/>
              <a:gd name="T38" fmla="*/ 2147483646 w 102"/>
              <a:gd name="T39" fmla="*/ 2147483646 h 343"/>
              <a:gd name="T40" fmla="*/ 2147483646 w 102"/>
              <a:gd name="T41" fmla="*/ 2147483646 h 343"/>
              <a:gd name="T42" fmla="*/ 2147483646 w 102"/>
              <a:gd name="T43" fmla="*/ 2147483646 h 343"/>
              <a:gd name="T44" fmla="*/ 2147483646 w 102"/>
              <a:gd name="T45" fmla="*/ 2147483646 h 343"/>
              <a:gd name="T46" fmla="*/ 2147483646 w 102"/>
              <a:gd name="T47" fmla="*/ 2147483646 h 343"/>
              <a:gd name="T48" fmla="*/ 2147483646 w 102"/>
              <a:gd name="T49" fmla="*/ 2147483646 h 343"/>
              <a:gd name="T50" fmla="*/ 2147483646 w 102"/>
              <a:gd name="T51" fmla="*/ 2147483646 h 343"/>
              <a:gd name="T52" fmla="*/ 2147483646 w 102"/>
              <a:gd name="T53" fmla="*/ 2147483646 h 343"/>
              <a:gd name="T54" fmla="*/ 2147483646 w 102"/>
              <a:gd name="T55" fmla="*/ 2147483646 h 343"/>
              <a:gd name="T56" fmla="*/ 2147483646 w 102"/>
              <a:gd name="T57" fmla="*/ 2147483646 h 343"/>
              <a:gd name="T58" fmla="*/ 2147483646 w 102"/>
              <a:gd name="T59" fmla="*/ 2147483646 h 343"/>
              <a:gd name="T60" fmla="*/ 2147483646 w 102"/>
              <a:gd name="T61" fmla="*/ 2147483646 h 343"/>
              <a:gd name="T62" fmla="*/ 2147483646 w 102"/>
              <a:gd name="T63" fmla="*/ 2147483646 h 343"/>
              <a:gd name="T64" fmla="*/ 2147483646 w 102"/>
              <a:gd name="T65" fmla="*/ 2147483646 h 343"/>
              <a:gd name="T66" fmla="*/ 2147483646 w 102"/>
              <a:gd name="T67" fmla="*/ 2147483646 h 343"/>
              <a:gd name="T68" fmla="*/ 2147483646 w 102"/>
              <a:gd name="T69" fmla="*/ 2147483646 h 343"/>
              <a:gd name="T70" fmla="*/ 2147483646 w 102"/>
              <a:gd name="T71" fmla="*/ 2147483646 h 343"/>
              <a:gd name="T72" fmla="*/ 2147483646 w 102"/>
              <a:gd name="T73" fmla="*/ 2147483646 h 343"/>
              <a:gd name="T74" fmla="*/ 2147483646 w 102"/>
              <a:gd name="T75" fmla="*/ 2147483646 h 343"/>
              <a:gd name="T76" fmla="*/ 2147483646 w 102"/>
              <a:gd name="T77" fmla="*/ 2147483646 h 343"/>
              <a:gd name="T78" fmla="*/ 2147483646 w 102"/>
              <a:gd name="T79" fmla="*/ 2147483646 h 343"/>
              <a:gd name="T80" fmla="*/ 2147483646 w 102"/>
              <a:gd name="T81" fmla="*/ 2147483646 h 343"/>
              <a:gd name="T82" fmla="*/ 2147483646 w 102"/>
              <a:gd name="T83" fmla="*/ 2147483646 h 343"/>
              <a:gd name="T84" fmla="*/ 2147483646 w 102"/>
              <a:gd name="T85" fmla="*/ 2147483646 h 343"/>
              <a:gd name="T86" fmla="*/ 2147483646 w 102"/>
              <a:gd name="T87" fmla="*/ 2147483646 h 343"/>
              <a:gd name="T88" fmla="*/ 2147483646 w 102"/>
              <a:gd name="T89" fmla="*/ 2147483646 h 343"/>
              <a:gd name="T90" fmla="*/ 2147483646 w 102"/>
              <a:gd name="T91" fmla="*/ 2147483646 h 343"/>
              <a:gd name="T92" fmla="*/ 2147483646 w 102"/>
              <a:gd name="T93" fmla="*/ 2147483646 h 343"/>
              <a:gd name="T94" fmla="*/ 2147483646 w 102"/>
              <a:gd name="T95" fmla="*/ 2147483646 h 343"/>
              <a:gd name="T96" fmla="*/ 2147483646 w 102"/>
              <a:gd name="T97" fmla="*/ 2147483646 h 343"/>
              <a:gd name="T98" fmla="*/ 2147483646 w 102"/>
              <a:gd name="T99" fmla="*/ 2147483646 h 343"/>
              <a:gd name="T100" fmla="*/ 2147483646 w 102"/>
              <a:gd name="T101" fmla="*/ 2147483646 h 343"/>
              <a:gd name="T102" fmla="*/ 2147483646 w 102"/>
              <a:gd name="T103" fmla="*/ 2147483646 h 343"/>
              <a:gd name="T104" fmla="*/ 2147483646 w 102"/>
              <a:gd name="T105" fmla="*/ 2147483646 h 343"/>
              <a:gd name="T106" fmla="*/ 2147483646 w 102"/>
              <a:gd name="T107" fmla="*/ 2147483646 h 343"/>
              <a:gd name="T108" fmla="*/ 2147483646 w 102"/>
              <a:gd name="T109" fmla="*/ 2147483646 h 343"/>
              <a:gd name="T110" fmla="*/ 2147483646 w 102"/>
              <a:gd name="T111" fmla="*/ 2147483646 h 343"/>
              <a:gd name="T112" fmla="*/ 2147483646 w 102"/>
              <a:gd name="T113" fmla="*/ 2147483646 h 343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02"/>
              <a:gd name="T172" fmla="*/ 0 h 343"/>
              <a:gd name="T173" fmla="*/ 102 w 102"/>
              <a:gd name="T174" fmla="*/ 343 h 343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02" h="343">
                <a:moveTo>
                  <a:pt x="0" y="343"/>
                </a:moveTo>
                <a:lnTo>
                  <a:pt x="3" y="339"/>
                </a:lnTo>
                <a:lnTo>
                  <a:pt x="4" y="336"/>
                </a:lnTo>
                <a:lnTo>
                  <a:pt x="5" y="333"/>
                </a:lnTo>
                <a:lnTo>
                  <a:pt x="8" y="329"/>
                </a:lnTo>
                <a:lnTo>
                  <a:pt x="10" y="326"/>
                </a:lnTo>
                <a:lnTo>
                  <a:pt x="11" y="325"/>
                </a:lnTo>
                <a:lnTo>
                  <a:pt x="13" y="322"/>
                </a:lnTo>
                <a:lnTo>
                  <a:pt x="14" y="319"/>
                </a:lnTo>
                <a:lnTo>
                  <a:pt x="15" y="318"/>
                </a:lnTo>
                <a:lnTo>
                  <a:pt x="17" y="315"/>
                </a:lnTo>
                <a:lnTo>
                  <a:pt x="17" y="313"/>
                </a:lnTo>
                <a:lnTo>
                  <a:pt x="18" y="310"/>
                </a:lnTo>
                <a:lnTo>
                  <a:pt x="20" y="309"/>
                </a:lnTo>
                <a:lnTo>
                  <a:pt x="20" y="307"/>
                </a:lnTo>
                <a:lnTo>
                  <a:pt x="21" y="306"/>
                </a:lnTo>
                <a:lnTo>
                  <a:pt x="21" y="305"/>
                </a:lnTo>
                <a:lnTo>
                  <a:pt x="23" y="303"/>
                </a:lnTo>
                <a:lnTo>
                  <a:pt x="23" y="302"/>
                </a:lnTo>
                <a:lnTo>
                  <a:pt x="24" y="300"/>
                </a:lnTo>
                <a:lnTo>
                  <a:pt x="24" y="299"/>
                </a:lnTo>
                <a:lnTo>
                  <a:pt x="26" y="297"/>
                </a:lnTo>
                <a:lnTo>
                  <a:pt x="26" y="296"/>
                </a:lnTo>
                <a:lnTo>
                  <a:pt x="27" y="295"/>
                </a:lnTo>
                <a:lnTo>
                  <a:pt x="27" y="293"/>
                </a:lnTo>
                <a:lnTo>
                  <a:pt x="27" y="292"/>
                </a:lnTo>
                <a:lnTo>
                  <a:pt x="28" y="290"/>
                </a:lnTo>
                <a:lnTo>
                  <a:pt x="28" y="289"/>
                </a:lnTo>
                <a:lnTo>
                  <a:pt x="30" y="287"/>
                </a:lnTo>
                <a:lnTo>
                  <a:pt x="30" y="286"/>
                </a:lnTo>
                <a:lnTo>
                  <a:pt x="31" y="284"/>
                </a:lnTo>
                <a:lnTo>
                  <a:pt x="31" y="283"/>
                </a:lnTo>
                <a:lnTo>
                  <a:pt x="33" y="280"/>
                </a:lnTo>
                <a:lnTo>
                  <a:pt x="33" y="279"/>
                </a:lnTo>
                <a:lnTo>
                  <a:pt x="34" y="277"/>
                </a:lnTo>
                <a:lnTo>
                  <a:pt x="34" y="274"/>
                </a:lnTo>
                <a:lnTo>
                  <a:pt x="36" y="273"/>
                </a:lnTo>
                <a:lnTo>
                  <a:pt x="36" y="272"/>
                </a:lnTo>
                <a:lnTo>
                  <a:pt x="37" y="270"/>
                </a:lnTo>
                <a:lnTo>
                  <a:pt x="37" y="269"/>
                </a:lnTo>
                <a:lnTo>
                  <a:pt x="38" y="267"/>
                </a:lnTo>
                <a:lnTo>
                  <a:pt x="38" y="266"/>
                </a:lnTo>
                <a:lnTo>
                  <a:pt x="40" y="264"/>
                </a:lnTo>
                <a:lnTo>
                  <a:pt x="40" y="263"/>
                </a:lnTo>
                <a:lnTo>
                  <a:pt x="40" y="261"/>
                </a:lnTo>
                <a:lnTo>
                  <a:pt x="41" y="260"/>
                </a:lnTo>
                <a:lnTo>
                  <a:pt x="41" y="259"/>
                </a:lnTo>
                <a:lnTo>
                  <a:pt x="43" y="257"/>
                </a:lnTo>
                <a:lnTo>
                  <a:pt x="43" y="256"/>
                </a:lnTo>
                <a:lnTo>
                  <a:pt x="43" y="254"/>
                </a:lnTo>
                <a:lnTo>
                  <a:pt x="44" y="253"/>
                </a:lnTo>
                <a:lnTo>
                  <a:pt x="44" y="251"/>
                </a:lnTo>
                <a:lnTo>
                  <a:pt x="46" y="250"/>
                </a:lnTo>
                <a:lnTo>
                  <a:pt x="46" y="249"/>
                </a:lnTo>
                <a:lnTo>
                  <a:pt x="46" y="247"/>
                </a:lnTo>
                <a:lnTo>
                  <a:pt x="47" y="246"/>
                </a:lnTo>
                <a:lnTo>
                  <a:pt x="47" y="243"/>
                </a:lnTo>
                <a:lnTo>
                  <a:pt x="49" y="241"/>
                </a:lnTo>
                <a:lnTo>
                  <a:pt x="49" y="240"/>
                </a:lnTo>
                <a:lnTo>
                  <a:pt x="50" y="237"/>
                </a:lnTo>
                <a:lnTo>
                  <a:pt x="50" y="236"/>
                </a:lnTo>
                <a:lnTo>
                  <a:pt x="51" y="233"/>
                </a:lnTo>
                <a:lnTo>
                  <a:pt x="53" y="231"/>
                </a:lnTo>
                <a:lnTo>
                  <a:pt x="53" y="228"/>
                </a:lnTo>
                <a:lnTo>
                  <a:pt x="54" y="227"/>
                </a:lnTo>
                <a:lnTo>
                  <a:pt x="54" y="224"/>
                </a:lnTo>
                <a:lnTo>
                  <a:pt x="56" y="223"/>
                </a:lnTo>
                <a:lnTo>
                  <a:pt x="56" y="221"/>
                </a:lnTo>
                <a:lnTo>
                  <a:pt x="57" y="220"/>
                </a:lnTo>
                <a:lnTo>
                  <a:pt x="57" y="217"/>
                </a:lnTo>
                <a:lnTo>
                  <a:pt x="57" y="215"/>
                </a:lnTo>
                <a:lnTo>
                  <a:pt x="59" y="214"/>
                </a:lnTo>
                <a:lnTo>
                  <a:pt x="59" y="213"/>
                </a:lnTo>
                <a:lnTo>
                  <a:pt x="60" y="213"/>
                </a:lnTo>
                <a:lnTo>
                  <a:pt x="60" y="211"/>
                </a:lnTo>
                <a:lnTo>
                  <a:pt x="60" y="210"/>
                </a:lnTo>
                <a:lnTo>
                  <a:pt x="60" y="208"/>
                </a:lnTo>
                <a:lnTo>
                  <a:pt x="61" y="207"/>
                </a:lnTo>
                <a:lnTo>
                  <a:pt x="61" y="205"/>
                </a:lnTo>
                <a:lnTo>
                  <a:pt x="61" y="204"/>
                </a:lnTo>
                <a:lnTo>
                  <a:pt x="63" y="203"/>
                </a:lnTo>
                <a:lnTo>
                  <a:pt x="63" y="201"/>
                </a:lnTo>
                <a:lnTo>
                  <a:pt x="64" y="200"/>
                </a:lnTo>
                <a:lnTo>
                  <a:pt x="64" y="198"/>
                </a:lnTo>
                <a:lnTo>
                  <a:pt x="64" y="197"/>
                </a:lnTo>
                <a:lnTo>
                  <a:pt x="64" y="195"/>
                </a:lnTo>
                <a:lnTo>
                  <a:pt x="66" y="192"/>
                </a:lnTo>
                <a:lnTo>
                  <a:pt x="66" y="191"/>
                </a:lnTo>
                <a:lnTo>
                  <a:pt x="67" y="190"/>
                </a:lnTo>
                <a:lnTo>
                  <a:pt x="67" y="188"/>
                </a:lnTo>
                <a:lnTo>
                  <a:pt x="69" y="185"/>
                </a:lnTo>
                <a:lnTo>
                  <a:pt x="69" y="182"/>
                </a:lnTo>
                <a:lnTo>
                  <a:pt x="69" y="181"/>
                </a:lnTo>
                <a:lnTo>
                  <a:pt x="70" y="178"/>
                </a:lnTo>
                <a:lnTo>
                  <a:pt x="70" y="177"/>
                </a:lnTo>
                <a:lnTo>
                  <a:pt x="72" y="174"/>
                </a:lnTo>
                <a:lnTo>
                  <a:pt x="72" y="172"/>
                </a:lnTo>
                <a:lnTo>
                  <a:pt x="73" y="171"/>
                </a:lnTo>
                <a:lnTo>
                  <a:pt x="73" y="168"/>
                </a:lnTo>
                <a:lnTo>
                  <a:pt x="73" y="167"/>
                </a:lnTo>
                <a:lnTo>
                  <a:pt x="74" y="165"/>
                </a:lnTo>
                <a:lnTo>
                  <a:pt x="74" y="164"/>
                </a:lnTo>
                <a:lnTo>
                  <a:pt x="74" y="162"/>
                </a:lnTo>
                <a:lnTo>
                  <a:pt x="76" y="161"/>
                </a:lnTo>
                <a:lnTo>
                  <a:pt x="76" y="159"/>
                </a:lnTo>
                <a:lnTo>
                  <a:pt x="76" y="158"/>
                </a:lnTo>
                <a:lnTo>
                  <a:pt x="77" y="158"/>
                </a:lnTo>
                <a:lnTo>
                  <a:pt x="77" y="157"/>
                </a:lnTo>
                <a:lnTo>
                  <a:pt x="77" y="155"/>
                </a:lnTo>
                <a:lnTo>
                  <a:pt x="77" y="154"/>
                </a:lnTo>
                <a:lnTo>
                  <a:pt x="79" y="152"/>
                </a:lnTo>
                <a:lnTo>
                  <a:pt x="79" y="151"/>
                </a:lnTo>
                <a:lnTo>
                  <a:pt x="79" y="149"/>
                </a:lnTo>
                <a:lnTo>
                  <a:pt x="79" y="148"/>
                </a:lnTo>
                <a:lnTo>
                  <a:pt x="80" y="147"/>
                </a:lnTo>
                <a:lnTo>
                  <a:pt x="80" y="145"/>
                </a:lnTo>
                <a:lnTo>
                  <a:pt x="80" y="144"/>
                </a:lnTo>
                <a:lnTo>
                  <a:pt x="82" y="142"/>
                </a:lnTo>
                <a:lnTo>
                  <a:pt x="82" y="141"/>
                </a:lnTo>
                <a:lnTo>
                  <a:pt x="82" y="139"/>
                </a:lnTo>
                <a:lnTo>
                  <a:pt x="83" y="138"/>
                </a:lnTo>
                <a:lnTo>
                  <a:pt x="83" y="135"/>
                </a:lnTo>
                <a:lnTo>
                  <a:pt x="84" y="134"/>
                </a:lnTo>
                <a:lnTo>
                  <a:pt x="84" y="131"/>
                </a:lnTo>
                <a:lnTo>
                  <a:pt x="86" y="129"/>
                </a:lnTo>
                <a:lnTo>
                  <a:pt x="86" y="126"/>
                </a:lnTo>
                <a:lnTo>
                  <a:pt x="87" y="124"/>
                </a:lnTo>
                <a:lnTo>
                  <a:pt x="87" y="122"/>
                </a:lnTo>
                <a:lnTo>
                  <a:pt x="89" y="121"/>
                </a:lnTo>
                <a:lnTo>
                  <a:pt x="89" y="118"/>
                </a:lnTo>
                <a:lnTo>
                  <a:pt x="89" y="116"/>
                </a:lnTo>
                <a:lnTo>
                  <a:pt x="90" y="115"/>
                </a:lnTo>
                <a:lnTo>
                  <a:pt x="90" y="113"/>
                </a:lnTo>
                <a:lnTo>
                  <a:pt x="90" y="112"/>
                </a:lnTo>
                <a:lnTo>
                  <a:pt x="92" y="111"/>
                </a:lnTo>
                <a:lnTo>
                  <a:pt x="92" y="109"/>
                </a:lnTo>
                <a:lnTo>
                  <a:pt x="92" y="108"/>
                </a:lnTo>
                <a:lnTo>
                  <a:pt x="92" y="106"/>
                </a:lnTo>
                <a:lnTo>
                  <a:pt x="93" y="105"/>
                </a:lnTo>
                <a:lnTo>
                  <a:pt x="93" y="103"/>
                </a:lnTo>
                <a:lnTo>
                  <a:pt x="93" y="102"/>
                </a:lnTo>
                <a:lnTo>
                  <a:pt x="93" y="101"/>
                </a:lnTo>
                <a:lnTo>
                  <a:pt x="93" y="99"/>
                </a:lnTo>
                <a:lnTo>
                  <a:pt x="93" y="98"/>
                </a:lnTo>
                <a:lnTo>
                  <a:pt x="95" y="96"/>
                </a:lnTo>
                <a:lnTo>
                  <a:pt x="95" y="95"/>
                </a:lnTo>
                <a:lnTo>
                  <a:pt x="95" y="93"/>
                </a:lnTo>
                <a:lnTo>
                  <a:pt x="95" y="92"/>
                </a:lnTo>
                <a:lnTo>
                  <a:pt x="95" y="90"/>
                </a:lnTo>
                <a:lnTo>
                  <a:pt x="95" y="89"/>
                </a:lnTo>
                <a:lnTo>
                  <a:pt x="95" y="88"/>
                </a:lnTo>
                <a:lnTo>
                  <a:pt x="95" y="86"/>
                </a:lnTo>
                <a:lnTo>
                  <a:pt x="95" y="85"/>
                </a:lnTo>
                <a:lnTo>
                  <a:pt x="96" y="82"/>
                </a:lnTo>
                <a:lnTo>
                  <a:pt x="96" y="80"/>
                </a:lnTo>
                <a:lnTo>
                  <a:pt x="96" y="78"/>
                </a:lnTo>
                <a:lnTo>
                  <a:pt x="96" y="76"/>
                </a:lnTo>
                <a:lnTo>
                  <a:pt x="96" y="75"/>
                </a:lnTo>
                <a:lnTo>
                  <a:pt x="96" y="73"/>
                </a:lnTo>
                <a:lnTo>
                  <a:pt x="96" y="72"/>
                </a:lnTo>
                <a:lnTo>
                  <a:pt x="96" y="70"/>
                </a:lnTo>
                <a:lnTo>
                  <a:pt x="96" y="69"/>
                </a:lnTo>
                <a:lnTo>
                  <a:pt x="96" y="67"/>
                </a:lnTo>
                <a:lnTo>
                  <a:pt x="96" y="66"/>
                </a:lnTo>
                <a:lnTo>
                  <a:pt x="97" y="65"/>
                </a:lnTo>
                <a:lnTo>
                  <a:pt x="97" y="63"/>
                </a:lnTo>
                <a:lnTo>
                  <a:pt x="97" y="62"/>
                </a:lnTo>
                <a:lnTo>
                  <a:pt x="97" y="60"/>
                </a:lnTo>
                <a:lnTo>
                  <a:pt x="97" y="59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9" y="53"/>
                </a:lnTo>
                <a:lnTo>
                  <a:pt x="99" y="52"/>
                </a:lnTo>
                <a:lnTo>
                  <a:pt x="99" y="50"/>
                </a:lnTo>
                <a:lnTo>
                  <a:pt x="99" y="49"/>
                </a:lnTo>
                <a:lnTo>
                  <a:pt x="99" y="47"/>
                </a:lnTo>
                <a:lnTo>
                  <a:pt x="99" y="46"/>
                </a:lnTo>
                <a:lnTo>
                  <a:pt x="100" y="46"/>
                </a:lnTo>
                <a:lnTo>
                  <a:pt x="100" y="44"/>
                </a:lnTo>
                <a:lnTo>
                  <a:pt x="100" y="43"/>
                </a:lnTo>
                <a:lnTo>
                  <a:pt x="100" y="42"/>
                </a:lnTo>
                <a:lnTo>
                  <a:pt x="100" y="40"/>
                </a:lnTo>
                <a:lnTo>
                  <a:pt x="100" y="39"/>
                </a:lnTo>
                <a:lnTo>
                  <a:pt x="102" y="37"/>
                </a:lnTo>
                <a:lnTo>
                  <a:pt x="102" y="36"/>
                </a:lnTo>
                <a:lnTo>
                  <a:pt x="102" y="34"/>
                </a:lnTo>
                <a:lnTo>
                  <a:pt x="102" y="33"/>
                </a:lnTo>
                <a:lnTo>
                  <a:pt x="102" y="32"/>
                </a:lnTo>
                <a:lnTo>
                  <a:pt x="102" y="30"/>
                </a:lnTo>
                <a:lnTo>
                  <a:pt x="102" y="29"/>
                </a:lnTo>
                <a:lnTo>
                  <a:pt x="102" y="27"/>
                </a:lnTo>
                <a:lnTo>
                  <a:pt x="102" y="26"/>
                </a:lnTo>
                <a:lnTo>
                  <a:pt x="102" y="24"/>
                </a:lnTo>
                <a:lnTo>
                  <a:pt x="102" y="23"/>
                </a:lnTo>
                <a:lnTo>
                  <a:pt x="102" y="21"/>
                </a:lnTo>
                <a:lnTo>
                  <a:pt x="102" y="20"/>
                </a:lnTo>
                <a:lnTo>
                  <a:pt x="102" y="19"/>
                </a:lnTo>
                <a:lnTo>
                  <a:pt x="102" y="17"/>
                </a:lnTo>
                <a:lnTo>
                  <a:pt x="102" y="14"/>
                </a:lnTo>
                <a:lnTo>
                  <a:pt x="102" y="13"/>
                </a:lnTo>
                <a:lnTo>
                  <a:pt x="102" y="10"/>
                </a:lnTo>
                <a:lnTo>
                  <a:pt x="102" y="9"/>
                </a:lnTo>
                <a:lnTo>
                  <a:pt x="102" y="6"/>
                </a:lnTo>
                <a:lnTo>
                  <a:pt x="100" y="3"/>
                </a:lnTo>
                <a:lnTo>
                  <a:pt x="10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6" name="Line 186">
            <a:extLst>
              <a:ext uri="{FF2B5EF4-FFF2-40B4-BE49-F238E27FC236}">
                <a16:creationId xmlns:a16="http://schemas.microsoft.com/office/drawing/2014/main" id="{B5A413E8-0401-4E9C-8473-965E35E0E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5775325"/>
            <a:ext cx="70643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7" name="Line 187">
            <a:extLst>
              <a:ext uri="{FF2B5EF4-FFF2-40B4-BE49-F238E27FC236}">
                <a16:creationId xmlns:a16="http://schemas.microsoft.com/office/drawing/2014/main" id="{EFE98C58-7F6A-4E47-9B80-5D6F66B55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525" y="5500688"/>
            <a:ext cx="3873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8" name="Freeform 188">
            <a:extLst>
              <a:ext uri="{FF2B5EF4-FFF2-40B4-BE49-F238E27FC236}">
                <a16:creationId xmlns:a16="http://schemas.microsoft.com/office/drawing/2014/main" id="{A5BD58B3-BB6D-479D-8BA3-3C32815FA8B5}"/>
              </a:ext>
            </a:extLst>
          </p:cNvPr>
          <p:cNvSpPr>
            <a:spLocks/>
          </p:cNvSpPr>
          <p:nvPr/>
        </p:nvSpPr>
        <p:spPr bwMode="auto">
          <a:xfrm>
            <a:off x="4292600" y="4840288"/>
            <a:ext cx="1368425" cy="250825"/>
          </a:xfrm>
          <a:custGeom>
            <a:avLst/>
            <a:gdLst>
              <a:gd name="T0" fmla="*/ 0 w 1725"/>
              <a:gd name="T1" fmla="*/ 0 h 317"/>
              <a:gd name="T2" fmla="*/ 2147483646 w 1725"/>
              <a:gd name="T3" fmla="*/ 0 h 317"/>
              <a:gd name="T4" fmla="*/ 2147483646 w 1725"/>
              <a:gd name="T5" fmla="*/ 2147483646 h 317"/>
              <a:gd name="T6" fmla="*/ 2147483646 w 1725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1725"/>
              <a:gd name="T13" fmla="*/ 0 h 317"/>
              <a:gd name="T14" fmla="*/ 1725 w 1725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5" h="317">
                <a:moveTo>
                  <a:pt x="0" y="0"/>
                </a:moveTo>
                <a:lnTo>
                  <a:pt x="661" y="0"/>
                </a:lnTo>
                <a:lnTo>
                  <a:pt x="661" y="317"/>
                </a:lnTo>
                <a:lnTo>
                  <a:pt x="1725" y="317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09" name="Freeform 189">
            <a:extLst>
              <a:ext uri="{FF2B5EF4-FFF2-40B4-BE49-F238E27FC236}">
                <a16:creationId xmlns:a16="http://schemas.microsoft.com/office/drawing/2014/main" id="{BAA40EF0-DDC9-42F9-95FE-AC79D5DEFC84}"/>
              </a:ext>
            </a:extLst>
          </p:cNvPr>
          <p:cNvSpPr>
            <a:spLocks/>
          </p:cNvSpPr>
          <p:nvPr/>
        </p:nvSpPr>
        <p:spPr bwMode="auto">
          <a:xfrm>
            <a:off x="4314825" y="5410200"/>
            <a:ext cx="1346200" cy="228600"/>
          </a:xfrm>
          <a:custGeom>
            <a:avLst/>
            <a:gdLst>
              <a:gd name="T0" fmla="*/ 0 w 1697"/>
              <a:gd name="T1" fmla="*/ 2147483646 h 287"/>
              <a:gd name="T2" fmla="*/ 2147483646 w 1697"/>
              <a:gd name="T3" fmla="*/ 2147483646 h 287"/>
              <a:gd name="T4" fmla="*/ 2147483646 w 1697"/>
              <a:gd name="T5" fmla="*/ 0 h 287"/>
              <a:gd name="T6" fmla="*/ 2147483646 w 1697"/>
              <a:gd name="T7" fmla="*/ 0 h 287"/>
              <a:gd name="T8" fmla="*/ 0 60000 65536"/>
              <a:gd name="T9" fmla="*/ 0 60000 65536"/>
              <a:gd name="T10" fmla="*/ 0 60000 65536"/>
              <a:gd name="T11" fmla="*/ 0 60000 65536"/>
              <a:gd name="T12" fmla="*/ 0 w 1697"/>
              <a:gd name="T13" fmla="*/ 0 h 287"/>
              <a:gd name="T14" fmla="*/ 1697 w 1697"/>
              <a:gd name="T15" fmla="*/ 287 h 2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97" h="287">
                <a:moveTo>
                  <a:pt x="0" y="287"/>
                </a:moveTo>
                <a:lnTo>
                  <a:pt x="633" y="287"/>
                </a:lnTo>
                <a:lnTo>
                  <a:pt x="633" y="0"/>
                </a:lnTo>
                <a:lnTo>
                  <a:pt x="1697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10" name="Line 190">
            <a:extLst>
              <a:ext uri="{FF2B5EF4-FFF2-40B4-BE49-F238E27FC236}">
                <a16:creationId xmlns:a16="http://schemas.microsoft.com/office/drawing/2014/main" id="{E4F5BB31-249E-4502-8C92-DEE4912C9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525" y="4976813"/>
            <a:ext cx="1588" cy="523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11" name="Line 191">
            <a:extLst>
              <a:ext uri="{FF2B5EF4-FFF2-40B4-BE49-F238E27FC236}">
                <a16:creationId xmlns:a16="http://schemas.microsoft.com/office/drawing/2014/main" id="{A85A8E18-68B9-4CD5-99DA-FF13E59A9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4702175"/>
            <a:ext cx="1587" cy="1073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12" name="Freeform 192">
            <a:extLst>
              <a:ext uri="{FF2B5EF4-FFF2-40B4-BE49-F238E27FC236}">
                <a16:creationId xmlns:a16="http://schemas.microsoft.com/office/drawing/2014/main" id="{A91C3E9F-F9E5-45F1-8A26-CFE10D2EA615}"/>
              </a:ext>
            </a:extLst>
          </p:cNvPr>
          <p:cNvSpPr>
            <a:spLocks/>
          </p:cNvSpPr>
          <p:nvPr/>
        </p:nvSpPr>
        <p:spPr bwMode="auto">
          <a:xfrm>
            <a:off x="2968625" y="4679950"/>
            <a:ext cx="46038" cy="46038"/>
          </a:xfrm>
          <a:custGeom>
            <a:avLst/>
            <a:gdLst>
              <a:gd name="T0" fmla="*/ 2147483646 w 58"/>
              <a:gd name="T1" fmla="*/ 0 h 58"/>
              <a:gd name="T2" fmla="*/ 2147483646 w 58"/>
              <a:gd name="T3" fmla="*/ 2147483646 h 58"/>
              <a:gd name="T4" fmla="*/ 2147483646 w 58"/>
              <a:gd name="T5" fmla="*/ 2147483646 h 58"/>
              <a:gd name="T6" fmla="*/ 2147483646 w 58"/>
              <a:gd name="T7" fmla="*/ 2147483646 h 58"/>
              <a:gd name="T8" fmla="*/ 2147483646 w 58"/>
              <a:gd name="T9" fmla="*/ 2147483646 h 58"/>
              <a:gd name="T10" fmla="*/ 2147483646 w 58"/>
              <a:gd name="T11" fmla="*/ 2147483646 h 58"/>
              <a:gd name="T12" fmla="*/ 2147483646 w 58"/>
              <a:gd name="T13" fmla="*/ 2147483646 h 58"/>
              <a:gd name="T14" fmla="*/ 2147483646 w 58"/>
              <a:gd name="T15" fmla="*/ 2147483646 h 58"/>
              <a:gd name="T16" fmla="*/ 2147483646 w 58"/>
              <a:gd name="T17" fmla="*/ 2147483646 h 58"/>
              <a:gd name="T18" fmla="*/ 2147483646 w 58"/>
              <a:gd name="T19" fmla="*/ 2147483646 h 58"/>
              <a:gd name="T20" fmla="*/ 0 w 58"/>
              <a:gd name="T21" fmla="*/ 2147483646 h 58"/>
              <a:gd name="T22" fmla="*/ 0 w 58"/>
              <a:gd name="T23" fmla="*/ 2147483646 h 58"/>
              <a:gd name="T24" fmla="*/ 2147483646 w 58"/>
              <a:gd name="T25" fmla="*/ 2147483646 h 58"/>
              <a:gd name="T26" fmla="*/ 2147483646 w 58"/>
              <a:gd name="T27" fmla="*/ 2147483646 h 58"/>
              <a:gd name="T28" fmla="*/ 2147483646 w 58"/>
              <a:gd name="T29" fmla="*/ 2147483646 h 58"/>
              <a:gd name="T30" fmla="*/ 2147483646 w 58"/>
              <a:gd name="T31" fmla="*/ 2147483646 h 58"/>
              <a:gd name="T32" fmla="*/ 2147483646 w 58"/>
              <a:gd name="T33" fmla="*/ 2147483646 h 58"/>
              <a:gd name="T34" fmla="*/ 2147483646 w 58"/>
              <a:gd name="T35" fmla="*/ 2147483646 h 58"/>
              <a:gd name="T36" fmla="*/ 2147483646 w 58"/>
              <a:gd name="T37" fmla="*/ 2147483646 h 58"/>
              <a:gd name="T38" fmla="*/ 2147483646 w 58"/>
              <a:gd name="T39" fmla="*/ 2147483646 h 58"/>
              <a:gd name="T40" fmla="*/ 2147483646 w 58"/>
              <a:gd name="T41" fmla="*/ 2147483646 h 58"/>
              <a:gd name="T42" fmla="*/ 2147483646 w 58"/>
              <a:gd name="T43" fmla="*/ 2147483646 h 58"/>
              <a:gd name="T44" fmla="*/ 2147483646 w 58"/>
              <a:gd name="T45" fmla="*/ 2147483646 h 58"/>
              <a:gd name="T46" fmla="*/ 2147483646 w 58"/>
              <a:gd name="T47" fmla="*/ 2147483646 h 58"/>
              <a:gd name="T48" fmla="*/ 2147483646 w 58"/>
              <a:gd name="T49" fmla="*/ 2147483646 h 58"/>
              <a:gd name="T50" fmla="*/ 2147483646 w 58"/>
              <a:gd name="T51" fmla="*/ 2147483646 h 58"/>
              <a:gd name="T52" fmla="*/ 2147483646 w 58"/>
              <a:gd name="T53" fmla="*/ 2147483646 h 58"/>
              <a:gd name="T54" fmla="*/ 2147483646 w 58"/>
              <a:gd name="T55" fmla="*/ 2147483646 h 58"/>
              <a:gd name="T56" fmla="*/ 2147483646 w 58"/>
              <a:gd name="T57" fmla="*/ 2147483646 h 58"/>
              <a:gd name="T58" fmla="*/ 2147483646 w 58"/>
              <a:gd name="T59" fmla="*/ 2147483646 h 58"/>
              <a:gd name="T60" fmla="*/ 2147483646 w 58"/>
              <a:gd name="T61" fmla="*/ 2147483646 h 58"/>
              <a:gd name="T62" fmla="*/ 2147483646 w 58"/>
              <a:gd name="T63" fmla="*/ 2147483646 h 58"/>
              <a:gd name="T64" fmla="*/ 2147483646 w 58"/>
              <a:gd name="T65" fmla="*/ 2147483646 h 58"/>
              <a:gd name="T66" fmla="*/ 2147483646 w 58"/>
              <a:gd name="T67" fmla="*/ 2147483646 h 58"/>
              <a:gd name="T68" fmla="*/ 2147483646 w 58"/>
              <a:gd name="T69" fmla="*/ 2147483646 h 58"/>
              <a:gd name="T70" fmla="*/ 2147483646 w 58"/>
              <a:gd name="T71" fmla="*/ 2147483646 h 58"/>
              <a:gd name="T72" fmla="*/ 2147483646 w 58"/>
              <a:gd name="T73" fmla="*/ 2147483646 h 58"/>
              <a:gd name="T74" fmla="*/ 2147483646 w 58"/>
              <a:gd name="T75" fmla="*/ 2147483646 h 58"/>
              <a:gd name="T76" fmla="*/ 2147483646 w 58"/>
              <a:gd name="T77" fmla="*/ 2147483646 h 58"/>
              <a:gd name="T78" fmla="*/ 2147483646 w 58"/>
              <a:gd name="T79" fmla="*/ 2147483646 h 58"/>
              <a:gd name="T80" fmla="*/ 2147483646 w 58"/>
              <a:gd name="T81" fmla="*/ 2147483646 h 58"/>
              <a:gd name="T82" fmla="*/ 2147483646 w 58"/>
              <a:gd name="T83" fmla="*/ 2147483646 h 58"/>
              <a:gd name="T84" fmla="*/ 2147483646 w 58"/>
              <a:gd name="T85" fmla="*/ 2147483646 h 58"/>
              <a:gd name="T86" fmla="*/ 2147483646 w 58"/>
              <a:gd name="T87" fmla="*/ 0 h 58"/>
              <a:gd name="T88" fmla="*/ 2147483646 w 58"/>
              <a:gd name="T89" fmla="*/ 2147483646 h 5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8"/>
              <a:gd name="T136" fmla="*/ 0 h 58"/>
              <a:gd name="T137" fmla="*/ 58 w 58"/>
              <a:gd name="T138" fmla="*/ 58 h 5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8" h="58">
                <a:moveTo>
                  <a:pt x="29" y="29"/>
                </a:moveTo>
                <a:lnTo>
                  <a:pt x="29" y="0"/>
                </a:lnTo>
                <a:lnTo>
                  <a:pt x="28" y="0"/>
                </a:lnTo>
                <a:lnTo>
                  <a:pt x="26" y="0"/>
                </a:lnTo>
                <a:lnTo>
                  <a:pt x="25" y="0"/>
                </a:lnTo>
                <a:lnTo>
                  <a:pt x="23" y="2"/>
                </a:lnTo>
                <a:lnTo>
                  <a:pt x="22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6" y="5"/>
                </a:lnTo>
                <a:lnTo>
                  <a:pt x="15" y="5"/>
                </a:lnTo>
                <a:lnTo>
                  <a:pt x="13" y="6"/>
                </a:lnTo>
                <a:lnTo>
                  <a:pt x="12" y="6"/>
                </a:lnTo>
                <a:lnTo>
                  <a:pt x="12" y="7"/>
                </a:lnTo>
                <a:lnTo>
                  <a:pt x="10" y="7"/>
                </a:lnTo>
                <a:lnTo>
                  <a:pt x="9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6" y="13"/>
                </a:lnTo>
                <a:lnTo>
                  <a:pt x="5" y="15"/>
                </a:lnTo>
                <a:lnTo>
                  <a:pt x="5" y="16"/>
                </a:lnTo>
                <a:lnTo>
                  <a:pt x="3" y="17"/>
                </a:lnTo>
                <a:lnTo>
                  <a:pt x="3" y="19"/>
                </a:lnTo>
                <a:lnTo>
                  <a:pt x="2" y="20"/>
                </a:lnTo>
                <a:lnTo>
                  <a:pt x="2" y="22"/>
                </a:lnTo>
                <a:lnTo>
                  <a:pt x="2" y="23"/>
                </a:lnTo>
                <a:lnTo>
                  <a:pt x="2" y="25"/>
                </a:lnTo>
                <a:lnTo>
                  <a:pt x="0" y="26"/>
                </a:lnTo>
                <a:lnTo>
                  <a:pt x="0" y="28"/>
                </a:lnTo>
                <a:lnTo>
                  <a:pt x="0" y="29"/>
                </a:lnTo>
                <a:lnTo>
                  <a:pt x="0" y="30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6"/>
                </a:lnTo>
                <a:lnTo>
                  <a:pt x="2" y="38"/>
                </a:lnTo>
                <a:lnTo>
                  <a:pt x="3" y="39"/>
                </a:lnTo>
                <a:lnTo>
                  <a:pt x="3" y="40"/>
                </a:lnTo>
                <a:lnTo>
                  <a:pt x="3" y="42"/>
                </a:lnTo>
                <a:lnTo>
                  <a:pt x="5" y="43"/>
                </a:lnTo>
                <a:lnTo>
                  <a:pt x="5" y="45"/>
                </a:lnTo>
                <a:lnTo>
                  <a:pt x="6" y="45"/>
                </a:lnTo>
                <a:lnTo>
                  <a:pt x="6" y="46"/>
                </a:lnTo>
                <a:lnTo>
                  <a:pt x="7" y="48"/>
                </a:lnTo>
                <a:lnTo>
                  <a:pt x="7" y="49"/>
                </a:lnTo>
                <a:lnTo>
                  <a:pt x="9" y="49"/>
                </a:lnTo>
                <a:lnTo>
                  <a:pt x="10" y="51"/>
                </a:lnTo>
                <a:lnTo>
                  <a:pt x="12" y="52"/>
                </a:lnTo>
                <a:lnTo>
                  <a:pt x="13" y="53"/>
                </a:lnTo>
                <a:lnTo>
                  <a:pt x="15" y="53"/>
                </a:lnTo>
                <a:lnTo>
                  <a:pt x="16" y="55"/>
                </a:lnTo>
                <a:lnTo>
                  <a:pt x="18" y="55"/>
                </a:lnTo>
                <a:lnTo>
                  <a:pt x="19" y="56"/>
                </a:lnTo>
                <a:lnTo>
                  <a:pt x="20" y="56"/>
                </a:lnTo>
                <a:lnTo>
                  <a:pt x="22" y="58"/>
                </a:lnTo>
                <a:lnTo>
                  <a:pt x="23" y="58"/>
                </a:lnTo>
                <a:lnTo>
                  <a:pt x="25" y="58"/>
                </a:lnTo>
                <a:lnTo>
                  <a:pt x="26" y="58"/>
                </a:lnTo>
                <a:lnTo>
                  <a:pt x="28" y="58"/>
                </a:lnTo>
                <a:lnTo>
                  <a:pt x="29" y="58"/>
                </a:lnTo>
                <a:lnTo>
                  <a:pt x="30" y="58"/>
                </a:lnTo>
                <a:lnTo>
                  <a:pt x="32" y="58"/>
                </a:lnTo>
                <a:lnTo>
                  <a:pt x="33" y="58"/>
                </a:lnTo>
                <a:lnTo>
                  <a:pt x="35" y="58"/>
                </a:lnTo>
                <a:lnTo>
                  <a:pt x="36" y="58"/>
                </a:lnTo>
                <a:lnTo>
                  <a:pt x="38" y="56"/>
                </a:lnTo>
                <a:lnTo>
                  <a:pt x="39" y="56"/>
                </a:lnTo>
                <a:lnTo>
                  <a:pt x="41" y="56"/>
                </a:lnTo>
                <a:lnTo>
                  <a:pt x="42" y="55"/>
                </a:lnTo>
                <a:lnTo>
                  <a:pt x="43" y="55"/>
                </a:lnTo>
                <a:lnTo>
                  <a:pt x="45" y="53"/>
                </a:lnTo>
                <a:lnTo>
                  <a:pt x="46" y="52"/>
                </a:lnTo>
                <a:lnTo>
                  <a:pt x="48" y="52"/>
                </a:lnTo>
                <a:lnTo>
                  <a:pt x="49" y="51"/>
                </a:lnTo>
                <a:lnTo>
                  <a:pt x="49" y="49"/>
                </a:lnTo>
                <a:lnTo>
                  <a:pt x="51" y="49"/>
                </a:lnTo>
                <a:lnTo>
                  <a:pt x="52" y="48"/>
                </a:lnTo>
                <a:lnTo>
                  <a:pt x="52" y="46"/>
                </a:lnTo>
                <a:lnTo>
                  <a:pt x="53" y="45"/>
                </a:lnTo>
                <a:lnTo>
                  <a:pt x="55" y="43"/>
                </a:lnTo>
                <a:lnTo>
                  <a:pt x="55" y="42"/>
                </a:lnTo>
                <a:lnTo>
                  <a:pt x="56" y="40"/>
                </a:lnTo>
                <a:lnTo>
                  <a:pt x="56" y="39"/>
                </a:lnTo>
                <a:lnTo>
                  <a:pt x="56" y="38"/>
                </a:lnTo>
                <a:lnTo>
                  <a:pt x="58" y="36"/>
                </a:lnTo>
                <a:lnTo>
                  <a:pt x="58" y="35"/>
                </a:lnTo>
                <a:lnTo>
                  <a:pt x="58" y="33"/>
                </a:lnTo>
                <a:lnTo>
                  <a:pt x="58" y="32"/>
                </a:lnTo>
                <a:lnTo>
                  <a:pt x="58" y="30"/>
                </a:lnTo>
                <a:lnTo>
                  <a:pt x="58" y="29"/>
                </a:lnTo>
                <a:lnTo>
                  <a:pt x="58" y="28"/>
                </a:lnTo>
                <a:lnTo>
                  <a:pt x="58" y="26"/>
                </a:lnTo>
                <a:lnTo>
                  <a:pt x="58" y="25"/>
                </a:lnTo>
                <a:lnTo>
                  <a:pt x="58" y="23"/>
                </a:lnTo>
                <a:lnTo>
                  <a:pt x="58" y="22"/>
                </a:lnTo>
                <a:lnTo>
                  <a:pt x="56" y="20"/>
                </a:lnTo>
                <a:lnTo>
                  <a:pt x="56" y="19"/>
                </a:lnTo>
                <a:lnTo>
                  <a:pt x="56" y="17"/>
                </a:lnTo>
                <a:lnTo>
                  <a:pt x="55" y="17"/>
                </a:lnTo>
                <a:lnTo>
                  <a:pt x="55" y="16"/>
                </a:lnTo>
                <a:lnTo>
                  <a:pt x="53" y="15"/>
                </a:lnTo>
                <a:lnTo>
                  <a:pt x="53" y="13"/>
                </a:lnTo>
                <a:lnTo>
                  <a:pt x="52" y="12"/>
                </a:lnTo>
                <a:lnTo>
                  <a:pt x="51" y="10"/>
                </a:lnTo>
                <a:lnTo>
                  <a:pt x="49" y="9"/>
                </a:lnTo>
                <a:lnTo>
                  <a:pt x="49" y="7"/>
                </a:lnTo>
                <a:lnTo>
                  <a:pt x="48" y="7"/>
                </a:lnTo>
                <a:lnTo>
                  <a:pt x="46" y="6"/>
                </a:lnTo>
                <a:lnTo>
                  <a:pt x="45" y="6"/>
                </a:lnTo>
                <a:lnTo>
                  <a:pt x="45" y="5"/>
                </a:lnTo>
                <a:lnTo>
                  <a:pt x="43" y="5"/>
                </a:lnTo>
                <a:lnTo>
                  <a:pt x="42" y="3"/>
                </a:lnTo>
                <a:lnTo>
                  <a:pt x="41" y="3"/>
                </a:lnTo>
                <a:lnTo>
                  <a:pt x="39" y="2"/>
                </a:lnTo>
                <a:lnTo>
                  <a:pt x="38" y="2"/>
                </a:lnTo>
                <a:lnTo>
                  <a:pt x="36" y="2"/>
                </a:lnTo>
                <a:lnTo>
                  <a:pt x="35" y="2"/>
                </a:lnTo>
                <a:lnTo>
                  <a:pt x="33" y="0"/>
                </a:lnTo>
                <a:lnTo>
                  <a:pt x="32" y="0"/>
                </a:lnTo>
                <a:lnTo>
                  <a:pt x="30" y="0"/>
                </a:lnTo>
                <a:lnTo>
                  <a:pt x="29" y="0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1713" name="Freeform 193">
            <a:extLst>
              <a:ext uri="{FF2B5EF4-FFF2-40B4-BE49-F238E27FC236}">
                <a16:creationId xmlns:a16="http://schemas.microsoft.com/office/drawing/2014/main" id="{98B77C95-1BBE-4DEB-A336-A03F3BFBEE12}"/>
              </a:ext>
            </a:extLst>
          </p:cNvPr>
          <p:cNvSpPr>
            <a:spLocks/>
          </p:cNvSpPr>
          <p:nvPr/>
        </p:nvSpPr>
        <p:spPr bwMode="auto">
          <a:xfrm>
            <a:off x="2978150" y="4665663"/>
            <a:ext cx="55563" cy="57150"/>
          </a:xfrm>
          <a:custGeom>
            <a:avLst/>
            <a:gdLst>
              <a:gd name="T0" fmla="*/ 2147483646 w 70"/>
              <a:gd name="T1" fmla="*/ 0 h 70"/>
              <a:gd name="T2" fmla="*/ 2147483646 w 70"/>
              <a:gd name="T3" fmla="*/ 2147483646 h 70"/>
              <a:gd name="T4" fmla="*/ 2147483646 w 70"/>
              <a:gd name="T5" fmla="*/ 2147483646 h 70"/>
              <a:gd name="T6" fmla="*/ 2147483646 w 70"/>
              <a:gd name="T7" fmla="*/ 2147483646 h 70"/>
              <a:gd name="T8" fmla="*/ 2147483646 w 70"/>
              <a:gd name="T9" fmla="*/ 2147483646 h 70"/>
              <a:gd name="T10" fmla="*/ 2147483646 w 70"/>
              <a:gd name="T11" fmla="*/ 2147483646 h 70"/>
              <a:gd name="T12" fmla="*/ 2147483646 w 70"/>
              <a:gd name="T13" fmla="*/ 2147483646 h 70"/>
              <a:gd name="T14" fmla="*/ 2147483646 w 70"/>
              <a:gd name="T15" fmla="*/ 2147483646 h 70"/>
              <a:gd name="T16" fmla="*/ 2147483646 w 70"/>
              <a:gd name="T17" fmla="*/ 2147483646 h 70"/>
              <a:gd name="T18" fmla="*/ 0 w 70"/>
              <a:gd name="T19" fmla="*/ 2147483646 h 70"/>
              <a:gd name="T20" fmla="*/ 0 w 70"/>
              <a:gd name="T21" fmla="*/ 2147483646 h 70"/>
              <a:gd name="T22" fmla="*/ 0 w 70"/>
              <a:gd name="T23" fmla="*/ 2147483646 h 70"/>
              <a:gd name="T24" fmla="*/ 2147483646 w 70"/>
              <a:gd name="T25" fmla="*/ 2147483646 h 70"/>
              <a:gd name="T26" fmla="*/ 2147483646 w 70"/>
              <a:gd name="T27" fmla="*/ 2147483646 h 70"/>
              <a:gd name="T28" fmla="*/ 2147483646 w 70"/>
              <a:gd name="T29" fmla="*/ 2147483646 h 70"/>
              <a:gd name="T30" fmla="*/ 2147483646 w 70"/>
              <a:gd name="T31" fmla="*/ 2147483646 h 70"/>
              <a:gd name="T32" fmla="*/ 2147483646 w 70"/>
              <a:gd name="T33" fmla="*/ 2147483646 h 70"/>
              <a:gd name="T34" fmla="*/ 2147483646 w 70"/>
              <a:gd name="T35" fmla="*/ 2147483646 h 70"/>
              <a:gd name="T36" fmla="*/ 2147483646 w 70"/>
              <a:gd name="T37" fmla="*/ 2147483646 h 70"/>
              <a:gd name="T38" fmla="*/ 2147483646 w 70"/>
              <a:gd name="T39" fmla="*/ 2147483646 h 70"/>
              <a:gd name="T40" fmla="*/ 2147483646 w 70"/>
              <a:gd name="T41" fmla="*/ 2147483646 h 70"/>
              <a:gd name="T42" fmla="*/ 2147483646 w 70"/>
              <a:gd name="T43" fmla="*/ 2147483646 h 70"/>
              <a:gd name="T44" fmla="*/ 2147483646 w 70"/>
              <a:gd name="T45" fmla="*/ 2147483646 h 70"/>
              <a:gd name="T46" fmla="*/ 2147483646 w 70"/>
              <a:gd name="T47" fmla="*/ 2147483646 h 70"/>
              <a:gd name="T48" fmla="*/ 2147483646 w 70"/>
              <a:gd name="T49" fmla="*/ 2147483646 h 70"/>
              <a:gd name="T50" fmla="*/ 2147483646 w 70"/>
              <a:gd name="T51" fmla="*/ 2147483646 h 70"/>
              <a:gd name="T52" fmla="*/ 2147483646 w 70"/>
              <a:gd name="T53" fmla="*/ 2147483646 h 70"/>
              <a:gd name="T54" fmla="*/ 2147483646 w 70"/>
              <a:gd name="T55" fmla="*/ 2147483646 h 70"/>
              <a:gd name="T56" fmla="*/ 2147483646 w 70"/>
              <a:gd name="T57" fmla="*/ 2147483646 h 70"/>
              <a:gd name="T58" fmla="*/ 2147483646 w 70"/>
              <a:gd name="T59" fmla="*/ 2147483646 h 70"/>
              <a:gd name="T60" fmla="*/ 2147483646 w 70"/>
              <a:gd name="T61" fmla="*/ 2147483646 h 70"/>
              <a:gd name="T62" fmla="*/ 2147483646 w 70"/>
              <a:gd name="T63" fmla="*/ 2147483646 h 70"/>
              <a:gd name="T64" fmla="*/ 2147483646 w 70"/>
              <a:gd name="T65" fmla="*/ 2147483646 h 70"/>
              <a:gd name="T66" fmla="*/ 2147483646 w 70"/>
              <a:gd name="T67" fmla="*/ 2147483646 h 70"/>
              <a:gd name="T68" fmla="*/ 2147483646 w 70"/>
              <a:gd name="T69" fmla="*/ 2147483646 h 70"/>
              <a:gd name="T70" fmla="*/ 2147483646 w 70"/>
              <a:gd name="T71" fmla="*/ 2147483646 h 70"/>
              <a:gd name="T72" fmla="*/ 2147483646 w 70"/>
              <a:gd name="T73" fmla="*/ 2147483646 h 70"/>
              <a:gd name="T74" fmla="*/ 2147483646 w 70"/>
              <a:gd name="T75" fmla="*/ 2147483646 h 70"/>
              <a:gd name="T76" fmla="*/ 2147483646 w 70"/>
              <a:gd name="T77" fmla="*/ 2147483646 h 70"/>
              <a:gd name="T78" fmla="*/ 2147483646 w 70"/>
              <a:gd name="T79" fmla="*/ 2147483646 h 70"/>
              <a:gd name="T80" fmla="*/ 2147483646 w 70"/>
              <a:gd name="T81" fmla="*/ 2147483646 h 70"/>
              <a:gd name="T82" fmla="*/ 2147483646 w 70"/>
              <a:gd name="T83" fmla="*/ 2147483646 h 70"/>
              <a:gd name="T84" fmla="*/ 2147483646 w 70"/>
              <a:gd name="T85" fmla="*/ 0 h 70"/>
              <a:gd name="T86" fmla="*/ 2147483646 w 70"/>
              <a:gd name="T87" fmla="*/ 0 h 70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0"/>
              <a:gd name="T133" fmla="*/ 0 h 70"/>
              <a:gd name="T134" fmla="*/ 70 w 70"/>
              <a:gd name="T135" fmla="*/ 70 h 70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0" h="70">
                <a:moveTo>
                  <a:pt x="34" y="0"/>
                </a:move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9" y="1"/>
                </a:lnTo>
                <a:lnTo>
                  <a:pt x="26" y="1"/>
                </a:lnTo>
                <a:lnTo>
                  <a:pt x="24" y="1"/>
                </a:lnTo>
                <a:lnTo>
                  <a:pt x="23" y="3"/>
                </a:lnTo>
                <a:lnTo>
                  <a:pt x="21" y="3"/>
                </a:lnTo>
                <a:lnTo>
                  <a:pt x="20" y="3"/>
                </a:lnTo>
                <a:lnTo>
                  <a:pt x="18" y="4"/>
                </a:lnTo>
                <a:lnTo>
                  <a:pt x="17" y="6"/>
                </a:lnTo>
                <a:lnTo>
                  <a:pt x="16" y="6"/>
                </a:lnTo>
                <a:lnTo>
                  <a:pt x="14" y="7"/>
                </a:lnTo>
                <a:lnTo>
                  <a:pt x="13" y="9"/>
                </a:lnTo>
                <a:lnTo>
                  <a:pt x="11" y="9"/>
                </a:lnTo>
                <a:lnTo>
                  <a:pt x="10" y="10"/>
                </a:lnTo>
                <a:lnTo>
                  <a:pt x="8" y="11"/>
                </a:lnTo>
                <a:lnTo>
                  <a:pt x="8" y="13"/>
                </a:lnTo>
                <a:lnTo>
                  <a:pt x="7" y="14"/>
                </a:lnTo>
                <a:lnTo>
                  <a:pt x="6" y="16"/>
                </a:lnTo>
                <a:lnTo>
                  <a:pt x="6" y="17"/>
                </a:lnTo>
                <a:lnTo>
                  <a:pt x="4" y="19"/>
                </a:lnTo>
                <a:lnTo>
                  <a:pt x="3" y="20"/>
                </a:lnTo>
                <a:lnTo>
                  <a:pt x="3" y="22"/>
                </a:lnTo>
                <a:lnTo>
                  <a:pt x="3" y="23"/>
                </a:lnTo>
                <a:lnTo>
                  <a:pt x="1" y="24"/>
                </a:lnTo>
                <a:lnTo>
                  <a:pt x="1" y="26"/>
                </a:lnTo>
                <a:lnTo>
                  <a:pt x="1" y="29"/>
                </a:lnTo>
                <a:lnTo>
                  <a:pt x="0" y="30"/>
                </a:lnTo>
                <a:lnTo>
                  <a:pt x="0" y="32"/>
                </a:lnTo>
                <a:lnTo>
                  <a:pt x="0" y="33"/>
                </a:lnTo>
                <a:lnTo>
                  <a:pt x="0" y="34"/>
                </a:lnTo>
                <a:lnTo>
                  <a:pt x="0" y="37"/>
                </a:lnTo>
                <a:lnTo>
                  <a:pt x="0" y="39"/>
                </a:lnTo>
                <a:lnTo>
                  <a:pt x="0" y="40"/>
                </a:lnTo>
                <a:lnTo>
                  <a:pt x="1" y="42"/>
                </a:lnTo>
                <a:lnTo>
                  <a:pt x="1" y="45"/>
                </a:lnTo>
                <a:lnTo>
                  <a:pt x="1" y="46"/>
                </a:lnTo>
                <a:lnTo>
                  <a:pt x="3" y="47"/>
                </a:lnTo>
                <a:lnTo>
                  <a:pt x="3" y="49"/>
                </a:lnTo>
                <a:lnTo>
                  <a:pt x="3" y="50"/>
                </a:lnTo>
                <a:lnTo>
                  <a:pt x="4" y="52"/>
                </a:lnTo>
                <a:lnTo>
                  <a:pt x="6" y="53"/>
                </a:lnTo>
                <a:lnTo>
                  <a:pt x="6" y="55"/>
                </a:lnTo>
                <a:lnTo>
                  <a:pt x="7" y="56"/>
                </a:lnTo>
                <a:lnTo>
                  <a:pt x="8" y="57"/>
                </a:lnTo>
                <a:lnTo>
                  <a:pt x="8" y="59"/>
                </a:lnTo>
                <a:lnTo>
                  <a:pt x="10" y="60"/>
                </a:lnTo>
                <a:lnTo>
                  <a:pt x="11" y="60"/>
                </a:lnTo>
                <a:lnTo>
                  <a:pt x="13" y="62"/>
                </a:lnTo>
                <a:lnTo>
                  <a:pt x="14" y="63"/>
                </a:lnTo>
                <a:lnTo>
                  <a:pt x="16" y="65"/>
                </a:lnTo>
                <a:lnTo>
                  <a:pt x="17" y="65"/>
                </a:lnTo>
                <a:lnTo>
                  <a:pt x="18" y="66"/>
                </a:lnTo>
                <a:lnTo>
                  <a:pt x="20" y="66"/>
                </a:lnTo>
                <a:lnTo>
                  <a:pt x="21" y="68"/>
                </a:lnTo>
                <a:lnTo>
                  <a:pt x="23" y="68"/>
                </a:lnTo>
                <a:lnTo>
                  <a:pt x="24" y="69"/>
                </a:lnTo>
                <a:lnTo>
                  <a:pt x="26" y="69"/>
                </a:lnTo>
                <a:lnTo>
                  <a:pt x="29" y="69"/>
                </a:lnTo>
                <a:lnTo>
                  <a:pt x="30" y="70"/>
                </a:lnTo>
                <a:lnTo>
                  <a:pt x="31" y="70"/>
                </a:lnTo>
                <a:lnTo>
                  <a:pt x="33" y="70"/>
                </a:lnTo>
                <a:lnTo>
                  <a:pt x="34" y="70"/>
                </a:lnTo>
                <a:lnTo>
                  <a:pt x="37" y="70"/>
                </a:lnTo>
                <a:lnTo>
                  <a:pt x="39" y="70"/>
                </a:lnTo>
                <a:lnTo>
                  <a:pt x="40" y="70"/>
                </a:lnTo>
                <a:lnTo>
                  <a:pt x="41" y="69"/>
                </a:lnTo>
                <a:lnTo>
                  <a:pt x="44" y="69"/>
                </a:lnTo>
                <a:lnTo>
                  <a:pt x="46" y="69"/>
                </a:lnTo>
                <a:lnTo>
                  <a:pt x="47" y="68"/>
                </a:lnTo>
                <a:lnTo>
                  <a:pt x="49" y="68"/>
                </a:lnTo>
                <a:lnTo>
                  <a:pt x="50" y="66"/>
                </a:lnTo>
                <a:lnTo>
                  <a:pt x="52" y="66"/>
                </a:lnTo>
                <a:lnTo>
                  <a:pt x="53" y="65"/>
                </a:lnTo>
                <a:lnTo>
                  <a:pt x="54" y="65"/>
                </a:lnTo>
                <a:lnTo>
                  <a:pt x="56" y="63"/>
                </a:lnTo>
                <a:lnTo>
                  <a:pt x="57" y="62"/>
                </a:lnTo>
                <a:lnTo>
                  <a:pt x="59" y="60"/>
                </a:lnTo>
                <a:lnTo>
                  <a:pt x="60" y="60"/>
                </a:lnTo>
                <a:lnTo>
                  <a:pt x="62" y="59"/>
                </a:lnTo>
                <a:lnTo>
                  <a:pt x="62" y="57"/>
                </a:lnTo>
                <a:lnTo>
                  <a:pt x="63" y="56"/>
                </a:lnTo>
                <a:lnTo>
                  <a:pt x="64" y="55"/>
                </a:lnTo>
                <a:lnTo>
                  <a:pt x="64" y="53"/>
                </a:lnTo>
                <a:lnTo>
                  <a:pt x="66" y="52"/>
                </a:lnTo>
                <a:lnTo>
                  <a:pt x="66" y="50"/>
                </a:lnTo>
                <a:lnTo>
                  <a:pt x="67" y="49"/>
                </a:lnTo>
                <a:lnTo>
                  <a:pt x="67" y="47"/>
                </a:lnTo>
                <a:lnTo>
                  <a:pt x="69" y="46"/>
                </a:lnTo>
                <a:lnTo>
                  <a:pt x="69" y="45"/>
                </a:lnTo>
                <a:lnTo>
                  <a:pt x="69" y="42"/>
                </a:lnTo>
                <a:lnTo>
                  <a:pt x="70" y="40"/>
                </a:lnTo>
                <a:lnTo>
                  <a:pt x="70" y="39"/>
                </a:lnTo>
                <a:lnTo>
                  <a:pt x="70" y="37"/>
                </a:lnTo>
                <a:lnTo>
                  <a:pt x="70" y="34"/>
                </a:lnTo>
                <a:lnTo>
                  <a:pt x="70" y="33"/>
                </a:lnTo>
                <a:lnTo>
                  <a:pt x="70" y="32"/>
                </a:lnTo>
                <a:lnTo>
                  <a:pt x="70" y="30"/>
                </a:lnTo>
                <a:lnTo>
                  <a:pt x="69" y="29"/>
                </a:lnTo>
                <a:lnTo>
                  <a:pt x="69" y="26"/>
                </a:lnTo>
                <a:lnTo>
                  <a:pt x="69" y="24"/>
                </a:lnTo>
                <a:lnTo>
                  <a:pt x="67" y="23"/>
                </a:lnTo>
                <a:lnTo>
                  <a:pt x="67" y="22"/>
                </a:lnTo>
                <a:lnTo>
                  <a:pt x="66" y="20"/>
                </a:lnTo>
                <a:lnTo>
                  <a:pt x="66" y="19"/>
                </a:lnTo>
                <a:lnTo>
                  <a:pt x="64" y="17"/>
                </a:lnTo>
                <a:lnTo>
                  <a:pt x="64" y="16"/>
                </a:lnTo>
                <a:lnTo>
                  <a:pt x="63" y="14"/>
                </a:lnTo>
                <a:lnTo>
                  <a:pt x="62" y="13"/>
                </a:lnTo>
                <a:lnTo>
                  <a:pt x="62" y="11"/>
                </a:lnTo>
                <a:lnTo>
                  <a:pt x="60" y="10"/>
                </a:lnTo>
                <a:lnTo>
                  <a:pt x="59" y="9"/>
                </a:lnTo>
                <a:lnTo>
                  <a:pt x="57" y="9"/>
                </a:lnTo>
                <a:lnTo>
                  <a:pt x="56" y="7"/>
                </a:lnTo>
                <a:lnTo>
                  <a:pt x="54" y="6"/>
                </a:lnTo>
                <a:lnTo>
                  <a:pt x="53" y="6"/>
                </a:lnTo>
                <a:lnTo>
                  <a:pt x="52" y="4"/>
                </a:lnTo>
                <a:lnTo>
                  <a:pt x="50" y="3"/>
                </a:lnTo>
                <a:lnTo>
                  <a:pt x="49" y="3"/>
                </a:lnTo>
                <a:lnTo>
                  <a:pt x="47" y="3"/>
                </a:lnTo>
                <a:lnTo>
                  <a:pt x="46" y="1"/>
                </a:lnTo>
                <a:lnTo>
                  <a:pt x="44" y="1"/>
                </a:lnTo>
                <a:lnTo>
                  <a:pt x="41" y="1"/>
                </a:lnTo>
                <a:lnTo>
                  <a:pt x="40" y="0"/>
                </a:lnTo>
                <a:lnTo>
                  <a:pt x="39" y="0"/>
                </a:lnTo>
                <a:lnTo>
                  <a:pt x="37" y="0"/>
                </a:lnTo>
                <a:lnTo>
                  <a:pt x="3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714" name="Rectangle 194">
            <a:extLst>
              <a:ext uri="{FF2B5EF4-FFF2-40B4-BE49-F238E27FC236}">
                <a16:creationId xmlns:a16="http://schemas.microsoft.com/office/drawing/2014/main" id="{A2CED0AB-28FC-489C-A119-9EA15F8EF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656138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715" name="Rectangle 195">
            <a:extLst>
              <a:ext uri="{FF2B5EF4-FFF2-40B4-BE49-F238E27FC236}">
                <a16:creationId xmlns:a16="http://schemas.microsoft.com/office/drawing/2014/main" id="{18FAF432-ABCA-448F-A993-E9AF135F1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3916363"/>
            <a:ext cx="13350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Helvetica" panose="020B0604020202020204" pitchFamily="34" charset="0"/>
              </a:rPr>
              <a:t>(b) Truth table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1716" name="AutoShape 197">
            <a:extLst>
              <a:ext uri="{FF2B5EF4-FFF2-40B4-BE49-F238E27FC236}">
                <a16:creationId xmlns:a16="http://schemas.microsoft.com/office/drawing/2014/main" id="{92CC2FCA-9E98-4651-BD56-23DFC998D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4568825"/>
            <a:ext cx="615950" cy="534988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036366-4C15-4254-B1EC-8AB9EA7839DF}"/>
                  </a:ext>
                </a:extLst>
              </p14:cNvPr>
              <p14:cNvContentPartPr/>
              <p14:nvPr/>
            </p14:nvContentPartPr>
            <p14:xfrm>
              <a:off x="3738600" y="2064240"/>
              <a:ext cx="1833840" cy="1572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036366-4C15-4254-B1EC-8AB9EA7839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9240" y="2054880"/>
                <a:ext cx="1852560" cy="1591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1" name="Picture 1" descr="Screen shot 2013-10-14 at 2.55.17 PM.png">
            <a:extLst>
              <a:ext uri="{FF2B5EF4-FFF2-40B4-BE49-F238E27FC236}">
                <a16:creationId xmlns:a16="http://schemas.microsoft.com/office/drawing/2014/main" id="{B09E2335-A8C5-4773-B283-18D654A42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09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2" name="Picture 2" descr="Screen shot 2013-10-14 at 2.55.25 PM.png">
            <a:extLst>
              <a:ext uri="{FF2B5EF4-FFF2-40B4-BE49-F238E27FC236}">
                <a16:creationId xmlns:a16="http://schemas.microsoft.com/office/drawing/2014/main" id="{F090E52D-19AE-46B8-8CBC-E91B832AA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6200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3" name="Title 1">
            <a:extLst>
              <a:ext uri="{FF2B5EF4-FFF2-40B4-BE49-F238E27FC236}">
                <a16:creationId xmlns:a16="http://schemas.microsoft.com/office/drawing/2014/main" id="{674A46BC-0CAF-4AB4-94F1-D85CC55DEB62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Three-input majority function</a:t>
            </a:r>
          </a:p>
        </p:txBody>
      </p:sp>
      <p:sp>
        <p:nvSpPr>
          <p:cNvPr id="112644" name="Line 164">
            <a:extLst>
              <a:ext uri="{FF2B5EF4-FFF2-40B4-BE49-F238E27FC236}">
                <a16:creationId xmlns:a16="http://schemas.microsoft.com/office/drawing/2014/main" id="{7FDA3109-BE54-4C26-A132-12A2826BC3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1700" y="3935413"/>
            <a:ext cx="365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5" name="Freeform 165">
            <a:extLst>
              <a:ext uri="{FF2B5EF4-FFF2-40B4-BE49-F238E27FC236}">
                <a16:creationId xmlns:a16="http://schemas.microsoft.com/office/drawing/2014/main" id="{546972F5-1A28-44BC-9CD4-FB047888A48B}"/>
              </a:ext>
            </a:extLst>
          </p:cNvPr>
          <p:cNvSpPr>
            <a:spLocks/>
          </p:cNvSpPr>
          <p:nvPr/>
        </p:nvSpPr>
        <p:spPr bwMode="auto">
          <a:xfrm>
            <a:off x="5661025" y="3525838"/>
            <a:ext cx="320675" cy="798512"/>
          </a:xfrm>
          <a:custGeom>
            <a:avLst/>
            <a:gdLst>
              <a:gd name="T0" fmla="*/ 2147483646 w 402"/>
              <a:gd name="T1" fmla="*/ 2147483646 h 1006"/>
              <a:gd name="T2" fmla="*/ 2147483646 w 402"/>
              <a:gd name="T3" fmla="*/ 2147483646 h 1006"/>
              <a:gd name="T4" fmla="*/ 0 w 402"/>
              <a:gd name="T5" fmla="*/ 0 h 1006"/>
              <a:gd name="T6" fmla="*/ 0 w 402"/>
              <a:gd name="T7" fmla="*/ 2147483646 h 1006"/>
              <a:gd name="T8" fmla="*/ 2147483646 w 402"/>
              <a:gd name="T9" fmla="*/ 2147483646 h 10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1006"/>
              <a:gd name="T17" fmla="*/ 402 w 402"/>
              <a:gd name="T18" fmla="*/ 1006 h 10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1006">
                <a:moveTo>
                  <a:pt x="402" y="805"/>
                </a:moveTo>
                <a:lnTo>
                  <a:pt x="402" y="202"/>
                </a:lnTo>
                <a:lnTo>
                  <a:pt x="0" y="0"/>
                </a:lnTo>
                <a:lnTo>
                  <a:pt x="0" y="1006"/>
                </a:lnTo>
                <a:lnTo>
                  <a:pt x="402" y="805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6" name="Line 166">
            <a:extLst>
              <a:ext uri="{FF2B5EF4-FFF2-40B4-BE49-F238E27FC236}">
                <a16:creationId xmlns:a16="http://schemas.microsoft.com/office/drawing/2014/main" id="{481AA61C-3F07-455D-A118-EAE4E2EA9C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63" y="3275013"/>
            <a:ext cx="1587" cy="3413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7" name="Line 168">
            <a:extLst>
              <a:ext uri="{FF2B5EF4-FFF2-40B4-BE49-F238E27FC236}">
                <a16:creationId xmlns:a16="http://schemas.microsoft.com/office/drawing/2014/main" id="{995820BC-2E24-4EB0-A801-7C0EFB2AB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275013"/>
            <a:ext cx="4111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48" name="Rectangle 169">
            <a:extLst>
              <a:ext uri="{FF2B5EF4-FFF2-40B4-BE49-F238E27FC236}">
                <a16:creationId xmlns:a16="http://schemas.microsoft.com/office/drawing/2014/main" id="{730D42CE-EFEE-4C7C-9A9F-2CB8AF20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475" y="3829050"/>
            <a:ext cx="10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f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49" name="Rectangle 170">
            <a:extLst>
              <a:ext uri="{FF2B5EF4-FFF2-40B4-BE49-F238E27FC236}">
                <a16:creationId xmlns:a16="http://schemas.microsoft.com/office/drawing/2014/main" id="{BF8C1CBB-3CBA-4A5B-B618-EA720A116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51155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50" name="Rectangle 171">
            <a:extLst>
              <a:ext uri="{FF2B5EF4-FFF2-40B4-BE49-F238E27FC236}">
                <a16:creationId xmlns:a16="http://schemas.microsoft.com/office/drawing/2014/main" id="{282204B5-2BFA-46A1-BA81-A8CFD176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616325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3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51" name="Rectangle 172">
            <a:extLst>
              <a:ext uri="{FF2B5EF4-FFF2-40B4-BE49-F238E27FC236}">
                <a16:creationId xmlns:a16="http://schemas.microsoft.com/office/drawing/2014/main" id="{1523A903-31D0-4C6C-B196-FAC7D480F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938" y="3124200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52" name="Freeform 173">
            <a:extLst>
              <a:ext uri="{FF2B5EF4-FFF2-40B4-BE49-F238E27FC236}">
                <a16:creationId xmlns:a16="http://schemas.microsoft.com/office/drawing/2014/main" id="{23D103F5-5299-42E0-9CB3-4EBA81CA0D3E}"/>
              </a:ext>
            </a:extLst>
          </p:cNvPr>
          <p:cNvSpPr>
            <a:spLocks/>
          </p:cNvSpPr>
          <p:nvPr/>
        </p:nvSpPr>
        <p:spPr bwMode="auto">
          <a:xfrm>
            <a:off x="3287713" y="3640138"/>
            <a:ext cx="46037" cy="44450"/>
          </a:xfrm>
          <a:custGeom>
            <a:avLst/>
            <a:gdLst>
              <a:gd name="T0" fmla="*/ 2147483646 w 57"/>
              <a:gd name="T1" fmla="*/ 0 h 58"/>
              <a:gd name="T2" fmla="*/ 2147483646 w 57"/>
              <a:gd name="T3" fmla="*/ 2147483646 h 58"/>
              <a:gd name="T4" fmla="*/ 2147483646 w 57"/>
              <a:gd name="T5" fmla="*/ 2147483646 h 58"/>
              <a:gd name="T6" fmla="*/ 2147483646 w 57"/>
              <a:gd name="T7" fmla="*/ 2147483646 h 58"/>
              <a:gd name="T8" fmla="*/ 2147483646 w 57"/>
              <a:gd name="T9" fmla="*/ 2147483646 h 58"/>
              <a:gd name="T10" fmla="*/ 2147483646 w 57"/>
              <a:gd name="T11" fmla="*/ 2147483646 h 58"/>
              <a:gd name="T12" fmla="*/ 2147483646 w 57"/>
              <a:gd name="T13" fmla="*/ 2147483646 h 58"/>
              <a:gd name="T14" fmla="*/ 2147483646 w 57"/>
              <a:gd name="T15" fmla="*/ 2147483646 h 58"/>
              <a:gd name="T16" fmla="*/ 2147483646 w 57"/>
              <a:gd name="T17" fmla="*/ 2147483646 h 58"/>
              <a:gd name="T18" fmla="*/ 2147483646 w 57"/>
              <a:gd name="T19" fmla="*/ 2147483646 h 58"/>
              <a:gd name="T20" fmla="*/ 0 w 57"/>
              <a:gd name="T21" fmla="*/ 2147483646 h 58"/>
              <a:gd name="T22" fmla="*/ 0 w 57"/>
              <a:gd name="T23" fmla="*/ 2147483646 h 58"/>
              <a:gd name="T24" fmla="*/ 2147483646 w 57"/>
              <a:gd name="T25" fmla="*/ 2147483646 h 58"/>
              <a:gd name="T26" fmla="*/ 2147483646 w 57"/>
              <a:gd name="T27" fmla="*/ 2147483646 h 58"/>
              <a:gd name="T28" fmla="*/ 2147483646 w 57"/>
              <a:gd name="T29" fmla="*/ 2147483646 h 58"/>
              <a:gd name="T30" fmla="*/ 2147483646 w 57"/>
              <a:gd name="T31" fmla="*/ 2147483646 h 58"/>
              <a:gd name="T32" fmla="*/ 2147483646 w 57"/>
              <a:gd name="T33" fmla="*/ 2147483646 h 58"/>
              <a:gd name="T34" fmla="*/ 2147483646 w 57"/>
              <a:gd name="T35" fmla="*/ 2147483646 h 58"/>
              <a:gd name="T36" fmla="*/ 2147483646 w 57"/>
              <a:gd name="T37" fmla="*/ 2147483646 h 58"/>
              <a:gd name="T38" fmla="*/ 2147483646 w 57"/>
              <a:gd name="T39" fmla="*/ 2147483646 h 58"/>
              <a:gd name="T40" fmla="*/ 2147483646 w 57"/>
              <a:gd name="T41" fmla="*/ 2147483646 h 58"/>
              <a:gd name="T42" fmla="*/ 2147483646 w 57"/>
              <a:gd name="T43" fmla="*/ 2147483646 h 58"/>
              <a:gd name="T44" fmla="*/ 2147483646 w 57"/>
              <a:gd name="T45" fmla="*/ 2147483646 h 58"/>
              <a:gd name="T46" fmla="*/ 2147483646 w 57"/>
              <a:gd name="T47" fmla="*/ 2147483646 h 58"/>
              <a:gd name="T48" fmla="*/ 2147483646 w 57"/>
              <a:gd name="T49" fmla="*/ 2147483646 h 58"/>
              <a:gd name="T50" fmla="*/ 2147483646 w 57"/>
              <a:gd name="T51" fmla="*/ 2147483646 h 58"/>
              <a:gd name="T52" fmla="*/ 2147483646 w 57"/>
              <a:gd name="T53" fmla="*/ 2147483646 h 58"/>
              <a:gd name="T54" fmla="*/ 2147483646 w 57"/>
              <a:gd name="T55" fmla="*/ 2147483646 h 58"/>
              <a:gd name="T56" fmla="*/ 2147483646 w 57"/>
              <a:gd name="T57" fmla="*/ 2147483646 h 58"/>
              <a:gd name="T58" fmla="*/ 2147483646 w 57"/>
              <a:gd name="T59" fmla="*/ 2147483646 h 58"/>
              <a:gd name="T60" fmla="*/ 2147483646 w 57"/>
              <a:gd name="T61" fmla="*/ 2147483646 h 58"/>
              <a:gd name="T62" fmla="*/ 2147483646 w 57"/>
              <a:gd name="T63" fmla="*/ 2147483646 h 58"/>
              <a:gd name="T64" fmla="*/ 2147483646 w 57"/>
              <a:gd name="T65" fmla="*/ 2147483646 h 58"/>
              <a:gd name="T66" fmla="*/ 2147483646 w 57"/>
              <a:gd name="T67" fmla="*/ 2147483646 h 58"/>
              <a:gd name="T68" fmla="*/ 2147483646 w 57"/>
              <a:gd name="T69" fmla="*/ 2147483646 h 58"/>
              <a:gd name="T70" fmla="*/ 2147483646 w 57"/>
              <a:gd name="T71" fmla="*/ 2147483646 h 58"/>
              <a:gd name="T72" fmla="*/ 2147483646 w 57"/>
              <a:gd name="T73" fmla="*/ 2147483646 h 58"/>
              <a:gd name="T74" fmla="*/ 2147483646 w 57"/>
              <a:gd name="T75" fmla="*/ 2147483646 h 58"/>
              <a:gd name="T76" fmla="*/ 2147483646 w 57"/>
              <a:gd name="T77" fmla="*/ 2147483646 h 58"/>
              <a:gd name="T78" fmla="*/ 2147483646 w 57"/>
              <a:gd name="T79" fmla="*/ 2147483646 h 58"/>
              <a:gd name="T80" fmla="*/ 2147483646 w 57"/>
              <a:gd name="T81" fmla="*/ 2147483646 h 58"/>
              <a:gd name="T82" fmla="*/ 2147483646 w 57"/>
              <a:gd name="T83" fmla="*/ 2147483646 h 58"/>
              <a:gd name="T84" fmla="*/ 2147483646 w 57"/>
              <a:gd name="T85" fmla="*/ 2147483646 h 58"/>
              <a:gd name="T86" fmla="*/ 2147483646 w 57"/>
              <a:gd name="T87" fmla="*/ 0 h 58"/>
              <a:gd name="T88" fmla="*/ 2147483646 w 57"/>
              <a:gd name="T89" fmla="*/ 2147483646 h 5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7"/>
              <a:gd name="T136" fmla="*/ 0 h 58"/>
              <a:gd name="T137" fmla="*/ 57 w 57"/>
              <a:gd name="T138" fmla="*/ 58 h 5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7" h="58">
                <a:moveTo>
                  <a:pt x="29" y="29"/>
                </a:moveTo>
                <a:lnTo>
                  <a:pt x="29" y="0"/>
                </a:lnTo>
                <a:lnTo>
                  <a:pt x="27" y="0"/>
                </a:lnTo>
                <a:lnTo>
                  <a:pt x="26" y="0"/>
                </a:lnTo>
                <a:lnTo>
                  <a:pt x="24" y="0"/>
                </a:lnTo>
                <a:lnTo>
                  <a:pt x="23" y="2"/>
                </a:lnTo>
                <a:lnTo>
                  <a:pt x="21" y="2"/>
                </a:lnTo>
                <a:lnTo>
                  <a:pt x="20" y="2"/>
                </a:lnTo>
                <a:lnTo>
                  <a:pt x="18" y="2"/>
                </a:lnTo>
                <a:lnTo>
                  <a:pt x="18" y="3"/>
                </a:lnTo>
                <a:lnTo>
                  <a:pt x="17" y="3"/>
                </a:lnTo>
                <a:lnTo>
                  <a:pt x="16" y="4"/>
                </a:lnTo>
                <a:lnTo>
                  <a:pt x="14" y="4"/>
                </a:lnTo>
                <a:lnTo>
                  <a:pt x="13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8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6" y="13"/>
                </a:lnTo>
                <a:lnTo>
                  <a:pt x="4" y="15"/>
                </a:lnTo>
                <a:lnTo>
                  <a:pt x="4" y="16"/>
                </a:lnTo>
                <a:lnTo>
                  <a:pt x="3" y="17"/>
                </a:lnTo>
                <a:lnTo>
                  <a:pt x="3" y="19"/>
                </a:lnTo>
                <a:lnTo>
                  <a:pt x="1" y="20"/>
                </a:lnTo>
                <a:lnTo>
                  <a:pt x="1" y="22"/>
                </a:lnTo>
                <a:lnTo>
                  <a:pt x="1" y="23"/>
                </a:lnTo>
                <a:lnTo>
                  <a:pt x="1" y="25"/>
                </a:lnTo>
                <a:lnTo>
                  <a:pt x="0" y="26"/>
                </a:lnTo>
                <a:lnTo>
                  <a:pt x="0" y="27"/>
                </a:lnTo>
                <a:lnTo>
                  <a:pt x="0" y="29"/>
                </a:lnTo>
                <a:lnTo>
                  <a:pt x="0" y="30"/>
                </a:lnTo>
                <a:lnTo>
                  <a:pt x="0" y="32"/>
                </a:lnTo>
                <a:lnTo>
                  <a:pt x="1" y="33"/>
                </a:lnTo>
                <a:lnTo>
                  <a:pt x="1" y="35"/>
                </a:lnTo>
                <a:lnTo>
                  <a:pt x="1" y="36"/>
                </a:lnTo>
                <a:lnTo>
                  <a:pt x="1" y="38"/>
                </a:lnTo>
                <a:lnTo>
                  <a:pt x="3" y="39"/>
                </a:lnTo>
                <a:lnTo>
                  <a:pt x="3" y="40"/>
                </a:lnTo>
                <a:lnTo>
                  <a:pt x="3" y="42"/>
                </a:lnTo>
                <a:lnTo>
                  <a:pt x="4" y="43"/>
                </a:lnTo>
                <a:lnTo>
                  <a:pt x="4" y="45"/>
                </a:lnTo>
                <a:lnTo>
                  <a:pt x="6" y="45"/>
                </a:lnTo>
                <a:lnTo>
                  <a:pt x="6" y="46"/>
                </a:lnTo>
                <a:lnTo>
                  <a:pt x="7" y="48"/>
                </a:lnTo>
                <a:lnTo>
                  <a:pt x="7" y="49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3" y="53"/>
                </a:lnTo>
                <a:lnTo>
                  <a:pt x="14" y="53"/>
                </a:lnTo>
                <a:lnTo>
                  <a:pt x="16" y="55"/>
                </a:lnTo>
                <a:lnTo>
                  <a:pt x="17" y="55"/>
                </a:lnTo>
                <a:lnTo>
                  <a:pt x="18" y="56"/>
                </a:lnTo>
                <a:lnTo>
                  <a:pt x="20" y="56"/>
                </a:lnTo>
                <a:lnTo>
                  <a:pt x="21" y="58"/>
                </a:lnTo>
                <a:lnTo>
                  <a:pt x="23" y="58"/>
                </a:lnTo>
                <a:lnTo>
                  <a:pt x="24" y="58"/>
                </a:lnTo>
                <a:lnTo>
                  <a:pt x="26" y="58"/>
                </a:lnTo>
                <a:lnTo>
                  <a:pt x="27" y="58"/>
                </a:lnTo>
                <a:lnTo>
                  <a:pt x="29" y="58"/>
                </a:lnTo>
                <a:lnTo>
                  <a:pt x="30" y="58"/>
                </a:lnTo>
                <a:lnTo>
                  <a:pt x="31" y="58"/>
                </a:lnTo>
                <a:lnTo>
                  <a:pt x="33" y="58"/>
                </a:lnTo>
                <a:lnTo>
                  <a:pt x="34" y="58"/>
                </a:lnTo>
                <a:lnTo>
                  <a:pt x="36" y="58"/>
                </a:lnTo>
                <a:lnTo>
                  <a:pt x="37" y="56"/>
                </a:lnTo>
                <a:lnTo>
                  <a:pt x="39" y="56"/>
                </a:lnTo>
                <a:lnTo>
                  <a:pt x="40" y="56"/>
                </a:lnTo>
                <a:lnTo>
                  <a:pt x="41" y="55"/>
                </a:lnTo>
                <a:lnTo>
                  <a:pt x="43" y="55"/>
                </a:lnTo>
                <a:lnTo>
                  <a:pt x="44" y="53"/>
                </a:lnTo>
                <a:lnTo>
                  <a:pt x="46" y="52"/>
                </a:lnTo>
                <a:lnTo>
                  <a:pt x="47" y="52"/>
                </a:lnTo>
                <a:lnTo>
                  <a:pt x="49" y="50"/>
                </a:lnTo>
                <a:lnTo>
                  <a:pt x="49" y="49"/>
                </a:lnTo>
                <a:lnTo>
                  <a:pt x="50" y="49"/>
                </a:lnTo>
                <a:lnTo>
                  <a:pt x="52" y="48"/>
                </a:lnTo>
                <a:lnTo>
                  <a:pt x="52" y="46"/>
                </a:lnTo>
                <a:lnTo>
                  <a:pt x="53" y="45"/>
                </a:lnTo>
                <a:lnTo>
                  <a:pt x="54" y="43"/>
                </a:lnTo>
                <a:lnTo>
                  <a:pt x="54" y="42"/>
                </a:lnTo>
                <a:lnTo>
                  <a:pt x="56" y="40"/>
                </a:lnTo>
                <a:lnTo>
                  <a:pt x="56" y="39"/>
                </a:lnTo>
                <a:lnTo>
                  <a:pt x="56" y="38"/>
                </a:lnTo>
                <a:lnTo>
                  <a:pt x="57" y="36"/>
                </a:lnTo>
                <a:lnTo>
                  <a:pt x="57" y="35"/>
                </a:lnTo>
                <a:lnTo>
                  <a:pt x="57" y="33"/>
                </a:lnTo>
                <a:lnTo>
                  <a:pt x="57" y="32"/>
                </a:lnTo>
                <a:lnTo>
                  <a:pt x="57" y="30"/>
                </a:lnTo>
                <a:lnTo>
                  <a:pt x="57" y="29"/>
                </a:lnTo>
                <a:lnTo>
                  <a:pt x="57" y="27"/>
                </a:lnTo>
                <a:lnTo>
                  <a:pt x="57" y="26"/>
                </a:lnTo>
                <a:lnTo>
                  <a:pt x="57" y="25"/>
                </a:lnTo>
                <a:lnTo>
                  <a:pt x="57" y="23"/>
                </a:lnTo>
                <a:lnTo>
                  <a:pt x="57" y="22"/>
                </a:lnTo>
                <a:lnTo>
                  <a:pt x="56" y="20"/>
                </a:lnTo>
                <a:lnTo>
                  <a:pt x="56" y="19"/>
                </a:lnTo>
                <a:lnTo>
                  <a:pt x="56" y="17"/>
                </a:lnTo>
                <a:lnTo>
                  <a:pt x="54" y="17"/>
                </a:lnTo>
                <a:lnTo>
                  <a:pt x="54" y="16"/>
                </a:lnTo>
                <a:lnTo>
                  <a:pt x="53" y="15"/>
                </a:lnTo>
                <a:lnTo>
                  <a:pt x="53" y="13"/>
                </a:lnTo>
                <a:lnTo>
                  <a:pt x="52" y="12"/>
                </a:lnTo>
                <a:lnTo>
                  <a:pt x="50" y="10"/>
                </a:lnTo>
                <a:lnTo>
                  <a:pt x="49" y="9"/>
                </a:lnTo>
                <a:lnTo>
                  <a:pt x="49" y="7"/>
                </a:lnTo>
                <a:lnTo>
                  <a:pt x="47" y="7"/>
                </a:lnTo>
                <a:lnTo>
                  <a:pt x="46" y="6"/>
                </a:lnTo>
                <a:lnTo>
                  <a:pt x="44" y="6"/>
                </a:lnTo>
                <a:lnTo>
                  <a:pt x="44" y="4"/>
                </a:lnTo>
                <a:lnTo>
                  <a:pt x="43" y="4"/>
                </a:lnTo>
                <a:lnTo>
                  <a:pt x="41" y="3"/>
                </a:lnTo>
                <a:lnTo>
                  <a:pt x="40" y="3"/>
                </a:lnTo>
                <a:lnTo>
                  <a:pt x="39" y="2"/>
                </a:lnTo>
                <a:lnTo>
                  <a:pt x="37" y="2"/>
                </a:lnTo>
                <a:lnTo>
                  <a:pt x="36" y="2"/>
                </a:lnTo>
                <a:lnTo>
                  <a:pt x="34" y="2"/>
                </a:ln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53" name="Freeform 174">
            <a:extLst>
              <a:ext uri="{FF2B5EF4-FFF2-40B4-BE49-F238E27FC236}">
                <a16:creationId xmlns:a16="http://schemas.microsoft.com/office/drawing/2014/main" id="{83091B6D-7577-4E79-AAAC-EF50039217A8}"/>
              </a:ext>
            </a:extLst>
          </p:cNvPr>
          <p:cNvSpPr>
            <a:spLocks/>
          </p:cNvSpPr>
          <p:nvPr/>
        </p:nvSpPr>
        <p:spPr bwMode="auto">
          <a:xfrm>
            <a:off x="3275013" y="3625850"/>
            <a:ext cx="55562" cy="55563"/>
          </a:xfrm>
          <a:custGeom>
            <a:avLst/>
            <a:gdLst>
              <a:gd name="T0" fmla="*/ 2147483646 w 70"/>
              <a:gd name="T1" fmla="*/ 0 h 70"/>
              <a:gd name="T2" fmla="*/ 2147483646 w 70"/>
              <a:gd name="T3" fmla="*/ 2147483646 h 70"/>
              <a:gd name="T4" fmla="*/ 2147483646 w 70"/>
              <a:gd name="T5" fmla="*/ 2147483646 h 70"/>
              <a:gd name="T6" fmla="*/ 2147483646 w 70"/>
              <a:gd name="T7" fmla="*/ 2147483646 h 70"/>
              <a:gd name="T8" fmla="*/ 2147483646 w 70"/>
              <a:gd name="T9" fmla="*/ 2147483646 h 70"/>
              <a:gd name="T10" fmla="*/ 2147483646 w 70"/>
              <a:gd name="T11" fmla="*/ 2147483646 h 70"/>
              <a:gd name="T12" fmla="*/ 2147483646 w 70"/>
              <a:gd name="T13" fmla="*/ 2147483646 h 70"/>
              <a:gd name="T14" fmla="*/ 2147483646 w 70"/>
              <a:gd name="T15" fmla="*/ 2147483646 h 70"/>
              <a:gd name="T16" fmla="*/ 2147483646 w 70"/>
              <a:gd name="T17" fmla="*/ 2147483646 h 70"/>
              <a:gd name="T18" fmla="*/ 0 w 70"/>
              <a:gd name="T19" fmla="*/ 2147483646 h 70"/>
              <a:gd name="T20" fmla="*/ 0 w 70"/>
              <a:gd name="T21" fmla="*/ 2147483646 h 70"/>
              <a:gd name="T22" fmla="*/ 0 w 70"/>
              <a:gd name="T23" fmla="*/ 2147483646 h 70"/>
              <a:gd name="T24" fmla="*/ 2147483646 w 70"/>
              <a:gd name="T25" fmla="*/ 2147483646 h 70"/>
              <a:gd name="T26" fmla="*/ 2147483646 w 70"/>
              <a:gd name="T27" fmla="*/ 2147483646 h 70"/>
              <a:gd name="T28" fmla="*/ 2147483646 w 70"/>
              <a:gd name="T29" fmla="*/ 2147483646 h 70"/>
              <a:gd name="T30" fmla="*/ 2147483646 w 70"/>
              <a:gd name="T31" fmla="*/ 2147483646 h 70"/>
              <a:gd name="T32" fmla="*/ 2147483646 w 70"/>
              <a:gd name="T33" fmla="*/ 2147483646 h 70"/>
              <a:gd name="T34" fmla="*/ 2147483646 w 70"/>
              <a:gd name="T35" fmla="*/ 2147483646 h 70"/>
              <a:gd name="T36" fmla="*/ 2147483646 w 70"/>
              <a:gd name="T37" fmla="*/ 2147483646 h 70"/>
              <a:gd name="T38" fmla="*/ 2147483646 w 70"/>
              <a:gd name="T39" fmla="*/ 2147483646 h 70"/>
              <a:gd name="T40" fmla="*/ 2147483646 w 70"/>
              <a:gd name="T41" fmla="*/ 2147483646 h 70"/>
              <a:gd name="T42" fmla="*/ 2147483646 w 70"/>
              <a:gd name="T43" fmla="*/ 2147483646 h 70"/>
              <a:gd name="T44" fmla="*/ 2147483646 w 70"/>
              <a:gd name="T45" fmla="*/ 2147483646 h 70"/>
              <a:gd name="T46" fmla="*/ 2147483646 w 70"/>
              <a:gd name="T47" fmla="*/ 2147483646 h 70"/>
              <a:gd name="T48" fmla="*/ 2147483646 w 70"/>
              <a:gd name="T49" fmla="*/ 2147483646 h 70"/>
              <a:gd name="T50" fmla="*/ 2147483646 w 70"/>
              <a:gd name="T51" fmla="*/ 2147483646 h 70"/>
              <a:gd name="T52" fmla="*/ 2147483646 w 70"/>
              <a:gd name="T53" fmla="*/ 2147483646 h 70"/>
              <a:gd name="T54" fmla="*/ 2147483646 w 70"/>
              <a:gd name="T55" fmla="*/ 2147483646 h 70"/>
              <a:gd name="T56" fmla="*/ 2147483646 w 70"/>
              <a:gd name="T57" fmla="*/ 2147483646 h 70"/>
              <a:gd name="T58" fmla="*/ 2147483646 w 70"/>
              <a:gd name="T59" fmla="*/ 2147483646 h 70"/>
              <a:gd name="T60" fmla="*/ 2147483646 w 70"/>
              <a:gd name="T61" fmla="*/ 2147483646 h 70"/>
              <a:gd name="T62" fmla="*/ 2147483646 w 70"/>
              <a:gd name="T63" fmla="*/ 2147483646 h 70"/>
              <a:gd name="T64" fmla="*/ 2147483646 w 70"/>
              <a:gd name="T65" fmla="*/ 2147483646 h 70"/>
              <a:gd name="T66" fmla="*/ 2147483646 w 70"/>
              <a:gd name="T67" fmla="*/ 2147483646 h 70"/>
              <a:gd name="T68" fmla="*/ 2147483646 w 70"/>
              <a:gd name="T69" fmla="*/ 2147483646 h 70"/>
              <a:gd name="T70" fmla="*/ 2147483646 w 70"/>
              <a:gd name="T71" fmla="*/ 2147483646 h 70"/>
              <a:gd name="T72" fmla="*/ 2147483646 w 70"/>
              <a:gd name="T73" fmla="*/ 2147483646 h 70"/>
              <a:gd name="T74" fmla="*/ 2147483646 w 70"/>
              <a:gd name="T75" fmla="*/ 2147483646 h 70"/>
              <a:gd name="T76" fmla="*/ 2147483646 w 70"/>
              <a:gd name="T77" fmla="*/ 2147483646 h 70"/>
              <a:gd name="T78" fmla="*/ 2147483646 w 70"/>
              <a:gd name="T79" fmla="*/ 2147483646 h 70"/>
              <a:gd name="T80" fmla="*/ 2147483646 w 70"/>
              <a:gd name="T81" fmla="*/ 2147483646 h 70"/>
              <a:gd name="T82" fmla="*/ 2147483646 w 70"/>
              <a:gd name="T83" fmla="*/ 2147483646 h 70"/>
              <a:gd name="T84" fmla="*/ 2147483646 w 70"/>
              <a:gd name="T85" fmla="*/ 0 h 70"/>
              <a:gd name="T86" fmla="*/ 2147483646 w 70"/>
              <a:gd name="T87" fmla="*/ 0 h 70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0"/>
              <a:gd name="T133" fmla="*/ 0 h 70"/>
              <a:gd name="T134" fmla="*/ 70 w 70"/>
              <a:gd name="T135" fmla="*/ 70 h 70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0" h="70">
                <a:moveTo>
                  <a:pt x="34" y="0"/>
                </a:move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8" y="1"/>
                </a:lnTo>
                <a:lnTo>
                  <a:pt x="25" y="1"/>
                </a:lnTo>
                <a:lnTo>
                  <a:pt x="24" y="1"/>
                </a:lnTo>
                <a:lnTo>
                  <a:pt x="23" y="3"/>
                </a:lnTo>
                <a:lnTo>
                  <a:pt x="21" y="3"/>
                </a:lnTo>
                <a:lnTo>
                  <a:pt x="20" y="3"/>
                </a:lnTo>
                <a:lnTo>
                  <a:pt x="18" y="4"/>
                </a:lnTo>
                <a:lnTo>
                  <a:pt x="17" y="6"/>
                </a:lnTo>
                <a:lnTo>
                  <a:pt x="15" y="6"/>
                </a:lnTo>
                <a:lnTo>
                  <a:pt x="14" y="7"/>
                </a:lnTo>
                <a:lnTo>
                  <a:pt x="12" y="9"/>
                </a:lnTo>
                <a:lnTo>
                  <a:pt x="11" y="9"/>
                </a:lnTo>
                <a:lnTo>
                  <a:pt x="10" y="10"/>
                </a:lnTo>
                <a:lnTo>
                  <a:pt x="8" y="11"/>
                </a:lnTo>
                <a:lnTo>
                  <a:pt x="8" y="13"/>
                </a:lnTo>
                <a:lnTo>
                  <a:pt x="7" y="14"/>
                </a:lnTo>
                <a:lnTo>
                  <a:pt x="5" y="16"/>
                </a:lnTo>
                <a:lnTo>
                  <a:pt x="5" y="17"/>
                </a:lnTo>
                <a:lnTo>
                  <a:pt x="4" y="19"/>
                </a:lnTo>
                <a:lnTo>
                  <a:pt x="2" y="20"/>
                </a:lnTo>
                <a:lnTo>
                  <a:pt x="2" y="21"/>
                </a:lnTo>
                <a:lnTo>
                  <a:pt x="2" y="23"/>
                </a:lnTo>
                <a:lnTo>
                  <a:pt x="1" y="24"/>
                </a:lnTo>
                <a:lnTo>
                  <a:pt x="1" y="26"/>
                </a:lnTo>
                <a:lnTo>
                  <a:pt x="1" y="29"/>
                </a:lnTo>
                <a:lnTo>
                  <a:pt x="0" y="30"/>
                </a:lnTo>
                <a:lnTo>
                  <a:pt x="0" y="32"/>
                </a:lnTo>
                <a:lnTo>
                  <a:pt x="0" y="33"/>
                </a:lnTo>
                <a:lnTo>
                  <a:pt x="0" y="34"/>
                </a:lnTo>
                <a:lnTo>
                  <a:pt x="0" y="37"/>
                </a:lnTo>
                <a:lnTo>
                  <a:pt x="0" y="39"/>
                </a:lnTo>
                <a:lnTo>
                  <a:pt x="0" y="40"/>
                </a:lnTo>
                <a:lnTo>
                  <a:pt x="1" y="42"/>
                </a:lnTo>
                <a:lnTo>
                  <a:pt x="1" y="44"/>
                </a:lnTo>
                <a:lnTo>
                  <a:pt x="1" y="46"/>
                </a:lnTo>
                <a:lnTo>
                  <a:pt x="2" y="47"/>
                </a:lnTo>
                <a:lnTo>
                  <a:pt x="2" y="49"/>
                </a:lnTo>
                <a:lnTo>
                  <a:pt x="2" y="50"/>
                </a:lnTo>
                <a:lnTo>
                  <a:pt x="4" y="52"/>
                </a:lnTo>
                <a:lnTo>
                  <a:pt x="5" y="53"/>
                </a:lnTo>
                <a:lnTo>
                  <a:pt x="5" y="55"/>
                </a:lnTo>
                <a:lnTo>
                  <a:pt x="7" y="56"/>
                </a:lnTo>
                <a:lnTo>
                  <a:pt x="8" y="57"/>
                </a:lnTo>
                <a:lnTo>
                  <a:pt x="8" y="59"/>
                </a:lnTo>
                <a:lnTo>
                  <a:pt x="10" y="60"/>
                </a:lnTo>
                <a:lnTo>
                  <a:pt x="11" y="60"/>
                </a:lnTo>
                <a:lnTo>
                  <a:pt x="12" y="62"/>
                </a:lnTo>
                <a:lnTo>
                  <a:pt x="14" y="63"/>
                </a:lnTo>
                <a:lnTo>
                  <a:pt x="15" y="65"/>
                </a:lnTo>
                <a:lnTo>
                  <a:pt x="17" y="65"/>
                </a:lnTo>
                <a:lnTo>
                  <a:pt x="18" y="66"/>
                </a:lnTo>
                <a:lnTo>
                  <a:pt x="20" y="66"/>
                </a:lnTo>
                <a:lnTo>
                  <a:pt x="21" y="67"/>
                </a:lnTo>
                <a:lnTo>
                  <a:pt x="23" y="67"/>
                </a:lnTo>
                <a:lnTo>
                  <a:pt x="24" y="69"/>
                </a:lnTo>
                <a:lnTo>
                  <a:pt x="25" y="69"/>
                </a:lnTo>
                <a:lnTo>
                  <a:pt x="28" y="69"/>
                </a:lnTo>
                <a:lnTo>
                  <a:pt x="30" y="70"/>
                </a:lnTo>
                <a:lnTo>
                  <a:pt x="31" y="70"/>
                </a:lnTo>
                <a:lnTo>
                  <a:pt x="33" y="70"/>
                </a:lnTo>
                <a:lnTo>
                  <a:pt x="34" y="70"/>
                </a:lnTo>
                <a:lnTo>
                  <a:pt x="37" y="70"/>
                </a:lnTo>
                <a:lnTo>
                  <a:pt x="38" y="70"/>
                </a:lnTo>
                <a:lnTo>
                  <a:pt x="40" y="70"/>
                </a:lnTo>
                <a:lnTo>
                  <a:pt x="41" y="69"/>
                </a:lnTo>
                <a:lnTo>
                  <a:pt x="44" y="69"/>
                </a:lnTo>
                <a:lnTo>
                  <a:pt x="46" y="69"/>
                </a:lnTo>
                <a:lnTo>
                  <a:pt x="47" y="67"/>
                </a:lnTo>
                <a:lnTo>
                  <a:pt x="48" y="67"/>
                </a:lnTo>
                <a:lnTo>
                  <a:pt x="50" y="66"/>
                </a:lnTo>
                <a:lnTo>
                  <a:pt x="51" y="66"/>
                </a:lnTo>
                <a:lnTo>
                  <a:pt x="53" y="65"/>
                </a:lnTo>
                <a:lnTo>
                  <a:pt x="54" y="65"/>
                </a:lnTo>
                <a:lnTo>
                  <a:pt x="56" y="63"/>
                </a:lnTo>
                <a:lnTo>
                  <a:pt x="57" y="62"/>
                </a:lnTo>
                <a:lnTo>
                  <a:pt x="58" y="60"/>
                </a:lnTo>
                <a:lnTo>
                  <a:pt x="60" y="60"/>
                </a:lnTo>
                <a:lnTo>
                  <a:pt x="61" y="59"/>
                </a:lnTo>
                <a:lnTo>
                  <a:pt x="61" y="57"/>
                </a:lnTo>
                <a:lnTo>
                  <a:pt x="63" y="56"/>
                </a:lnTo>
                <a:lnTo>
                  <a:pt x="64" y="55"/>
                </a:lnTo>
                <a:lnTo>
                  <a:pt x="64" y="53"/>
                </a:lnTo>
                <a:lnTo>
                  <a:pt x="66" y="52"/>
                </a:lnTo>
                <a:lnTo>
                  <a:pt x="66" y="50"/>
                </a:lnTo>
                <a:lnTo>
                  <a:pt x="67" y="49"/>
                </a:lnTo>
                <a:lnTo>
                  <a:pt x="67" y="47"/>
                </a:lnTo>
                <a:lnTo>
                  <a:pt x="69" y="46"/>
                </a:lnTo>
                <a:lnTo>
                  <a:pt x="69" y="44"/>
                </a:lnTo>
                <a:lnTo>
                  <a:pt x="69" y="42"/>
                </a:lnTo>
                <a:lnTo>
                  <a:pt x="70" y="40"/>
                </a:lnTo>
                <a:lnTo>
                  <a:pt x="70" y="39"/>
                </a:lnTo>
                <a:lnTo>
                  <a:pt x="70" y="37"/>
                </a:lnTo>
                <a:lnTo>
                  <a:pt x="70" y="34"/>
                </a:lnTo>
                <a:lnTo>
                  <a:pt x="70" y="33"/>
                </a:lnTo>
                <a:lnTo>
                  <a:pt x="70" y="32"/>
                </a:lnTo>
                <a:lnTo>
                  <a:pt x="70" y="30"/>
                </a:lnTo>
                <a:lnTo>
                  <a:pt x="69" y="29"/>
                </a:lnTo>
                <a:lnTo>
                  <a:pt x="69" y="26"/>
                </a:lnTo>
                <a:lnTo>
                  <a:pt x="69" y="24"/>
                </a:lnTo>
                <a:lnTo>
                  <a:pt x="67" y="23"/>
                </a:lnTo>
                <a:lnTo>
                  <a:pt x="67" y="21"/>
                </a:lnTo>
                <a:lnTo>
                  <a:pt x="66" y="20"/>
                </a:lnTo>
                <a:lnTo>
                  <a:pt x="66" y="19"/>
                </a:lnTo>
                <a:lnTo>
                  <a:pt x="64" y="17"/>
                </a:lnTo>
                <a:lnTo>
                  <a:pt x="64" y="16"/>
                </a:lnTo>
                <a:lnTo>
                  <a:pt x="63" y="14"/>
                </a:lnTo>
                <a:lnTo>
                  <a:pt x="61" y="13"/>
                </a:lnTo>
                <a:lnTo>
                  <a:pt x="61" y="11"/>
                </a:lnTo>
                <a:lnTo>
                  <a:pt x="60" y="10"/>
                </a:lnTo>
                <a:lnTo>
                  <a:pt x="58" y="9"/>
                </a:lnTo>
                <a:lnTo>
                  <a:pt x="57" y="9"/>
                </a:lnTo>
                <a:lnTo>
                  <a:pt x="56" y="7"/>
                </a:lnTo>
                <a:lnTo>
                  <a:pt x="54" y="6"/>
                </a:lnTo>
                <a:lnTo>
                  <a:pt x="53" y="6"/>
                </a:lnTo>
                <a:lnTo>
                  <a:pt x="51" y="4"/>
                </a:lnTo>
                <a:lnTo>
                  <a:pt x="50" y="3"/>
                </a:lnTo>
                <a:lnTo>
                  <a:pt x="48" y="3"/>
                </a:lnTo>
                <a:lnTo>
                  <a:pt x="47" y="3"/>
                </a:lnTo>
                <a:lnTo>
                  <a:pt x="46" y="1"/>
                </a:lnTo>
                <a:lnTo>
                  <a:pt x="44" y="1"/>
                </a:lnTo>
                <a:lnTo>
                  <a:pt x="41" y="1"/>
                </a:lnTo>
                <a:lnTo>
                  <a:pt x="40" y="0"/>
                </a:lnTo>
                <a:lnTo>
                  <a:pt x="38" y="0"/>
                </a:lnTo>
                <a:lnTo>
                  <a:pt x="37" y="0"/>
                </a:lnTo>
                <a:lnTo>
                  <a:pt x="3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4" name="Rectangle 178">
            <a:extLst>
              <a:ext uri="{FF2B5EF4-FFF2-40B4-BE49-F238E27FC236}">
                <a16:creationId xmlns:a16="http://schemas.microsoft.com/office/drawing/2014/main" id="{60100694-3EDA-4C90-8C0F-10E94FF3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3228975"/>
            <a:ext cx="1238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55" name="Rectangle 179">
            <a:extLst>
              <a:ext uri="{FF2B5EF4-FFF2-40B4-BE49-F238E27FC236}">
                <a16:creationId xmlns:a16="http://schemas.microsoft.com/office/drawing/2014/main" id="{4DC998CF-DAA1-4B65-AE27-B9F5F197B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236913"/>
            <a:ext cx="1857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w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56" name="Line 180">
            <a:extLst>
              <a:ext uri="{FF2B5EF4-FFF2-40B4-BE49-F238E27FC236}">
                <a16:creationId xmlns:a16="http://schemas.microsoft.com/office/drawing/2014/main" id="{D30F6BDA-3BDF-4E09-8434-F51325F0A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1763" y="3662363"/>
            <a:ext cx="10048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7" name="Line 181">
            <a:extLst>
              <a:ext uri="{FF2B5EF4-FFF2-40B4-BE49-F238E27FC236}">
                <a16:creationId xmlns:a16="http://schemas.microsoft.com/office/drawing/2014/main" id="{1D3A5062-D0FC-434A-AB70-706365FCB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1763" y="3387725"/>
            <a:ext cx="100488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8" name="Freeform 182">
            <a:extLst>
              <a:ext uri="{FF2B5EF4-FFF2-40B4-BE49-F238E27FC236}">
                <a16:creationId xmlns:a16="http://schemas.microsoft.com/office/drawing/2014/main" id="{6C370B71-9D81-40BB-814E-9ADA1D91B67D}"/>
              </a:ext>
            </a:extLst>
          </p:cNvPr>
          <p:cNvSpPr>
            <a:spLocks/>
          </p:cNvSpPr>
          <p:nvPr/>
        </p:nvSpPr>
        <p:spPr bwMode="auto">
          <a:xfrm>
            <a:off x="3644900" y="4062413"/>
            <a:ext cx="681038" cy="269875"/>
          </a:xfrm>
          <a:custGeom>
            <a:avLst/>
            <a:gdLst>
              <a:gd name="T0" fmla="*/ 2147483646 w 858"/>
              <a:gd name="T1" fmla="*/ 0 h 341"/>
              <a:gd name="T2" fmla="*/ 2147483646 w 858"/>
              <a:gd name="T3" fmla="*/ 0 h 341"/>
              <a:gd name="T4" fmla="*/ 2147483646 w 858"/>
              <a:gd name="T5" fmla="*/ 0 h 341"/>
              <a:gd name="T6" fmla="*/ 2147483646 w 858"/>
              <a:gd name="T7" fmla="*/ 2147483646 h 341"/>
              <a:gd name="T8" fmla="*/ 2147483646 w 858"/>
              <a:gd name="T9" fmla="*/ 2147483646 h 341"/>
              <a:gd name="T10" fmla="*/ 2147483646 w 858"/>
              <a:gd name="T11" fmla="*/ 2147483646 h 341"/>
              <a:gd name="T12" fmla="*/ 2147483646 w 858"/>
              <a:gd name="T13" fmla="*/ 2147483646 h 341"/>
              <a:gd name="T14" fmla="*/ 2147483646 w 858"/>
              <a:gd name="T15" fmla="*/ 2147483646 h 341"/>
              <a:gd name="T16" fmla="*/ 2147483646 w 858"/>
              <a:gd name="T17" fmla="*/ 2147483646 h 341"/>
              <a:gd name="T18" fmla="*/ 2147483646 w 858"/>
              <a:gd name="T19" fmla="*/ 2147483646 h 341"/>
              <a:gd name="T20" fmla="*/ 2147483646 w 858"/>
              <a:gd name="T21" fmla="*/ 2147483646 h 341"/>
              <a:gd name="T22" fmla="*/ 2147483646 w 858"/>
              <a:gd name="T23" fmla="*/ 2147483646 h 341"/>
              <a:gd name="T24" fmla="*/ 2147483646 w 858"/>
              <a:gd name="T25" fmla="*/ 2147483646 h 341"/>
              <a:gd name="T26" fmla="*/ 2147483646 w 858"/>
              <a:gd name="T27" fmla="*/ 2147483646 h 341"/>
              <a:gd name="T28" fmla="*/ 2147483646 w 858"/>
              <a:gd name="T29" fmla="*/ 2147483646 h 341"/>
              <a:gd name="T30" fmla="*/ 2147483646 w 858"/>
              <a:gd name="T31" fmla="*/ 2147483646 h 341"/>
              <a:gd name="T32" fmla="*/ 2147483646 w 858"/>
              <a:gd name="T33" fmla="*/ 2147483646 h 341"/>
              <a:gd name="T34" fmla="*/ 2147483646 w 858"/>
              <a:gd name="T35" fmla="*/ 2147483646 h 341"/>
              <a:gd name="T36" fmla="*/ 2147483646 w 858"/>
              <a:gd name="T37" fmla="*/ 2147483646 h 341"/>
              <a:gd name="T38" fmla="*/ 2147483646 w 858"/>
              <a:gd name="T39" fmla="*/ 2147483646 h 341"/>
              <a:gd name="T40" fmla="*/ 2147483646 w 858"/>
              <a:gd name="T41" fmla="*/ 2147483646 h 341"/>
              <a:gd name="T42" fmla="*/ 2147483646 w 858"/>
              <a:gd name="T43" fmla="*/ 2147483646 h 341"/>
              <a:gd name="T44" fmla="*/ 2147483646 w 858"/>
              <a:gd name="T45" fmla="*/ 2147483646 h 341"/>
              <a:gd name="T46" fmla="*/ 2147483646 w 858"/>
              <a:gd name="T47" fmla="*/ 2147483646 h 341"/>
              <a:gd name="T48" fmla="*/ 2147483646 w 858"/>
              <a:gd name="T49" fmla="*/ 2147483646 h 341"/>
              <a:gd name="T50" fmla="*/ 2147483646 w 858"/>
              <a:gd name="T51" fmla="*/ 2147483646 h 341"/>
              <a:gd name="T52" fmla="*/ 2147483646 w 858"/>
              <a:gd name="T53" fmla="*/ 2147483646 h 341"/>
              <a:gd name="T54" fmla="*/ 2147483646 w 858"/>
              <a:gd name="T55" fmla="*/ 2147483646 h 341"/>
              <a:gd name="T56" fmla="*/ 2147483646 w 858"/>
              <a:gd name="T57" fmla="*/ 2147483646 h 341"/>
              <a:gd name="T58" fmla="*/ 2147483646 w 858"/>
              <a:gd name="T59" fmla="*/ 2147483646 h 341"/>
              <a:gd name="T60" fmla="*/ 2147483646 w 858"/>
              <a:gd name="T61" fmla="*/ 2147483646 h 341"/>
              <a:gd name="T62" fmla="*/ 2147483646 w 858"/>
              <a:gd name="T63" fmla="*/ 2147483646 h 341"/>
              <a:gd name="T64" fmla="*/ 2147483646 w 858"/>
              <a:gd name="T65" fmla="*/ 2147483646 h 341"/>
              <a:gd name="T66" fmla="*/ 2147483646 w 858"/>
              <a:gd name="T67" fmla="*/ 2147483646 h 341"/>
              <a:gd name="T68" fmla="*/ 2147483646 w 858"/>
              <a:gd name="T69" fmla="*/ 2147483646 h 341"/>
              <a:gd name="T70" fmla="*/ 2147483646 w 858"/>
              <a:gd name="T71" fmla="*/ 2147483646 h 341"/>
              <a:gd name="T72" fmla="*/ 2147483646 w 858"/>
              <a:gd name="T73" fmla="*/ 2147483646 h 341"/>
              <a:gd name="T74" fmla="*/ 2147483646 w 858"/>
              <a:gd name="T75" fmla="*/ 2147483646 h 341"/>
              <a:gd name="T76" fmla="*/ 2147483646 w 858"/>
              <a:gd name="T77" fmla="*/ 2147483646 h 341"/>
              <a:gd name="T78" fmla="*/ 2147483646 w 858"/>
              <a:gd name="T79" fmla="*/ 2147483646 h 341"/>
              <a:gd name="T80" fmla="*/ 2147483646 w 858"/>
              <a:gd name="T81" fmla="*/ 2147483646 h 341"/>
              <a:gd name="T82" fmla="*/ 2147483646 w 858"/>
              <a:gd name="T83" fmla="*/ 2147483646 h 341"/>
              <a:gd name="T84" fmla="*/ 2147483646 w 858"/>
              <a:gd name="T85" fmla="*/ 2147483646 h 341"/>
              <a:gd name="T86" fmla="*/ 2147483646 w 858"/>
              <a:gd name="T87" fmla="*/ 2147483646 h 341"/>
              <a:gd name="T88" fmla="*/ 2147483646 w 858"/>
              <a:gd name="T89" fmla="*/ 2147483646 h 341"/>
              <a:gd name="T90" fmla="*/ 2147483646 w 858"/>
              <a:gd name="T91" fmla="*/ 2147483646 h 341"/>
              <a:gd name="T92" fmla="*/ 2147483646 w 858"/>
              <a:gd name="T93" fmla="*/ 2147483646 h 341"/>
              <a:gd name="T94" fmla="*/ 2147483646 w 858"/>
              <a:gd name="T95" fmla="*/ 2147483646 h 341"/>
              <a:gd name="T96" fmla="*/ 2147483646 w 858"/>
              <a:gd name="T97" fmla="*/ 2147483646 h 341"/>
              <a:gd name="T98" fmla="*/ 2147483646 w 858"/>
              <a:gd name="T99" fmla="*/ 2147483646 h 341"/>
              <a:gd name="T100" fmla="*/ 2147483646 w 858"/>
              <a:gd name="T101" fmla="*/ 2147483646 h 341"/>
              <a:gd name="T102" fmla="*/ 2147483646 w 858"/>
              <a:gd name="T103" fmla="*/ 2147483646 h 341"/>
              <a:gd name="T104" fmla="*/ 2147483646 w 858"/>
              <a:gd name="T105" fmla="*/ 2147483646 h 341"/>
              <a:gd name="T106" fmla="*/ 2147483646 w 858"/>
              <a:gd name="T107" fmla="*/ 2147483646 h 341"/>
              <a:gd name="T108" fmla="*/ 2147483646 w 858"/>
              <a:gd name="T109" fmla="*/ 2147483646 h 341"/>
              <a:gd name="T110" fmla="*/ 2147483646 w 858"/>
              <a:gd name="T111" fmla="*/ 2147483646 h 341"/>
              <a:gd name="T112" fmla="*/ 2147483646 w 858"/>
              <a:gd name="T113" fmla="*/ 2147483646 h 341"/>
              <a:gd name="T114" fmla="*/ 2147483646 w 858"/>
              <a:gd name="T115" fmla="*/ 2147483646 h 341"/>
              <a:gd name="T116" fmla="*/ 2147483646 w 858"/>
              <a:gd name="T117" fmla="*/ 2147483646 h 341"/>
              <a:gd name="T118" fmla="*/ 2147483646 w 858"/>
              <a:gd name="T119" fmla="*/ 2147483646 h 341"/>
              <a:gd name="T120" fmla="*/ 2147483646 w 858"/>
              <a:gd name="T121" fmla="*/ 2147483646 h 34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858"/>
              <a:gd name="T184" fmla="*/ 0 h 341"/>
              <a:gd name="T185" fmla="*/ 858 w 858"/>
              <a:gd name="T186" fmla="*/ 341 h 341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858" h="341">
                <a:moveTo>
                  <a:pt x="0" y="0"/>
                </a:moveTo>
                <a:lnTo>
                  <a:pt x="33" y="0"/>
                </a:lnTo>
                <a:lnTo>
                  <a:pt x="63" y="0"/>
                </a:lnTo>
                <a:lnTo>
                  <a:pt x="92" y="0"/>
                </a:lnTo>
                <a:lnTo>
                  <a:pt x="119" y="0"/>
                </a:lnTo>
                <a:lnTo>
                  <a:pt x="143" y="0"/>
                </a:lnTo>
                <a:lnTo>
                  <a:pt x="166" y="0"/>
                </a:lnTo>
                <a:lnTo>
                  <a:pt x="188" y="0"/>
                </a:lnTo>
                <a:lnTo>
                  <a:pt x="208" y="0"/>
                </a:lnTo>
                <a:lnTo>
                  <a:pt x="227" y="0"/>
                </a:lnTo>
                <a:lnTo>
                  <a:pt x="244" y="0"/>
                </a:lnTo>
                <a:lnTo>
                  <a:pt x="260" y="0"/>
                </a:lnTo>
                <a:lnTo>
                  <a:pt x="274" y="0"/>
                </a:lnTo>
                <a:lnTo>
                  <a:pt x="287" y="0"/>
                </a:lnTo>
                <a:lnTo>
                  <a:pt x="299" y="0"/>
                </a:lnTo>
                <a:lnTo>
                  <a:pt x="309" y="0"/>
                </a:lnTo>
                <a:lnTo>
                  <a:pt x="319" y="0"/>
                </a:lnTo>
                <a:lnTo>
                  <a:pt x="327" y="0"/>
                </a:lnTo>
                <a:lnTo>
                  <a:pt x="335" y="0"/>
                </a:lnTo>
                <a:lnTo>
                  <a:pt x="342" y="0"/>
                </a:lnTo>
                <a:lnTo>
                  <a:pt x="348" y="0"/>
                </a:lnTo>
                <a:lnTo>
                  <a:pt x="353" y="0"/>
                </a:lnTo>
                <a:lnTo>
                  <a:pt x="358" y="0"/>
                </a:lnTo>
                <a:lnTo>
                  <a:pt x="362" y="0"/>
                </a:lnTo>
                <a:lnTo>
                  <a:pt x="366" y="0"/>
                </a:lnTo>
                <a:lnTo>
                  <a:pt x="369" y="0"/>
                </a:lnTo>
                <a:lnTo>
                  <a:pt x="372" y="0"/>
                </a:lnTo>
                <a:lnTo>
                  <a:pt x="375" y="2"/>
                </a:lnTo>
                <a:lnTo>
                  <a:pt x="378" y="2"/>
                </a:lnTo>
                <a:lnTo>
                  <a:pt x="379" y="2"/>
                </a:lnTo>
                <a:lnTo>
                  <a:pt x="382" y="2"/>
                </a:lnTo>
                <a:lnTo>
                  <a:pt x="383" y="2"/>
                </a:lnTo>
                <a:lnTo>
                  <a:pt x="386" y="2"/>
                </a:lnTo>
                <a:lnTo>
                  <a:pt x="389" y="2"/>
                </a:lnTo>
                <a:lnTo>
                  <a:pt x="391" y="2"/>
                </a:lnTo>
                <a:lnTo>
                  <a:pt x="394" y="2"/>
                </a:lnTo>
                <a:lnTo>
                  <a:pt x="395" y="2"/>
                </a:lnTo>
                <a:lnTo>
                  <a:pt x="396" y="3"/>
                </a:lnTo>
                <a:lnTo>
                  <a:pt x="399" y="3"/>
                </a:lnTo>
                <a:lnTo>
                  <a:pt x="401" y="3"/>
                </a:lnTo>
                <a:lnTo>
                  <a:pt x="402" y="3"/>
                </a:lnTo>
                <a:lnTo>
                  <a:pt x="404" y="3"/>
                </a:lnTo>
                <a:lnTo>
                  <a:pt x="405" y="3"/>
                </a:lnTo>
                <a:lnTo>
                  <a:pt x="406" y="3"/>
                </a:lnTo>
                <a:lnTo>
                  <a:pt x="408" y="3"/>
                </a:lnTo>
                <a:lnTo>
                  <a:pt x="409" y="3"/>
                </a:lnTo>
                <a:lnTo>
                  <a:pt x="411" y="3"/>
                </a:lnTo>
                <a:lnTo>
                  <a:pt x="412" y="3"/>
                </a:lnTo>
                <a:lnTo>
                  <a:pt x="414" y="5"/>
                </a:lnTo>
                <a:lnTo>
                  <a:pt x="415" y="5"/>
                </a:lnTo>
                <a:lnTo>
                  <a:pt x="417" y="5"/>
                </a:lnTo>
                <a:lnTo>
                  <a:pt x="418" y="5"/>
                </a:lnTo>
                <a:lnTo>
                  <a:pt x="419" y="5"/>
                </a:lnTo>
                <a:lnTo>
                  <a:pt x="421" y="5"/>
                </a:lnTo>
                <a:lnTo>
                  <a:pt x="422" y="5"/>
                </a:lnTo>
                <a:lnTo>
                  <a:pt x="424" y="5"/>
                </a:lnTo>
                <a:lnTo>
                  <a:pt x="425" y="6"/>
                </a:lnTo>
                <a:lnTo>
                  <a:pt x="428" y="6"/>
                </a:lnTo>
                <a:lnTo>
                  <a:pt x="429" y="6"/>
                </a:lnTo>
                <a:lnTo>
                  <a:pt x="431" y="6"/>
                </a:lnTo>
                <a:lnTo>
                  <a:pt x="434" y="6"/>
                </a:lnTo>
                <a:lnTo>
                  <a:pt x="435" y="8"/>
                </a:lnTo>
                <a:lnTo>
                  <a:pt x="438" y="8"/>
                </a:lnTo>
                <a:lnTo>
                  <a:pt x="440" y="8"/>
                </a:lnTo>
                <a:lnTo>
                  <a:pt x="442" y="8"/>
                </a:lnTo>
                <a:lnTo>
                  <a:pt x="444" y="8"/>
                </a:lnTo>
                <a:lnTo>
                  <a:pt x="445" y="9"/>
                </a:lnTo>
                <a:lnTo>
                  <a:pt x="448" y="9"/>
                </a:lnTo>
                <a:lnTo>
                  <a:pt x="450" y="9"/>
                </a:lnTo>
                <a:lnTo>
                  <a:pt x="451" y="9"/>
                </a:lnTo>
                <a:lnTo>
                  <a:pt x="452" y="9"/>
                </a:lnTo>
                <a:lnTo>
                  <a:pt x="454" y="9"/>
                </a:lnTo>
                <a:lnTo>
                  <a:pt x="455" y="10"/>
                </a:lnTo>
                <a:lnTo>
                  <a:pt x="457" y="10"/>
                </a:lnTo>
                <a:lnTo>
                  <a:pt x="458" y="10"/>
                </a:lnTo>
                <a:lnTo>
                  <a:pt x="460" y="10"/>
                </a:lnTo>
                <a:lnTo>
                  <a:pt x="461" y="10"/>
                </a:lnTo>
                <a:lnTo>
                  <a:pt x="463" y="12"/>
                </a:lnTo>
                <a:lnTo>
                  <a:pt x="464" y="12"/>
                </a:lnTo>
                <a:lnTo>
                  <a:pt x="465" y="12"/>
                </a:lnTo>
                <a:lnTo>
                  <a:pt x="467" y="12"/>
                </a:lnTo>
                <a:lnTo>
                  <a:pt x="468" y="13"/>
                </a:lnTo>
                <a:lnTo>
                  <a:pt x="470" y="13"/>
                </a:lnTo>
                <a:lnTo>
                  <a:pt x="471" y="13"/>
                </a:lnTo>
                <a:lnTo>
                  <a:pt x="473" y="15"/>
                </a:lnTo>
                <a:lnTo>
                  <a:pt x="474" y="15"/>
                </a:lnTo>
                <a:lnTo>
                  <a:pt x="475" y="15"/>
                </a:lnTo>
                <a:lnTo>
                  <a:pt x="478" y="16"/>
                </a:lnTo>
                <a:lnTo>
                  <a:pt x="480" y="16"/>
                </a:lnTo>
                <a:lnTo>
                  <a:pt x="481" y="18"/>
                </a:lnTo>
                <a:lnTo>
                  <a:pt x="484" y="18"/>
                </a:lnTo>
                <a:lnTo>
                  <a:pt x="487" y="19"/>
                </a:lnTo>
                <a:lnTo>
                  <a:pt x="488" y="19"/>
                </a:lnTo>
                <a:lnTo>
                  <a:pt x="491" y="20"/>
                </a:lnTo>
                <a:lnTo>
                  <a:pt x="494" y="20"/>
                </a:lnTo>
                <a:lnTo>
                  <a:pt x="497" y="22"/>
                </a:lnTo>
                <a:lnTo>
                  <a:pt x="498" y="22"/>
                </a:lnTo>
                <a:lnTo>
                  <a:pt x="501" y="23"/>
                </a:lnTo>
                <a:lnTo>
                  <a:pt x="503" y="23"/>
                </a:lnTo>
                <a:lnTo>
                  <a:pt x="504" y="25"/>
                </a:lnTo>
                <a:lnTo>
                  <a:pt x="507" y="25"/>
                </a:lnTo>
                <a:lnTo>
                  <a:pt x="509" y="25"/>
                </a:lnTo>
                <a:lnTo>
                  <a:pt x="510" y="26"/>
                </a:lnTo>
                <a:lnTo>
                  <a:pt x="511" y="26"/>
                </a:lnTo>
                <a:lnTo>
                  <a:pt x="513" y="26"/>
                </a:lnTo>
                <a:lnTo>
                  <a:pt x="514" y="28"/>
                </a:lnTo>
                <a:lnTo>
                  <a:pt x="516" y="28"/>
                </a:lnTo>
                <a:lnTo>
                  <a:pt x="517" y="28"/>
                </a:lnTo>
                <a:lnTo>
                  <a:pt x="519" y="29"/>
                </a:lnTo>
                <a:lnTo>
                  <a:pt x="520" y="29"/>
                </a:lnTo>
                <a:lnTo>
                  <a:pt x="521" y="30"/>
                </a:lnTo>
                <a:lnTo>
                  <a:pt x="523" y="30"/>
                </a:lnTo>
                <a:lnTo>
                  <a:pt x="524" y="32"/>
                </a:lnTo>
                <a:lnTo>
                  <a:pt x="526" y="32"/>
                </a:lnTo>
                <a:lnTo>
                  <a:pt x="527" y="33"/>
                </a:lnTo>
                <a:lnTo>
                  <a:pt x="529" y="33"/>
                </a:lnTo>
                <a:lnTo>
                  <a:pt x="530" y="33"/>
                </a:lnTo>
                <a:lnTo>
                  <a:pt x="532" y="35"/>
                </a:lnTo>
                <a:lnTo>
                  <a:pt x="533" y="36"/>
                </a:lnTo>
                <a:lnTo>
                  <a:pt x="536" y="36"/>
                </a:lnTo>
                <a:lnTo>
                  <a:pt x="537" y="38"/>
                </a:lnTo>
                <a:lnTo>
                  <a:pt x="539" y="38"/>
                </a:lnTo>
                <a:lnTo>
                  <a:pt x="542" y="39"/>
                </a:lnTo>
                <a:lnTo>
                  <a:pt x="543" y="41"/>
                </a:lnTo>
                <a:lnTo>
                  <a:pt x="546" y="42"/>
                </a:lnTo>
                <a:lnTo>
                  <a:pt x="547" y="42"/>
                </a:lnTo>
                <a:lnTo>
                  <a:pt x="550" y="43"/>
                </a:lnTo>
                <a:lnTo>
                  <a:pt x="552" y="45"/>
                </a:lnTo>
                <a:lnTo>
                  <a:pt x="553" y="45"/>
                </a:lnTo>
                <a:lnTo>
                  <a:pt x="556" y="46"/>
                </a:lnTo>
                <a:lnTo>
                  <a:pt x="557" y="48"/>
                </a:lnTo>
                <a:lnTo>
                  <a:pt x="559" y="48"/>
                </a:lnTo>
                <a:lnTo>
                  <a:pt x="560" y="49"/>
                </a:lnTo>
                <a:lnTo>
                  <a:pt x="562" y="49"/>
                </a:lnTo>
                <a:lnTo>
                  <a:pt x="563" y="51"/>
                </a:lnTo>
                <a:lnTo>
                  <a:pt x="565" y="51"/>
                </a:lnTo>
                <a:lnTo>
                  <a:pt x="566" y="52"/>
                </a:lnTo>
                <a:lnTo>
                  <a:pt x="567" y="52"/>
                </a:lnTo>
                <a:lnTo>
                  <a:pt x="569" y="53"/>
                </a:lnTo>
                <a:lnTo>
                  <a:pt x="570" y="53"/>
                </a:lnTo>
                <a:lnTo>
                  <a:pt x="572" y="55"/>
                </a:lnTo>
                <a:lnTo>
                  <a:pt x="573" y="55"/>
                </a:lnTo>
                <a:lnTo>
                  <a:pt x="575" y="56"/>
                </a:lnTo>
                <a:lnTo>
                  <a:pt x="576" y="56"/>
                </a:lnTo>
                <a:lnTo>
                  <a:pt x="578" y="58"/>
                </a:lnTo>
                <a:lnTo>
                  <a:pt x="579" y="59"/>
                </a:lnTo>
                <a:lnTo>
                  <a:pt x="580" y="59"/>
                </a:lnTo>
                <a:lnTo>
                  <a:pt x="582" y="61"/>
                </a:lnTo>
                <a:lnTo>
                  <a:pt x="583" y="61"/>
                </a:lnTo>
                <a:lnTo>
                  <a:pt x="586" y="62"/>
                </a:lnTo>
                <a:lnTo>
                  <a:pt x="588" y="64"/>
                </a:lnTo>
                <a:lnTo>
                  <a:pt x="589" y="64"/>
                </a:lnTo>
                <a:lnTo>
                  <a:pt x="590" y="65"/>
                </a:lnTo>
                <a:lnTo>
                  <a:pt x="593" y="66"/>
                </a:lnTo>
                <a:lnTo>
                  <a:pt x="595" y="68"/>
                </a:lnTo>
                <a:lnTo>
                  <a:pt x="596" y="69"/>
                </a:lnTo>
                <a:lnTo>
                  <a:pt x="599" y="69"/>
                </a:lnTo>
                <a:lnTo>
                  <a:pt x="601" y="71"/>
                </a:lnTo>
                <a:lnTo>
                  <a:pt x="602" y="72"/>
                </a:lnTo>
                <a:lnTo>
                  <a:pt x="603" y="72"/>
                </a:lnTo>
                <a:lnTo>
                  <a:pt x="605" y="74"/>
                </a:lnTo>
                <a:lnTo>
                  <a:pt x="606" y="74"/>
                </a:lnTo>
                <a:lnTo>
                  <a:pt x="608" y="75"/>
                </a:lnTo>
                <a:lnTo>
                  <a:pt x="609" y="75"/>
                </a:lnTo>
                <a:lnTo>
                  <a:pt x="609" y="76"/>
                </a:lnTo>
                <a:lnTo>
                  <a:pt x="611" y="76"/>
                </a:lnTo>
                <a:lnTo>
                  <a:pt x="612" y="78"/>
                </a:lnTo>
                <a:lnTo>
                  <a:pt x="613" y="78"/>
                </a:lnTo>
                <a:lnTo>
                  <a:pt x="615" y="79"/>
                </a:lnTo>
                <a:lnTo>
                  <a:pt x="616" y="79"/>
                </a:lnTo>
                <a:lnTo>
                  <a:pt x="616" y="81"/>
                </a:lnTo>
                <a:lnTo>
                  <a:pt x="618" y="81"/>
                </a:lnTo>
                <a:lnTo>
                  <a:pt x="619" y="81"/>
                </a:lnTo>
                <a:lnTo>
                  <a:pt x="619" y="82"/>
                </a:lnTo>
                <a:lnTo>
                  <a:pt x="621" y="82"/>
                </a:lnTo>
                <a:lnTo>
                  <a:pt x="622" y="84"/>
                </a:lnTo>
                <a:lnTo>
                  <a:pt x="624" y="85"/>
                </a:lnTo>
                <a:lnTo>
                  <a:pt x="625" y="85"/>
                </a:lnTo>
                <a:lnTo>
                  <a:pt x="626" y="87"/>
                </a:lnTo>
                <a:lnTo>
                  <a:pt x="628" y="87"/>
                </a:lnTo>
                <a:lnTo>
                  <a:pt x="629" y="88"/>
                </a:lnTo>
                <a:lnTo>
                  <a:pt x="631" y="88"/>
                </a:lnTo>
                <a:lnTo>
                  <a:pt x="632" y="89"/>
                </a:lnTo>
                <a:lnTo>
                  <a:pt x="634" y="91"/>
                </a:lnTo>
                <a:lnTo>
                  <a:pt x="635" y="92"/>
                </a:lnTo>
                <a:lnTo>
                  <a:pt x="636" y="92"/>
                </a:lnTo>
                <a:lnTo>
                  <a:pt x="638" y="94"/>
                </a:lnTo>
                <a:lnTo>
                  <a:pt x="639" y="95"/>
                </a:lnTo>
                <a:lnTo>
                  <a:pt x="641" y="95"/>
                </a:lnTo>
                <a:lnTo>
                  <a:pt x="642" y="97"/>
                </a:lnTo>
                <a:lnTo>
                  <a:pt x="644" y="98"/>
                </a:lnTo>
                <a:lnTo>
                  <a:pt x="645" y="98"/>
                </a:lnTo>
                <a:lnTo>
                  <a:pt x="647" y="99"/>
                </a:lnTo>
                <a:lnTo>
                  <a:pt x="648" y="99"/>
                </a:lnTo>
                <a:lnTo>
                  <a:pt x="648" y="101"/>
                </a:lnTo>
                <a:lnTo>
                  <a:pt x="649" y="101"/>
                </a:lnTo>
                <a:lnTo>
                  <a:pt x="649" y="102"/>
                </a:lnTo>
                <a:lnTo>
                  <a:pt x="651" y="102"/>
                </a:lnTo>
                <a:lnTo>
                  <a:pt x="652" y="104"/>
                </a:lnTo>
                <a:lnTo>
                  <a:pt x="654" y="104"/>
                </a:lnTo>
                <a:lnTo>
                  <a:pt x="654" y="105"/>
                </a:lnTo>
                <a:lnTo>
                  <a:pt x="655" y="105"/>
                </a:lnTo>
                <a:lnTo>
                  <a:pt x="657" y="107"/>
                </a:lnTo>
                <a:lnTo>
                  <a:pt x="658" y="108"/>
                </a:lnTo>
                <a:lnTo>
                  <a:pt x="659" y="108"/>
                </a:lnTo>
                <a:lnTo>
                  <a:pt x="659" y="110"/>
                </a:lnTo>
                <a:lnTo>
                  <a:pt x="661" y="110"/>
                </a:lnTo>
                <a:lnTo>
                  <a:pt x="662" y="111"/>
                </a:lnTo>
                <a:lnTo>
                  <a:pt x="664" y="112"/>
                </a:lnTo>
                <a:lnTo>
                  <a:pt x="665" y="112"/>
                </a:lnTo>
                <a:lnTo>
                  <a:pt x="667" y="114"/>
                </a:lnTo>
                <a:lnTo>
                  <a:pt x="667" y="115"/>
                </a:lnTo>
                <a:lnTo>
                  <a:pt x="668" y="115"/>
                </a:lnTo>
                <a:lnTo>
                  <a:pt x="670" y="117"/>
                </a:lnTo>
                <a:lnTo>
                  <a:pt x="671" y="118"/>
                </a:lnTo>
                <a:lnTo>
                  <a:pt x="672" y="118"/>
                </a:lnTo>
                <a:lnTo>
                  <a:pt x="672" y="120"/>
                </a:lnTo>
                <a:lnTo>
                  <a:pt x="674" y="120"/>
                </a:lnTo>
                <a:lnTo>
                  <a:pt x="675" y="121"/>
                </a:lnTo>
                <a:lnTo>
                  <a:pt x="677" y="121"/>
                </a:lnTo>
                <a:lnTo>
                  <a:pt x="677" y="122"/>
                </a:lnTo>
                <a:lnTo>
                  <a:pt x="678" y="122"/>
                </a:lnTo>
                <a:lnTo>
                  <a:pt x="678" y="124"/>
                </a:lnTo>
                <a:lnTo>
                  <a:pt x="680" y="124"/>
                </a:lnTo>
                <a:lnTo>
                  <a:pt x="681" y="125"/>
                </a:lnTo>
                <a:lnTo>
                  <a:pt x="682" y="127"/>
                </a:lnTo>
                <a:lnTo>
                  <a:pt x="684" y="127"/>
                </a:lnTo>
                <a:lnTo>
                  <a:pt x="685" y="128"/>
                </a:lnTo>
                <a:lnTo>
                  <a:pt x="687" y="128"/>
                </a:lnTo>
                <a:lnTo>
                  <a:pt x="687" y="130"/>
                </a:lnTo>
                <a:lnTo>
                  <a:pt x="688" y="130"/>
                </a:lnTo>
                <a:lnTo>
                  <a:pt x="690" y="131"/>
                </a:lnTo>
                <a:lnTo>
                  <a:pt x="691" y="133"/>
                </a:lnTo>
                <a:lnTo>
                  <a:pt x="693" y="133"/>
                </a:lnTo>
                <a:lnTo>
                  <a:pt x="694" y="134"/>
                </a:lnTo>
                <a:lnTo>
                  <a:pt x="695" y="135"/>
                </a:lnTo>
                <a:lnTo>
                  <a:pt x="697" y="135"/>
                </a:lnTo>
                <a:lnTo>
                  <a:pt x="698" y="137"/>
                </a:lnTo>
                <a:lnTo>
                  <a:pt x="700" y="138"/>
                </a:lnTo>
                <a:lnTo>
                  <a:pt x="701" y="140"/>
                </a:lnTo>
                <a:lnTo>
                  <a:pt x="703" y="141"/>
                </a:lnTo>
                <a:lnTo>
                  <a:pt x="704" y="141"/>
                </a:lnTo>
                <a:lnTo>
                  <a:pt x="704" y="143"/>
                </a:lnTo>
                <a:lnTo>
                  <a:pt x="705" y="143"/>
                </a:lnTo>
                <a:lnTo>
                  <a:pt x="705" y="144"/>
                </a:lnTo>
                <a:lnTo>
                  <a:pt x="707" y="144"/>
                </a:lnTo>
                <a:lnTo>
                  <a:pt x="707" y="145"/>
                </a:lnTo>
                <a:lnTo>
                  <a:pt x="708" y="145"/>
                </a:lnTo>
                <a:lnTo>
                  <a:pt x="708" y="147"/>
                </a:lnTo>
                <a:lnTo>
                  <a:pt x="710" y="147"/>
                </a:lnTo>
                <a:lnTo>
                  <a:pt x="711" y="148"/>
                </a:lnTo>
                <a:lnTo>
                  <a:pt x="713" y="150"/>
                </a:lnTo>
                <a:lnTo>
                  <a:pt x="714" y="151"/>
                </a:lnTo>
                <a:lnTo>
                  <a:pt x="716" y="153"/>
                </a:lnTo>
                <a:lnTo>
                  <a:pt x="717" y="154"/>
                </a:lnTo>
                <a:lnTo>
                  <a:pt x="718" y="156"/>
                </a:lnTo>
                <a:lnTo>
                  <a:pt x="720" y="157"/>
                </a:lnTo>
                <a:lnTo>
                  <a:pt x="720" y="158"/>
                </a:lnTo>
                <a:lnTo>
                  <a:pt x="721" y="160"/>
                </a:lnTo>
                <a:lnTo>
                  <a:pt x="723" y="161"/>
                </a:lnTo>
                <a:lnTo>
                  <a:pt x="724" y="163"/>
                </a:lnTo>
                <a:lnTo>
                  <a:pt x="726" y="164"/>
                </a:lnTo>
                <a:lnTo>
                  <a:pt x="727" y="164"/>
                </a:lnTo>
                <a:lnTo>
                  <a:pt x="727" y="166"/>
                </a:lnTo>
                <a:lnTo>
                  <a:pt x="728" y="167"/>
                </a:lnTo>
                <a:lnTo>
                  <a:pt x="730" y="168"/>
                </a:lnTo>
                <a:lnTo>
                  <a:pt x="731" y="170"/>
                </a:lnTo>
                <a:lnTo>
                  <a:pt x="733" y="170"/>
                </a:lnTo>
                <a:lnTo>
                  <a:pt x="733" y="171"/>
                </a:lnTo>
                <a:lnTo>
                  <a:pt x="734" y="173"/>
                </a:lnTo>
                <a:lnTo>
                  <a:pt x="736" y="174"/>
                </a:lnTo>
                <a:lnTo>
                  <a:pt x="736" y="176"/>
                </a:lnTo>
                <a:lnTo>
                  <a:pt x="737" y="176"/>
                </a:lnTo>
                <a:lnTo>
                  <a:pt x="737" y="177"/>
                </a:lnTo>
                <a:lnTo>
                  <a:pt x="739" y="177"/>
                </a:lnTo>
                <a:lnTo>
                  <a:pt x="740" y="179"/>
                </a:lnTo>
                <a:lnTo>
                  <a:pt x="740" y="180"/>
                </a:lnTo>
                <a:lnTo>
                  <a:pt x="741" y="181"/>
                </a:lnTo>
                <a:lnTo>
                  <a:pt x="743" y="181"/>
                </a:lnTo>
                <a:lnTo>
                  <a:pt x="743" y="183"/>
                </a:lnTo>
                <a:lnTo>
                  <a:pt x="744" y="184"/>
                </a:lnTo>
                <a:lnTo>
                  <a:pt x="746" y="186"/>
                </a:lnTo>
                <a:lnTo>
                  <a:pt x="747" y="187"/>
                </a:lnTo>
                <a:lnTo>
                  <a:pt x="749" y="189"/>
                </a:lnTo>
                <a:lnTo>
                  <a:pt x="749" y="190"/>
                </a:lnTo>
                <a:lnTo>
                  <a:pt x="750" y="191"/>
                </a:lnTo>
                <a:lnTo>
                  <a:pt x="753" y="194"/>
                </a:lnTo>
                <a:lnTo>
                  <a:pt x="754" y="196"/>
                </a:lnTo>
                <a:lnTo>
                  <a:pt x="756" y="197"/>
                </a:lnTo>
                <a:lnTo>
                  <a:pt x="757" y="200"/>
                </a:lnTo>
                <a:lnTo>
                  <a:pt x="759" y="202"/>
                </a:lnTo>
                <a:lnTo>
                  <a:pt x="760" y="203"/>
                </a:lnTo>
                <a:lnTo>
                  <a:pt x="762" y="204"/>
                </a:lnTo>
                <a:lnTo>
                  <a:pt x="763" y="206"/>
                </a:lnTo>
                <a:lnTo>
                  <a:pt x="763" y="207"/>
                </a:lnTo>
                <a:lnTo>
                  <a:pt x="764" y="209"/>
                </a:lnTo>
                <a:lnTo>
                  <a:pt x="766" y="210"/>
                </a:lnTo>
                <a:lnTo>
                  <a:pt x="766" y="212"/>
                </a:lnTo>
                <a:lnTo>
                  <a:pt x="767" y="213"/>
                </a:lnTo>
                <a:lnTo>
                  <a:pt x="769" y="213"/>
                </a:lnTo>
                <a:lnTo>
                  <a:pt x="769" y="214"/>
                </a:lnTo>
                <a:lnTo>
                  <a:pt x="770" y="216"/>
                </a:lnTo>
                <a:lnTo>
                  <a:pt x="772" y="217"/>
                </a:lnTo>
                <a:lnTo>
                  <a:pt x="773" y="219"/>
                </a:lnTo>
                <a:lnTo>
                  <a:pt x="773" y="220"/>
                </a:lnTo>
                <a:lnTo>
                  <a:pt x="774" y="222"/>
                </a:lnTo>
                <a:lnTo>
                  <a:pt x="776" y="223"/>
                </a:lnTo>
                <a:lnTo>
                  <a:pt x="777" y="225"/>
                </a:lnTo>
                <a:lnTo>
                  <a:pt x="777" y="226"/>
                </a:lnTo>
                <a:lnTo>
                  <a:pt x="779" y="227"/>
                </a:lnTo>
                <a:lnTo>
                  <a:pt x="780" y="229"/>
                </a:lnTo>
                <a:lnTo>
                  <a:pt x="782" y="230"/>
                </a:lnTo>
                <a:lnTo>
                  <a:pt x="783" y="233"/>
                </a:lnTo>
                <a:lnTo>
                  <a:pt x="785" y="235"/>
                </a:lnTo>
                <a:lnTo>
                  <a:pt x="785" y="236"/>
                </a:lnTo>
                <a:lnTo>
                  <a:pt x="786" y="239"/>
                </a:lnTo>
                <a:lnTo>
                  <a:pt x="789" y="240"/>
                </a:lnTo>
                <a:lnTo>
                  <a:pt x="790" y="243"/>
                </a:lnTo>
                <a:lnTo>
                  <a:pt x="792" y="245"/>
                </a:lnTo>
                <a:lnTo>
                  <a:pt x="793" y="248"/>
                </a:lnTo>
                <a:lnTo>
                  <a:pt x="795" y="249"/>
                </a:lnTo>
                <a:lnTo>
                  <a:pt x="796" y="250"/>
                </a:lnTo>
                <a:lnTo>
                  <a:pt x="797" y="253"/>
                </a:lnTo>
                <a:lnTo>
                  <a:pt x="799" y="255"/>
                </a:lnTo>
                <a:lnTo>
                  <a:pt x="799" y="256"/>
                </a:lnTo>
                <a:lnTo>
                  <a:pt x="800" y="258"/>
                </a:lnTo>
                <a:lnTo>
                  <a:pt x="802" y="259"/>
                </a:lnTo>
                <a:lnTo>
                  <a:pt x="802" y="260"/>
                </a:lnTo>
                <a:lnTo>
                  <a:pt x="803" y="262"/>
                </a:lnTo>
                <a:lnTo>
                  <a:pt x="805" y="263"/>
                </a:lnTo>
                <a:lnTo>
                  <a:pt x="805" y="265"/>
                </a:lnTo>
                <a:lnTo>
                  <a:pt x="806" y="265"/>
                </a:lnTo>
                <a:lnTo>
                  <a:pt x="808" y="266"/>
                </a:lnTo>
                <a:lnTo>
                  <a:pt x="808" y="268"/>
                </a:lnTo>
                <a:lnTo>
                  <a:pt x="809" y="269"/>
                </a:lnTo>
                <a:lnTo>
                  <a:pt x="809" y="270"/>
                </a:lnTo>
                <a:lnTo>
                  <a:pt x="810" y="272"/>
                </a:lnTo>
                <a:lnTo>
                  <a:pt x="812" y="273"/>
                </a:lnTo>
                <a:lnTo>
                  <a:pt x="813" y="275"/>
                </a:lnTo>
                <a:lnTo>
                  <a:pt x="815" y="276"/>
                </a:lnTo>
                <a:lnTo>
                  <a:pt x="815" y="278"/>
                </a:lnTo>
                <a:lnTo>
                  <a:pt x="816" y="281"/>
                </a:lnTo>
                <a:lnTo>
                  <a:pt x="818" y="282"/>
                </a:lnTo>
                <a:lnTo>
                  <a:pt x="819" y="283"/>
                </a:lnTo>
                <a:lnTo>
                  <a:pt x="820" y="285"/>
                </a:lnTo>
                <a:lnTo>
                  <a:pt x="822" y="288"/>
                </a:lnTo>
                <a:lnTo>
                  <a:pt x="823" y="289"/>
                </a:lnTo>
                <a:lnTo>
                  <a:pt x="825" y="292"/>
                </a:lnTo>
                <a:lnTo>
                  <a:pt x="826" y="293"/>
                </a:lnTo>
                <a:lnTo>
                  <a:pt x="828" y="296"/>
                </a:lnTo>
                <a:lnTo>
                  <a:pt x="831" y="298"/>
                </a:lnTo>
                <a:lnTo>
                  <a:pt x="832" y="301"/>
                </a:lnTo>
                <a:lnTo>
                  <a:pt x="833" y="302"/>
                </a:lnTo>
                <a:lnTo>
                  <a:pt x="835" y="304"/>
                </a:lnTo>
                <a:lnTo>
                  <a:pt x="835" y="306"/>
                </a:lnTo>
                <a:lnTo>
                  <a:pt x="836" y="308"/>
                </a:lnTo>
                <a:lnTo>
                  <a:pt x="838" y="309"/>
                </a:lnTo>
                <a:lnTo>
                  <a:pt x="839" y="311"/>
                </a:lnTo>
                <a:lnTo>
                  <a:pt x="839" y="312"/>
                </a:lnTo>
                <a:lnTo>
                  <a:pt x="841" y="314"/>
                </a:lnTo>
                <a:lnTo>
                  <a:pt x="842" y="315"/>
                </a:lnTo>
                <a:lnTo>
                  <a:pt x="843" y="316"/>
                </a:lnTo>
                <a:lnTo>
                  <a:pt x="843" y="318"/>
                </a:lnTo>
                <a:lnTo>
                  <a:pt x="845" y="319"/>
                </a:lnTo>
                <a:lnTo>
                  <a:pt x="845" y="321"/>
                </a:lnTo>
                <a:lnTo>
                  <a:pt x="846" y="321"/>
                </a:lnTo>
                <a:lnTo>
                  <a:pt x="846" y="322"/>
                </a:lnTo>
                <a:lnTo>
                  <a:pt x="848" y="324"/>
                </a:lnTo>
                <a:lnTo>
                  <a:pt x="848" y="325"/>
                </a:lnTo>
                <a:lnTo>
                  <a:pt x="849" y="327"/>
                </a:lnTo>
                <a:lnTo>
                  <a:pt x="851" y="328"/>
                </a:lnTo>
                <a:lnTo>
                  <a:pt x="851" y="329"/>
                </a:lnTo>
                <a:lnTo>
                  <a:pt x="852" y="331"/>
                </a:lnTo>
                <a:lnTo>
                  <a:pt x="854" y="332"/>
                </a:lnTo>
                <a:lnTo>
                  <a:pt x="854" y="334"/>
                </a:lnTo>
                <a:lnTo>
                  <a:pt x="855" y="335"/>
                </a:lnTo>
                <a:lnTo>
                  <a:pt x="856" y="338"/>
                </a:lnTo>
                <a:lnTo>
                  <a:pt x="856" y="339"/>
                </a:lnTo>
                <a:lnTo>
                  <a:pt x="858" y="341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59" name="Freeform 183">
            <a:extLst>
              <a:ext uri="{FF2B5EF4-FFF2-40B4-BE49-F238E27FC236}">
                <a16:creationId xmlns:a16="http://schemas.microsoft.com/office/drawing/2014/main" id="{2943C26F-1ABA-4779-BAF2-4688AF47199F}"/>
              </a:ext>
            </a:extLst>
          </p:cNvPr>
          <p:cNvSpPr>
            <a:spLocks/>
          </p:cNvSpPr>
          <p:nvPr/>
        </p:nvSpPr>
        <p:spPr bwMode="auto">
          <a:xfrm>
            <a:off x="3644900" y="4335463"/>
            <a:ext cx="681038" cy="269875"/>
          </a:xfrm>
          <a:custGeom>
            <a:avLst/>
            <a:gdLst>
              <a:gd name="T0" fmla="*/ 2147483646 w 858"/>
              <a:gd name="T1" fmla="*/ 2147483646 h 340"/>
              <a:gd name="T2" fmla="*/ 2147483646 w 858"/>
              <a:gd name="T3" fmla="*/ 2147483646 h 340"/>
              <a:gd name="T4" fmla="*/ 2147483646 w 858"/>
              <a:gd name="T5" fmla="*/ 2147483646 h 340"/>
              <a:gd name="T6" fmla="*/ 2147483646 w 858"/>
              <a:gd name="T7" fmla="*/ 2147483646 h 340"/>
              <a:gd name="T8" fmla="*/ 2147483646 w 858"/>
              <a:gd name="T9" fmla="*/ 2147483646 h 340"/>
              <a:gd name="T10" fmla="*/ 2147483646 w 858"/>
              <a:gd name="T11" fmla="*/ 2147483646 h 340"/>
              <a:gd name="T12" fmla="*/ 2147483646 w 858"/>
              <a:gd name="T13" fmla="*/ 2147483646 h 340"/>
              <a:gd name="T14" fmla="*/ 2147483646 w 858"/>
              <a:gd name="T15" fmla="*/ 2147483646 h 340"/>
              <a:gd name="T16" fmla="*/ 2147483646 w 858"/>
              <a:gd name="T17" fmla="*/ 2147483646 h 340"/>
              <a:gd name="T18" fmla="*/ 2147483646 w 858"/>
              <a:gd name="T19" fmla="*/ 2147483646 h 340"/>
              <a:gd name="T20" fmla="*/ 2147483646 w 858"/>
              <a:gd name="T21" fmla="*/ 2147483646 h 340"/>
              <a:gd name="T22" fmla="*/ 2147483646 w 858"/>
              <a:gd name="T23" fmla="*/ 2147483646 h 340"/>
              <a:gd name="T24" fmla="*/ 2147483646 w 858"/>
              <a:gd name="T25" fmla="*/ 2147483646 h 340"/>
              <a:gd name="T26" fmla="*/ 2147483646 w 858"/>
              <a:gd name="T27" fmla="*/ 2147483646 h 340"/>
              <a:gd name="T28" fmla="*/ 2147483646 w 858"/>
              <a:gd name="T29" fmla="*/ 2147483646 h 340"/>
              <a:gd name="T30" fmla="*/ 2147483646 w 858"/>
              <a:gd name="T31" fmla="*/ 2147483646 h 340"/>
              <a:gd name="T32" fmla="*/ 2147483646 w 858"/>
              <a:gd name="T33" fmla="*/ 2147483646 h 340"/>
              <a:gd name="T34" fmla="*/ 2147483646 w 858"/>
              <a:gd name="T35" fmla="*/ 2147483646 h 340"/>
              <a:gd name="T36" fmla="*/ 2147483646 w 858"/>
              <a:gd name="T37" fmla="*/ 2147483646 h 340"/>
              <a:gd name="T38" fmla="*/ 2147483646 w 858"/>
              <a:gd name="T39" fmla="*/ 2147483646 h 340"/>
              <a:gd name="T40" fmla="*/ 2147483646 w 858"/>
              <a:gd name="T41" fmla="*/ 2147483646 h 340"/>
              <a:gd name="T42" fmla="*/ 2147483646 w 858"/>
              <a:gd name="T43" fmla="*/ 2147483646 h 340"/>
              <a:gd name="T44" fmla="*/ 2147483646 w 858"/>
              <a:gd name="T45" fmla="*/ 2147483646 h 340"/>
              <a:gd name="T46" fmla="*/ 2147483646 w 858"/>
              <a:gd name="T47" fmla="*/ 2147483646 h 340"/>
              <a:gd name="T48" fmla="*/ 2147483646 w 858"/>
              <a:gd name="T49" fmla="*/ 2147483646 h 340"/>
              <a:gd name="T50" fmla="*/ 2147483646 w 858"/>
              <a:gd name="T51" fmla="*/ 2147483646 h 340"/>
              <a:gd name="T52" fmla="*/ 2147483646 w 858"/>
              <a:gd name="T53" fmla="*/ 2147483646 h 340"/>
              <a:gd name="T54" fmla="*/ 2147483646 w 858"/>
              <a:gd name="T55" fmla="*/ 2147483646 h 340"/>
              <a:gd name="T56" fmla="*/ 2147483646 w 858"/>
              <a:gd name="T57" fmla="*/ 2147483646 h 340"/>
              <a:gd name="T58" fmla="*/ 2147483646 w 858"/>
              <a:gd name="T59" fmla="*/ 2147483646 h 340"/>
              <a:gd name="T60" fmla="*/ 2147483646 w 858"/>
              <a:gd name="T61" fmla="*/ 2147483646 h 340"/>
              <a:gd name="T62" fmla="*/ 2147483646 w 858"/>
              <a:gd name="T63" fmla="*/ 2147483646 h 340"/>
              <a:gd name="T64" fmla="*/ 2147483646 w 858"/>
              <a:gd name="T65" fmla="*/ 2147483646 h 340"/>
              <a:gd name="T66" fmla="*/ 2147483646 w 858"/>
              <a:gd name="T67" fmla="*/ 2147483646 h 340"/>
              <a:gd name="T68" fmla="*/ 2147483646 w 858"/>
              <a:gd name="T69" fmla="*/ 2147483646 h 340"/>
              <a:gd name="T70" fmla="*/ 2147483646 w 858"/>
              <a:gd name="T71" fmla="*/ 2147483646 h 340"/>
              <a:gd name="T72" fmla="*/ 2147483646 w 858"/>
              <a:gd name="T73" fmla="*/ 2147483646 h 340"/>
              <a:gd name="T74" fmla="*/ 2147483646 w 858"/>
              <a:gd name="T75" fmla="*/ 2147483646 h 340"/>
              <a:gd name="T76" fmla="*/ 2147483646 w 858"/>
              <a:gd name="T77" fmla="*/ 2147483646 h 340"/>
              <a:gd name="T78" fmla="*/ 2147483646 w 858"/>
              <a:gd name="T79" fmla="*/ 2147483646 h 340"/>
              <a:gd name="T80" fmla="*/ 2147483646 w 858"/>
              <a:gd name="T81" fmla="*/ 2147483646 h 340"/>
              <a:gd name="T82" fmla="*/ 2147483646 w 858"/>
              <a:gd name="T83" fmla="*/ 2147483646 h 340"/>
              <a:gd name="T84" fmla="*/ 2147483646 w 858"/>
              <a:gd name="T85" fmla="*/ 2147483646 h 340"/>
              <a:gd name="T86" fmla="*/ 2147483646 w 858"/>
              <a:gd name="T87" fmla="*/ 2147483646 h 340"/>
              <a:gd name="T88" fmla="*/ 2147483646 w 858"/>
              <a:gd name="T89" fmla="*/ 2147483646 h 340"/>
              <a:gd name="T90" fmla="*/ 2147483646 w 858"/>
              <a:gd name="T91" fmla="*/ 2147483646 h 340"/>
              <a:gd name="T92" fmla="*/ 2147483646 w 858"/>
              <a:gd name="T93" fmla="*/ 2147483646 h 340"/>
              <a:gd name="T94" fmla="*/ 2147483646 w 858"/>
              <a:gd name="T95" fmla="*/ 2147483646 h 340"/>
              <a:gd name="T96" fmla="*/ 2147483646 w 858"/>
              <a:gd name="T97" fmla="*/ 2147483646 h 340"/>
              <a:gd name="T98" fmla="*/ 2147483646 w 858"/>
              <a:gd name="T99" fmla="*/ 2147483646 h 340"/>
              <a:gd name="T100" fmla="*/ 2147483646 w 858"/>
              <a:gd name="T101" fmla="*/ 2147483646 h 340"/>
              <a:gd name="T102" fmla="*/ 2147483646 w 858"/>
              <a:gd name="T103" fmla="*/ 2147483646 h 340"/>
              <a:gd name="T104" fmla="*/ 2147483646 w 858"/>
              <a:gd name="T105" fmla="*/ 2147483646 h 340"/>
              <a:gd name="T106" fmla="*/ 2147483646 w 858"/>
              <a:gd name="T107" fmla="*/ 2147483646 h 340"/>
              <a:gd name="T108" fmla="*/ 2147483646 w 858"/>
              <a:gd name="T109" fmla="*/ 2147483646 h 340"/>
              <a:gd name="T110" fmla="*/ 2147483646 w 858"/>
              <a:gd name="T111" fmla="*/ 2147483646 h 340"/>
              <a:gd name="T112" fmla="*/ 2147483646 w 858"/>
              <a:gd name="T113" fmla="*/ 2147483646 h 340"/>
              <a:gd name="T114" fmla="*/ 2147483646 w 858"/>
              <a:gd name="T115" fmla="*/ 2147483646 h 340"/>
              <a:gd name="T116" fmla="*/ 2147483646 w 858"/>
              <a:gd name="T117" fmla="*/ 2147483646 h 340"/>
              <a:gd name="T118" fmla="*/ 2147483646 w 858"/>
              <a:gd name="T119" fmla="*/ 2147483646 h 340"/>
              <a:gd name="T120" fmla="*/ 2147483646 w 858"/>
              <a:gd name="T121" fmla="*/ 2147483646 h 340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858"/>
              <a:gd name="T184" fmla="*/ 0 h 340"/>
              <a:gd name="T185" fmla="*/ 858 w 858"/>
              <a:gd name="T186" fmla="*/ 340 h 340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858" h="340">
                <a:moveTo>
                  <a:pt x="0" y="340"/>
                </a:moveTo>
                <a:lnTo>
                  <a:pt x="33" y="340"/>
                </a:lnTo>
                <a:lnTo>
                  <a:pt x="63" y="340"/>
                </a:lnTo>
                <a:lnTo>
                  <a:pt x="92" y="340"/>
                </a:lnTo>
                <a:lnTo>
                  <a:pt x="119" y="340"/>
                </a:lnTo>
                <a:lnTo>
                  <a:pt x="143" y="340"/>
                </a:lnTo>
                <a:lnTo>
                  <a:pt x="166" y="340"/>
                </a:lnTo>
                <a:lnTo>
                  <a:pt x="188" y="340"/>
                </a:lnTo>
                <a:lnTo>
                  <a:pt x="208" y="340"/>
                </a:lnTo>
                <a:lnTo>
                  <a:pt x="227" y="340"/>
                </a:lnTo>
                <a:lnTo>
                  <a:pt x="244" y="340"/>
                </a:lnTo>
                <a:lnTo>
                  <a:pt x="260" y="340"/>
                </a:lnTo>
                <a:lnTo>
                  <a:pt x="274" y="340"/>
                </a:lnTo>
                <a:lnTo>
                  <a:pt x="287" y="340"/>
                </a:lnTo>
                <a:lnTo>
                  <a:pt x="299" y="340"/>
                </a:lnTo>
                <a:lnTo>
                  <a:pt x="309" y="340"/>
                </a:lnTo>
                <a:lnTo>
                  <a:pt x="319" y="340"/>
                </a:lnTo>
                <a:lnTo>
                  <a:pt x="327" y="340"/>
                </a:lnTo>
                <a:lnTo>
                  <a:pt x="335" y="340"/>
                </a:lnTo>
                <a:lnTo>
                  <a:pt x="342" y="340"/>
                </a:lnTo>
                <a:lnTo>
                  <a:pt x="348" y="340"/>
                </a:lnTo>
                <a:lnTo>
                  <a:pt x="353" y="340"/>
                </a:lnTo>
                <a:lnTo>
                  <a:pt x="358" y="340"/>
                </a:lnTo>
                <a:lnTo>
                  <a:pt x="362" y="340"/>
                </a:lnTo>
                <a:lnTo>
                  <a:pt x="366" y="340"/>
                </a:lnTo>
                <a:lnTo>
                  <a:pt x="369" y="339"/>
                </a:lnTo>
                <a:lnTo>
                  <a:pt x="372" y="339"/>
                </a:lnTo>
                <a:lnTo>
                  <a:pt x="375" y="339"/>
                </a:lnTo>
                <a:lnTo>
                  <a:pt x="378" y="339"/>
                </a:lnTo>
                <a:lnTo>
                  <a:pt x="379" y="339"/>
                </a:lnTo>
                <a:lnTo>
                  <a:pt x="382" y="339"/>
                </a:lnTo>
                <a:lnTo>
                  <a:pt x="383" y="339"/>
                </a:lnTo>
                <a:lnTo>
                  <a:pt x="386" y="339"/>
                </a:lnTo>
                <a:lnTo>
                  <a:pt x="389" y="339"/>
                </a:lnTo>
                <a:lnTo>
                  <a:pt x="391" y="339"/>
                </a:lnTo>
                <a:lnTo>
                  <a:pt x="394" y="339"/>
                </a:lnTo>
                <a:lnTo>
                  <a:pt x="395" y="338"/>
                </a:lnTo>
                <a:lnTo>
                  <a:pt x="396" y="338"/>
                </a:lnTo>
                <a:lnTo>
                  <a:pt x="399" y="338"/>
                </a:lnTo>
                <a:lnTo>
                  <a:pt x="401" y="338"/>
                </a:lnTo>
                <a:lnTo>
                  <a:pt x="402" y="338"/>
                </a:lnTo>
                <a:lnTo>
                  <a:pt x="404" y="338"/>
                </a:lnTo>
                <a:lnTo>
                  <a:pt x="405" y="338"/>
                </a:lnTo>
                <a:lnTo>
                  <a:pt x="406" y="338"/>
                </a:lnTo>
                <a:lnTo>
                  <a:pt x="408" y="338"/>
                </a:lnTo>
                <a:lnTo>
                  <a:pt x="409" y="338"/>
                </a:lnTo>
                <a:lnTo>
                  <a:pt x="411" y="338"/>
                </a:lnTo>
                <a:lnTo>
                  <a:pt x="412" y="336"/>
                </a:lnTo>
                <a:lnTo>
                  <a:pt x="414" y="336"/>
                </a:lnTo>
                <a:lnTo>
                  <a:pt x="415" y="336"/>
                </a:lnTo>
                <a:lnTo>
                  <a:pt x="417" y="336"/>
                </a:lnTo>
                <a:lnTo>
                  <a:pt x="418" y="336"/>
                </a:lnTo>
                <a:lnTo>
                  <a:pt x="419" y="336"/>
                </a:lnTo>
                <a:lnTo>
                  <a:pt x="421" y="336"/>
                </a:lnTo>
                <a:lnTo>
                  <a:pt x="422" y="336"/>
                </a:lnTo>
                <a:lnTo>
                  <a:pt x="424" y="335"/>
                </a:lnTo>
                <a:lnTo>
                  <a:pt x="425" y="335"/>
                </a:lnTo>
                <a:lnTo>
                  <a:pt x="428" y="335"/>
                </a:lnTo>
                <a:lnTo>
                  <a:pt x="429" y="335"/>
                </a:lnTo>
                <a:lnTo>
                  <a:pt x="431" y="335"/>
                </a:lnTo>
                <a:lnTo>
                  <a:pt x="434" y="333"/>
                </a:lnTo>
                <a:lnTo>
                  <a:pt x="435" y="333"/>
                </a:lnTo>
                <a:lnTo>
                  <a:pt x="438" y="333"/>
                </a:lnTo>
                <a:lnTo>
                  <a:pt x="440" y="333"/>
                </a:lnTo>
                <a:lnTo>
                  <a:pt x="442" y="333"/>
                </a:lnTo>
                <a:lnTo>
                  <a:pt x="444" y="332"/>
                </a:lnTo>
                <a:lnTo>
                  <a:pt x="445" y="332"/>
                </a:lnTo>
                <a:lnTo>
                  <a:pt x="448" y="332"/>
                </a:lnTo>
                <a:lnTo>
                  <a:pt x="450" y="332"/>
                </a:lnTo>
                <a:lnTo>
                  <a:pt x="451" y="332"/>
                </a:lnTo>
                <a:lnTo>
                  <a:pt x="452" y="332"/>
                </a:lnTo>
                <a:lnTo>
                  <a:pt x="454" y="330"/>
                </a:lnTo>
                <a:lnTo>
                  <a:pt x="455" y="330"/>
                </a:lnTo>
                <a:lnTo>
                  <a:pt x="457" y="330"/>
                </a:lnTo>
                <a:lnTo>
                  <a:pt x="458" y="330"/>
                </a:lnTo>
                <a:lnTo>
                  <a:pt x="460" y="330"/>
                </a:lnTo>
                <a:lnTo>
                  <a:pt x="461" y="330"/>
                </a:lnTo>
                <a:lnTo>
                  <a:pt x="463" y="329"/>
                </a:lnTo>
                <a:lnTo>
                  <a:pt x="464" y="329"/>
                </a:lnTo>
                <a:lnTo>
                  <a:pt x="465" y="329"/>
                </a:lnTo>
                <a:lnTo>
                  <a:pt x="467" y="327"/>
                </a:lnTo>
                <a:lnTo>
                  <a:pt x="468" y="327"/>
                </a:lnTo>
                <a:lnTo>
                  <a:pt x="470" y="327"/>
                </a:lnTo>
                <a:lnTo>
                  <a:pt x="471" y="327"/>
                </a:lnTo>
                <a:lnTo>
                  <a:pt x="473" y="326"/>
                </a:lnTo>
                <a:lnTo>
                  <a:pt x="474" y="326"/>
                </a:lnTo>
                <a:lnTo>
                  <a:pt x="475" y="326"/>
                </a:lnTo>
                <a:lnTo>
                  <a:pt x="478" y="325"/>
                </a:lnTo>
                <a:lnTo>
                  <a:pt x="480" y="325"/>
                </a:lnTo>
                <a:lnTo>
                  <a:pt x="481" y="323"/>
                </a:lnTo>
                <a:lnTo>
                  <a:pt x="484" y="323"/>
                </a:lnTo>
                <a:lnTo>
                  <a:pt x="487" y="322"/>
                </a:lnTo>
                <a:lnTo>
                  <a:pt x="488" y="322"/>
                </a:lnTo>
                <a:lnTo>
                  <a:pt x="491" y="320"/>
                </a:lnTo>
                <a:lnTo>
                  <a:pt x="494" y="320"/>
                </a:lnTo>
                <a:lnTo>
                  <a:pt x="497" y="319"/>
                </a:lnTo>
                <a:lnTo>
                  <a:pt x="498" y="319"/>
                </a:lnTo>
                <a:lnTo>
                  <a:pt x="501" y="317"/>
                </a:lnTo>
                <a:lnTo>
                  <a:pt x="503" y="317"/>
                </a:lnTo>
                <a:lnTo>
                  <a:pt x="504" y="316"/>
                </a:lnTo>
                <a:lnTo>
                  <a:pt x="507" y="316"/>
                </a:lnTo>
                <a:lnTo>
                  <a:pt x="509" y="316"/>
                </a:lnTo>
                <a:lnTo>
                  <a:pt x="510" y="315"/>
                </a:lnTo>
                <a:lnTo>
                  <a:pt x="511" y="315"/>
                </a:lnTo>
                <a:lnTo>
                  <a:pt x="513" y="313"/>
                </a:lnTo>
                <a:lnTo>
                  <a:pt x="514" y="313"/>
                </a:lnTo>
                <a:lnTo>
                  <a:pt x="516" y="313"/>
                </a:lnTo>
                <a:lnTo>
                  <a:pt x="517" y="312"/>
                </a:lnTo>
                <a:lnTo>
                  <a:pt x="519" y="312"/>
                </a:lnTo>
                <a:lnTo>
                  <a:pt x="520" y="312"/>
                </a:lnTo>
                <a:lnTo>
                  <a:pt x="521" y="310"/>
                </a:lnTo>
                <a:lnTo>
                  <a:pt x="523" y="310"/>
                </a:lnTo>
                <a:lnTo>
                  <a:pt x="524" y="309"/>
                </a:lnTo>
                <a:lnTo>
                  <a:pt x="526" y="309"/>
                </a:lnTo>
                <a:lnTo>
                  <a:pt x="527" y="307"/>
                </a:lnTo>
                <a:lnTo>
                  <a:pt x="529" y="307"/>
                </a:lnTo>
                <a:lnTo>
                  <a:pt x="530" y="306"/>
                </a:lnTo>
                <a:lnTo>
                  <a:pt x="532" y="306"/>
                </a:lnTo>
                <a:lnTo>
                  <a:pt x="533" y="304"/>
                </a:lnTo>
                <a:lnTo>
                  <a:pt x="536" y="304"/>
                </a:lnTo>
                <a:lnTo>
                  <a:pt x="537" y="303"/>
                </a:lnTo>
                <a:lnTo>
                  <a:pt x="539" y="302"/>
                </a:lnTo>
                <a:lnTo>
                  <a:pt x="542" y="302"/>
                </a:lnTo>
                <a:lnTo>
                  <a:pt x="543" y="300"/>
                </a:lnTo>
                <a:lnTo>
                  <a:pt x="546" y="299"/>
                </a:lnTo>
                <a:lnTo>
                  <a:pt x="547" y="297"/>
                </a:lnTo>
                <a:lnTo>
                  <a:pt x="550" y="297"/>
                </a:lnTo>
                <a:lnTo>
                  <a:pt x="552" y="296"/>
                </a:lnTo>
                <a:lnTo>
                  <a:pt x="553" y="294"/>
                </a:lnTo>
                <a:lnTo>
                  <a:pt x="556" y="294"/>
                </a:lnTo>
                <a:lnTo>
                  <a:pt x="557" y="293"/>
                </a:lnTo>
                <a:lnTo>
                  <a:pt x="559" y="293"/>
                </a:lnTo>
                <a:lnTo>
                  <a:pt x="560" y="292"/>
                </a:lnTo>
                <a:lnTo>
                  <a:pt x="562" y="292"/>
                </a:lnTo>
                <a:lnTo>
                  <a:pt x="563" y="290"/>
                </a:lnTo>
                <a:lnTo>
                  <a:pt x="565" y="290"/>
                </a:lnTo>
                <a:lnTo>
                  <a:pt x="566" y="289"/>
                </a:lnTo>
                <a:lnTo>
                  <a:pt x="567" y="287"/>
                </a:lnTo>
                <a:lnTo>
                  <a:pt x="569" y="287"/>
                </a:lnTo>
                <a:lnTo>
                  <a:pt x="570" y="287"/>
                </a:lnTo>
                <a:lnTo>
                  <a:pt x="572" y="286"/>
                </a:lnTo>
                <a:lnTo>
                  <a:pt x="573" y="284"/>
                </a:lnTo>
                <a:lnTo>
                  <a:pt x="575" y="284"/>
                </a:lnTo>
                <a:lnTo>
                  <a:pt x="576" y="283"/>
                </a:lnTo>
                <a:lnTo>
                  <a:pt x="578" y="283"/>
                </a:lnTo>
                <a:lnTo>
                  <a:pt x="579" y="281"/>
                </a:lnTo>
                <a:lnTo>
                  <a:pt x="580" y="281"/>
                </a:lnTo>
                <a:lnTo>
                  <a:pt x="582" y="280"/>
                </a:lnTo>
                <a:lnTo>
                  <a:pt x="583" y="279"/>
                </a:lnTo>
                <a:lnTo>
                  <a:pt x="586" y="279"/>
                </a:lnTo>
                <a:lnTo>
                  <a:pt x="588" y="277"/>
                </a:lnTo>
                <a:lnTo>
                  <a:pt x="589" y="276"/>
                </a:lnTo>
                <a:lnTo>
                  <a:pt x="590" y="276"/>
                </a:lnTo>
                <a:lnTo>
                  <a:pt x="593" y="274"/>
                </a:lnTo>
                <a:lnTo>
                  <a:pt x="595" y="273"/>
                </a:lnTo>
                <a:lnTo>
                  <a:pt x="596" y="271"/>
                </a:lnTo>
                <a:lnTo>
                  <a:pt x="599" y="271"/>
                </a:lnTo>
                <a:lnTo>
                  <a:pt x="601" y="270"/>
                </a:lnTo>
                <a:lnTo>
                  <a:pt x="602" y="269"/>
                </a:lnTo>
                <a:lnTo>
                  <a:pt x="603" y="269"/>
                </a:lnTo>
                <a:lnTo>
                  <a:pt x="605" y="267"/>
                </a:lnTo>
                <a:lnTo>
                  <a:pt x="606" y="267"/>
                </a:lnTo>
                <a:lnTo>
                  <a:pt x="608" y="266"/>
                </a:lnTo>
                <a:lnTo>
                  <a:pt x="609" y="266"/>
                </a:lnTo>
                <a:lnTo>
                  <a:pt x="609" y="264"/>
                </a:lnTo>
                <a:lnTo>
                  <a:pt x="611" y="264"/>
                </a:lnTo>
                <a:lnTo>
                  <a:pt x="612" y="263"/>
                </a:lnTo>
                <a:lnTo>
                  <a:pt x="613" y="263"/>
                </a:lnTo>
                <a:lnTo>
                  <a:pt x="615" y="261"/>
                </a:lnTo>
                <a:lnTo>
                  <a:pt x="616" y="261"/>
                </a:lnTo>
                <a:lnTo>
                  <a:pt x="616" y="260"/>
                </a:lnTo>
                <a:lnTo>
                  <a:pt x="618" y="260"/>
                </a:lnTo>
                <a:lnTo>
                  <a:pt x="619" y="258"/>
                </a:lnTo>
                <a:lnTo>
                  <a:pt x="621" y="258"/>
                </a:lnTo>
                <a:lnTo>
                  <a:pt x="622" y="257"/>
                </a:lnTo>
                <a:lnTo>
                  <a:pt x="624" y="256"/>
                </a:lnTo>
                <a:lnTo>
                  <a:pt x="625" y="256"/>
                </a:lnTo>
                <a:lnTo>
                  <a:pt x="626" y="254"/>
                </a:lnTo>
                <a:lnTo>
                  <a:pt x="628" y="254"/>
                </a:lnTo>
                <a:lnTo>
                  <a:pt x="629" y="253"/>
                </a:lnTo>
                <a:lnTo>
                  <a:pt x="631" y="251"/>
                </a:lnTo>
                <a:lnTo>
                  <a:pt x="632" y="251"/>
                </a:lnTo>
                <a:lnTo>
                  <a:pt x="634" y="250"/>
                </a:lnTo>
                <a:lnTo>
                  <a:pt x="635" y="248"/>
                </a:lnTo>
                <a:lnTo>
                  <a:pt x="636" y="247"/>
                </a:lnTo>
                <a:lnTo>
                  <a:pt x="638" y="247"/>
                </a:lnTo>
                <a:lnTo>
                  <a:pt x="639" y="246"/>
                </a:lnTo>
                <a:lnTo>
                  <a:pt x="641" y="246"/>
                </a:lnTo>
                <a:lnTo>
                  <a:pt x="642" y="244"/>
                </a:lnTo>
                <a:lnTo>
                  <a:pt x="644" y="243"/>
                </a:lnTo>
                <a:lnTo>
                  <a:pt x="645" y="243"/>
                </a:lnTo>
                <a:lnTo>
                  <a:pt x="647" y="241"/>
                </a:lnTo>
                <a:lnTo>
                  <a:pt x="648" y="240"/>
                </a:lnTo>
                <a:lnTo>
                  <a:pt x="649" y="240"/>
                </a:lnTo>
                <a:lnTo>
                  <a:pt x="649" y="238"/>
                </a:lnTo>
                <a:lnTo>
                  <a:pt x="651" y="238"/>
                </a:lnTo>
                <a:lnTo>
                  <a:pt x="652" y="237"/>
                </a:lnTo>
                <a:lnTo>
                  <a:pt x="654" y="237"/>
                </a:lnTo>
                <a:lnTo>
                  <a:pt x="654" y="235"/>
                </a:lnTo>
                <a:lnTo>
                  <a:pt x="655" y="235"/>
                </a:lnTo>
                <a:lnTo>
                  <a:pt x="655" y="234"/>
                </a:lnTo>
                <a:lnTo>
                  <a:pt x="657" y="234"/>
                </a:lnTo>
                <a:lnTo>
                  <a:pt x="658" y="233"/>
                </a:lnTo>
                <a:lnTo>
                  <a:pt x="659" y="233"/>
                </a:lnTo>
                <a:lnTo>
                  <a:pt x="659" y="231"/>
                </a:lnTo>
                <a:lnTo>
                  <a:pt x="661" y="231"/>
                </a:lnTo>
                <a:lnTo>
                  <a:pt x="662" y="230"/>
                </a:lnTo>
                <a:lnTo>
                  <a:pt x="662" y="228"/>
                </a:lnTo>
                <a:lnTo>
                  <a:pt x="664" y="228"/>
                </a:lnTo>
                <a:lnTo>
                  <a:pt x="665" y="227"/>
                </a:lnTo>
                <a:lnTo>
                  <a:pt x="667" y="227"/>
                </a:lnTo>
                <a:lnTo>
                  <a:pt x="667" y="225"/>
                </a:lnTo>
                <a:lnTo>
                  <a:pt x="668" y="225"/>
                </a:lnTo>
                <a:lnTo>
                  <a:pt x="670" y="224"/>
                </a:lnTo>
                <a:lnTo>
                  <a:pt x="671" y="223"/>
                </a:lnTo>
                <a:lnTo>
                  <a:pt x="672" y="221"/>
                </a:lnTo>
                <a:lnTo>
                  <a:pt x="674" y="221"/>
                </a:lnTo>
                <a:lnTo>
                  <a:pt x="674" y="220"/>
                </a:lnTo>
                <a:lnTo>
                  <a:pt x="675" y="220"/>
                </a:lnTo>
                <a:lnTo>
                  <a:pt x="677" y="218"/>
                </a:lnTo>
                <a:lnTo>
                  <a:pt x="678" y="217"/>
                </a:lnTo>
                <a:lnTo>
                  <a:pt x="680" y="217"/>
                </a:lnTo>
                <a:lnTo>
                  <a:pt x="680" y="215"/>
                </a:lnTo>
                <a:lnTo>
                  <a:pt x="681" y="215"/>
                </a:lnTo>
                <a:lnTo>
                  <a:pt x="682" y="214"/>
                </a:lnTo>
                <a:lnTo>
                  <a:pt x="684" y="214"/>
                </a:lnTo>
                <a:lnTo>
                  <a:pt x="684" y="212"/>
                </a:lnTo>
                <a:lnTo>
                  <a:pt x="685" y="212"/>
                </a:lnTo>
                <a:lnTo>
                  <a:pt x="687" y="211"/>
                </a:lnTo>
                <a:lnTo>
                  <a:pt x="688" y="210"/>
                </a:lnTo>
                <a:lnTo>
                  <a:pt x="690" y="210"/>
                </a:lnTo>
                <a:lnTo>
                  <a:pt x="691" y="208"/>
                </a:lnTo>
                <a:lnTo>
                  <a:pt x="693" y="208"/>
                </a:lnTo>
                <a:lnTo>
                  <a:pt x="694" y="207"/>
                </a:lnTo>
                <a:lnTo>
                  <a:pt x="694" y="205"/>
                </a:lnTo>
                <a:lnTo>
                  <a:pt x="695" y="205"/>
                </a:lnTo>
                <a:lnTo>
                  <a:pt x="697" y="204"/>
                </a:lnTo>
                <a:lnTo>
                  <a:pt x="698" y="204"/>
                </a:lnTo>
                <a:lnTo>
                  <a:pt x="698" y="202"/>
                </a:lnTo>
                <a:lnTo>
                  <a:pt x="700" y="202"/>
                </a:lnTo>
                <a:lnTo>
                  <a:pt x="701" y="201"/>
                </a:lnTo>
                <a:lnTo>
                  <a:pt x="703" y="200"/>
                </a:lnTo>
                <a:lnTo>
                  <a:pt x="704" y="200"/>
                </a:lnTo>
                <a:lnTo>
                  <a:pt x="704" y="198"/>
                </a:lnTo>
                <a:lnTo>
                  <a:pt x="705" y="198"/>
                </a:lnTo>
                <a:lnTo>
                  <a:pt x="705" y="197"/>
                </a:lnTo>
                <a:lnTo>
                  <a:pt x="707" y="197"/>
                </a:lnTo>
                <a:lnTo>
                  <a:pt x="707" y="195"/>
                </a:lnTo>
                <a:lnTo>
                  <a:pt x="708" y="195"/>
                </a:lnTo>
                <a:lnTo>
                  <a:pt x="708" y="194"/>
                </a:lnTo>
                <a:lnTo>
                  <a:pt x="710" y="194"/>
                </a:lnTo>
                <a:lnTo>
                  <a:pt x="711" y="192"/>
                </a:lnTo>
                <a:lnTo>
                  <a:pt x="713" y="191"/>
                </a:lnTo>
                <a:lnTo>
                  <a:pt x="714" y="189"/>
                </a:lnTo>
                <a:lnTo>
                  <a:pt x="716" y="188"/>
                </a:lnTo>
                <a:lnTo>
                  <a:pt x="717" y="187"/>
                </a:lnTo>
                <a:lnTo>
                  <a:pt x="718" y="185"/>
                </a:lnTo>
                <a:lnTo>
                  <a:pt x="720" y="184"/>
                </a:lnTo>
                <a:lnTo>
                  <a:pt x="720" y="182"/>
                </a:lnTo>
                <a:lnTo>
                  <a:pt x="721" y="181"/>
                </a:lnTo>
                <a:lnTo>
                  <a:pt x="723" y="179"/>
                </a:lnTo>
                <a:lnTo>
                  <a:pt x="724" y="178"/>
                </a:lnTo>
                <a:lnTo>
                  <a:pt x="726" y="177"/>
                </a:lnTo>
                <a:lnTo>
                  <a:pt x="727" y="177"/>
                </a:lnTo>
                <a:lnTo>
                  <a:pt x="727" y="175"/>
                </a:lnTo>
                <a:lnTo>
                  <a:pt x="728" y="174"/>
                </a:lnTo>
                <a:lnTo>
                  <a:pt x="730" y="172"/>
                </a:lnTo>
                <a:lnTo>
                  <a:pt x="731" y="171"/>
                </a:lnTo>
                <a:lnTo>
                  <a:pt x="733" y="169"/>
                </a:lnTo>
                <a:lnTo>
                  <a:pt x="734" y="168"/>
                </a:lnTo>
                <a:lnTo>
                  <a:pt x="736" y="167"/>
                </a:lnTo>
                <a:lnTo>
                  <a:pt x="736" y="165"/>
                </a:lnTo>
                <a:lnTo>
                  <a:pt x="737" y="165"/>
                </a:lnTo>
                <a:lnTo>
                  <a:pt x="737" y="164"/>
                </a:lnTo>
                <a:lnTo>
                  <a:pt x="739" y="162"/>
                </a:lnTo>
                <a:lnTo>
                  <a:pt x="740" y="162"/>
                </a:lnTo>
                <a:lnTo>
                  <a:pt x="740" y="161"/>
                </a:lnTo>
                <a:lnTo>
                  <a:pt x="741" y="159"/>
                </a:lnTo>
                <a:lnTo>
                  <a:pt x="743" y="159"/>
                </a:lnTo>
                <a:lnTo>
                  <a:pt x="743" y="158"/>
                </a:lnTo>
                <a:lnTo>
                  <a:pt x="744" y="156"/>
                </a:lnTo>
                <a:lnTo>
                  <a:pt x="746" y="155"/>
                </a:lnTo>
                <a:lnTo>
                  <a:pt x="747" y="154"/>
                </a:lnTo>
                <a:lnTo>
                  <a:pt x="749" y="152"/>
                </a:lnTo>
                <a:lnTo>
                  <a:pt x="749" y="151"/>
                </a:lnTo>
                <a:lnTo>
                  <a:pt x="750" y="148"/>
                </a:lnTo>
                <a:lnTo>
                  <a:pt x="753" y="146"/>
                </a:lnTo>
                <a:lnTo>
                  <a:pt x="754" y="145"/>
                </a:lnTo>
                <a:lnTo>
                  <a:pt x="756" y="142"/>
                </a:lnTo>
                <a:lnTo>
                  <a:pt x="757" y="141"/>
                </a:lnTo>
                <a:lnTo>
                  <a:pt x="759" y="139"/>
                </a:lnTo>
                <a:lnTo>
                  <a:pt x="760" y="138"/>
                </a:lnTo>
                <a:lnTo>
                  <a:pt x="762" y="136"/>
                </a:lnTo>
                <a:lnTo>
                  <a:pt x="763" y="135"/>
                </a:lnTo>
                <a:lnTo>
                  <a:pt x="763" y="133"/>
                </a:lnTo>
                <a:lnTo>
                  <a:pt x="764" y="132"/>
                </a:lnTo>
                <a:lnTo>
                  <a:pt x="766" y="131"/>
                </a:lnTo>
                <a:lnTo>
                  <a:pt x="766" y="129"/>
                </a:lnTo>
                <a:lnTo>
                  <a:pt x="767" y="128"/>
                </a:lnTo>
                <a:lnTo>
                  <a:pt x="769" y="128"/>
                </a:lnTo>
                <a:lnTo>
                  <a:pt x="769" y="126"/>
                </a:lnTo>
                <a:lnTo>
                  <a:pt x="770" y="125"/>
                </a:lnTo>
                <a:lnTo>
                  <a:pt x="772" y="123"/>
                </a:lnTo>
                <a:lnTo>
                  <a:pt x="773" y="122"/>
                </a:lnTo>
                <a:lnTo>
                  <a:pt x="773" y="121"/>
                </a:lnTo>
                <a:lnTo>
                  <a:pt x="774" y="119"/>
                </a:lnTo>
                <a:lnTo>
                  <a:pt x="776" y="118"/>
                </a:lnTo>
                <a:lnTo>
                  <a:pt x="776" y="116"/>
                </a:lnTo>
                <a:lnTo>
                  <a:pt x="777" y="116"/>
                </a:lnTo>
                <a:lnTo>
                  <a:pt x="777" y="115"/>
                </a:lnTo>
                <a:lnTo>
                  <a:pt x="779" y="113"/>
                </a:lnTo>
                <a:lnTo>
                  <a:pt x="780" y="112"/>
                </a:lnTo>
                <a:lnTo>
                  <a:pt x="782" y="109"/>
                </a:lnTo>
                <a:lnTo>
                  <a:pt x="783" y="108"/>
                </a:lnTo>
                <a:lnTo>
                  <a:pt x="785" y="106"/>
                </a:lnTo>
                <a:lnTo>
                  <a:pt x="785" y="105"/>
                </a:lnTo>
                <a:lnTo>
                  <a:pt x="786" y="102"/>
                </a:lnTo>
                <a:lnTo>
                  <a:pt x="789" y="100"/>
                </a:lnTo>
                <a:lnTo>
                  <a:pt x="790" y="98"/>
                </a:lnTo>
                <a:lnTo>
                  <a:pt x="792" y="96"/>
                </a:lnTo>
                <a:lnTo>
                  <a:pt x="793" y="93"/>
                </a:lnTo>
                <a:lnTo>
                  <a:pt x="795" y="92"/>
                </a:lnTo>
                <a:lnTo>
                  <a:pt x="796" y="89"/>
                </a:lnTo>
                <a:lnTo>
                  <a:pt x="797" y="87"/>
                </a:lnTo>
                <a:lnTo>
                  <a:pt x="799" y="86"/>
                </a:lnTo>
                <a:lnTo>
                  <a:pt x="799" y="85"/>
                </a:lnTo>
                <a:lnTo>
                  <a:pt x="800" y="83"/>
                </a:lnTo>
                <a:lnTo>
                  <a:pt x="802" y="82"/>
                </a:lnTo>
                <a:lnTo>
                  <a:pt x="802" y="80"/>
                </a:lnTo>
                <a:lnTo>
                  <a:pt x="803" y="79"/>
                </a:lnTo>
                <a:lnTo>
                  <a:pt x="805" y="77"/>
                </a:lnTo>
                <a:lnTo>
                  <a:pt x="805" y="76"/>
                </a:lnTo>
                <a:lnTo>
                  <a:pt x="806" y="75"/>
                </a:lnTo>
                <a:lnTo>
                  <a:pt x="808" y="75"/>
                </a:lnTo>
                <a:lnTo>
                  <a:pt x="808" y="73"/>
                </a:lnTo>
                <a:lnTo>
                  <a:pt x="809" y="72"/>
                </a:lnTo>
                <a:lnTo>
                  <a:pt x="809" y="70"/>
                </a:lnTo>
                <a:lnTo>
                  <a:pt x="810" y="69"/>
                </a:lnTo>
                <a:lnTo>
                  <a:pt x="812" y="67"/>
                </a:lnTo>
                <a:lnTo>
                  <a:pt x="812" y="66"/>
                </a:lnTo>
                <a:lnTo>
                  <a:pt x="813" y="64"/>
                </a:lnTo>
                <a:lnTo>
                  <a:pt x="815" y="63"/>
                </a:lnTo>
                <a:lnTo>
                  <a:pt x="815" y="62"/>
                </a:lnTo>
                <a:lnTo>
                  <a:pt x="816" y="60"/>
                </a:lnTo>
                <a:lnTo>
                  <a:pt x="818" y="59"/>
                </a:lnTo>
                <a:lnTo>
                  <a:pt x="819" y="57"/>
                </a:lnTo>
                <a:lnTo>
                  <a:pt x="820" y="56"/>
                </a:lnTo>
                <a:lnTo>
                  <a:pt x="822" y="53"/>
                </a:lnTo>
                <a:lnTo>
                  <a:pt x="823" y="52"/>
                </a:lnTo>
                <a:lnTo>
                  <a:pt x="825" y="49"/>
                </a:lnTo>
                <a:lnTo>
                  <a:pt x="826" y="47"/>
                </a:lnTo>
                <a:lnTo>
                  <a:pt x="828" y="44"/>
                </a:lnTo>
                <a:lnTo>
                  <a:pt x="831" y="41"/>
                </a:lnTo>
                <a:lnTo>
                  <a:pt x="832" y="40"/>
                </a:lnTo>
                <a:lnTo>
                  <a:pt x="833" y="39"/>
                </a:lnTo>
                <a:lnTo>
                  <a:pt x="835" y="36"/>
                </a:lnTo>
                <a:lnTo>
                  <a:pt x="835" y="34"/>
                </a:lnTo>
                <a:lnTo>
                  <a:pt x="836" y="33"/>
                </a:lnTo>
                <a:lnTo>
                  <a:pt x="838" y="31"/>
                </a:lnTo>
                <a:lnTo>
                  <a:pt x="839" y="30"/>
                </a:lnTo>
                <a:lnTo>
                  <a:pt x="839" y="29"/>
                </a:lnTo>
                <a:lnTo>
                  <a:pt x="841" y="27"/>
                </a:lnTo>
                <a:lnTo>
                  <a:pt x="842" y="26"/>
                </a:lnTo>
                <a:lnTo>
                  <a:pt x="842" y="24"/>
                </a:lnTo>
                <a:lnTo>
                  <a:pt x="843" y="24"/>
                </a:lnTo>
                <a:lnTo>
                  <a:pt x="843" y="23"/>
                </a:lnTo>
                <a:lnTo>
                  <a:pt x="845" y="21"/>
                </a:lnTo>
                <a:lnTo>
                  <a:pt x="845" y="20"/>
                </a:lnTo>
                <a:lnTo>
                  <a:pt x="846" y="18"/>
                </a:lnTo>
                <a:lnTo>
                  <a:pt x="848" y="17"/>
                </a:lnTo>
                <a:lnTo>
                  <a:pt x="848" y="16"/>
                </a:lnTo>
                <a:lnTo>
                  <a:pt x="849" y="14"/>
                </a:lnTo>
                <a:lnTo>
                  <a:pt x="849" y="13"/>
                </a:lnTo>
                <a:lnTo>
                  <a:pt x="851" y="13"/>
                </a:lnTo>
                <a:lnTo>
                  <a:pt x="851" y="11"/>
                </a:lnTo>
                <a:lnTo>
                  <a:pt x="852" y="10"/>
                </a:lnTo>
                <a:lnTo>
                  <a:pt x="854" y="8"/>
                </a:lnTo>
                <a:lnTo>
                  <a:pt x="854" y="7"/>
                </a:lnTo>
                <a:lnTo>
                  <a:pt x="855" y="4"/>
                </a:lnTo>
                <a:lnTo>
                  <a:pt x="856" y="3"/>
                </a:lnTo>
                <a:lnTo>
                  <a:pt x="856" y="1"/>
                </a:lnTo>
                <a:lnTo>
                  <a:pt x="858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0" name="Freeform 184">
            <a:extLst>
              <a:ext uri="{FF2B5EF4-FFF2-40B4-BE49-F238E27FC236}">
                <a16:creationId xmlns:a16="http://schemas.microsoft.com/office/drawing/2014/main" id="{B4DB8F4A-1780-4643-A930-70996016333C}"/>
              </a:ext>
            </a:extLst>
          </p:cNvPr>
          <p:cNvSpPr>
            <a:spLocks/>
          </p:cNvSpPr>
          <p:nvPr/>
        </p:nvSpPr>
        <p:spPr bwMode="auto">
          <a:xfrm>
            <a:off x="3636963" y="4062413"/>
            <a:ext cx="80962" cy="273050"/>
          </a:xfrm>
          <a:custGeom>
            <a:avLst/>
            <a:gdLst>
              <a:gd name="T0" fmla="*/ 2147483646 w 102"/>
              <a:gd name="T1" fmla="*/ 2147483646 h 344"/>
              <a:gd name="T2" fmla="*/ 2147483646 w 102"/>
              <a:gd name="T3" fmla="*/ 2147483646 h 344"/>
              <a:gd name="T4" fmla="*/ 2147483646 w 102"/>
              <a:gd name="T5" fmla="*/ 2147483646 h 344"/>
              <a:gd name="T6" fmla="*/ 2147483646 w 102"/>
              <a:gd name="T7" fmla="*/ 2147483646 h 344"/>
              <a:gd name="T8" fmla="*/ 2147483646 w 102"/>
              <a:gd name="T9" fmla="*/ 2147483646 h 344"/>
              <a:gd name="T10" fmla="*/ 2147483646 w 102"/>
              <a:gd name="T11" fmla="*/ 2147483646 h 344"/>
              <a:gd name="T12" fmla="*/ 2147483646 w 102"/>
              <a:gd name="T13" fmla="*/ 2147483646 h 344"/>
              <a:gd name="T14" fmla="*/ 2147483646 w 102"/>
              <a:gd name="T15" fmla="*/ 2147483646 h 344"/>
              <a:gd name="T16" fmla="*/ 2147483646 w 102"/>
              <a:gd name="T17" fmla="*/ 2147483646 h 344"/>
              <a:gd name="T18" fmla="*/ 2147483646 w 102"/>
              <a:gd name="T19" fmla="*/ 2147483646 h 344"/>
              <a:gd name="T20" fmla="*/ 2147483646 w 102"/>
              <a:gd name="T21" fmla="*/ 2147483646 h 344"/>
              <a:gd name="T22" fmla="*/ 2147483646 w 102"/>
              <a:gd name="T23" fmla="*/ 2147483646 h 344"/>
              <a:gd name="T24" fmla="*/ 2147483646 w 102"/>
              <a:gd name="T25" fmla="*/ 2147483646 h 344"/>
              <a:gd name="T26" fmla="*/ 2147483646 w 102"/>
              <a:gd name="T27" fmla="*/ 2147483646 h 344"/>
              <a:gd name="T28" fmla="*/ 2147483646 w 102"/>
              <a:gd name="T29" fmla="*/ 2147483646 h 344"/>
              <a:gd name="T30" fmla="*/ 2147483646 w 102"/>
              <a:gd name="T31" fmla="*/ 2147483646 h 344"/>
              <a:gd name="T32" fmla="*/ 2147483646 w 102"/>
              <a:gd name="T33" fmla="*/ 2147483646 h 344"/>
              <a:gd name="T34" fmla="*/ 2147483646 w 102"/>
              <a:gd name="T35" fmla="*/ 2147483646 h 344"/>
              <a:gd name="T36" fmla="*/ 2147483646 w 102"/>
              <a:gd name="T37" fmla="*/ 2147483646 h 344"/>
              <a:gd name="T38" fmla="*/ 2147483646 w 102"/>
              <a:gd name="T39" fmla="*/ 2147483646 h 344"/>
              <a:gd name="T40" fmla="*/ 2147483646 w 102"/>
              <a:gd name="T41" fmla="*/ 2147483646 h 344"/>
              <a:gd name="T42" fmla="*/ 2147483646 w 102"/>
              <a:gd name="T43" fmla="*/ 2147483646 h 344"/>
              <a:gd name="T44" fmla="*/ 2147483646 w 102"/>
              <a:gd name="T45" fmla="*/ 2147483646 h 344"/>
              <a:gd name="T46" fmla="*/ 2147483646 w 102"/>
              <a:gd name="T47" fmla="*/ 2147483646 h 344"/>
              <a:gd name="T48" fmla="*/ 2147483646 w 102"/>
              <a:gd name="T49" fmla="*/ 2147483646 h 344"/>
              <a:gd name="T50" fmla="*/ 2147483646 w 102"/>
              <a:gd name="T51" fmla="*/ 2147483646 h 344"/>
              <a:gd name="T52" fmla="*/ 2147483646 w 102"/>
              <a:gd name="T53" fmla="*/ 2147483646 h 344"/>
              <a:gd name="T54" fmla="*/ 2147483646 w 102"/>
              <a:gd name="T55" fmla="*/ 2147483646 h 344"/>
              <a:gd name="T56" fmla="*/ 2147483646 w 102"/>
              <a:gd name="T57" fmla="*/ 2147483646 h 344"/>
              <a:gd name="T58" fmla="*/ 2147483646 w 102"/>
              <a:gd name="T59" fmla="*/ 2147483646 h 344"/>
              <a:gd name="T60" fmla="*/ 2147483646 w 102"/>
              <a:gd name="T61" fmla="*/ 2147483646 h 344"/>
              <a:gd name="T62" fmla="*/ 2147483646 w 102"/>
              <a:gd name="T63" fmla="*/ 2147483646 h 344"/>
              <a:gd name="T64" fmla="*/ 2147483646 w 102"/>
              <a:gd name="T65" fmla="*/ 2147483646 h 344"/>
              <a:gd name="T66" fmla="*/ 2147483646 w 102"/>
              <a:gd name="T67" fmla="*/ 2147483646 h 344"/>
              <a:gd name="T68" fmla="*/ 2147483646 w 102"/>
              <a:gd name="T69" fmla="*/ 2147483646 h 344"/>
              <a:gd name="T70" fmla="*/ 2147483646 w 102"/>
              <a:gd name="T71" fmla="*/ 2147483646 h 344"/>
              <a:gd name="T72" fmla="*/ 2147483646 w 102"/>
              <a:gd name="T73" fmla="*/ 2147483646 h 344"/>
              <a:gd name="T74" fmla="*/ 2147483646 w 102"/>
              <a:gd name="T75" fmla="*/ 2147483646 h 344"/>
              <a:gd name="T76" fmla="*/ 2147483646 w 102"/>
              <a:gd name="T77" fmla="*/ 2147483646 h 344"/>
              <a:gd name="T78" fmla="*/ 2147483646 w 102"/>
              <a:gd name="T79" fmla="*/ 2147483646 h 344"/>
              <a:gd name="T80" fmla="*/ 2147483646 w 102"/>
              <a:gd name="T81" fmla="*/ 2147483646 h 344"/>
              <a:gd name="T82" fmla="*/ 2147483646 w 102"/>
              <a:gd name="T83" fmla="*/ 2147483646 h 344"/>
              <a:gd name="T84" fmla="*/ 2147483646 w 102"/>
              <a:gd name="T85" fmla="*/ 2147483646 h 344"/>
              <a:gd name="T86" fmla="*/ 2147483646 w 102"/>
              <a:gd name="T87" fmla="*/ 2147483646 h 344"/>
              <a:gd name="T88" fmla="*/ 2147483646 w 102"/>
              <a:gd name="T89" fmla="*/ 2147483646 h 344"/>
              <a:gd name="T90" fmla="*/ 2147483646 w 102"/>
              <a:gd name="T91" fmla="*/ 2147483646 h 344"/>
              <a:gd name="T92" fmla="*/ 2147483646 w 102"/>
              <a:gd name="T93" fmla="*/ 2147483646 h 344"/>
              <a:gd name="T94" fmla="*/ 2147483646 w 102"/>
              <a:gd name="T95" fmla="*/ 2147483646 h 344"/>
              <a:gd name="T96" fmla="*/ 2147483646 w 102"/>
              <a:gd name="T97" fmla="*/ 2147483646 h 344"/>
              <a:gd name="T98" fmla="*/ 2147483646 w 102"/>
              <a:gd name="T99" fmla="*/ 2147483646 h 344"/>
              <a:gd name="T100" fmla="*/ 2147483646 w 102"/>
              <a:gd name="T101" fmla="*/ 2147483646 h 344"/>
              <a:gd name="T102" fmla="*/ 2147483646 w 102"/>
              <a:gd name="T103" fmla="*/ 2147483646 h 344"/>
              <a:gd name="T104" fmla="*/ 2147483646 w 102"/>
              <a:gd name="T105" fmla="*/ 2147483646 h 344"/>
              <a:gd name="T106" fmla="*/ 2147483646 w 102"/>
              <a:gd name="T107" fmla="*/ 2147483646 h 344"/>
              <a:gd name="T108" fmla="*/ 2147483646 w 102"/>
              <a:gd name="T109" fmla="*/ 2147483646 h 344"/>
              <a:gd name="T110" fmla="*/ 2147483646 w 102"/>
              <a:gd name="T111" fmla="*/ 2147483646 h 344"/>
              <a:gd name="T112" fmla="*/ 2147483646 w 102"/>
              <a:gd name="T113" fmla="*/ 2147483646 h 34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02"/>
              <a:gd name="T172" fmla="*/ 0 h 344"/>
              <a:gd name="T173" fmla="*/ 102 w 102"/>
              <a:gd name="T174" fmla="*/ 344 h 344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02" h="344">
                <a:moveTo>
                  <a:pt x="0" y="0"/>
                </a:moveTo>
                <a:lnTo>
                  <a:pt x="3" y="3"/>
                </a:lnTo>
                <a:lnTo>
                  <a:pt x="4" y="8"/>
                </a:lnTo>
                <a:lnTo>
                  <a:pt x="5" y="10"/>
                </a:lnTo>
                <a:lnTo>
                  <a:pt x="8" y="13"/>
                </a:lnTo>
                <a:lnTo>
                  <a:pt x="10" y="16"/>
                </a:lnTo>
                <a:lnTo>
                  <a:pt x="11" y="19"/>
                </a:lnTo>
                <a:lnTo>
                  <a:pt x="13" y="22"/>
                </a:lnTo>
                <a:lnTo>
                  <a:pt x="14" y="25"/>
                </a:lnTo>
                <a:lnTo>
                  <a:pt x="15" y="26"/>
                </a:lnTo>
                <a:lnTo>
                  <a:pt x="17" y="29"/>
                </a:lnTo>
                <a:lnTo>
                  <a:pt x="17" y="30"/>
                </a:lnTo>
                <a:lnTo>
                  <a:pt x="18" y="32"/>
                </a:lnTo>
                <a:lnTo>
                  <a:pt x="20" y="35"/>
                </a:lnTo>
                <a:lnTo>
                  <a:pt x="20" y="36"/>
                </a:lnTo>
                <a:lnTo>
                  <a:pt x="21" y="38"/>
                </a:lnTo>
                <a:lnTo>
                  <a:pt x="21" y="39"/>
                </a:lnTo>
                <a:lnTo>
                  <a:pt x="23" y="41"/>
                </a:lnTo>
                <a:lnTo>
                  <a:pt x="23" y="42"/>
                </a:lnTo>
                <a:lnTo>
                  <a:pt x="24" y="43"/>
                </a:lnTo>
                <a:lnTo>
                  <a:pt x="24" y="45"/>
                </a:lnTo>
                <a:lnTo>
                  <a:pt x="26" y="46"/>
                </a:lnTo>
                <a:lnTo>
                  <a:pt x="26" y="48"/>
                </a:lnTo>
                <a:lnTo>
                  <a:pt x="27" y="49"/>
                </a:lnTo>
                <a:lnTo>
                  <a:pt x="27" y="51"/>
                </a:lnTo>
                <a:lnTo>
                  <a:pt x="28" y="52"/>
                </a:lnTo>
                <a:lnTo>
                  <a:pt x="28" y="55"/>
                </a:lnTo>
                <a:lnTo>
                  <a:pt x="30" y="56"/>
                </a:lnTo>
                <a:lnTo>
                  <a:pt x="30" y="58"/>
                </a:lnTo>
                <a:lnTo>
                  <a:pt x="31" y="59"/>
                </a:lnTo>
                <a:lnTo>
                  <a:pt x="31" y="61"/>
                </a:lnTo>
                <a:lnTo>
                  <a:pt x="33" y="64"/>
                </a:lnTo>
                <a:lnTo>
                  <a:pt x="33" y="65"/>
                </a:lnTo>
                <a:lnTo>
                  <a:pt x="34" y="66"/>
                </a:lnTo>
                <a:lnTo>
                  <a:pt x="34" y="68"/>
                </a:lnTo>
                <a:lnTo>
                  <a:pt x="36" y="71"/>
                </a:lnTo>
                <a:lnTo>
                  <a:pt x="36" y="72"/>
                </a:lnTo>
                <a:lnTo>
                  <a:pt x="37" y="74"/>
                </a:lnTo>
                <a:lnTo>
                  <a:pt x="37" y="75"/>
                </a:lnTo>
                <a:lnTo>
                  <a:pt x="38" y="76"/>
                </a:lnTo>
                <a:lnTo>
                  <a:pt x="38" y="78"/>
                </a:lnTo>
                <a:lnTo>
                  <a:pt x="40" y="79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1" y="84"/>
                </a:lnTo>
                <a:lnTo>
                  <a:pt x="41" y="85"/>
                </a:lnTo>
                <a:lnTo>
                  <a:pt x="43" y="87"/>
                </a:lnTo>
                <a:lnTo>
                  <a:pt x="43" y="88"/>
                </a:lnTo>
                <a:lnTo>
                  <a:pt x="43" y="89"/>
                </a:lnTo>
                <a:lnTo>
                  <a:pt x="44" y="91"/>
                </a:lnTo>
                <a:lnTo>
                  <a:pt x="44" y="92"/>
                </a:lnTo>
                <a:lnTo>
                  <a:pt x="46" y="94"/>
                </a:lnTo>
                <a:lnTo>
                  <a:pt x="46" y="95"/>
                </a:lnTo>
                <a:lnTo>
                  <a:pt x="46" y="97"/>
                </a:lnTo>
                <a:lnTo>
                  <a:pt x="47" y="98"/>
                </a:lnTo>
                <a:lnTo>
                  <a:pt x="47" y="99"/>
                </a:lnTo>
                <a:lnTo>
                  <a:pt x="49" y="102"/>
                </a:lnTo>
                <a:lnTo>
                  <a:pt x="49" y="104"/>
                </a:lnTo>
                <a:lnTo>
                  <a:pt x="50" y="105"/>
                </a:lnTo>
                <a:lnTo>
                  <a:pt x="50" y="108"/>
                </a:lnTo>
                <a:lnTo>
                  <a:pt x="51" y="111"/>
                </a:lnTo>
                <a:lnTo>
                  <a:pt x="53" y="112"/>
                </a:lnTo>
                <a:lnTo>
                  <a:pt x="53" y="115"/>
                </a:lnTo>
                <a:lnTo>
                  <a:pt x="54" y="117"/>
                </a:lnTo>
                <a:lnTo>
                  <a:pt x="54" y="120"/>
                </a:lnTo>
                <a:lnTo>
                  <a:pt x="56" y="121"/>
                </a:lnTo>
                <a:lnTo>
                  <a:pt x="56" y="122"/>
                </a:lnTo>
                <a:lnTo>
                  <a:pt x="57" y="124"/>
                </a:lnTo>
                <a:lnTo>
                  <a:pt x="57" y="125"/>
                </a:lnTo>
                <a:lnTo>
                  <a:pt x="57" y="127"/>
                </a:lnTo>
                <a:lnTo>
                  <a:pt x="59" y="128"/>
                </a:lnTo>
                <a:lnTo>
                  <a:pt x="59" y="130"/>
                </a:lnTo>
                <a:lnTo>
                  <a:pt x="60" y="131"/>
                </a:lnTo>
                <a:lnTo>
                  <a:pt x="60" y="133"/>
                </a:lnTo>
                <a:lnTo>
                  <a:pt x="60" y="134"/>
                </a:lnTo>
                <a:lnTo>
                  <a:pt x="60" y="135"/>
                </a:lnTo>
                <a:lnTo>
                  <a:pt x="61" y="137"/>
                </a:lnTo>
                <a:lnTo>
                  <a:pt x="61" y="138"/>
                </a:lnTo>
                <a:lnTo>
                  <a:pt x="61" y="140"/>
                </a:lnTo>
                <a:lnTo>
                  <a:pt x="63" y="140"/>
                </a:lnTo>
                <a:lnTo>
                  <a:pt x="63" y="141"/>
                </a:lnTo>
                <a:lnTo>
                  <a:pt x="63" y="143"/>
                </a:lnTo>
                <a:lnTo>
                  <a:pt x="64" y="144"/>
                </a:lnTo>
                <a:lnTo>
                  <a:pt x="64" y="145"/>
                </a:lnTo>
                <a:lnTo>
                  <a:pt x="64" y="147"/>
                </a:lnTo>
                <a:lnTo>
                  <a:pt x="64" y="148"/>
                </a:lnTo>
                <a:lnTo>
                  <a:pt x="66" y="150"/>
                </a:lnTo>
                <a:lnTo>
                  <a:pt x="66" y="153"/>
                </a:lnTo>
                <a:lnTo>
                  <a:pt x="67" y="154"/>
                </a:lnTo>
                <a:lnTo>
                  <a:pt x="67" y="156"/>
                </a:lnTo>
                <a:lnTo>
                  <a:pt x="69" y="158"/>
                </a:lnTo>
                <a:lnTo>
                  <a:pt x="69" y="160"/>
                </a:lnTo>
                <a:lnTo>
                  <a:pt x="69" y="163"/>
                </a:lnTo>
                <a:lnTo>
                  <a:pt x="70" y="164"/>
                </a:lnTo>
                <a:lnTo>
                  <a:pt x="70" y="167"/>
                </a:lnTo>
                <a:lnTo>
                  <a:pt x="72" y="170"/>
                </a:lnTo>
                <a:lnTo>
                  <a:pt x="72" y="171"/>
                </a:lnTo>
                <a:lnTo>
                  <a:pt x="73" y="173"/>
                </a:lnTo>
                <a:lnTo>
                  <a:pt x="73" y="174"/>
                </a:lnTo>
                <a:lnTo>
                  <a:pt x="73" y="177"/>
                </a:lnTo>
                <a:lnTo>
                  <a:pt x="74" y="179"/>
                </a:lnTo>
                <a:lnTo>
                  <a:pt x="74" y="180"/>
                </a:lnTo>
                <a:lnTo>
                  <a:pt x="74" y="181"/>
                </a:lnTo>
                <a:lnTo>
                  <a:pt x="76" y="183"/>
                </a:lnTo>
                <a:lnTo>
                  <a:pt x="76" y="184"/>
                </a:lnTo>
                <a:lnTo>
                  <a:pt x="77" y="186"/>
                </a:lnTo>
                <a:lnTo>
                  <a:pt x="77" y="187"/>
                </a:lnTo>
                <a:lnTo>
                  <a:pt x="77" y="189"/>
                </a:lnTo>
                <a:lnTo>
                  <a:pt x="77" y="190"/>
                </a:lnTo>
                <a:lnTo>
                  <a:pt x="79" y="191"/>
                </a:lnTo>
                <a:lnTo>
                  <a:pt x="79" y="193"/>
                </a:lnTo>
                <a:lnTo>
                  <a:pt x="79" y="194"/>
                </a:lnTo>
                <a:lnTo>
                  <a:pt x="80" y="196"/>
                </a:lnTo>
                <a:lnTo>
                  <a:pt x="80" y="197"/>
                </a:lnTo>
                <a:lnTo>
                  <a:pt x="80" y="199"/>
                </a:lnTo>
                <a:lnTo>
                  <a:pt x="82" y="202"/>
                </a:lnTo>
                <a:lnTo>
                  <a:pt x="82" y="203"/>
                </a:lnTo>
                <a:lnTo>
                  <a:pt x="82" y="204"/>
                </a:lnTo>
                <a:lnTo>
                  <a:pt x="83" y="206"/>
                </a:lnTo>
                <a:lnTo>
                  <a:pt x="83" y="209"/>
                </a:lnTo>
                <a:lnTo>
                  <a:pt x="84" y="210"/>
                </a:lnTo>
                <a:lnTo>
                  <a:pt x="84" y="213"/>
                </a:lnTo>
                <a:lnTo>
                  <a:pt x="86" y="214"/>
                </a:lnTo>
                <a:lnTo>
                  <a:pt x="86" y="217"/>
                </a:lnTo>
                <a:lnTo>
                  <a:pt x="87" y="219"/>
                </a:lnTo>
                <a:lnTo>
                  <a:pt x="87" y="222"/>
                </a:lnTo>
                <a:lnTo>
                  <a:pt x="89" y="223"/>
                </a:lnTo>
                <a:lnTo>
                  <a:pt x="89" y="225"/>
                </a:lnTo>
                <a:lnTo>
                  <a:pt x="89" y="227"/>
                </a:lnTo>
                <a:lnTo>
                  <a:pt x="90" y="229"/>
                </a:lnTo>
                <a:lnTo>
                  <a:pt x="90" y="230"/>
                </a:lnTo>
                <a:lnTo>
                  <a:pt x="90" y="232"/>
                </a:lnTo>
                <a:lnTo>
                  <a:pt x="92" y="233"/>
                </a:lnTo>
                <a:lnTo>
                  <a:pt x="92" y="235"/>
                </a:lnTo>
                <a:lnTo>
                  <a:pt x="92" y="236"/>
                </a:lnTo>
                <a:lnTo>
                  <a:pt x="92" y="237"/>
                </a:lnTo>
                <a:lnTo>
                  <a:pt x="93" y="239"/>
                </a:lnTo>
                <a:lnTo>
                  <a:pt x="93" y="240"/>
                </a:lnTo>
                <a:lnTo>
                  <a:pt x="93" y="242"/>
                </a:lnTo>
                <a:lnTo>
                  <a:pt x="93" y="243"/>
                </a:lnTo>
                <a:lnTo>
                  <a:pt x="93" y="245"/>
                </a:lnTo>
                <a:lnTo>
                  <a:pt x="93" y="246"/>
                </a:lnTo>
                <a:lnTo>
                  <a:pt x="95" y="248"/>
                </a:lnTo>
                <a:lnTo>
                  <a:pt x="95" y="249"/>
                </a:lnTo>
                <a:lnTo>
                  <a:pt x="95" y="250"/>
                </a:lnTo>
                <a:lnTo>
                  <a:pt x="95" y="252"/>
                </a:lnTo>
                <a:lnTo>
                  <a:pt x="95" y="255"/>
                </a:lnTo>
                <a:lnTo>
                  <a:pt x="95" y="256"/>
                </a:lnTo>
                <a:lnTo>
                  <a:pt x="95" y="258"/>
                </a:lnTo>
                <a:lnTo>
                  <a:pt x="95" y="259"/>
                </a:lnTo>
                <a:lnTo>
                  <a:pt x="96" y="260"/>
                </a:lnTo>
                <a:lnTo>
                  <a:pt x="96" y="263"/>
                </a:lnTo>
                <a:lnTo>
                  <a:pt x="96" y="265"/>
                </a:lnTo>
                <a:lnTo>
                  <a:pt x="96" y="268"/>
                </a:lnTo>
                <a:lnTo>
                  <a:pt x="96" y="269"/>
                </a:lnTo>
                <a:lnTo>
                  <a:pt x="96" y="270"/>
                </a:lnTo>
                <a:lnTo>
                  <a:pt x="96" y="272"/>
                </a:lnTo>
                <a:lnTo>
                  <a:pt x="96" y="273"/>
                </a:lnTo>
                <a:lnTo>
                  <a:pt x="96" y="275"/>
                </a:lnTo>
                <a:lnTo>
                  <a:pt x="96" y="276"/>
                </a:lnTo>
                <a:lnTo>
                  <a:pt x="96" y="278"/>
                </a:lnTo>
                <a:lnTo>
                  <a:pt x="97" y="279"/>
                </a:lnTo>
                <a:lnTo>
                  <a:pt x="97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5"/>
                </a:lnTo>
                <a:lnTo>
                  <a:pt x="97" y="286"/>
                </a:lnTo>
                <a:lnTo>
                  <a:pt x="97" y="288"/>
                </a:lnTo>
                <a:lnTo>
                  <a:pt x="97" y="289"/>
                </a:lnTo>
                <a:lnTo>
                  <a:pt x="99" y="291"/>
                </a:lnTo>
                <a:lnTo>
                  <a:pt x="99" y="292"/>
                </a:lnTo>
                <a:lnTo>
                  <a:pt x="99" y="293"/>
                </a:lnTo>
                <a:lnTo>
                  <a:pt x="99" y="295"/>
                </a:lnTo>
                <a:lnTo>
                  <a:pt x="99" y="296"/>
                </a:lnTo>
                <a:lnTo>
                  <a:pt x="100" y="298"/>
                </a:lnTo>
                <a:lnTo>
                  <a:pt x="100" y="299"/>
                </a:lnTo>
                <a:lnTo>
                  <a:pt x="100" y="301"/>
                </a:lnTo>
                <a:lnTo>
                  <a:pt x="100" y="302"/>
                </a:lnTo>
                <a:lnTo>
                  <a:pt x="100" y="304"/>
                </a:lnTo>
                <a:lnTo>
                  <a:pt x="100" y="305"/>
                </a:lnTo>
                <a:lnTo>
                  <a:pt x="102" y="305"/>
                </a:lnTo>
                <a:lnTo>
                  <a:pt x="102" y="306"/>
                </a:lnTo>
                <a:lnTo>
                  <a:pt x="102" y="308"/>
                </a:lnTo>
                <a:lnTo>
                  <a:pt x="102" y="309"/>
                </a:lnTo>
                <a:lnTo>
                  <a:pt x="102" y="311"/>
                </a:lnTo>
                <a:lnTo>
                  <a:pt x="102" y="312"/>
                </a:lnTo>
                <a:lnTo>
                  <a:pt x="102" y="314"/>
                </a:lnTo>
                <a:lnTo>
                  <a:pt x="102" y="315"/>
                </a:lnTo>
                <a:lnTo>
                  <a:pt x="102" y="316"/>
                </a:lnTo>
                <a:lnTo>
                  <a:pt x="102" y="318"/>
                </a:lnTo>
                <a:lnTo>
                  <a:pt x="102" y="319"/>
                </a:lnTo>
                <a:lnTo>
                  <a:pt x="102" y="321"/>
                </a:lnTo>
                <a:lnTo>
                  <a:pt x="102" y="322"/>
                </a:lnTo>
                <a:lnTo>
                  <a:pt x="102" y="324"/>
                </a:lnTo>
                <a:lnTo>
                  <a:pt x="102" y="325"/>
                </a:lnTo>
                <a:lnTo>
                  <a:pt x="102" y="327"/>
                </a:lnTo>
                <a:lnTo>
                  <a:pt x="102" y="329"/>
                </a:lnTo>
                <a:lnTo>
                  <a:pt x="102" y="331"/>
                </a:lnTo>
                <a:lnTo>
                  <a:pt x="102" y="334"/>
                </a:lnTo>
                <a:lnTo>
                  <a:pt x="102" y="335"/>
                </a:lnTo>
                <a:lnTo>
                  <a:pt x="102" y="338"/>
                </a:lnTo>
                <a:lnTo>
                  <a:pt x="100" y="341"/>
                </a:lnTo>
                <a:lnTo>
                  <a:pt x="100" y="344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1" name="Freeform 185">
            <a:extLst>
              <a:ext uri="{FF2B5EF4-FFF2-40B4-BE49-F238E27FC236}">
                <a16:creationId xmlns:a16="http://schemas.microsoft.com/office/drawing/2014/main" id="{4371C366-9B01-462E-903E-B2206ABC3FE1}"/>
              </a:ext>
            </a:extLst>
          </p:cNvPr>
          <p:cNvSpPr>
            <a:spLocks/>
          </p:cNvSpPr>
          <p:nvPr/>
        </p:nvSpPr>
        <p:spPr bwMode="auto">
          <a:xfrm>
            <a:off x="3636963" y="4332288"/>
            <a:ext cx="80962" cy="273050"/>
          </a:xfrm>
          <a:custGeom>
            <a:avLst/>
            <a:gdLst>
              <a:gd name="T0" fmla="*/ 2147483646 w 102"/>
              <a:gd name="T1" fmla="*/ 2147483646 h 343"/>
              <a:gd name="T2" fmla="*/ 2147483646 w 102"/>
              <a:gd name="T3" fmla="*/ 2147483646 h 343"/>
              <a:gd name="T4" fmla="*/ 2147483646 w 102"/>
              <a:gd name="T5" fmla="*/ 2147483646 h 343"/>
              <a:gd name="T6" fmla="*/ 2147483646 w 102"/>
              <a:gd name="T7" fmla="*/ 2147483646 h 343"/>
              <a:gd name="T8" fmla="*/ 2147483646 w 102"/>
              <a:gd name="T9" fmla="*/ 2147483646 h 343"/>
              <a:gd name="T10" fmla="*/ 2147483646 w 102"/>
              <a:gd name="T11" fmla="*/ 2147483646 h 343"/>
              <a:gd name="T12" fmla="*/ 2147483646 w 102"/>
              <a:gd name="T13" fmla="*/ 2147483646 h 343"/>
              <a:gd name="T14" fmla="*/ 2147483646 w 102"/>
              <a:gd name="T15" fmla="*/ 2147483646 h 343"/>
              <a:gd name="T16" fmla="*/ 2147483646 w 102"/>
              <a:gd name="T17" fmla="*/ 2147483646 h 343"/>
              <a:gd name="T18" fmla="*/ 2147483646 w 102"/>
              <a:gd name="T19" fmla="*/ 2147483646 h 343"/>
              <a:gd name="T20" fmla="*/ 2147483646 w 102"/>
              <a:gd name="T21" fmla="*/ 2147483646 h 343"/>
              <a:gd name="T22" fmla="*/ 2147483646 w 102"/>
              <a:gd name="T23" fmla="*/ 2147483646 h 343"/>
              <a:gd name="T24" fmla="*/ 2147483646 w 102"/>
              <a:gd name="T25" fmla="*/ 2147483646 h 343"/>
              <a:gd name="T26" fmla="*/ 2147483646 w 102"/>
              <a:gd name="T27" fmla="*/ 2147483646 h 343"/>
              <a:gd name="T28" fmla="*/ 2147483646 w 102"/>
              <a:gd name="T29" fmla="*/ 2147483646 h 343"/>
              <a:gd name="T30" fmla="*/ 2147483646 w 102"/>
              <a:gd name="T31" fmla="*/ 2147483646 h 343"/>
              <a:gd name="T32" fmla="*/ 2147483646 w 102"/>
              <a:gd name="T33" fmla="*/ 2147483646 h 343"/>
              <a:gd name="T34" fmla="*/ 2147483646 w 102"/>
              <a:gd name="T35" fmla="*/ 2147483646 h 343"/>
              <a:gd name="T36" fmla="*/ 2147483646 w 102"/>
              <a:gd name="T37" fmla="*/ 2147483646 h 343"/>
              <a:gd name="T38" fmla="*/ 2147483646 w 102"/>
              <a:gd name="T39" fmla="*/ 2147483646 h 343"/>
              <a:gd name="T40" fmla="*/ 2147483646 w 102"/>
              <a:gd name="T41" fmla="*/ 2147483646 h 343"/>
              <a:gd name="T42" fmla="*/ 2147483646 w 102"/>
              <a:gd name="T43" fmla="*/ 2147483646 h 343"/>
              <a:gd name="T44" fmla="*/ 2147483646 w 102"/>
              <a:gd name="T45" fmla="*/ 2147483646 h 343"/>
              <a:gd name="T46" fmla="*/ 2147483646 w 102"/>
              <a:gd name="T47" fmla="*/ 2147483646 h 343"/>
              <a:gd name="T48" fmla="*/ 2147483646 w 102"/>
              <a:gd name="T49" fmla="*/ 2147483646 h 343"/>
              <a:gd name="T50" fmla="*/ 2147483646 w 102"/>
              <a:gd name="T51" fmla="*/ 2147483646 h 343"/>
              <a:gd name="T52" fmla="*/ 2147483646 w 102"/>
              <a:gd name="T53" fmla="*/ 2147483646 h 343"/>
              <a:gd name="T54" fmla="*/ 2147483646 w 102"/>
              <a:gd name="T55" fmla="*/ 2147483646 h 343"/>
              <a:gd name="T56" fmla="*/ 2147483646 w 102"/>
              <a:gd name="T57" fmla="*/ 2147483646 h 343"/>
              <a:gd name="T58" fmla="*/ 2147483646 w 102"/>
              <a:gd name="T59" fmla="*/ 2147483646 h 343"/>
              <a:gd name="T60" fmla="*/ 2147483646 w 102"/>
              <a:gd name="T61" fmla="*/ 2147483646 h 343"/>
              <a:gd name="T62" fmla="*/ 2147483646 w 102"/>
              <a:gd name="T63" fmla="*/ 2147483646 h 343"/>
              <a:gd name="T64" fmla="*/ 2147483646 w 102"/>
              <a:gd name="T65" fmla="*/ 2147483646 h 343"/>
              <a:gd name="T66" fmla="*/ 2147483646 w 102"/>
              <a:gd name="T67" fmla="*/ 2147483646 h 343"/>
              <a:gd name="T68" fmla="*/ 2147483646 w 102"/>
              <a:gd name="T69" fmla="*/ 2147483646 h 343"/>
              <a:gd name="T70" fmla="*/ 2147483646 w 102"/>
              <a:gd name="T71" fmla="*/ 2147483646 h 343"/>
              <a:gd name="T72" fmla="*/ 2147483646 w 102"/>
              <a:gd name="T73" fmla="*/ 2147483646 h 343"/>
              <a:gd name="T74" fmla="*/ 2147483646 w 102"/>
              <a:gd name="T75" fmla="*/ 2147483646 h 343"/>
              <a:gd name="T76" fmla="*/ 2147483646 w 102"/>
              <a:gd name="T77" fmla="*/ 2147483646 h 343"/>
              <a:gd name="T78" fmla="*/ 2147483646 w 102"/>
              <a:gd name="T79" fmla="*/ 2147483646 h 343"/>
              <a:gd name="T80" fmla="*/ 2147483646 w 102"/>
              <a:gd name="T81" fmla="*/ 2147483646 h 343"/>
              <a:gd name="T82" fmla="*/ 2147483646 w 102"/>
              <a:gd name="T83" fmla="*/ 2147483646 h 343"/>
              <a:gd name="T84" fmla="*/ 2147483646 w 102"/>
              <a:gd name="T85" fmla="*/ 2147483646 h 343"/>
              <a:gd name="T86" fmla="*/ 2147483646 w 102"/>
              <a:gd name="T87" fmla="*/ 2147483646 h 343"/>
              <a:gd name="T88" fmla="*/ 2147483646 w 102"/>
              <a:gd name="T89" fmla="*/ 2147483646 h 343"/>
              <a:gd name="T90" fmla="*/ 2147483646 w 102"/>
              <a:gd name="T91" fmla="*/ 2147483646 h 343"/>
              <a:gd name="T92" fmla="*/ 2147483646 w 102"/>
              <a:gd name="T93" fmla="*/ 2147483646 h 343"/>
              <a:gd name="T94" fmla="*/ 2147483646 w 102"/>
              <a:gd name="T95" fmla="*/ 2147483646 h 343"/>
              <a:gd name="T96" fmla="*/ 2147483646 w 102"/>
              <a:gd name="T97" fmla="*/ 2147483646 h 343"/>
              <a:gd name="T98" fmla="*/ 2147483646 w 102"/>
              <a:gd name="T99" fmla="*/ 2147483646 h 343"/>
              <a:gd name="T100" fmla="*/ 2147483646 w 102"/>
              <a:gd name="T101" fmla="*/ 2147483646 h 343"/>
              <a:gd name="T102" fmla="*/ 2147483646 w 102"/>
              <a:gd name="T103" fmla="*/ 2147483646 h 343"/>
              <a:gd name="T104" fmla="*/ 2147483646 w 102"/>
              <a:gd name="T105" fmla="*/ 2147483646 h 343"/>
              <a:gd name="T106" fmla="*/ 2147483646 w 102"/>
              <a:gd name="T107" fmla="*/ 2147483646 h 343"/>
              <a:gd name="T108" fmla="*/ 2147483646 w 102"/>
              <a:gd name="T109" fmla="*/ 2147483646 h 343"/>
              <a:gd name="T110" fmla="*/ 2147483646 w 102"/>
              <a:gd name="T111" fmla="*/ 2147483646 h 343"/>
              <a:gd name="T112" fmla="*/ 2147483646 w 102"/>
              <a:gd name="T113" fmla="*/ 2147483646 h 343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102"/>
              <a:gd name="T172" fmla="*/ 0 h 343"/>
              <a:gd name="T173" fmla="*/ 102 w 102"/>
              <a:gd name="T174" fmla="*/ 343 h 343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102" h="343">
                <a:moveTo>
                  <a:pt x="0" y="343"/>
                </a:moveTo>
                <a:lnTo>
                  <a:pt x="3" y="339"/>
                </a:lnTo>
                <a:lnTo>
                  <a:pt x="4" y="336"/>
                </a:lnTo>
                <a:lnTo>
                  <a:pt x="5" y="333"/>
                </a:lnTo>
                <a:lnTo>
                  <a:pt x="8" y="329"/>
                </a:lnTo>
                <a:lnTo>
                  <a:pt x="10" y="326"/>
                </a:lnTo>
                <a:lnTo>
                  <a:pt x="11" y="325"/>
                </a:lnTo>
                <a:lnTo>
                  <a:pt x="13" y="322"/>
                </a:lnTo>
                <a:lnTo>
                  <a:pt x="14" y="319"/>
                </a:lnTo>
                <a:lnTo>
                  <a:pt x="15" y="318"/>
                </a:lnTo>
                <a:lnTo>
                  <a:pt x="17" y="315"/>
                </a:lnTo>
                <a:lnTo>
                  <a:pt x="17" y="313"/>
                </a:lnTo>
                <a:lnTo>
                  <a:pt x="18" y="310"/>
                </a:lnTo>
                <a:lnTo>
                  <a:pt x="20" y="309"/>
                </a:lnTo>
                <a:lnTo>
                  <a:pt x="20" y="307"/>
                </a:lnTo>
                <a:lnTo>
                  <a:pt x="21" y="306"/>
                </a:lnTo>
                <a:lnTo>
                  <a:pt x="21" y="305"/>
                </a:lnTo>
                <a:lnTo>
                  <a:pt x="23" y="303"/>
                </a:lnTo>
                <a:lnTo>
                  <a:pt x="23" y="302"/>
                </a:lnTo>
                <a:lnTo>
                  <a:pt x="24" y="300"/>
                </a:lnTo>
                <a:lnTo>
                  <a:pt x="24" y="299"/>
                </a:lnTo>
                <a:lnTo>
                  <a:pt x="26" y="297"/>
                </a:lnTo>
                <a:lnTo>
                  <a:pt x="26" y="296"/>
                </a:lnTo>
                <a:lnTo>
                  <a:pt x="27" y="295"/>
                </a:lnTo>
                <a:lnTo>
                  <a:pt x="27" y="293"/>
                </a:lnTo>
                <a:lnTo>
                  <a:pt x="27" y="292"/>
                </a:lnTo>
                <a:lnTo>
                  <a:pt x="28" y="290"/>
                </a:lnTo>
                <a:lnTo>
                  <a:pt x="28" y="289"/>
                </a:lnTo>
                <a:lnTo>
                  <a:pt x="30" y="287"/>
                </a:lnTo>
                <a:lnTo>
                  <a:pt x="30" y="286"/>
                </a:lnTo>
                <a:lnTo>
                  <a:pt x="31" y="284"/>
                </a:lnTo>
                <a:lnTo>
                  <a:pt x="31" y="283"/>
                </a:lnTo>
                <a:lnTo>
                  <a:pt x="33" y="280"/>
                </a:lnTo>
                <a:lnTo>
                  <a:pt x="33" y="279"/>
                </a:lnTo>
                <a:lnTo>
                  <a:pt x="34" y="277"/>
                </a:lnTo>
                <a:lnTo>
                  <a:pt x="34" y="274"/>
                </a:lnTo>
                <a:lnTo>
                  <a:pt x="36" y="273"/>
                </a:lnTo>
                <a:lnTo>
                  <a:pt x="36" y="272"/>
                </a:lnTo>
                <a:lnTo>
                  <a:pt x="37" y="270"/>
                </a:lnTo>
                <a:lnTo>
                  <a:pt x="37" y="269"/>
                </a:lnTo>
                <a:lnTo>
                  <a:pt x="38" y="267"/>
                </a:lnTo>
                <a:lnTo>
                  <a:pt x="38" y="266"/>
                </a:lnTo>
                <a:lnTo>
                  <a:pt x="40" y="264"/>
                </a:lnTo>
                <a:lnTo>
                  <a:pt x="40" y="263"/>
                </a:lnTo>
                <a:lnTo>
                  <a:pt x="40" y="261"/>
                </a:lnTo>
                <a:lnTo>
                  <a:pt x="41" y="260"/>
                </a:lnTo>
                <a:lnTo>
                  <a:pt x="41" y="259"/>
                </a:lnTo>
                <a:lnTo>
                  <a:pt x="43" y="257"/>
                </a:lnTo>
                <a:lnTo>
                  <a:pt x="43" y="256"/>
                </a:lnTo>
                <a:lnTo>
                  <a:pt x="43" y="254"/>
                </a:lnTo>
                <a:lnTo>
                  <a:pt x="44" y="253"/>
                </a:lnTo>
                <a:lnTo>
                  <a:pt x="44" y="251"/>
                </a:lnTo>
                <a:lnTo>
                  <a:pt x="46" y="250"/>
                </a:lnTo>
                <a:lnTo>
                  <a:pt x="46" y="249"/>
                </a:lnTo>
                <a:lnTo>
                  <a:pt x="46" y="247"/>
                </a:lnTo>
                <a:lnTo>
                  <a:pt x="47" y="246"/>
                </a:lnTo>
                <a:lnTo>
                  <a:pt x="47" y="243"/>
                </a:lnTo>
                <a:lnTo>
                  <a:pt x="49" y="241"/>
                </a:lnTo>
                <a:lnTo>
                  <a:pt x="49" y="240"/>
                </a:lnTo>
                <a:lnTo>
                  <a:pt x="50" y="237"/>
                </a:lnTo>
                <a:lnTo>
                  <a:pt x="50" y="236"/>
                </a:lnTo>
                <a:lnTo>
                  <a:pt x="51" y="233"/>
                </a:lnTo>
                <a:lnTo>
                  <a:pt x="53" y="231"/>
                </a:lnTo>
                <a:lnTo>
                  <a:pt x="53" y="228"/>
                </a:lnTo>
                <a:lnTo>
                  <a:pt x="54" y="227"/>
                </a:lnTo>
                <a:lnTo>
                  <a:pt x="54" y="224"/>
                </a:lnTo>
                <a:lnTo>
                  <a:pt x="56" y="223"/>
                </a:lnTo>
                <a:lnTo>
                  <a:pt x="56" y="221"/>
                </a:lnTo>
                <a:lnTo>
                  <a:pt x="57" y="220"/>
                </a:lnTo>
                <a:lnTo>
                  <a:pt x="57" y="217"/>
                </a:lnTo>
                <a:lnTo>
                  <a:pt x="57" y="215"/>
                </a:lnTo>
                <a:lnTo>
                  <a:pt x="59" y="214"/>
                </a:lnTo>
                <a:lnTo>
                  <a:pt x="59" y="213"/>
                </a:lnTo>
                <a:lnTo>
                  <a:pt x="60" y="213"/>
                </a:lnTo>
                <a:lnTo>
                  <a:pt x="60" y="211"/>
                </a:lnTo>
                <a:lnTo>
                  <a:pt x="60" y="210"/>
                </a:lnTo>
                <a:lnTo>
                  <a:pt x="60" y="208"/>
                </a:lnTo>
                <a:lnTo>
                  <a:pt x="61" y="207"/>
                </a:lnTo>
                <a:lnTo>
                  <a:pt x="61" y="205"/>
                </a:lnTo>
                <a:lnTo>
                  <a:pt x="61" y="204"/>
                </a:lnTo>
                <a:lnTo>
                  <a:pt x="63" y="203"/>
                </a:lnTo>
                <a:lnTo>
                  <a:pt x="63" y="201"/>
                </a:lnTo>
                <a:lnTo>
                  <a:pt x="64" y="200"/>
                </a:lnTo>
                <a:lnTo>
                  <a:pt x="64" y="198"/>
                </a:lnTo>
                <a:lnTo>
                  <a:pt x="64" y="197"/>
                </a:lnTo>
                <a:lnTo>
                  <a:pt x="64" y="195"/>
                </a:lnTo>
                <a:lnTo>
                  <a:pt x="66" y="192"/>
                </a:lnTo>
                <a:lnTo>
                  <a:pt x="66" y="191"/>
                </a:lnTo>
                <a:lnTo>
                  <a:pt x="67" y="190"/>
                </a:lnTo>
                <a:lnTo>
                  <a:pt x="67" y="188"/>
                </a:lnTo>
                <a:lnTo>
                  <a:pt x="69" y="185"/>
                </a:lnTo>
                <a:lnTo>
                  <a:pt x="69" y="182"/>
                </a:lnTo>
                <a:lnTo>
                  <a:pt x="69" y="181"/>
                </a:lnTo>
                <a:lnTo>
                  <a:pt x="70" y="178"/>
                </a:lnTo>
                <a:lnTo>
                  <a:pt x="70" y="177"/>
                </a:lnTo>
                <a:lnTo>
                  <a:pt x="72" y="174"/>
                </a:lnTo>
                <a:lnTo>
                  <a:pt x="72" y="172"/>
                </a:lnTo>
                <a:lnTo>
                  <a:pt x="73" y="171"/>
                </a:lnTo>
                <a:lnTo>
                  <a:pt x="73" y="168"/>
                </a:lnTo>
                <a:lnTo>
                  <a:pt x="73" y="167"/>
                </a:lnTo>
                <a:lnTo>
                  <a:pt x="74" y="165"/>
                </a:lnTo>
                <a:lnTo>
                  <a:pt x="74" y="164"/>
                </a:lnTo>
                <a:lnTo>
                  <a:pt x="74" y="162"/>
                </a:lnTo>
                <a:lnTo>
                  <a:pt x="76" y="161"/>
                </a:lnTo>
                <a:lnTo>
                  <a:pt x="76" y="159"/>
                </a:lnTo>
                <a:lnTo>
                  <a:pt x="76" y="158"/>
                </a:lnTo>
                <a:lnTo>
                  <a:pt x="77" y="158"/>
                </a:lnTo>
                <a:lnTo>
                  <a:pt x="77" y="157"/>
                </a:lnTo>
                <a:lnTo>
                  <a:pt x="77" y="155"/>
                </a:lnTo>
                <a:lnTo>
                  <a:pt x="77" y="154"/>
                </a:lnTo>
                <a:lnTo>
                  <a:pt x="79" y="152"/>
                </a:lnTo>
                <a:lnTo>
                  <a:pt x="79" y="151"/>
                </a:lnTo>
                <a:lnTo>
                  <a:pt x="79" y="149"/>
                </a:lnTo>
                <a:lnTo>
                  <a:pt x="79" y="148"/>
                </a:lnTo>
                <a:lnTo>
                  <a:pt x="80" y="147"/>
                </a:lnTo>
                <a:lnTo>
                  <a:pt x="80" y="145"/>
                </a:lnTo>
                <a:lnTo>
                  <a:pt x="80" y="144"/>
                </a:lnTo>
                <a:lnTo>
                  <a:pt x="82" y="142"/>
                </a:lnTo>
                <a:lnTo>
                  <a:pt x="82" y="141"/>
                </a:lnTo>
                <a:lnTo>
                  <a:pt x="82" y="139"/>
                </a:lnTo>
                <a:lnTo>
                  <a:pt x="83" y="138"/>
                </a:lnTo>
                <a:lnTo>
                  <a:pt x="83" y="135"/>
                </a:lnTo>
                <a:lnTo>
                  <a:pt x="84" y="134"/>
                </a:lnTo>
                <a:lnTo>
                  <a:pt x="84" y="131"/>
                </a:lnTo>
                <a:lnTo>
                  <a:pt x="86" y="129"/>
                </a:lnTo>
                <a:lnTo>
                  <a:pt x="86" y="126"/>
                </a:lnTo>
                <a:lnTo>
                  <a:pt x="87" y="124"/>
                </a:lnTo>
                <a:lnTo>
                  <a:pt x="87" y="122"/>
                </a:lnTo>
                <a:lnTo>
                  <a:pt x="89" y="121"/>
                </a:lnTo>
                <a:lnTo>
                  <a:pt x="89" y="118"/>
                </a:lnTo>
                <a:lnTo>
                  <a:pt x="89" y="116"/>
                </a:lnTo>
                <a:lnTo>
                  <a:pt x="90" y="115"/>
                </a:lnTo>
                <a:lnTo>
                  <a:pt x="90" y="113"/>
                </a:lnTo>
                <a:lnTo>
                  <a:pt x="90" y="112"/>
                </a:lnTo>
                <a:lnTo>
                  <a:pt x="92" y="111"/>
                </a:lnTo>
                <a:lnTo>
                  <a:pt x="92" y="109"/>
                </a:lnTo>
                <a:lnTo>
                  <a:pt x="92" y="108"/>
                </a:lnTo>
                <a:lnTo>
                  <a:pt x="92" y="106"/>
                </a:lnTo>
                <a:lnTo>
                  <a:pt x="93" y="105"/>
                </a:lnTo>
                <a:lnTo>
                  <a:pt x="93" y="103"/>
                </a:lnTo>
                <a:lnTo>
                  <a:pt x="93" y="102"/>
                </a:lnTo>
                <a:lnTo>
                  <a:pt x="93" y="101"/>
                </a:lnTo>
                <a:lnTo>
                  <a:pt x="93" y="99"/>
                </a:lnTo>
                <a:lnTo>
                  <a:pt x="93" y="98"/>
                </a:lnTo>
                <a:lnTo>
                  <a:pt x="95" y="96"/>
                </a:lnTo>
                <a:lnTo>
                  <a:pt x="95" y="95"/>
                </a:lnTo>
                <a:lnTo>
                  <a:pt x="95" y="93"/>
                </a:lnTo>
                <a:lnTo>
                  <a:pt x="95" y="92"/>
                </a:lnTo>
                <a:lnTo>
                  <a:pt x="95" y="90"/>
                </a:lnTo>
                <a:lnTo>
                  <a:pt x="95" y="89"/>
                </a:lnTo>
                <a:lnTo>
                  <a:pt x="95" y="88"/>
                </a:lnTo>
                <a:lnTo>
                  <a:pt x="95" y="86"/>
                </a:lnTo>
                <a:lnTo>
                  <a:pt x="95" y="85"/>
                </a:lnTo>
                <a:lnTo>
                  <a:pt x="96" y="82"/>
                </a:lnTo>
                <a:lnTo>
                  <a:pt x="96" y="80"/>
                </a:lnTo>
                <a:lnTo>
                  <a:pt x="96" y="78"/>
                </a:lnTo>
                <a:lnTo>
                  <a:pt x="96" y="76"/>
                </a:lnTo>
                <a:lnTo>
                  <a:pt x="96" y="75"/>
                </a:lnTo>
                <a:lnTo>
                  <a:pt x="96" y="73"/>
                </a:lnTo>
                <a:lnTo>
                  <a:pt x="96" y="72"/>
                </a:lnTo>
                <a:lnTo>
                  <a:pt x="96" y="70"/>
                </a:lnTo>
                <a:lnTo>
                  <a:pt x="96" y="69"/>
                </a:lnTo>
                <a:lnTo>
                  <a:pt x="96" y="67"/>
                </a:lnTo>
                <a:lnTo>
                  <a:pt x="96" y="66"/>
                </a:lnTo>
                <a:lnTo>
                  <a:pt x="97" y="65"/>
                </a:lnTo>
                <a:lnTo>
                  <a:pt x="97" y="63"/>
                </a:lnTo>
                <a:lnTo>
                  <a:pt x="97" y="62"/>
                </a:lnTo>
                <a:lnTo>
                  <a:pt x="97" y="60"/>
                </a:lnTo>
                <a:lnTo>
                  <a:pt x="97" y="59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9" y="53"/>
                </a:lnTo>
                <a:lnTo>
                  <a:pt x="99" y="52"/>
                </a:lnTo>
                <a:lnTo>
                  <a:pt x="99" y="50"/>
                </a:lnTo>
                <a:lnTo>
                  <a:pt x="99" y="49"/>
                </a:lnTo>
                <a:lnTo>
                  <a:pt x="99" y="47"/>
                </a:lnTo>
                <a:lnTo>
                  <a:pt x="99" y="46"/>
                </a:lnTo>
                <a:lnTo>
                  <a:pt x="100" y="46"/>
                </a:lnTo>
                <a:lnTo>
                  <a:pt x="100" y="44"/>
                </a:lnTo>
                <a:lnTo>
                  <a:pt x="100" y="43"/>
                </a:lnTo>
                <a:lnTo>
                  <a:pt x="100" y="42"/>
                </a:lnTo>
                <a:lnTo>
                  <a:pt x="100" y="40"/>
                </a:lnTo>
                <a:lnTo>
                  <a:pt x="100" y="39"/>
                </a:lnTo>
                <a:lnTo>
                  <a:pt x="102" y="37"/>
                </a:lnTo>
                <a:lnTo>
                  <a:pt x="102" y="36"/>
                </a:lnTo>
                <a:lnTo>
                  <a:pt x="102" y="34"/>
                </a:lnTo>
                <a:lnTo>
                  <a:pt x="102" y="33"/>
                </a:lnTo>
                <a:lnTo>
                  <a:pt x="102" y="32"/>
                </a:lnTo>
                <a:lnTo>
                  <a:pt x="102" y="30"/>
                </a:lnTo>
                <a:lnTo>
                  <a:pt x="102" y="29"/>
                </a:lnTo>
                <a:lnTo>
                  <a:pt x="102" y="27"/>
                </a:lnTo>
                <a:lnTo>
                  <a:pt x="102" y="26"/>
                </a:lnTo>
                <a:lnTo>
                  <a:pt x="102" y="24"/>
                </a:lnTo>
                <a:lnTo>
                  <a:pt x="102" y="23"/>
                </a:lnTo>
                <a:lnTo>
                  <a:pt x="102" y="21"/>
                </a:lnTo>
                <a:lnTo>
                  <a:pt x="102" y="20"/>
                </a:lnTo>
                <a:lnTo>
                  <a:pt x="102" y="19"/>
                </a:lnTo>
                <a:lnTo>
                  <a:pt x="102" y="17"/>
                </a:lnTo>
                <a:lnTo>
                  <a:pt x="102" y="14"/>
                </a:lnTo>
                <a:lnTo>
                  <a:pt x="102" y="13"/>
                </a:lnTo>
                <a:lnTo>
                  <a:pt x="102" y="10"/>
                </a:lnTo>
                <a:lnTo>
                  <a:pt x="102" y="9"/>
                </a:lnTo>
                <a:lnTo>
                  <a:pt x="102" y="6"/>
                </a:lnTo>
                <a:lnTo>
                  <a:pt x="100" y="3"/>
                </a:lnTo>
                <a:lnTo>
                  <a:pt x="10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2" name="Line 186">
            <a:extLst>
              <a:ext uri="{FF2B5EF4-FFF2-40B4-BE49-F238E27FC236}">
                <a16:creationId xmlns:a16="http://schemas.microsoft.com/office/drawing/2014/main" id="{40D455DF-39DC-412A-9828-46F3CF974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4460875"/>
            <a:ext cx="70643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3" name="Line 187">
            <a:extLst>
              <a:ext uri="{FF2B5EF4-FFF2-40B4-BE49-F238E27FC236}">
                <a16:creationId xmlns:a16="http://schemas.microsoft.com/office/drawing/2014/main" id="{68A6E7F9-8638-49D8-B213-41153FB564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525" y="4186238"/>
            <a:ext cx="3873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4" name="Freeform 188">
            <a:extLst>
              <a:ext uri="{FF2B5EF4-FFF2-40B4-BE49-F238E27FC236}">
                <a16:creationId xmlns:a16="http://schemas.microsoft.com/office/drawing/2014/main" id="{EA49E681-AF55-49B8-9F77-AB9CD089FC58}"/>
              </a:ext>
            </a:extLst>
          </p:cNvPr>
          <p:cNvSpPr>
            <a:spLocks/>
          </p:cNvSpPr>
          <p:nvPr/>
        </p:nvSpPr>
        <p:spPr bwMode="auto">
          <a:xfrm>
            <a:off x="4292600" y="3525838"/>
            <a:ext cx="1368425" cy="250825"/>
          </a:xfrm>
          <a:custGeom>
            <a:avLst/>
            <a:gdLst>
              <a:gd name="T0" fmla="*/ 0 w 1725"/>
              <a:gd name="T1" fmla="*/ 0 h 317"/>
              <a:gd name="T2" fmla="*/ 2147483646 w 1725"/>
              <a:gd name="T3" fmla="*/ 0 h 317"/>
              <a:gd name="T4" fmla="*/ 2147483646 w 1725"/>
              <a:gd name="T5" fmla="*/ 2147483646 h 317"/>
              <a:gd name="T6" fmla="*/ 2147483646 w 1725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1725"/>
              <a:gd name="T13" fmla="*/ 0 h 317"/>
              <a:gd name="T14" fmla="*/ 1725 w 1725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25" h="317">
                <a:moveTo>
                  <a:pt x="0" y="0"/>
                </a:moveTo>
                <a:lnTo>
                  <a:pt x="661" y="0"/>
                </a:lnTo>
                <a:lnTo>
                  <a:pt x="661" y="317"/>
                </a:lnTo>
                <a:lnTo>
                  <a:pt x="1725" y="317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5" name="Freeform 189">
            <a:extLst>
              <a:ext uri="{FF2B5EF4-FFF2-40B4-BE49-F238E27FC236}">
                <a16:creationId xmlns:a16="http://schemas.microsoft.com/office/drawing/2014/main" id="{4ABC0CE5-BC28-4AD1-9566-A267FECBADB7}"/>
              </a:ext>
            </a:extLst>
          </p:cNvPr>
          <p:cNvSpPr>
            <a:spLocks/>
          </p:cNvSpPr>
          <p:nvPr/>
        </p:nvSpPr>
        <p:spPr bwMode="auto">
          <a:xfrm>
            <a:off x="4314825" y="4095750"/>
            <a:ext cx="1346200" cy="228600"/>
          </a:xfrm>
          <a:custGeom>
            <a:avLst/>
            <a:gdLst>
              <a:gd name="T0" fmla="*/ 0 w 1697"/>
              <a:gd name="T1" fmla="*/ 2147483646 h 287"/>
              <a:gd name="T2" fmla="*/ 2147483646 w 1697"/>
              <a:gd name="T3" fmla="*/ 2147483646 h 287"/>
              <a:gd name="T4" fmla="*/ 2147483646 w 1697"/>
              <a:gd name="T5" fmla="*/ 0 h 287"/>
              <a:gd name="T6" fmla="*/ 2147483646 w 1697"/>
              <a:gd name="T7" fmla="*/ 0 h 287"/>
              <a:gd name="T8" fmla="*/ 0 60000 65536"/>
              <a:gd name="T9" fmla="*/ 0 60000 65536"/>
              <a:gd name="T10" fmla="*/ 0 60000 65536"/>
              <a:gd name="T11" fmla="*/ 0 60000 65536"/>
              <a:gd name="T12" fmla="*/ 0 w 1697"/>
              <a:gd name="T13" fmla="*/ 0 h 287"/>
              <a:gd name="T14" fmla="*/ 1697 w 1697"/>
              <a:gd name="T15" fmla="*/ 287 h 2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97" h="287">
                <a:moveTo>
                  <a:pt x="0" y="287"/>
                </a:moveTo>
                <a:lnTo>
                  <a:pt x="633" y="287"/>
                </a:lnTo>
                <a:lnTo>
                  <a:pt x="633" y="0"/>
                </a:lnTo>
                <a:lnTo>
                  <a:pt x="1697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6" name="Line 190">
            <a:extLst>
              <a:ext uri="{FF2B5EF4-FFF2-40B4-BE49-F238E27FC236}">
                <a16:creationId xmlns:a16="http://schemas.microsoft.com/office/drawing/2014/main" id="{F1A64478-178A-4525-8FA6-5ECC0E9B4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1525" y="3662363"/>
            <a:ext cx="1588" cy="523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7" name="Line 191">
            <a:extLst>
              <a:ext uri="{FF2B5EF4-FFF2-40B4-BE49-F238E27FC236}">
                <a16:creationId xmlns:a16="http://schemas.microsoft.com/office/drawing/2014/main" id="{94DA93CE-05EE-4909-8A47-1A54E4C4B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3387725"/>
            <a:ext cx="1587" cy="1073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68" name="Freeform 192">
            <a:extLst>
              <a:ext uri="{FF2B5EF4-FFF2-40B4-BE49-F238E27FC236}">
                <a16:creationId xmlns:a16="http://schemas.microsoft.com/office/drawing/2014/main" id="{7E859A48-21E4-4C2D-8064-FF94F37E8135}"/>
              </a:ext>
            </a:extLst>
          </p:cNvPr>
          <p:cNvSpPr>
            <a:spLocks/>
          </p:cNvSpPr>
          <p:nvPr/>
        </p:nvSpPr>
        <p:spPr bwMode="auto">
          <a:xfrm>
            <a:off x="2968625" y="3365500"/>
            <a:ext cx="46038" cy="46038"/>
          </a:xfrm>
          <a:custGeom>
            <a:avLst/>
            <a:gdLst>
              <a:gd name="T0" fmla="*/ 2147483646 w 58"/>
              <a:gd name="T1" fmla="*/ 0 h 58"/>
              <a:gd name="T2" fmla="*/ 2147483646 w 58"/>
              <a:gd name="T3" fmla="*/ 2147483646 h 58"/>
              <a:gd name="T4" fmla="*/ 2147483646 w 58"/>
              <a:gd name="T5" fmla="*/ 2147483646 h 58"/>
              <a:gd name="T6" fmla="*/ 2147483646 w 58"/>
              <a:gd name="T7" fmla="*/ 2147483646 h 58"/>
              <a:gd name="T8" fmla="*/ 2147483646 w 58"/>
              <a:gd name="T9" fmla="*/ 2147483646 h 58"/>
              <a:gd name="T10" fmla="*/ 2147483646 w 58"/>
              <a:gd name="T11" fmla="*/ 2147483646 h 58"/>
              <a:gd name="T12" fmla="*/ 2147483646 w 58"/>
              <a:gd name="T13" fmla="*/ 2147483646 h 58"/>
              <a:gd name="T14" fmla="*/ 2147483646 w 58"/>
              <a:gd name="T15" fmla="*/ 2147483646 h 58"/>
              <a:gd name="T16" fmla="*/ 2147483646 w 58"/>
              <a:gd name="T17" fmla="*/ 2147483646 h 58"/>
              <a:gd name="T18" fmla="*/ 2147483646 w 58"/>
              <a:gd name="T19" fmla="*/ 2147483646 h 58"/>
              <a:gd name="T20" fmla="*/ 0 w 58"/>
              <a:gd name="T21" fmla="*/ 2147483646 h 58"/>
              <a:gd name="T22" fmla="*/ 0 w 58"/>
              <a:gd name="T23" fmla="*/ 2147483646 h 58"/>
              <a:gd name="T24" fmla="*/ 2147483646 w 58"/>
              <a:gd name="T25" fmla="*/ 2147483646 h 58"/>
              <a:gd name="T26" fmla="*/ 2147483646 w 58"/>
              <a:gd name="T27" fmla="*/ 2147483646 h 58"/>
              <a:gd name="T28" fmla="*/ 2147483646 w 58"/>
              <a:gd name="T29" fmla="*/ 2147483646 h 58"/>
              <a:gd name="T30" fmla="*/ 2147483646 w 58"/>
              <a:gd name="T31" fmla="*/ 2147483646 h 58"/>
              <a:gd name="T32" fmla="*/ 2147483646 w 58"/>
              <a:gd name="T33" fmla="*/ 2147483646 h 58"/>
              <a:gd name="T34" fmla="*/ 2147483646 w 58"/>
              <a:gd name="T35" fmla="*/ 2147483646 h 58"/>
              <a:gd name="T36" fmla="*/ 2147483646 w 58"/>
              <a:gd name="T37" fmla="*/ 2147483646 h 58"/>
              <a:gd name="T38" fmla="*/ 2147483646 w 58"/>
              <a:gd name="T39" fmla="*/ 2147483646 h 58"/>
              <a:gd name="T40" fmla="*/ 2147483646 w 58"/>
              <a:gd name="T41" fmla="*/ 2147483646 h 58"/>
              <a:gd name="T42" fmla="*/ 2147483646 w 58"/>
              <a:gd name="T43" fmla="*/ 2147483646 h 58"/>
              <a:gd name="T44" fmla="*/ 2147483646 w 58"/>
              <a:gd name="T45" fmla="*/ 2147483646 h 58"/>
              <a:gd name="T46" fmla="*/ 2147483646 w 58"/>
              <a:gd name="T47" fmla="*/ 2147483646 h 58"/>
              <a:gd name="T48" fmla="*/ 2147483646 w 58"/>
              <a:gd name="T49" fmla="*/ 2147483646 h 58"/>
              <a:gd name="T50" fmla="*/ 2147483646 w 58"/>
              <a:gd name="T51" fmla="*/ 2147483646 h 58"/>
              <a:gd name="T52" fmla="*/ 2147483646 w 58"/>
              <a:gd name="T53" fmla="*/ 2147483646 h 58"/>
              <a:gd name="T54" fmla="*/ 2147483646 w 58"/>
              <a:gd name="T55" fmla="*/ 2147483646 h 58"/>
              <a:gd name="T56" fmla="*/ 2147483646 w 58"/>
              <a:gd name="T57" fmla="*/ 2147483646 h 58"/>
              <a:gd name="T58" fmla="*/ 2147483646 w 58"/>
              <a:gd name="T59" fmla="*/ 2147483646 h 58"/>
              <a:gd name="T60" fmla="*/ 2147483646 w 58"/>
              <a:gd name="T61" fmla="*/ 2147483646 h 58"/>
              <a:gd name="T62" fmla="*/ 2147483646 w 58"/>
              <a:gd name="T63" fmla="*/ 2147483646 h 58"/>
              <a:gd name="T64" fmla="*/ 2147483646 w 58"/>
              <a:gd name="T65" fmla="*/ 2147483646 h 58"/>
              <a:gd name="T66" fmla="*/ 2147483646 w 58"/>
              <a:gd name="T67" fmla="*/ 2147483646 h 58"/>
              <a:gd name="T68" fmla="*/ 2147483646 w 58"/>
              <a:gd name="T69" fmla="*/ 2147483646 h 58"/>
              <a:gd name="T70" fmla="*/ 2147483646 w 58"/>
              <a:gd name="T71" fmla="*/ 2147483646 h 58"/>
              <a:gd name="T72" fmla="*/ 2147483646 w 58"/>
              <a:gd name="T73" fmla="*/ 2147483646 h 58"/>
              <a:gd name="T74" fmla="*/ 2147483646 w 58"/>
              <a:gd name="T75" fmla="*/ 2147483646 h 58"/>
              <a:gd name="T76" fmla="*/ 2147483646 w 58"/>
              <a:gd name="T77" fmla="*/ 2147483646 h 58"/>
              <a:gd name="T78" fmla="*/ 2147483646 w 58"/>
              <a:gd name="T79" fmla="*/ 2147483646 h 58"/>
              <a:gd name="T80" fmla="*/ 2147483646 w 58"/>
              <a:gd name="T81" fmla="*/ 2147483646 h 58"/>
              <a:gd name="T82" fmla="*/ 2147483646 w 58"/>
              <a:gd name="T83" fmla="*/ 2147483646 h 58"/>
              <a:gd name="T84" fmla="*/ 2147483646 w 58"/>
              <a:gd name="T85" fmla="*/ 2147483646 h 58"/>
              <a:gd name="T86" fmla="*/ 2147483646 w 58"/>
              <a:gd name="T87" fmla="*/ 0 h 58"/>
              <a:gd name="T88" fmla="*/ 2147483646 w 58"/>
              <a:gd name="T89" fmla="*/ 2147483646 h 5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58"/>
              <a:gd name="T136" fmla="*/ 0 h 58"/>
              <a:gd name="T137" fmla="*/ 58 w 58"/>
              <a:gd name="T138" fmla="*/ 58 h 5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58" h="58">
                <a:moveTo>
                  <a:pt x="29" y="29"/>
                </a:moveTo>
                <a:lnTo>
                  <a:pt x="29" y="0"/>
                </a:lnTo>
                <a:lnTo>
                  <a:pt x="28" y="0"/>
                </a:lnTo>
                <a:lnTo>
                  <a:pt x="26" y="0"/>
                </a:lnTo>
                <a:lnTo>
                  <a:pt x="25" y="0"/>
                </a:lnTo>
                <a:lnTo>
                  <a:pt x="23" y="2"/>
                </a:lnTo>
                <a:lnTo>
                  <a:pt x="22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6" y="5"/>
                </a:lnTo>
                <a:lnTo>
                  <a:pt x="15" y="5"/>
                </a:lnTo>
                <a:lnTo>
                  <a:pt x="13" y="6"/>
                </a:lnTo>
                <a:lnTo>
                  <a:pt x="12" y="6"/>
                </a:lnTo>
                <a:lnTo>
                  <a:pt x="12" y="7"/>
                </a:lnTo>
                <a:lnTo>
                  <a:pt x="10" y="7"/>
                </a:lnTo>
                <a:lnTo>
                  <a:pt x="9" y="9"/>
                </a:lnTo>
                <a:lnTo>
                  <a:pt x="7" y="10"/>
                </a:lnTo>
                <a:lnTo>
                  <a:pt x="7" y="12"/>
                </a:lnTo>
                <a:lnTo>
                  <a:pt x="6" y="12"/>
                </a:lnTo>
                <a:lnTo>
                  <a:pt x="6" y="13"/>
                </a:lnTo>
                <a:lnTo>
                  <a:pt x="5" y="15"/>
                </a:lnTo>
                <a:lnTo>
                  <a:pt x="5" y="16"/>
                </a:lnTo>
                <a:lnTo>
                  <a:pt x="3" y="17"/>
                </a:lnTo>
                <a:lnTo>
                  <a:pt x="3" y="19"/>
                </a:lnTo>
                <a:lnTo>
                  <a:pt x="2" y="20"/>
                </a:lnTo>
                <a:lnTo>
                  <a:pt x="2" y="22"/>
                </a:lnTo>
                <a:lnTo>
                  <a:pt x="2" y="23"/>
                </a:lnTo>
                <a:lnTo>
                  <a:pt x="2" y="25"/>
                </a:lnTo>
                <a:lnTo>
                  <a:pt x="0" y="26"/>
                </a:lnTo>
                <a:lnTo>
                  <a:pt x="0" y="28"/>
                </a:lnTo>
                <a:lnTo>
                  <a:pt x="0" y="29"/>
                </a:lnTo>
                <a:lnTo>
                  <a:pt x="0" y="30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6"/>
                </a:lnTo>
                <a:lnTo>
                  <a:pt x="2" y="38"/>
                </a:lnTo>
                <a:lnTo>
                  <a:pt x="3" y="39"/>
                </a:lnTo>
                <a:lnTo>
                  <a:pt x="3" y="40"/>
                </a:lnTo>
                <a:lnTo>
                  <a:pt x="3" y="42"/>
                </a:lnTo>
                <a:lnTo>
                  <a:pt x="5" y="43"/>
                </a:lnTo>
                <a:lnTo>
                  <a:pt x="5" y="45"/>
                </a:lnTo>
                <a:lnTo>
                  <a:pt x="6" y="45"/>
                </a:lnTo>
                <a:lnTo>
                  <a:pt x="6" y="46"/>
                </a:lnTo>
                <a:lnTo>
                  <a:pt x="7" y="48"/>
                </a:lnTo>
                <a:lnTo>
                  <a:pt x="7" y="49"/>
                </a:lnTo>
                <a:lnTo>
                  <a:pt x="9" y="49"/>
                </a:lnTo>
                <a:lnTo>
                  <a:pt x="10" y="51"/>
                </a:lnTo>
                <a:lnTo>
                  <a:pt x="12" y="52"/>
                </a:lnTo>
                <a:lnTo>
                  <a:pt x="13" y="53"/>
                </a:lnTo>
                <a:lnTo>
                  <a:pt x="15" y="53"/>
                </a:lnTo>
                <a:lnTo>
                  <a:pt x="16" y="55"/>
                </a:lnTo>
                <a:lnTo>
                  <a:pt x="18" y="55"/>
                </a:lnTo>
                <a:lnTo>
                  <a:pt x="19" y="56"/>
                </a:lnTo>
                <a:lnTo>
                  <a:pt x="20" y="56"/>
                </a:lnTo>
                <a:lnTo>
                  <a:pt x="22" y="58"/>
                </a:lnTo>
                <a:lnTo>
                  <a:pt x="23" y="58"/>
                </a:lnTo>
                <a:lnTo>
                  <a:pt x="25" y="58"/>
                </a:lnTo>
                <a:lnTo>
                  <a:pt x="26" y="58"/>
                </a:lnTo>
                <a:lnTo>
                  <a:pt x="28" y="58"/>
                </a:lnTo>
                <a:lnTo>
                  <a:pt x="29" y="58"/>
                </a:lnTo>
                <a:lnTo>
                  <a:pt x="30" y="58"/>
                </a:lnTo>
                <a:lnTo>
                  <a:pt x="32" y="58"/>
                </a:lnTo>
                <a:lnTo>
                  <a:pt x="33" y="58"/>
                </a:lnTo>
                <a:lnTo>
                  <a:pt x="35" y="58"/>
                </a:lnTo>
                <a:lnTo>
                  <a:pt x="36" y="58"/>
                </a:lnTo>
                <a:lnTo>
                  <a:pt x="38" y="56"/>
                </a:lnTo>
                <a:lnTo>
                  <a:pt x="39" y="56"/>
                </a:lnTo>
                <a:lnTo>
                  <a:pt x="41" y="56"/>
                </a:lnTo>
                <a:lnTo>
                  <a:pt x="42" y="55"/>
                </a:lnTo>
                <a:lnTo>
                  <a:pt x="43" y="55"/>
                </a:lnTo>
                <a:lnTo>
                  <a:pt x="45" y="53"/>
                </a:lnTo>
                <a:lnTo>
                  <a:pt x="46" y="52"/>
                </a:lnTo>
                <a:lnTo>
                  <a:pt x="48" y="52"/>
                </a:lnTo>
                <a:lnTo>
                  <a:pt x="49" y="51"/>
                </a:lnTo>
                <a:lnTo>
                  <a:pt x="49" y="49"/>
                </a:lnTo>
                <a:lnTo>
                  <a:pt x="51" y="49"/>
                </a:lnTo>
                <a:lnTo>
                  <a:pt x="52" y="48"/>
                </a:lnTo>
                <a:lnTo>
                  <a:pt x="52" y="46"/>
                </a:lnTo>
                <a:lnTo>
                  <a:pt x="53" y="45"/>
                </a:lnTo>
                <a:lnTo>
                  <a:pt x="55" y="43"/>
                </a:lnTo>
                <a:lnTo>
                  <a:pt x="55" y="42"/>
                </a:lnTo>
                <a:lnTo>
                  <a:pt x="56" y="40"/>
                </a:lnTo>
                <a:lnTo>
                  <a:pt x="56" y="39"/>
                </a:lnTo>
                <a:lnTo>
                  <a:pt x="56" y="38"/>
                </a:lnTo>
                <a:lnTo>
                  <a:pt x="58" y="36"/>
                </a:lnTo>
                <a:lnTo>
                  <a:pt x="58" y="35"/>
                </a:lnTo>
                <a:lnTo>
                  <a:pt x="58" y="33"/>
                </a:lnTo>
                <a:lnTo>
                  <a:pt x="58" y="32"/>
                </a:lnTo>
                <a:lnTo>
                  <a:pt x="58" y="30"/>
                </a:lnTo>
                <a:lnTo>
                  <a:pt x="58" y="29"/>
                </a:lnTo>
                <a:lnTo>
                  <a:pt x="58" y="28"/>
                </a:lnTo>
                <a:lnTo>
                  <a:pt x="58" y="26"/>
                </a:lnTo>
                <a:lnTo>
                  <a:pt x="58" y="25"/>
                </a:lnTo>
                <a:lnTo>
                  <a:pt x="58" y="23"/>
                </a:lnTo>
                <a:lnTo>
                  <a:pt x="58" y="22"/>
                </a:lnTo>
                <a:lnTo>
                  <a:pt x="56" y="20"/>
                </a:lnTo>
                <a:lnTo>
                  <a:pt x="56" y="19"/>
                </a:lnTo>
                <a:lnTo>
                  <a:pt x="56" y="17"/>
                </a:lnTo>
                <a:lnTo>
                  <a:pt x="55" y="17"/>
                </a:lnTo>
                <a:lnTo>
                  <a:pt x="55" y="16"/>
                </a:lnTo>
                <a:lnTo>
                  <a:pt x="53" y="15"/>
                </a:lnTo>
                <a:lnTo>
                  <a:pt x="53" y="13"/>
                </a:lnTo>
                <a:lnTo>
                  <a:pt x="52" y="12"/>
                </a:lnTo>
                <a:lnTo>
                  <a:pt x="51" y="10"/>
                </a:lnTo>
                <a:lnTo>
                  <a:pt x="49" y="9"/>
                </a:lnTo>
                <a:lnTo>
                  <a:pt x="49" y="7"/>
                </a:lnTo>
                <a:lnTo>
                  <a:pt x="48" y="7"/>
                </a:lnTo>
                <a:lnTo>
                  <a:pt x="46" y="6"/>
                </a:lnTo>
                <a:lnTo>
                  <a:pt x="45" y="6"/>
                </a:lnTo>
                <a:lnTo>
                  <a:pt x="45" y="5"/>
                </a:lnTo>
                <a:lnTo>
                  <a:pt x="43" y="5"/>
                </a:lnTo>
                <a:lnTo>
                  <a:pt x="42" y="3"/>
                </a:lnTo>
                <a:lnTo>
                  <a:pt x="41" y="3"/>
                </a:lnTo>
                <a:lnTo>
                  <a:pt x="39" y="2"/>
                </a:lnTo>
                <a:lnTo>
                  <a:pt x="38" y="2"/>
                </a:lnTo>
                <a:lnTo>
                  <a:pt x="36" y="2"/>
                </a:lnTo>
                <a:lnTo>
                  <a:pt x="35" y="2"/>
                </a:lnTo>
                <a:lnTo>
                  <a:pt x="33" y="0"/>
                </a:lnTo>
                <a:lnTo>
                  <a:pt x="32" y="0"/>
                </a:lnTo>
                <a:lnTo>
                  <a:pt x="30" y="0"/>
                </a:lnTo>
                <a:lnTo>
                  <a:pt x="29" y="0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69" name="Freeform 193">
            <a:extLst>
              <a:ext uri="{FF2B5EF4-FFF2-40B4-BE49-F238E27FC236}">
                <a16:creationId xmlns:a16="http://schemas.microsoft.com/office/drawing/2014/main" id="{6EEFE02E-6A30-4A97-80BB-726D1CF20EAA}"/>
              </a:ext>
            </a:extLst>
          </p:cNvPr>
          <p:cNvSpPr>
            <a:spLocks/>
          </p:cNvSpPr>
          <p:nvPr/>
        </p:nvSpPr>
        <p:spPr bwMode="auto">
          <a:xfrm>
            <a:off x="2978150" y="3351213"/>
            <a:ext cx="55563" cy="57150"/>
          </a:xfrm>
          <a:custGeom>
            <a:avLst/>
            <a:gdLst>
              <a:gd name="T0" fmla="*/ 2147483646 w 70"/>
              <a:gd name="T1" fmla="*/ 0 h 70"/>
              <a:gd name="T2" fmla="*/ 2147483646 w 70"/>
              <a:gd name="T3" fmla="*/ 2147483646 h 70"/>
              <a:gd name="T4" fmla="*/ 2147483646 w 70"/>
              <a:gd name="T5" fmla="*/ 2147483646 h 70"/>
              <a:gd name="T6" fmla="*/ 2147483646 w 70"/>
              <a:gd name="T7" fmla="*/ 2147483646 h 70"/>
              <a:gd name="T8" fmla="*/ 2147483646 w 70"/>
              <a:gd name="T9" fmla="*/ 2147483646 h 70"/>
              <a:gd name="T10" fmla="*/ 2147483646 w 70"/>
              <a:gd name="T11" fmla="*/ 2147483646 h 70"/>
              <a:gd name="T12" fmla="*/ 2147483646 w 70"/>
              <a:gd name="T13" fmla="*/ 2147483646 h 70"/>
              <a:gd name="T14" fmla="*/ 2147483646 w 70"/>
              <a:gd name="T15" fmla="*/ 2147483646 h 70"/>
              <a:gd name="T16" fmla="*/ 2147483646 w 70"/>
              <a:gd name="T17" fmla="*/ 2147483646 h 70"/>
              <a:gd name="T18" fmla="*/ 0 w 70"/>
              <a:gd name="T19" fmla="*/ 2147483646 h 70"/>
              <a:gd name="T20" fmla="*/ 0 w 70"/>
              <a:gd name="T21" fmla="*/ 2147483646 h 70"/>
              <a:gd name="T22" fmla="*/ 0 w 70"/>
              <a:gd name="T23" fmla="*/ 2147483646 h 70"/>
              <a:gd name="T24" fmla="*/ 2147483646 w 70"/>
              <a:gd name="T25" fmla="*/ 2147483646 h 70"/>
              <a:gd name="T26" fmla="*/ 2147483646 w 70"/>
              <a:gd name="T27" fmla="*/ 2147483646 h 70"/>
              <a:gd name="T28" fmla="*/ 2147483646 w 70"/>
              <a:gd name="T29" fmla="*/ 2147483646 h 70"/>
              <a:gd name="T30" fmla="*/ 2147483646 w 70"/>
              <a:gd name="T31" fmla="*/ 2147483646 h 70"/>
              <a:gd name="T32" fmla="*/ 2147483646 w 70"/>
              <a:gd name="T33" fmla="*/ 2147483646 h 70"/>
              <a:gd name="T34" fmla="*/ 2147483646 w 70"/>
              <a:gd name="T35" fmla="*/ 2147483646 h 70"/>
              <a:gd name="T36" fmla="*/ 2147483646 w 70"/>
              <a:gd name="T37" fmla="*/ 2147483646 h 70"/>
              <a:gd name="T38" fmla="*/ 2147483646 w 70"/>
              <a:gd name="T39" fmla="*/ 2147483646 h 70"/>
              <a:gd name="T40" fmla="*/ 2147483646 w 70"/>
              <a:gd name="T41" fmla="*/ 2147483646 h 70"/>
              <a:gd name="T42" fmla="*/ 2147483646 w 70"/>
              <a:gd name="T43" fmla="*/ 2147483646 h 70"/>
              <a:gd name="T44" fmla="*/ 2147483646 w 70"/>
              <a:gd name="T45" fmla="*/ 2147483646 h 70"/>
              <a:gd name="T46" fmla="*/ 2147483646 w 70"/>
              <a:gd name="T47" fmla="*/ 2147483646 h 70"/>
              <a:gd name="T48" fmla="*/ 2147483646 w 70"/>
              <a:gd name="T49" fmla="*/ 2147483646 h 70"/>
              <a:gd name="T50" fmla="*/ 2147483646 w 70"/>
              <a:gd name="T51" fmla="*/ 2147483646 h 70"/>
              <a:gd name="T52" fmla="*/ 2147483646 w 70"/>
              <a:gd name="T53" fmla="*/ 2147483646 h 70"/>
              <a:gd name="T54" fmla="*/ 2147483646 w 70"/>
              <a:gd name="T55" fmla="*/ 2147483646 h 70"/>
              <a:gd name="T56" fmla="*/ 2147483646 w 70"/>
              <a:gd name="T57" fmla="*/ 2147483646 h 70"/>
              <a:gd name="T58" fmla="*/ 2147483646 w 70"/>
              <a:gd name="T59" fmla="*/ 2147483646 h 70"/>
              <a:gd name="T60" fmla="*/ 2147483646 w 70"/>
              <a:gd name="T61" fmla="*/ 2147483646 h 70"/>
              <a:gd name="T62" fmla="*/ 2147483646 w 70"/>
              <a:gd name="T63" fmla="*/ 2147483646 h 70"/>
              <a:gd name="T64" fmla="*/ 2147483646 w 70"/>
              <a:gd name="T65" fmla="*/ 2147483646 h 70"/>
              <a:gd name="T66" fmla="*/ 2147483646 w 70"/>
              <a:gd name="T67" fmla="*/ 2147483646 h 70"/>
              <a:gd name="T68" fmla="*/ 2147483646 w 70"/>
              <a:gd name="T69" fmla="*/ 2147483646 h 70"/>
              <a:gd name="T70" fmla="*/ 2147483646 w 70"/>
              <a:gd name="T71" fmla="*/ 2147483646 h 70"/>
              <a:gd name="T72" fmla="*/ 2147483646 w 70"/>
              <a:gd name="T73" fmla="*/ 2147483646 h 70"/>
              <a:gd name="T74" fmla="*/ 2147483646 w 70"/>
              <a:gd name="T75" fmla="*/ 2147483646 h 70"/>
              <a:gd name="T76" fmla="*/ 2147483646 w 70"/>
              <a:gd name="T77" fmla="*/ 2147483646 h 70"/>
              <a:gd name="T78" fmla="*/ 2147483646 w 70"/>
              <a:gd name="T79" fmla="*/ 2147483646 h 70"/>
              <a:gd name="T80" fmla="*/ 2147483646 w 70"/>
              <a:gd name="T81" fmla="*/ 2147483646 h 70"/>
              <a:gd name="T82" fmla="*/ 2147483646 w 70"/>
              <a:gd name="T83" fmla="*/ 2147483646 h 70"/>
              <a:gd name="T84" fmla="*/ 2147483646 w 70"/>
              <a:gd name="T85" fmla="*/ 0 h 70"/>
              <a:gd name="T86" fmla="*/ 2147483646 w 70"/>
              <a:gd name="T87" fmla="*/ 0 h 70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70"/>
              <a:gd name="T133" fmla="*/ 0 h 70"/>
              <a:gd name="T134" fmla="*/ 70 w 70"/>
              <a:gd name="T135" fmla="*/ 70 h 70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70" h="70">
                <a:moveTo>
                  <a:pt x="34" y="0"/>
                </a:moveTo>
                <a:lnTo>
                  <a:pt x="33" y="0"/>
                </a:lnTo>
                <a:lnTo>
                  <a:pt x="31" y="0"/>
                </a:lnTo>
                <a:lnTo>
                  <a:pt x="30" y="0"/>
                </a:lnTo>
                <a:lnTo>
                  <a:pt x="29" y="1"/>
                </a:lnTo>
                <a:lnTo>
                  <a:pt x="26" y="1"/>
                </a:lnTo>
                <a:lnTo>
                  <a:pt x="24" y="1"/>
                </a:lnTo>
                <a:lnTo>
                  <a:pt x="23" y="3"/>
                </a:lnTo>
                <a:lnTo>
                  <a:pt x="21" y="3"/>
                </a:lnTo>
                <a:lnTo>
                  <a:pt x="20" y="3"/>
                </a:lnTo>
                <a:lnTo>
                  <a:pt x="18" y="4"/>
                </a:lnTo>
                <a:lnTo>
                  <a:pt x="17" y="6"/>
                </a:lnTo>
                <a:lnTo>
                  <a:pt x="16" y="6"/>
                </a:lnTo>
                <a:lnTo>
                  <a:pt x="14" y="7"/>
                </a:lnTo>
                <a:lnTo>
                  <a:pt x="13" y="9"/>
                </a:lnTo>
                <a:lnTo>
                  <a:pt x="11" y="9"/>
                </a:lnTo>
                <a:lnTo>
                  <a:pt x="10" y="10"/>
                </a:lnTo>
                <a:lnTo>
                  <a:pt x="8" y="11"/>
                </a:lnTo>
                <a:lnTo>
                  <a:pt x="8" y="13"/>
                </a:lnTo>
                <a:lnTo>
                  <a:pt x="7" y="14"/>
                </a:lnTo>
                <a:lnTo>
                  <a:pt x="6" y="16"/>
                </a:lnTo>
                <a:lnTo>
                  <a:pt x="6" y="17"/>
                </a:lnTo>
                <a:lnTo>
                  <a:pt x="4" y="19"/>
                </a:lnTo>
                <a:lnTo>
                  <a:pt x="3" y="20"/>
                </a:lnTo>
                <a:lnTo>
                  <a:pt x="3" y="22"/>
                </a:lnTo>
                <a:lnTo>
                  <a:pt x="3" y="23"/>
                </a:lnTo>
                <a:lnTo>
                  <a:pt x="1" y="24"/>
                </a:lnTo>
                <a:lnTo>
                  <a:pt x="1" y="26"/>
                </a:lnTo>
                <a:lnTo>
                  <a:pt x="1" y="29"/>
                </a:lnTo>
                <a:lnTo>
                  <a:pt x="0" y="30"/>
                </a:lnTo>
                <a:lnTo>
                  <a:pt x="0" y="32"/>
                </a:lnTo>
                <a:lnTo>
                  <a:pt x="0" y="33"/>
                </a:lnTo>
                <a:lnTo>
                  <a:pt x="0" y="34"/>
                </a:lnTo>
                <a:lnTo>
                  <a:pt x="0" y="37"/>
                </a:lnTo>
                <a:lnTo>
                  <a:pt x="0" y="39"/>
                </a:lnTo>
                <a:lnTo>
                  <a:pt x="0" y="40"/>
                </a:lnTo>
                <a:lnTo>
                  <a:pt x="1" y="42"/>
                </a:lnTo>
                <a:lnTo>
                  <a:pt x="1" y="45"/>
                </a:lnTo>
                <a:lnTo>
                  <a:pt x="1" y="46"/>
                </a:lnTo>
                <a:lnTo>
                  <a:pt x="3" y="47"/>
                </a:lnTo>
                <a:lnTo>
                  <a:pt x="3" y="49"/>
                </a:lnTo>
                <a:lnTo>
                  <a:pt x="3" y="50"/>
                </a:lnTo>
                <a:lnTo>
                  <a:pt x="4" y="52"/>
                </a:lnTo>
                <a:lnTo>
                  <a:pt x="6" y="53"/>
                </a:lnTo>
                <a:lnTo>
                  <a:pt x="6" y="55"/>
                </a:lnTo>
                <a:lnTo>
                  <a:pt x="7" y="56"/>
                </a:lnTo>
                <a:lnTo>
                  <a:pt x="8" y="57"/>
                </a:lnTo>
                <a:lnTo>
                  <a:pt x="8" y="59"/>
                </a:lnTo>
                <a:lnTo>
                  <a:pt x="10" y="60"/>
                </a:lnTo>
                <a:lnTo>
                  <a:pt x="11" y="60"/>
                </a:lnTo>
                <a:lnTo>
                  <a:pt x="13" y="62"/>
                </a:lnTo>
                <a:lnTo>
                  <a:pt x="14" y="63"/>
                </a:lnTo>
                <a:lnTo>
                  <a:pt x="16" y="65"/>
                </a:lnTo>
                <a:lnTo>
                  <a:pt x="17" y="65"/>
                </a:lnTo>
                <a:lnTo>
                  <a:pt x="18" y="66"/>
                </a:lnTo>
                <a:lnTo>
                  <a:pt x="20" y="66"/>
                </a:lnTo>
                <a:lnTo>
                  <a:pt x="21" y="68"/>
                </a:lnTo>
                <a:lnTo>
                  <a:pt x="23" y="68"/>
                </a:lnTo>
                <a:lnTo>
                  <a:pt x="24" y="69"/>
                </a:lnTo>
                <a:lnTo>
                  <a:pt x="26" y="69"/>
                </a:lnTo>
                <a:lnTo>
                  <a:pt x="29" y="69"/>
                </a:lnTo>
                <a:lnTo>
                  <a:pt x="30" y="70"/>
                </a:lnTo>
                <a:lnTo>
                  <a:pt x="31" y="70"/>
                </a:lnTo>
                <a:lnTo>
                  <a:pt x="33" y="70"/>
                </a:lnTo>
                <a:lnTo>
                  <a:pt x="34" y="70"/>
                </a:lnTo>
                <a:lnTo>
                  <a:pt x="37" y="70"/>
                </a:lnTo>
                <a:lnTo>
                  <a:pt x="39" y="70"/>
                </a:lnTo>
                <a:lnTo>
                  <a:pt x="40" y="70"/>
                </a:lnTo>
                <a:lnTo>
                  <a:pt x="41" y="69"/>
                </a:lnTo>
                <a:lnTo>
                  <a:pt x="44" y="69"/>
                </a:lnTo>
                <a:lnTo>
                  <a:pt x="46" y="69"/>
                </a:lnTo>
                <a:lnTo>
                  <a:pt x="47" y="68"/>
                </a:lnTo>
                <a:lnTo>
                  <a:pt x="49" y="68"/>
                </a:lnTo>
                <a:lnTo>
                  <a:pt x="50" y="66"/>
                </a:lnTo>
                <a:lnTo>
                  <a:pt x="52" y="66"/>
                </a:lnTo>
                <a:lnTo>
                  <a:pt x="53" y="65"/>
                </a:lnTo>
                <a:lnTo>
                  <a:pt x="54" y="65"/>
                </a:lnTo>
                <a:lnTo>
                  <a:pt x="56" y="63"/>
                </a:lnTo>
                <a:lnTo>
                  <a:pt x="57" y="62"/>
                </a:lnTo>
                <a:lnTo>
                  <a:pt x="59" y="60"/>
                </a:lnTo>
                <a:lnTo>
                  <a:pt x="60" y="60"/>
                </a:lnTo>
                <a:lnTo>
                  <a:pt x="62" y="59"/>
                </a:lnTo>
                <a:lnTo>
                  <a:pt x="62" y="57"/>
                </a:lnTo>
                <a:lnTo>
                  <a:pt x="63" y="56"/>
                </a:lnTo>
                <a:lnTo>
                  <a:pt x="64" y="55"/>
                </a:lnTo>
                <a:lnTo>
                  <a:pt x="64" y="53"/>
                </a:lnTo>
                <a:lnTo>
                  <a:pt x="66" y="52"/>
                </a:lnTo>
                <a:lnTo>
                  <a:pt x="66" y="50"/>
                </a:lnTo>
                <a:lnTo>
                  <a:pt x="67" y="49"/>
                </a:lnTo>
                <a:lnTo>
                  <a:pt x="67" y="47"/>
                </a:lnTo>
                <a:lnTo>
                  <a:pt x="69" y="46"/>
                </a:lnTo>
                <a:lnTo>
                  <a:pt x="69" y="45"/>
                </a:lnTo>
                <a:lnTo>
                  <a:pt x="69" y="42"/>
                </a:lnTo>
                <a:lnTo>
                  <a:pt x="70" y="40"/>
                </a:lnTo>
                <a:lnTo>
                  <a:pt x="70" y="39"/>
                </a:lnTo>
                <a:lnTo>
                  <a:pt x="70" y="37"/>
                </a:lnTo>
                <a:lnTo>
                  <a:pt x="70" y="34"/>
                </a:lnTo>
                <a:lnTo>
                  <a:pt x="70" y="33"/>
                </a:lnTo>
                <a:lnTo>
                  <a:pt x="70" y="32"/>
                </a:lnTo>
                <a:lnTo>
                  <a:pt x="70" y="30"/>
                </a:lnTo>
                <a:lnTo>
                  <a:pt x="69" y="29"/>
                </a:lnTo>
                <a:lnTo>
                  <a:pt x="69" y="26"/>
                </a:lnTo>
                <a:lnTo>
                  <a:pt x="69" y="24"/>
                </a:lnTo>
                <a:lnTo>
                  <a:pt x="67" y="23"/>
                </a:lnTo>
                <a:lnTo>
                  <a:pt x="67" y="22"/>
                </a:lnTo>
                <a:lnTo>
                  <a:pt x="66" y="20"/>
                </a:lnTo>
                <a:lnTo>
                  <a:pt x="66" y="19"/>
                </a:lnTo>
                <a:lnTo>
                  <a:pt x="64" y="17"/>
                </a:lnTo>
                <a:lnTo>
                  <a:pt x="64" y="16"/>
                </a:lnTo>
                <a:lnTo>
                  <a:pt x="63" y="14"/>
                </a:lnTo>
                <a:lnTo>
                  <a:pt x="62" y="13"/>
                </a:lnTo>
                <a:lnTo>
                  <a:pt x="62" y="11"/>
                </a:lnTo>
                <a:lnTo>
                  <a:pt x="60" y="10"/>
                </a:lnTo>
                <a:lnTo>
                  <a:pt x="59" y="9"/>
                </a:lnTo>
                <a:lnTo>
                  <a:pt x="57" y="9"/>
                </a:lnTo>
                <a:lnTo>
                  <a:pt x="56" y="7"/>
                </a:lnTo>
                <a:lnTo>
                  <a:pt x="54" y="6"/>
                </a:lnTo>
                <a:lnTo>
                  <a:pt x="53" y="6"/>
                </a:lnTo>
                <a:lnTo>
                  <a:pt x="52" y="4"/>
                </a:lnTo>
                <a:lnTo>
                  <a:pt x="50" y="3"/>
                </a:lnTo>
                <a:lnTo>
                  <a:pt x="49" y="3"/>
                </a:lnTo>
                <a:lnTo>
                  <a:pt x="47" y="3"/>
                </a:lnTo>
                <a:lnTo>
                  <a:pt x="46" y="1"/>
                </a:lnTo>
                <a:lnTo>
                  <a:pt x="44" y="1"/>
                </a:lnTo>
                <a:lnTo>
                  <a:pt x="41" y="1"/>
                </a:lnTo>
                <a:lnTo>
                  <a:pt x="40" y="0"/>
                </a:lnTo>
                <a:lnTo>
                  <a:pt x="39" y="0"/>
                </a:lnTo>
                <a:lnTo>
                  <a:pt x="37" y="0"/>
                </a:lnTo>
                <a:lnTo>
                  <a:pt x="3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0" name="Rectangle 194">
            <a:extLst>
              <a:ext uri="{FF2B5EF4-FFF2-40B4-BE49-F238E27FC236}">
                <a16:creationId xmlns:a16="http://schemas.microsoft.com/office/drawing/2014/main" id="{51A3B207-1804-4481-9E0F-4AA288032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341688"/>
            <a:ext cx="1238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b="0">
                <a:solidFill>
                  <a:srgbClr val="000000"/>
                </a:solidFill>
                <a:latin typeface="Times-Roman" charset="0"/>
              </a:rPr>
              <a:t>2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112671" name="AutoShape 197">
            <a:extLst>
              <a:ext uri="{FF2B5EF4-FFF2-40B4-BE49-F238E27FC236}">
                <a16:creationId xmlns:a16="http://schemas.microsoft.com/office/drawing/2014/main" id="{1D0DB940-D4FE-4C25-BB3B-05DA20084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54375"/>
            <a:ext cx="615950" cy="534988"/>
          </a:xfrm>
          <a:prstGeom prst="flowChartDelay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5F497-77B1-4280-8CC9-1A2D714592BD}"/>
              </a:ext>
            </a:extLst>
          </p:cNvPr>
          <p:cNvSpPr/>
          <p:nvPr/>
        </p:nvSpPr>
        <p:spPr>
          <a:xfrm>
            <a:off x="76994" y="4772026"/>
            <a:ext cx="89900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Multiplexer implementations of logic functions require that a given function be decomposed in terms of the variables that are used as the select inputs. </a:t>
            </a:r>
            <a:r>
              <a:rPr lang="en-US" dirty="0">
                <a:solidFill>
                  <a:schemeClr val="accent2"/>
                </a:solidFill>
              </a:rPr>
              <a:t>This can be accomplished by means of a theorem proposed by Claude Shannon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4FA52F-1A3A-491C-928B-8162F43BA9F7}"/>
                  </a:ext>
                </a:extLst>
              </p14:cNvPr>
              <p14:cNvContentPartPr/>
              <p14:nvPr/>
            </p14:nvContentPartPr>
            <p14:xfrm>
              <a:off x="1655280" y="2214720"/>
              <a:ext cx="7494120" cy="137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4FA52F-1A3A-491C-928B-8162F43BA9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5920" y="2205360"/>
                <a:ext cx="7512840" cy="139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>
            <a:extLst>
              <a:ext uri="{FF2B5EF4-FFF2-40B4-BE49-F238E27FC236}">
                <a16:creationId xmlns:a16="http://schemas.microsoft.com/office/drawing/2014/main" id="{1F43B685-6764-4013-9793-B05C8D9B998F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Shannon’s Expansion Theorem</a:t>
            </a:r>
          </a:p>
        </p:txBody>
      </p:sp>
      <p:pic>
        <p:nvPicPr>
          <p:cNvPr id="113666" name="Picture 32" descr="Screen shot 2013-10-14 at 2.55.45 PM.png">
            <a:extLst>
              <a:ext uri="{FF2B5EF4-FFF2-40B4-BE49-F238E27FC236}">
                <a16:creationId xmlns:a16="http://schemas.microsoft.com/office/drawing/2014/main" id="{7F288254-54BF-461E-95F3-A3902F337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8534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3667" name="Group 35">
            <a:extLst>
              <a:ext uri="{FF2B5EF4-FFF2-40B4-BE49-F238E27FC236}">
                <a16:creationId xmlns:a16="http://schemas.microsoft.com/office/drawing/2014/main" id="{A6D62864-1E17-4DBC-B939-F4EC0546451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8510588" cy="503238"/>
            <a:chOff x="457200" y="1981200"/>
            <a:chExt cx="8509811" cy="503983"/>
          </a:xfrm>
        </p:grpSpPr>
        <p:sp>
          <p:nvSpPr>
            <p:cNvPr id="113668" name="TextBox 33">
              <a:extLst>
                <a:ext uri="{FF2B5EF4-FFF2-40B4-BE49-F238E27FC236}">
                  <a16:creationId xmlns:a16="http://schemas.microsoft.com/office/drawing/2014/main" id="{205AB770-76E4-4A85-A871-B9B3FE991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981200"/>
              <a:ext cx="85098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Any Boolean function                           can be rewritten in the form:</a:t>
              </a:r>
            </a:p>
          </p:txBody>
        </p:sp>
        <p:pic>
          <p:nvPicPr>
            <p:cNvPr id="113669" name="Picture 34" descr="Screen shot 2013-10-14 at 3.00.46 PM.png">
              <a:extLst>
                <a:ext uri="{FF2B5EF4-FFF2-40B4-BE49-F238E27FC236}">
                  <a16:creationId xmlns:a16="http://schemas.microsoft.com/office/drawing/2014/main" id="{CDA09FE4-94D3-4A44-B9A7-277F53704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5148" y="2103166"/>
              <a:ext cx="1704927" cy="382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2F2DFE-89E7-42FA-8D6A-7B77A1DC12D7}"/>
                  </a:ext>
                </a:extLst>
              </p14:cNvPr>
              <p14:cNvContentPartPr/>
              <p14:nvPr/>
            </p14:nvContentPartPr>
            <p14:xfrm>
              <a:off x="2877120" y="649800"/>
              <a:ext cx="5931360" cy="142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2F2DFE-89E7-42FA-8D6A-7B77A1DC12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7760" y="640440"/>
                <a:ext cx="5950080" cy="144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Title 1">
            <a:extLst>
              <a:ext uri="{FF2B5EF4-FFF2-40B4-BE49-F238E27FC236}">
                <a16:creationId xmlns:a16="http://schemas.microsoft.com/office/drawing/2014/main" id="{7BEEC52B-4DC5-4A47-8A45-DBE369F535D5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Shannon’s Expansion Theorem</a:t>
            </a:r>
          </a:p>
        </p:txBody>
      </p:sp>
      <p:pic>
        <p:nvPicPr>
          <p:cNvPr id="115714" name="Picture 32" descr="Screen shot 2013-10-14 at 2.55.45 PM.png">
            <a:extLst>
              <a:ext uri="{FF2B5EF4-FFF2-40B4-BE49-F238E27FC236}">
                <a16:creationId xmlns:a16="http://schemas.microsoft.com/office/drawing/2014/main" id="{A3B7A47C-1EAA-41CF-A8AF-D4A2BD187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534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5715" name="Group 35">
            <a:extLst>
              <a:ext uri="{FF2B5EF4-FFF2-40B4-BE49-F238E27FC236}">
                <a16:creationId xmlns:a16="http://schemas.microsoft.com/office/drawing/2014/main" id="{E56E7EA1-1418-4066-98EF-284D1E3C87F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066800"/>
            <a:ext cx="8510588" cy="503238"/>
            <a:chOff x="457200" y="1981200"/>
            <a:chExt cx="8509811" cy="503983"/>
          </a:xfrm>
        </p:grpSpPr>
        <p:sp>
          <p:nvSpPr>
            <p:cNvPr id="115721" name="TextBox 33">
              <a:extLst>
                <a:ext uri="{FF2B5EF4-FFF2-40B4-BE49-F238E27FC236}">
                  <a16:creationId xmlns:a16="http://schemas.microsoft.com/office/drawing/2014/main" id="{1A9CE792-B67A-467F-A56E-EAE6D727B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981200"/>
              <a:ext cx="850981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>
                  <a:latin typeface="Times" panose="02020603050405020304" pitchFamily="18" charset="0"/>
                </a:rPr>
                <a:t>Any Boolean function                           can be rewritten in the form:</a:t>
              </a:r>
            </a:p>
          </p:txBody>
        </p:sp>
        <p:pic>
          <p:nvPicPr>
            <p:cNvPr id="115722" name="Picture 34" descr="Screen shot 2013-10-14 at 3.00.46 PM.png">
              <a:extLst>
                <a:ext uri="{FF2B5EF4-FFF2-40B4-BE49-F238E27FC236}">
                  <a16:creationId xmlns:a16="http://schemas.microsoft.com/office/drawing/2014/main" id="{1083E6C7-30E9-43E0-BC7F-4CF382E9C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5148" y="2103166"/>
              <a:ext cx="1704927" cy="382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5716" name="Picture 1" descr="Screen shot 2013-10-14 at 3.11.29 PM.png">
            <a:extLst>
              <a:ext uri="{FF2B5EF4-FFF2-40B4-BE49-F238E27FC236}">
                <a16:creationId xmlns:a16="http://schemas.microsoft.com/office/drawing/2014/main" id="{581D3767-DB5A-4BA2-9EAB-D5FEDBD96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733800"/>
            <a:ext cx="4597400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TextBox 2">
            <a:extLst>
              <a:ext uri="{FF2B5EF4-FFF2-40B4-BE49-F238E27FC236}">
                <a16:creationId xmlns:a16="http://schemas.microsoft.com/office/drawing/2014/main" id="{BA35A046-E7B9-4253-8544-A12073501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257800"/>
            <a:ext cx="1196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cofactor</a:t>
            </a:r>
          </a:p>
        </p:txBody>
      </p:sp>
      <p:sp>
        <p:nvSpPr>
          <p:cNvPr id="115718" name="TextBox 8">
            <a:extLst>
              <a:ext uri="{FF2B5EF4-FFF2-40B4-BE49-F238E27FC236}">
                <a16:creationId xmlns:a16="http://schemas.microsoft.com/office/drawing/2014/main" id="{861FFD6E-EDE4-4D11-A7FC-6866B8BF3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257800"/>
            <a:ext cx="1196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cofactor</a:t>
            </a:r>
          </a:p>
        </p:txBody>
      </p:sp>
      <p:cxnSp>
        <p:nvCxnSpPr>
          <p:cNvPr id="115719" name="Straight Arrow Connector 5">
            <a:extLst>
              <a:ext uri="{FF2B5EF4-FFF2-40B4-BE49-F238E27FC236}">
                <a16:creationId xmlns:a16="http://schemas.microsoft.com/office/drawing/2014/main" id="{20B98EEF-47D7-40F0-9FE5-6FA63EEF8359}"/>
              </a:ext>
            </a:extLst>
          </p:cNvPr>
          <p:cNvCxnSpPr>
            <a:cxnSpLocks noChangeShapeType="1"/>
            <a:stCxn id="115717" idx="0"/>
          </p:cNvCxnSpPr>
          <p:nvPr/>
        </p:nvCxnSpPr>
        <p:spPr bwMode="auto">
          <a:xfrm flipV="1">
            <a:off x="4027488" y="4495800"/>
            <a:ext cx="468312" cy="762000"/>
          </a:xfrm>
          <a:prstGeom prst="straightConnector1">
            <a:avLst/>
          </a:prstGeom>
          <a:noFill/>
          <a:ln w="444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720" name="Straight Arrow Connector 11">
            <a:extLst>
              <a:ext uri="{FF2B5EF4-FFF2-40B4-BE49-F238E27FC236}">
                <a16:creationId xmlns:a16="http://schemas.microsoft.com/office/drawing/2014/main" id="{A4022841-3DF6-4EAD-8CA9-4B28DDC9F03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8400" y="4419600"/>
            <a:ext cx="609600" cy="914400"/>
          </a:xfrm>
          <a:prstGeom prst="straightConnector1">
            <a:avLst/>
          </a:prstGeom>
          <a:noFill/>
          <a:ln w="444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2D6CAEDB-F3F1-44ED-BC61-D33B6622957E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+mn-lt"/>
              </a:rPr>
              <a:t>Shannon’s Expansion Theorem (Example)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D1A294-EF7E-4AF0-A33F-1A6B04FE8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990600"/>
            <a:ext cx="5987143" cy="70793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2D6CAEDB-F3F1-44ED-BC61-D33B6622957E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+mn-lt"/>
              </a:rPr>
              <a:t>Shannon’s Expansion Theorem (Example)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78CA9-35B4-4E5D-9A09-93061DBCE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57" y="990600"/>
            <a:ext cx="5987143" cy="7079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72254-F966-4755-9B8B-6E2C654F7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57" y="2125013"/>
            <a:ext cx="3074477" cy="7079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695FCD-1EC7-44E6-9D7B-3E7B47B97AED}"/>
                  </a:ext>
                </a:extLst>
              </p14:cNvPr>
              <p14:cNvContentPartPr/>
              <p14:nvPr/>
            </p14:nvContentPartPr>
            <p14:xfrm>
              <a:off x="2604960" y="692640"/>
              <a:ext cx="6075000" cy="597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695FCD-1EC7-44E6-9D7B-3E7B47B97A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5600" y="683280"/>
                <a:ext cx="6093720" cy="599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90719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2D6CAEDB-F3F1-44ED-BC61-D33B6622957E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+mn-lt"/>
              </a:rPr>
              <a:t>Shannon’s Expansion Theorem (Example)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AE4C2-3EC4-4ED7-8B16-F6220AA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599461"/>
            <a:ext cx="8915399" cy="115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978CA9-35B4-4E5D-9A09-93061DBCE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57" y="990600"/>
            <a:ext cx="5987143" cy="707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130E9-F647-448A-821D-9AF0DC6E3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635" y="1828800"/>
            <a:ext cx="3074477" cy="70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493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itle 1">
            <a:extLst>
              <a:ext uri="{FF2B5EF4-FFF2-40B4-BE49-F238E27FC236}">
                <a16:creationId xmlns:a16="http://schemas.microsoft.com/office/drawing/2014/main" id="{2D6CAEDB-F3F1-44ED-BC61-D33B6622957E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+mn-lt"/>
              </a:rPr>
              <a:t>Shannon’s Expansion Theorem (Example)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AE4C2-3EC4-4ED7-8B16-F6220AA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571239"/>
            <a:ext cx="8915399" cy="115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978CA9-35B4-4E5D-9A09-93061DBCE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57" y="990600"/>
            <a:ext cx="5987143" cy="707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130E9-F647-448A-821D-9AF0DC6E3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101" y="1828800"/>
            <a:ext cx="3074477" cy="70793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6FC70D5-0A7F-4BF9-ACBC-5E85B8AA1A4D}"/>
              </a:ext>
            </a:extLst>
          </p:cNvPr>
          <p:cNvGrpSpPr/>
          <p:nvPr/>
        </p:nvGrpSpPr>
        <p:grpSpPr>
          <a:xfrm>
            <a:off x="2292350" y="4319587"/>
            <a:ext cx="4227512" cy="1481138"/>
            <a:chOff x="2292350" y="4319587"/>
            <a:chExt cx="4227512" cy="1481138"/>
          </a:xfrm>
        </p:grpSpPr>
        <p:sp>
          <p:nvSpPr>
            <p:cNvPr id="6" name="Line 164">
              <a:extLst>
                <a:ext uri="{FF2B5EF4-FFF2-40B4-BE49-F238E27FC236}">
                  <a16:creationId xmlns:a16="http://schemas.microsoft.com/office/drawing/2014/main" id="{39960D3C-DD55-4A87-B7F6-8848CFAC8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6137" y="5130800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165">
              <a:extLst>
                <a:ext uri="{FF2B5EF4-FFF2-40B4-BE49-F238E27FC236}">
                  <a16:creationId xmlns:a16="http://schemas.microsoft.com/office/drawing/2014/main" id="{97CEAC1D-5167-41F8-A42C-B2EE347DC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2" y="4721225"/>
              <a:ext cx="320675" cy="798512"/>
            </a:xfrm>
            <a:custGeom>
              <a:avLst/>
              <a:gdLst>
                <a:gd name="T0" fmla="*/ 2147483646 w 402"/>
                <a:gd name="T1" fmla="*/ 2147483646 h 1006"/>
                <a:gd name="T2" fmla="*/ 2147483646 w 402"/>
                <a:gd name="T3" fmla="*/ 2147483646 h 1006"/>
                <a:gd name="T4" fmla="*/ 0 w 402"/>
                <a:gd name="T5" fmla="*/ 0 h 1006"/>
                <a:gd name="T6" fmla="*/ 0 w 402"/>
                <a:gd name="T7" fmla="*/ 2147483646 h 1006"/>
                <a:gd name="T8" fmla="*/ 2147483646 w 402"/>
                <a:gd name="T9" fmla="*/ 2147483646 h 10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2"/>
                <a:gd name="T16" fmla="*/ 0 h 1006"/>
                <a:gd name="T17" fmla="*/ 402 w 402"/>
                <a:gd name="T18" fmla="*/ 1006 h 10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2" h="1006">
                  <a:moveTo>
                    <a:pt x="402" y="805"/>
                  </a:moveTo>
                  <a:lnTo>
                    <a:pt x="402" y="202"/>
                  </a:lnTo>
                  <a:lnTo>
                    <a:pt x="0" y="0"/>
                  </a:lnTo>
                  <a:lnTo>
                    <a:pt x="0" y="1006"/>
                  </a:lnTo>
                  <a:lnTo>
                    <a:pt x="402" y="80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66">
              <a:extLst>
                <a:ext uri="{FF2B5EF4-FFF2-40B4-BE49-F238E27FC236}">
                  <a16:creationId xmlns:a16="http://schemas.microsoft.com/office/drawing/2014/main" id="{A891C29E-879B-42CF-BFB6-1109D6DB1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5800" y="4470400"/>
              <a:ext cx="1587" cy="341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68">
              <a:extLst>
                <a:ext uri="{FF2B5EF4-FFF2-40B4-BE49-F238E27FC236}">
                  <a16:creationId xmlns:a16="http://schemas.microsoft.com/office/drawing/2014/main" id="{CB6CD0EF-3ECA-416A-97F4-C688465EC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4637" y="4470400"/>
              <a:ext cx="4111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169">
              <a:extLst>
                <a:ext uri="{FF2B5EF4-FFF2-40B4-BE49-F238E27FC236}">
                  <a16:creationId xmlns:a16="http://schemas.microsoft.com/office/drawing/2014/main" id="{61FDB063-5C8C-4FBE-B3D0-83A120619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12" y="5024437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" name="Rectangle 170">
              <a:extLst>
                <a:ext uri="{FF2B5EF4-FFF2-40B4-BE49-F238E27FC236}">
                  <a16:creationId xmlns:a16="http://schemas.microsoft.com/office/drawing/2014/main" id="{E29B6A18-5D9D-43AD-9AF6-867B85DB6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706937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2" name="Rectangle 171">
              <a:extLst>
                <a:ext uri="{FF2B5EF4-FFF2-40B4-BE49-F238E27FC236}">
                  <a16:creationId xmlns:a16="http://schemas.microsoft.com/office/drawing/2014/main" id="{D51328B0-E642-4F9B-8A71-BFEEAA2A3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812" y="4811712"/>
              <a:ext cx="12382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" name="Rectangle 172">
              <a:extLst>
                <a:ext uri="{FF2B5EF4-FFF2-40B4-BE49-F238E27FC236}">
                  <a16:creationId xmlns:a16="http://schemas.microsoft.com/office/drawing/2014/main" id="{8FF26ABC-D9DC-492A-84D1-BF39778A1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75" y="4319587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DAB2AF89-4854-4761-8064-91A330470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150" y="4835525"/>
              <a:ext cx="46037" cy="44450"/>
            </a:xfrm>
            <a:custGeom>
              <a:avLst/>
              <a:gdLst>
                <a:gd name="T0" fmla="*/ 2147483646 w 57"/>
                <a:gd name="T1" fmla="*/ 0 h 58"/>
                <a:gd name="T2" fmla="*/ 2147483646 w 57"/>
                <a:gd name="T3" fmla="*/ 2147483646 h 58"/>
                <a:gd name="T4" fmla="*/ 2147483646 w 57"/>
                <a:gd name="T5" fmla="*/ 2147483646 h 58"/>
                <a:gd name="T6" fmla="*/ 2147483646 w 57"/>
                <a:gd name="T7" fmla="*/ 2147483646 h 58"/>
                <a:gd name="T8" fmla="*/ 2147483646 w 57"/>
                <a:gd name="T9" fmla="*/ 2147483646 h 58"/>
                <a:gd name="T10" fmla="*/ 2147483646 w 57"/>
                <a:gd name="T11" fmla="*/ 2147483646 h 58"/>
                <a:gd name="T12" fmla="*/ 2147483646 w 57"/>
                <a:gd name="T13" fmla="*/ 2147483646 h 58"/>
                <a:gd name="T14" fmla="*/ 2147483646 w 57"/>
                <a:gd name="T15" fmla="*/ 2147483646 h 58"/>
                <a:gd name="T16" fmla="*/ 2147483646 w 57"/>
                <a:gd name="T17" fmla="*/ 2147483646 h 58"/>
                <a:gd name="T18" fmla="*/ 2147483646 w 57"/>
                <a:gd name="T19" fmla="*/ 2147483646 h 58"/>
                <a:gd name="T20" fmla="*/ 0 w 57"/>
                <a:gd name="T21" fmla="*/ 2147483646 h 58"/>
                <a:gd name="T22" fmla="*/ 0 w 57"/>
                <a:gd name="T23" fmla="*/ 2147483646 h 58"/>
                <a:gd name="T24" fmla="*/ 2147483646 w 57"/>
                <a:gd name="T25" fmla="*/ 2147483646 h 58"/>
                <a:gd name="T26" fmla="*/ 2147483646 w 57"/>
                <a:gd name="T27" fmla="*/ 2147483646 h 58"/>
                <a:gd name="T28" fmla="*/ 2147483646 w 57"/>
                <a:gd name="T29" fmla="*/ 2147483646 h 58"/>
                <a:gd name="T30" fmla="*/ 2147483646 w 57"/>
                <a:gd name="T31" fmla="*/ 2147483646 h 58"/>
                <a:gd name="T32" fmla="*/ 2147483646 w 57"/>
                <a:gd name="T33" fmla="*/ 2147483646 h 58"/>
                <a:gd name="T34" fmla="*/ 2147483646 w 57"/>
                <a:gd name="T35" fmla="*/ 2147483646 h 58"/>
                <a:gd name="T36" fmla="*/ 2147483646 w 57"/>
                <a:gd name="T37" fmla="*/ 2147483646 h 58"/>
                <a:gd name="T38" fmla="*/ 2147483646 w 57"/>
                <a:gd name="T39" fmla="*/ 2147483646 h 58"/>
                <a:gd name="T40" fmla="*/ 2147483646 w 57"/>
                <a:gd name="T41" fmla="*/ 2147483646 h 58"/>
                <a:gd name="T42" fmla="*/ 2147483646 w 57"/>
                <a:gd name="T43" fmla="*/ 2147483646 h 58"/>
                <a:gd name="T44" fmla="*/ 2147483646 w 57"/>
                <a:gd name="T45" fmla="*/ 2147483646 h 58"/>
                <a:gd name="T46" fmla="*/ 2147483646 w 57"/>
                <a:gd name="T47" fmla="*/ 2147483646 h 58"/>
                <a:gd name="T48" fmla="*/ 2147483646 w 57"/>
                <a:gd name="T49" fmla="*/ 2147483646 h 58"/>
                <a:gd name="T50" fmla="*/ 2147483646 w 57"/>
                <a:gd name="T51" fmla="*/ 2147483646 h 58"/>
                <a:gd name="T52" fmla="*/ 2147483646 w 57"/>
                <a:gd name="T53" fmla="*/ 2147483646 h 58"/>
                <a:gd name="T54" fmla="*/ 2147483646 w 57"/>
                <a:gd name="T55" fmla="*/ 2147483646 h 58"/>
                <a:gd name="T56" fmla="*/ 2147483646 w 57"/>
                <a:gd name="T57" fmla="*/ 2147483646 h 58"/>
                <a:gd name="T58" fmla="*/ 2147483646 w 57"/>
                <a:gd name="T59" fmla="*/ 2147483646 h 58"/>
                <a:gd name="T60" fmla="*/ 2147483646 w 57"/>
                <a:gd name="T61" fmla="*/ 2147483646 h 58"/>
                <a:gd name="T62" fmla="*/ 2147483646 w 57"/>
                <a:gd name="T63" fmla="*/ 2147483646 h 58"/>
                <a:gd name="T64" fmla="*/ 2147483646 w 57"/>
                <a:gd name="T65" fmla="*/ 2147483646 h 58"/>
                <a:gd name="T66" fmla="*/ 2147483646 w 57"/>
                <a:gd name="T67" fmla="*/ 2147483646 h 58"/>
                <a:gd name="T68" fmla="*/ 2147483646 w 57"/>
                <a:gd name="T69" fmla="*/ 2147483646 h 58"/>
                <a:gd name="T70" fmla="*/ 2147483646 w 57"/>
                <a:gd name="T71" fmla="*/ 2147483646 h 58"/>
                <a:gd name="T72" fmla="*/ 2147483646 w 57"/>
                <a:gd name="T73" fmla="*/ 2147483646 h 58"/>
                <a:gd name="T74" fmla="*/ 2147483646 w 57"/>
                <a:gd name="T75" fmla="*/ 2147483646 h 58"/>
                <a:gd name="T76" fmla="*/ 2147483646 w 57"/>
                <a:gd name="T77" fmla="*/ 2147483646 h 58"/>
                <a:gd name="T78" fmla="*/ 2147483646 w 57"/>
                <a:gd name="T79" fmla="*/ 2147483646 h 58"/>
                <a:gd name="T80" fmla="*/ 2147483646 w 57"/>
                <a:gd name="T81" fmla="*/ 2147483646 h 58"/>
                <a:gd name="T82" fmla="*/ 2147483646 w 57"/>
                <a:gd name="T83" fmla="*/ 2147483646 h 58"/>
                <a:gd name="T84" fmla="*/ 2147483646 w 57"/>
                <a:gd name="T85" fmla="*/ 2147483646 h 58"/>
                <a:gd name="T86" fmla="*/ 2147483646 w 57"/>
                <a:gd name="T87" fmla="*/ 0 h 58"/>
                <a:gd name="T88" fmla="*/ 2147483646 w 57"/>
                <a:gd name="T89" fmla="*/ 2147483646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8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8" y="49"/>
                  </a:lnTo>
                  <a:lnTo>
                    <a:pt x="10" y="50"/>
                  </a:lnTo>
                  <a:lnTo>
                    <a:pt x="11" y="52"/>
                  </a:lnTo>
                  <a:lnTo>
                    <a:pt x="13" y="53"/>
                  </a:lnTo>
                  <a:lnTo>
                    <a:pt x="14" y="53"/>
                  </a:lnTo>
                  <a:lnTo>
                    <a:pt x="16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1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6"/>
                  </a:lnTo>
                  <a:lnTo>
                    <a:pt x="41" y="55"/>
                  </a:lnTo>
                  <a:lnTo>
                    <a:pt x="43" y="55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2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50" y="49"/>
                  </a:lnTo>
                  <a:lnTo>
                    <a:pt x="52" y="48"/>
                  </a:lnTo>
                  <a:lnTo>
                    <a:pt x="52" y="46"/>
                  </a:lnTo>
                  <a:lnTo>
                    <a:pt x="53" y="45"/>
                  </a:lnTo>
                  <a:lnTo>
                    <a:pt x="54" y="43"/>
                  </a:lnTo>
                  <a:lnTo>
                    <a:pt x="54" y="42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8"/>
                  </a:lnTo>
                  <a:lnTo>
                    <a:pt x="57" y="36"/>
                  </a:lnTo>
                  <a:lnTo>
                    <a:pt x="57" y="35"/>
                  </a:lnTo>
                  <a:lnTo>
                    <a:pt x="57" y="33"/>
                  </a:lnTo>
                  <a:lnTo>
                    <a:pt x="57" y="32"/>
                  </a:lnTo>
                  <a:lnTo>
                    <a:pt x="57" y="30"/>
                  </a:lnTo>
                  <a:lnTo>
                    <a:pt x="57" y="29"/>
                  </a:lnTo>
                  <a:lnTo>
                    <a:pt x="57" y="27"/>
                  </a:lnTo>
                  <a:lnTo>
                    <a:pt x="57" y="26"/>
                  </a:lnTo>
                  <a:lnTo>
                    <a:pt x="57" y="25"/>
                  </a:lnTo>
                  <a:lnTo>
                    <a:pt x="57" y="23"/>
                  </a:lnTo>
                  <a:lnTo>
                    <a:pt x="57" y="22"/>
                  </a:lnTo>
                  <a:lnTo>
                    <a:pt x="56" y="20"/>
                  </a:lnTo>
                  <a:lnTo>
                    <a:pt x="56" y="19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4" y="16"/>
                  </a:lnTo>
                  <a:lnTo>
                    <a:pt x="53" y="15"/>
                  </a:lnTo>
                  <a:lnTo>
                    <a:pt x="53" y="13"/>
                  </a:lnTo>
                  <a:lnTo>
                    <a:pt x="52" y="12"/>
                  </a:lnTo>
                  <a:lnTo>
                    <a:pt x="50" y="10"/>
                  </a:lnTo>
                  <a:lnTo>
                    <a:pt x="49" y="9"/>
                  </a:lnTo>
                  <a:lnTo>
                    <a:pt x="49" y="7"/>
                  </a:lnTo>
                  <a:lnTo>
                    <a:pt x="47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A2877C8-3ECC-4ECD-B602-A51F1721D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4821237"/>
              <a:ext cx="55562" cy="55563"/>
            </a:xfrm>
            <a:custGeom>
              <a:avLst/>
              <a:gdLst>
                <a:gd name="T0" fmla="*/ 2147483646 w 70"/>
                <a:gd name="T1" fmla="*/ 0 h 70"/>
                <a:gd name="T2" fmla="*/ 2147483646 w 70"/>
                <a:gd name="T3" fmla="*/ 2147483646 h 70"/>
                <a:gd name="T4" fmla="*/ 2147483646 w 70"/>
                <a:gd name="T5" fmla="*/ 2147483646 h 70"/>
                <a:gd name="T6" fmla="*/ 2147483646 w 70"/>
                <a:gd name="T7" fmla="*/ 2147483646 h 70"/>
                <a:gd name="T8" fmla="*/ 2147483646 w 70"/>
                <a:gd name="T9" fmla="*/ 2147483646 h 70"/>
                <a:gd name="T10" fmla="*/ 2147483646 w 70"/>
                <a:gd name="T11" fmla="*/ 2147483646 h 70"/>
                <a:gd name="T12" fmla="*/ 2147483646 w 70"/>
                <a:gd name="T13" fmla="*/ 2147483646 h 70"/>
                <a:gd name="T14" fmla="*/ 2147483646 w 70"/>
                <a:gd name="T15" fmla="*/ 2147483646 h 70"/>
                <a:gd name="T16" fmla="*/ 2147483646 w 70"/>
                <a:gd name="T17" fmla="*/ 2147483646 h 70"/>
                <a:gd name="T18" fmla="*/ 0 w 70"/>
                <a:gd name="T19" fmla="*/ 2147483646 h 70"/>
                <a:gd name="T20" fmla="*/ 0 w 70"/>
                <a:gd name="T21" fmla="*/ 2147483646 h 70"/>
                <a:gd name="T22" fmla="*/ 0 w 70"/>
                <a:gd name="T23" fmla="*/ 2147483646 h 70"/>
                <a:gd name="T24" fmla="*/ 2147483646 w 70"/>
                <a:gd name="T25" fmla="*/ 2147483646 h 70"/>
                <a:gd name="T26" fmla="*/ 2147483646 w 70"/>
                <a:gd name="T27" fmla="*/ 2147483646 h 70"/>
                <a:gd name="T28" fmla="*/ 2147483646 w 70"/>
                <a:gd name="T29" fmla="*/ 2147483646 h 70"/>
                <a:gd name="T30" fmla="*/ 2147483646 w 70"/>
                <a:gd name="T31" fmla="*/ 2147483646 h 70"/>
                <a:gd name="T32" fmla="*/ 2147483646 w 70"/>
                <a:gd name="T33" fmla="*/ 2147483646 h 70"/>
                <a:gd name="T34" fmla="*/ 2147483646 w 70"/>
                <a:gd name="T35" fmla="*/ 2147483646 h 70"/>
                <a:gd name="T36" fmla="*/ 2147483646 w 70"/>
                <a:gd name="T37" fmla="*/ 2147483646 h 70"/>
                <a:gd name="T38" fmla="*/ 2147483646 w 70"/>
                <a:gd name="T39" fmla="*/ 2147483646 h 70"/>
                <a:gd name="T40" fmla="*/ 2147483646 w 70"/>
                <a:gd name="T41" fmla="*/ 2147483646 h 70"/>
                <a:gd name="T42" fmla="*/ 2147483646 w 70"/>
                <a:gd name="T43" fmla="*/ 2147483646 h 70"/>
                <a:gd name="T44" fmla="*/ 2147483646 w 70"/>
                <a:gd name="T45" fmla="*/ 2147483646 h 70"/>
                <a:gd name="T46" fmla="*/ 2147483646 w 70"/>
                <a:gd name="T47" fmla="*/ 2147483646 h 70"/>
                <a:gd name="T48" fmla="*/ 2147483646 w 70"/>
                <a:gd name="T49" fmla="*/ 2147483646 h 70"/>
                <a:gd name="T50" fmla="*/ 2147483646 w 70"/>
                <a:gd name="T51" fmla="*/ 2147483646 h 70"/>
                <a:gd name="T52" fmla="*/ 2147483646 w 70"/>
                <a:gd name="T53" fmla="*/ 2147483646 h 70"/>
                <a:gd name="T54" fmla="*/ 2147483646 w 70"/>
                <a:gd name="T55" fmla="*/ 2147483646 h 70"/>
                <a:gd name="T56" fmla="*/ 2147483646 w 70"/>
                <a:gd name="T57" fmla="*/ 2147483646 h 70"/>
                <a:gd name="T58" fmla="*/ 2147483646 w 70"/>
                <a:gd name="T59" fmla="*/ 2147483646 h 70"/>
                <a:gd name="T60" fmla="*/ 2147483646 w 70"/>
                <a:gd name="T61" fmla="*/ 2147483646 h 70"/>
                <a:gd name="T62" fmla="*/ 2147483646 w 70"/>
                <a:gd name="T63" fmla="*/ 2147483646 h 70"/>
                <a:gd name="T64" fmla="*/ 2147483646 w 70"/>
                <a:gd name="T65" fmla="*/ 2147483646 h 70"/>
                <a:gd name="T66" fmla="*/ 2147483646 w 70"/>
                <a:gd name="T67" fmla="*/ 2147483646 h 70"/>
                <a:gd name="T68" fmla="*/ 2147483646 w 70"/>
                <a:gd name="T69" fmla="*/ 2147483646 h 70"/>
                <a:gd name="T70" fmla="*/ 2147483646 w 70"/>
                <a:gd name="T71" fmla="*/ 2147483646 h 70"/>
                <a:gd name="T72" fmla="*/ 2147483646 w 70"/>
                <a:gd name="T73" fmla="*/ 2147483646 h 70"/>
                <a:gd name="T74" fmla="*/ 2147483646 w 70"/>
                <a:gd name="T75" fmla="*/ 2147483646 h 70"/>
                <a:gd name="T76" fmla="*/ 2147483646 w 70"/>
                <a:gd name="T77" fmla="*/ 2147483646 h 70"/>
                <a:gd name="T78" fmla="*/ 2147483646 w 70"/>
                <a:gd name="T79" fmla="*/ 2147483646 h 70"/>
                <a:gd name="T80" fmla="*/ 2147483646 w 70"/>
                <a:gd name="T81" fmla="*/ 2147483646 h 70"/>
                <a:gd name="T82" fmla="*/ 2147483646 w 70"/>
                <a:gd name="T83" fmla="*/ 2147483646 h 70"/>
                <a:gd name="T84" fmla="*/ 2147483646 w 70"/>
                <a:gd name="T85" fmla="*/ 0 h 70"/>
                <a:gd name="T86" fmla="*/ 2147483646 w 70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0"/>
                <a:gd name="T133" fmla="*/ 0 h 70"/>
                <a:gd name="T134" fmla="*/ 70 w 70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0" h="70">
                  <a:moveTo>
                    <a:pt x="34" y="0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2" y="9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4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1" y="44"/>
                  </a:lnTo>
                  <a:lnTo>
                    <a:pt x="1" y="46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50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7" y="56"/>
                  </a:lnTo>
                  <a:lnTo>
                    <a:pt x="8" y="57"/>
                  </a:lnTo>
                  <a:lnTo>
                    <a:pt x="8" y="59"/>
                  </a:lnTo>
                  <a:lnTo>
                    <a:pt x="10" y="60"/>
                  </a:lnTo>
                  <a:lnTo>
                    <a:pt x="11" y="60"/>
                  </a:lnTo>
                  <a:lnTo>
                    <a:pt x="12" y="62"/>
                  </a:lnTo>
                  <a:lnTo>
                    <a:pt x="14" y="63"/>
                  </a:lnTo>
                  <a:lnTo>
                    <a:pt x="15" y="65"/>
                  </a:lnTo>
                  <a:lnTo>
                    <a:pt x="17" y="65"/>
                  </a:lnTo>
                  <a:lnTo>
                    <a:pt x="18" y="66"/>
                  </a:lnTo>
                  <a:lnTo>
                    <a:pt x="20" y="66"/>
                  </a:lnTo>
                  <a:lnTo>
                    <a:pt x="21" y="67"/>
                  </a:lnTo>
                  <a:lnTo>
                    <a:pt x="23" y="67"/>
                  </a:lnTo>
                  <a:lnTo>
                    <a:pt x="24" y="69"/>
                  </a:lnTo>
                  <a:lnTo>
                    <a:pt x="25" y="69"/>
                  </a:lnTo>
                  <a:lnTo>
                    <a:pt x="28" y="69"/>
                  </a:lnTo>
                  <a:lnTo>
                    <a:pt x="30" y="70"/>
                  </a:lnTo>
                  <a:lnTo>
                    <a:pt x="31" y="70"/>
                  </a:lnTo>
                  <a:lnTo>
                    <a:pt x="33" y="70"/>
                  </a:lnTo>
                  <a:lnTo>
                    <a:pt x="34" y="70"/>
                  </a:lnTo>
                  <a:lnTo>
                    <a:pt x="37" y="70"/>
                  </a:lnTo>
                  <a:lnTo>
                    <a:pt x="38" y="70"/>
                  </a:lnTo>
                  <a:lnTo>
                    <a:pt x="40" y="70"/>
                  </a:lnTo>
                  <a:lnTo>
                    <a:pt x="41" y="69"/>
                  </a:lnTo>
                  <a:lnTo>
                    <a:pt x="44" y="69"/>
                  </a:lnTo>
                  <a:lnTo>
                    <a:pt x="46" y="69"/>
                  </a:lnTo>
                  <a:lnTo>
                    <a:pt x="47" y="67"/>
                  </a:lnTo>
                  <a:lnTo>
                    <a:pt x="48" y="67"/>
                  </a:lnTo>
                  <a:lnTo>
                    <a:pt x="50" y="66"/>
                  </a:lnTo>
                  <a:lnTo>
                    <a:pt x="51" y="66"/>
                  </a:lnTo>
                  <a:lnTo>
                    <a:pt x="53" y="65"/>
                  </a:lnTo>
                  <a:lnTo>
                    <a:pt x="54" y="65"/>
                  </a:lnTo>
                  <a:lnTo>
                    <a:pt x="56" y="63"/>
                  </a:lnTo>
                  <a:lnTo>
                    <a:pt x="57" y="62"/>
                  </a:lnTo>
                  <a:lnTo>
                    <a:pt x="58" y="60"/>
                  </a:lnTo>
                  <a:lnTo>
                    <a:pt x="60" y="60"/>
                  </a:lnTo>
                  <a:lnTo>
                    <a:pt x="61" y="59"/>
                  </a:lnTo>
                  <a:lnTo>
                    <a:pt x="61" y="57"/>
                  </a:lnTo>
                  <a:lnTo>
                    <a:pt x="63" y="56"/>
                  </a:lnTo>
                  <a:lnTo>
                    <a:pt x="64" y="55"/>
                  </a:lnTo>
                  <a:lnTo>
                    <a:pt x="64" y="53"/>
                  </a:lnTo>
                  <a:lnTo>
                    <a:pt x="66" y="52"/>
                  </a:lnTo>
                  <a:lnTo>
                    <a:pt x="66" y="50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6"/>
                  </a:lnTo>
                  <a:lnTo>
                    <a:pt x="69" y="44"/>
                  </a:lnTo>
                  <a:lnTo>
                    <a:pt x="69" y="42"/>
                  </a:lnTo>
                  <a:lnTo>
                    <a:pt x="70" y="40"/>
                  </a:lnTo>
                  <a:lnTo>
                    <a:pt x="70" y="39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70" y="33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69" y="29"/>
                  </a:lnTo>
                  <a:lnTo>
                    <a:pt x="69" y="26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7" y="21"/>
                  </a:lnTo>
                  <a:lnTo>
                    <a:pt x="66" y="20"/>
                  </a:lnTo>
                  <a:lnTo>
                    <a:pt x="66" y="19"/>
                  </a:lnTo>
                  <a:lnTo>
                    <a:pt x="64" y="17"/>
                  </a:lnTo>
                  <a:lnTo>
                    <a:pt x="64" y="16"/>
                  </a:lnTo>
                  <a:lnTo>
                    <a:pt x="63" y="14"/>
                  </a:lnTo>
                  <a:lnTo>
                    <a:pt x="61" y="13"/>
                  </a:lnTo>
                  <a:lnTo>
                    <a:pt x="61" y="11"/>
                  </a:lnTo>
                  <a:lnTo>
                    <a:pt x="60" y="10"/>
                  </a:lnTo>
                  <a:lnTo>
                    <a:pt x="58" y="9"/>
                  </a:lnTo>
                  <a:lnTo>
                    <a:pt x="57" y="9"/>
                  </a:lnTo>
                  <a:lnTo>
                    <a:pt x="56" y="7"/>
                  </a:lnTo>
                  <a:lnTo>
                    <a:pt x="54" y="6"/>
                  </a:lnTo>
                  <a:lnTo>
                    <a:pt x="53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8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78">
              <a:extLst>
                <a:ext uri="{FF2B5EF4-FFF2-40B4-BE49-F238E27FC236}">
                  <a16:creationId xmlns:a16="http://schemas.microsoft.com/office/drawing/2014/main" id="{CDEBF8AC-76C2-49C8-9E04-9233C25B8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250" y="4424362"/>
              <a:ext cx="12382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" name="Rectangle 179">
              <a:extLst>
                <a:ext uri="{FF2B5EF4-FFF2-40B4-BE49-F238E27FC236}">
                  <a16:creationId xmlns:a16="http://schemas.microsoft.com/office/drawing/2014/main" id="{DF7FA920-6E22-438F-AF32-F389D564C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432300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8" name="Line 180">
              <a:extLst>
                <a:ext uri="{FF2B5EF4-FFF2-40B4-BE49-F238E27FC236}">
                  <a16:creationId xmlns:a16="http://schemas.microsoft.com/office/drawing/2014/main" id="{87076B7C-4C94-425B-B9C3-8DD43064A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200" y="4857750"/>
              <a:ext cx="1004887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81">
              <a:extLst>
                <a:ext uri="{FF2B5EF4-FFF2-40B4-BE49-F238E27FC236}">
                  <a16:creationId xmlns:a16="http://schemas.microsoft.com/office/drawing/2014/main" id="{C605DFC3-7CE9-4FD6-B888-7040E32C6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6200" y="4583112"/>
              <a:ext cx="10048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2">
              <a:extLst>
                <a:ext uri="{FF2B5EF4-FFF2-40B4-BE49-F238E27FC236}">
                  <a16:creationId xmlns:a16="http://schemas.microsoft.com/office/drawing/2014/main" id="{291D5A2C-3417-41F0-9C6A-0A067D2A5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337" y="5257800"/>
              <a:ext cx="681038" cy="269875"/>
            </a:xfrm>
            <a:custGeom>
              <a:avLst/>
              <a:gdLst>
                <a:gd name="T0" fmla="*/ 2147483646 w 858"/>
                <a:gd name="T1" fmla="*/ 0 h 341"/>
                <a:gd name="T2" fmla="*/ 2147483646 w 858"/>
                <a:gd name="T3" fmla="*/ 0 h 341"/>
                <a:gd name="T4" fmla="*/ 2147483646 w 858"/>
                <a:gd name="T5" fmla="*/ 0 h 341"/>
                <a:gd name="T6" fmla="*/ 2147483646 w 858"/>
                <a:gd name="T7" fmla="*/ 2147483646 h 341"/>
                <a:gd name="T8" fmla="*/ 2147483646 w 858"/>
                <a:gd name="T9" fmla="*/ 2147483646 h 341"/>
                <a:gd name="T10" fmla="*/ 2147483646 w 858"/>
                <a:gd name="T11" fmla="*/ 2147483646 h 341"/>
                <a:gd name="T12" fmla="*/ 2147483646 w 858"/>
                <a:gd name="T13" fmla="*/ 2147483646 h 341"/>
                <a:gd name="T14" fmla="*/ 2147483646 w 858"/>
                <a:gd name="T15" fmla="*/ 2147483646 h 341"/>
                <a:gd name="T16" fmla="*/ 2147483646 w 858"/>
                <a:gd name="T17" fmla="*/ 2147483646 h 341"/>
                <a:gd name="T18" fmla="*/ 2147483646 w 858"/>
                <a:gd name="T19" fmla="*/ 2147483646 h 341"/>
                <a:gd name="T20" fmla="*/ 2147483646 w 858"/>
                <a:gd name="T21" fmla="*/ 2147483646 h 341"/>
                <a:gd name="T22" fmla="*/ 2147483646 w 858"/>
                <a:gd name="T23" fmla="*/ 2147483646 h 341"/>
                <a:gd name="T24" fmla="*/ 2147483646 w 858"/>
                <a:gd name="T25" fmla="*/ 2147483646 h 341"/>
                <a:gd name="T26" fmla="*/ 2147483646 w 858"/>
                <a:gd name="T27" fmla="*/ 2147483646 h 341"/>
                <a:gd name="T28" fmla="*/ 2147483646 w 858"/>
                <a:gd name="T29" fmla="*/ 2147483646 h 341"/>
                <a:gd name="T30" fmla="*/ 2147483646 w 858"/>
                <a:gd name="T31" fmla="*/ 2147483646 h 341"/>
                <a:gd name="T32" fmla="*/ 2147483646 w 858"/>
                <a:gd name="T33" fmla="*/ 2147483646 h 341"/>
                <a:gd name="T34" fmla="*/ 2147483646 w 858"/>
                <a:gd name="T35" fmla="*/ 2147483646 h 341"/>
                <a:gd name="T36" fmla="*/ 2147483646 w 858"/>
                <a:gd name="T37" fmla="*/ 2147483646 h 341"/>
                <a:gd name="T38" fmla="*/ 2147483646 w 858"/>
                <a:gd name="T39" fmla="*/ 2147483646 h 341"/>
                <a:gd name="T40" fmla="*/ 2147483646 w 858"/>
                <a:gd name="T41" fmla="*/ 2147483646 h 341"/>
                <a:gd name="T42" fmla="*/ 2147483646 w 858"/>
                <a:gd name="T43" fmla="*/ 2147483646 h 341"/>
                <a:gd name="T44" fmla="*/ 2147483646 w 858"/>
                <a:gd name="T45" fmla="*/ 2147483646 h 341"/>
                <a:gd name="T46" fmla="*/ 2147483646 w 858"/>
                <a:gd name="T47" fmla="*/ 2147483646 h 341"/>
                <a:gd name="T48" fmla="*/ 2147483646 w 858"/>
                <a:gd name="T49" fmla="*/ 2147483646 h 341"/>
                <a:gd name="T50" fmla="*/ 2147483646 w 858"/>
                <a:gd name="T51" fmla="*/ 2147483646 h 341"/>
                <a:gd name="T52" fmla="*/ 2147483646 w 858"/>
                <a:gd name="T53" fmla="*/ 2147483646 h 341"/>
                <a:gd name="T54" fmla="*/ 2147483646 w 858"/>
                <a:gd name="T55" fmla="*/ 2147483646 h 341"/>
                <a:gd name="T56" fmla="*/ 2147483646 w 858"/>
                <a:gd name="T57" fmla="*/ 2147483646 h 341"/>
                <a:gd name="T58" fmla="*/ 2147483646 w 858"/>
                <a:gd name="T59" fmla="*/ 2147483646 h 341"/>
                <a:gd name="T60" fmla="*/ 2147483646 w 858"/>
                <a:gd name="T61" fmla="*/ 2147483646 h 341"/>
                <a:gd name="T62" fmla="*/ 2147483646 w 858"/>
                <a:gd name="T63" fmla="*/ 2147483646 h 341"/>
                <a:gd name="T64" fmla="*/ 2147483646 w 858"/>
                <a:gd name="T65" fmla="*/ 2147483646 h 341"/>
                <a:gd name="T66" fmla="*/ 2147483646 w 858"/>
                <a:gd name="T67" fmla="*/ 2147483646 h 341"/>
                <a:gd name="T68" fmla="*/ 2147483646 w 858"/>
                <a:gd name="T69" fmla="*/ 2147483646 h 341"/>
                <a:gd name="T70" fmla="*/ 2147483646 w 858"/>
                <a:gd name="T71" fmla="*/ 2147483646 h 341"/>
                <a:gd name="T72" fmla="*/ 2147483646 w 858"/>
                <a:gd name="T73" fmla="*/ 2147483646 h 341"/>
                <a:gd name="T74" fmla="*/ 2147483646 w 858"/>
                <a:gd name="T75" fmla="*/ 2147483646 h 341"/>
                <a:gd name="T76" fmla="*/ 2147483646 w 858"/>
                <a:gd name="T77" fmla="*/ 2147483646 h 341"/>
                <a:gd name="T78" fmla="*/ 2147483646 w 858"/>
                <a:gd name="T79" fmla="*/ 2147483646 h 341"/>
                <a:gd name="T80" fmla="*/ 2147483646 w 858"/>
                <a:gd name="T81" fmla="*/ 2147483646 h 341"/>
                <a:gd name="T82" fmla="*/ 2147483646 w 858"/>
                <a:gd name="T83" fmla="*/ 2147483646 h 341"/>
                <a:gd name="T84" fmla="*/ 2147483646 w 858"/>
                <a:gd name="T85" fmla="*/ 2147483646 h 341"/>
                <a:gd name="T86" fmla="*/ 2147483646 w 858"/>
                <a:gd name="T87" fmla="*/ 2147483646 h 341"/>
                <a:gd name="T88" fmla="*/ 2147483646 w 858"/>
                <a:gd name="T89" fmla="*/ 2147483646 h 341"/>
                <a:gd name="T90" fmla="*/ 2147483646 w 858"/>
                <a:gd name="T91" fmla="*/ 2147483646 h 341"/>
                <a:gd name="T92" fmla="*/ 2147483646 w 858"/>
                <a:gd name="T93" fmla="*/ 2147483646 h 341"/>
                <a:gd name="T94" fmla="*/ 2147483646 w 858"/>
                <a:gd name="T95" fmla="*/ 2147483646 h 341"/>
                <a:gd name="T96" fmla="*/ 2147483646 w 858"/>
                <a:gd name="T97" fmla="*/ 2147483646 h 341"/>
                <a:gd name="T98" fmla="*/ 2147483646 w 858"/>
                <a:gd name="T99" fmla="*/ 2147483646 h 341"/>
                <a:gd name="T100" fmla="*/ 2147483646 w 858"/>
                <a:gd name="T101" fmla="*/ 2147483646 h 341"/>
                <a:gd name="T102" fmla="*/ 2147483646 w 858"/>
                <a:gd name="T103" fmla="*/ 2147483646 h 341"/>
                <a:gd name="T104" fmla="*/ 2147483646 w 858"/>
                <a:gd name="T105" fmla="*/ 2147483646 h 341"/>
                <a:gd name="T106" fmla="*/ 2147483646 w 858"/>
                <a:gd name="T107" fmla="*/ 2147483646 h 341"/>
                <a:gd name="T108" fmla="*/ 2147483646 w 858"/>
                <a:gd name="T109" fmla="*/ 2147483646 h 341"/>
                <a:gd name="T110" fmla="*/ 2147483646 w 858"/>
                <a:gd name="T111" fmla="*/ 2147483646 h 341"/>
                <a:gd name="T112" fmla="*/ 2147483646 w 858"/>
                <a:gd name="T113" fmla="*/ 2147483646 h 341"/>
                <a:gd name="T114" fmla="*/ 2147483646 w 858"/>
                <a:gd name="T115" fmla="*/ 2147483646 h 341"/>
                <a:gd name="T116" fmla="*/ 2147483646 w 858"/>
                <a:gd name="T117" fmla="*/ 2147483646 h 341"/>
                <a:gd name="T118" fmla="*/ 2147483646 w 858"/>
                <a:gd name="T119" fmla="*/ 2147483646 h 341"/>
                <a:gd name="T120" fmla="*/ 2147483646 w 858"/>
                <a:gd name="T121" fmla="*/ 2147483646 h 3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58"/>
                <a:gd name="T184" fmla="*/ 0 h 341"/>
                <a:gd name="T185" fmla="*/ 858 w 858"/>
                <a:gd name="T186" fmla="*/ 341 h 3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58" h="341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3" y="0"/>
                  </a:lnTo>
                  <a:lnTo>
                    <a:pt x="166" y="0"/>
                  </a:lnTo>
                  <a:lnTo>
                    <a:pt x="188" y="0"/>
                  </a:lnTo>
                  <a:lnTo>
                    <a:pt x="208" y="0"/>
                  </a:lnTo>
                  <a:lnTo>
                    <a:pt x="227" y="0"/>
                  </a:lnTo>
                  <a:lnTo>
                    <a:pt x="244" y="0"/>
                  </a:lnTo>
                  <a:lnTo>
                    <a:pt x="260" y="0"/>
                  </a:lnTo>
                  <a:lnTo>
                    <a:pt x="274" y="0"/>
                  </a:lnTo>
                  <a:lnTo>
                    <a:pt x="287" y="0"/>
                  </a:lnTo>
                  <a:lnTo>
                    <a:pt x="299" y="0"/>
                  </a:lnTo>
                  <a:lnTo>
                    <a:pt x="309" y="0"/>
                  </a:lnTo>
                  <a:lnTo>
                    <a:pt x="319" y="0"/>
                  </a:lnTo>
                  <a:lnTo>
                    <a:pt x="327" y="0"/>
                  </a:lnTo>
                  <a:lnTo>
                    <a:pt x="335" y="0"/>
                  </a:lnTo>
                  <a:lnTo>
                    <a:pt x="342" y="0"/>
                  </a:lnTo>
                  <a:lnTo>
                    <a:pt x="348" y="0"/>
                  </a:lnTo>
                  <a:lnTo>
                    <a:pt x="353" y="0"/>
                  </a:lnTo>
                  <a:lnTo>
                    <a:pt x="358" y="0"/>
                  </a:lnTo>
                  <a:lnTo>
                    <a:pt x="362" y="0"/>
                  </a:lnTo>
                  <a:lnTo>
                    <a:pt x="366" y="0"/>
                  </a:lnTo>
                  <a:lnTo>
                    <a:pt x="369" y="0"/>
                  </a:lnTo>
                  <a:lnTo>
                    <a:pt x="372" y="0"/>
                  </a:lnTo>
                  <a:lnTo>
                    <a:pt x="375" y="2"/>
                  </a:lnTo>
                  <a:lnTo>
                    <a:pt x="378" y="2"/>
                  </a:lnTo>
                  <a:lnTo>
                    <a:pt x="379" y="2"/>
                  </a:lnTo>
                  <a:lnTo>
                    <a:pt x="382" y="2"/>
                  </a:lnTo>
                  <a:lnTo>
                    <a:pt x="383" y="2"/>
                  </a:lnTo>
                  <a:lnTo>
                    <a:pt x="386" y="2"/>
                  </a:lnTo>
                  <a:lnTo>
                    <a:pt x="389" y="2"/>
                  </a:lnTo>
                  <a:lnTo>
                    <a:pt x="391" y="2"/>
                  </a:lnTo>
                  <a:lnTo>
                    <a:pt x="394" y="2"/>
                  </a:lnTo>
                  <a:lnTo>
                    <a:pt x="395" y="2"/>
                  </a:lnTo>
                  <a:lnTo>
                    <a:pt x="396" y="3"/>
                  </a:lnTo>
                  <a:lnTo>
                    <a:pt x="399" y="3"/>
                  </a:lnTo>
                  <a:lnTo>
                    <a:pt x="401" y="3"/>
                  </a:lnTo>
                  <a:lnTo>
                    <a:pt x="402" y="3"/>
                  </a:lnTo>
                  <a:lnTo>
                    <a:pt x="404" y="3"/>
                  </a:lnTo>
                  <a:lnTo>
                    <a:pt x="405" y="3"/>
                  </a:lnTo>
                  <a:lnTo>
                    <a:pt x="406" y="3"/>
                  </a:lnTo>
                  <a:lnTo>
                    <a:pt x="408" y="3"/>
                  </a:lnTo>
                  <a:lnTo>
                    <a:pt x="409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5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1" y="5"/>
                  </a:lnTo>
                  <a:lnTo>
                    <a:pt x="422" y="5"/>
                  </a:lnTo>
                  <a:lnTo>
                    <a:pt x="424" y="5"/>
                  </a:lnTo>
                  <a:lnTo>
                    <a:pt x="425" y="6"/>
                  </a:lnTo>
                  <a:lnTo>
                    <a:pt x="428" y="6"/>
                  </a:lnTo>
                  <a:lnTo>
                    <a:pt x="429" y="6"/>
                  </a:lnTo>
                  <a:lnTo>
                    <a:pt x="431" y="6"/>
                  </a:lnTo>
                  <a:lnTo>
                    <a:pt x="434" y="6"/>
                  </a:lnTo>
                  <a:lnTo>
                    <a:pt x="435" y="8"/>
                  </a:lnTo>
                  <a:lnTo>
                    <a:pt x="438" y="8"/>
                  </a:lnTo>
                  <a:lnTo>
                    <a:pt x="440" y="8"/>
                  </a:lnTo>
                  <a:lnTo>
                    <a:pt x="442" y="8"/>
                  </a:lnTo>
                  <a:lnTo>
                    <a:pt x="444" y="8"/>
                  </a:lnTo>
                  <a:lnTo>
                    <a:pt x="445" y="9"/>
                  </a:lnTo>
                  <a:lnTo>
                    <a:pt x="448" y="9"/>
                  </a:lnTo>
                  <a:lnTo>
                    <a:pt x="450" y="9"/>
                  </a:lnTo>
                  <a:lnTo>
                    <a:pt x="451" y="9"/>
                  </a:lnTo>
                  <a:lnTo>
                    <a:pt x="452" y="9"/>
                  </a:lnTo>
                  <a:lnTo>
                    <a:pt x="454" y="9"/>
                  </a:lnTo>
                  <a:lnTo>
                    <a:pt x="455" y="10"/>
                  </a:lnTo>
                  <a:lnTo>
                    <a:pt x="457" y="10"/>
                  </a:lnTo>
                  <a:lnTo>
                    <a:pt x="458" y="10"/>
                  </a:lnTo>
                  <a:lnTo>
                    <a:pt x="460" y="10"/>
                  </a:lnTo>
                  <a:lnTo>
                    <a:pt x="461" y="10"/>
                  </a:lnTo>
                  <a:lnTo>
                    <a:pt x="463" y="12"/>
                  </a:lnTo>
                  <a:lnTo>
                    <a:pt x="464" y="12"/>
                  </a:lnTo>
                  <a:lnTo>
                    <a:pt x="465" y="12"/>
                  </a:lnTo>
                  <a:lnTo>
                    <a:pt x="467" y="12"/>
                  </a:lnTo>
                  <a:lnTo>
                    <a:pt x="468" y="13"/>
                  </a:lnTo>
                  <a:lnTo>
                    <a:pt x="470" y="13"/>
                  </a:lnTo>
                  <a:lnTo>
                    <a:pt x="471" y="13"/>
                  </a:lnTo>
                  <a:lnTo>
                    <a:pt x="473" y="15"/>
                  </a:lnTo>
                  <a:lnTo>
                    <a:pt x="474" y="15"/>
                  </a:lnTo>
                  <a:lnTo>
                    <a:pt x="475" y="15"/>
                  </a:lnTo>
                  <a:lnTo>
                    <a:pt x="478" y="16"/>
                  </a:lnTo>
                  <a:lnTo>
                    <a:pt x="480" y="16"/>
                  </a:lnTo>
                  <a:lnTo>
                    <a:pt x="481" y="18"/>
                  </a:lnTo>
                  <a:lnTo>
                    <a:pt x="484" y="18"/>
                  </a:lnTo>
                  <a:lnTo>
                    <a:pt x="487" y="19"/>
                  </a:lnTo>
                  <a:lnTo>
                    <a:pt x="488" y="19"/>
                  </a:lnTo>
                  <a:lnTo>
                    <a:pt x="491" y="20"/>
                  </a:lnTo>
                  <a:lnTo>
                    <a:pt x="494" y="20"/>
                  </a:lnTo>
                  <a:lnTo>
                    <a:pt x="497" y="22"/>
                  </a:lnTo>
                  <a:lnTo>
                    <a:pt x="498" y="22"/>
                  </a:lnTo>
                  <a:lnTo>
                    <a:pt x="501" y="23"/>
                  </a:lnTo>
                  <a:lnTo>
                    <a:pt x="503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09" y="25"/>
                  </a:lnTo>
                  <a:lnTo>
                    <a:pt x="510" y="26"/>
                  </a:lnTo>
                  <a:lnTo>
                    <a:pt x="511" y="26"/>
                  </a:lnTo>
                  <a:lnTo>
                    <a:pt x="513" y="26"/>
                  </a:lnTo>
                  <a:lnTo>
                    <a:pt x="514" y="28"/>
                  </a:lnTo>
                  <a:lnTo>
                    <a:pt x="516" y="28"/>
                  </a:lnTo>
                  <a:lnTo>
                    <a:pt x="517" y="28"/>
                  </a:lnTo>
                  <a:lnTo>
                    <a:pt x="519" y="29"/>
                  </a:lnTo>
                  <a:lnTo>
                    <a:pt x="520" y="29"/>
                  </a:lnTo>
                  <a:lnTo>
                    <a:pt x="521" y="30"/>
                  </a:lnTo>
                  <a:lnTo>
                    <a:pt x="523" y="30"/>
                  </a:lnTo>
                  <a:lnTo>
                    <a:pt x="524" y="32"/>
                  </a:lnTo>
                  <a:lnTo>
                    <a:pt x="526" y="32"/>
                  </a:lnTo>
                  <a:lnTo>
                    <a:pt x="527" y="33"/>
                  </a:lnTo>
                  <a:lnTo>
                    <a:pt x="529" y="33"/>
                  </a:lnTo>
                  <a:lnTo>
                    <a:pt x="530" y="33"/>
                  </a:lnTo>
                  <a:lnTo>
                    <a:pt x="532" y="35"/>
                  </a:lnTo>
                  <a:lnTo>
                    <a:pt x="533" y="36"/>
                  </a:lnTo>
                  <a:lnTo>
                    <a:pt x="536" y="36"/>
                  </a:lnTo>
                  <a:lnTo>
                    <a:pt x="537" y="38"/>
                  </a:lnTo>
                  <a:lnTo>
                    <a:pt x="539" y="38"/>
                  </a:lnTo>
                  <a:lnTo>
                    <a:pt x="542" y="39"/>
                  </a:lnTo>
                  <a:lnTo>
                    <a:pt x="543" y="41"/>
                  </a:lnTo>
                  <a:lnTo>
                    <a:pt x="546" y="42"/>
                  </a:lnTo>
                  <a:lnTo>
                    <a:pt x="547" y="42"/>
                  </a:lnTo>
                  <a:lnTo>
                    <a:pt x="550" y="43"/>
                  </a:lnTo>
                  <a:lnTo>
                    <a:pt x="552" y="45"/>
                  </a:lnTo>
                  <a:lnTo>
                    <a:pt x="553" y="45"/>
                  </a:lnTo>
                  <a:lnTo>
                    <a:pt x="556" y="46"/>
                  </a:lnTo>
                  <a:lnTo>
                    <a:pt x="557" y="48"/>
                  </a:lnTo>
                  <a:lnTo>
                    <a:pt x="559" y="48"/>
                  </a:lnTo>
                  <a:lnTo>
                    <a:pt x="560" y="49"/>
                  </a:lnTo>
                  <a:lnTo>
                    <a:pt x="562" y="49"/>
                  </a:lnTo>
                  <a:lnTo>
                    <a:pt x="563" y="51"/>
                  </a:lnTo>
                  <a:lnTo>
                    <a:pt x="565" y="51"/>
                  </a:lnTo>
                  <a:lnTo>
                    <a:pt x="566" y="52"/>
                  </a:lnTo>
                  <a:lnTo>
                    <a:pt x="567" y="52"/>
                  </a:lnTo>
                  <a:lnTo>
                    <a:pt x="569" y="53"/>
                  </a:lnTo>
                  <a:lnTo>
                    <a:pt x="570" y="53"/>
                  </a:lnTo>
                  <a:lnTo>
                    <a:pt x="572" y="55"/>
                  </a:lnTo>
                  <a:lnTo>
                    <a:pt x="573" y="55"/>
                  </a:lnTo>
                  <a:lnTo>
                    <a:pt x="575" y="56"/>
                  </a:lnTo>
                  <a:lnTo>
                    <a:pt x="576" y="56"/>
                  </a:lnTo>
                  <a:lnTo>
                    <a:pt x="578" y="58"/>
                  </a:lnTo>
                  <a:lnTo>
                    <a:pt x="579" y="59"/>
                  </a:lnTo>
                  <a:lnTo>
                    <a:pt x="580" y="59"/>
                  </a:lnTo>
                  <a:lnTo>
                    <a:pt x="582" y="61"/>
                  </a:lnTo>
                  <a:lnTo>
                    <a:pt x="583" y="61"/>
                  </a:lnTo>
                  <a:lnTo>
                    <a:pt x="586" y="62"/>
                  </a:lnTo>
                  <a:lnTo>
                    <a:pt x="588" y="64"/>
                  </a:lnTo>
                  <a:lnTo>
                    <a:pt x="589" y="64"/>
                  </a:lnTo>
                  <a:lnTo>
                    <a:pt x="590" y="65"/>
                  </a:lnTo>
                  <a:lnTo>
                    <a:pt x="593" y="66"/>
                  </a:lnTo>
                  <a:lnTo>
                    <a:pt x="595" y="68"/>
                  </a:lnTo>
                  <a:lnTo>
                    <a:pt x="596" y="69"/>
                  </a:lnTo>
                  <a:lnTo>
                    <a:pt x="599" y="69"/>
                  </a:lnTo>
                  <a:lnTo>
                    <a:pt x="601" y="71"/>
                  </a:lnTo>
                  <a:lnTo>
                    <a:pt x="602" y="72"/>
                  </a:lnTo>
                  <a:lnTo>
                    <a:pt x="603" y="72"/>
                  </a:lnTo>
                  <a:lnTo>
                    <a:pt x="605" y="74"/>
                  </a:lnTo>
                  <a:lnTo>
                    <a:pt x="606" y="74"/>
                  </a:lnTo>
                  <a:lnTo>
                    <a:pt x="608" y="75"/>
                  </a:lnTo>
                  <a:lnTo>
                    <a:pt x="609" y="75"/>
                  </a:lnTo>
                  <a:lnTo>
                    <a:pt x="609" y="76"/>
                  </a:lnTo>
                  <a:lnTo>
                    <a:pt x="611" y="76"/>
                  </a:lnTo>
                  <a:lnTo>
                    <a:pt x="612" y="78"/>
                  </a:lnTo>
                  <a:lnTo>
                    <a:pt x="613" y="78"/>
                  </a:lnTo>
                  <a:lnTo>
                    <a:pt x="615" y="79"/>
                  </a:lnTo>
                  <a:lnTo>
                    <a:pt x="616" y="79"/>
                  </a:lnTo>
                  <a:lnTo>
                    <a:pt x="616" y="81"/>
                  </a:lnTo>
                  <a:lnTo>
                    <a:pt x="618" y="81"/>
                  </a:lnTo>
                  <a:lnTo>
                    <a:pt x="619" y="81"/>
                  </a:lnTo>
                  <a:lnTo>
                    <a:pt x="619" y="82"/>
                  </a:lnTo>
                  <a:lnTo>
                    <a:pt x="621" y="82"/>
                  </a:lnTo>
                  <a:lnTo>
                    <a:pt x="622" y="84"/>
                  </a:lnTo>
                  <a:lnTo>
                    <a:pt x="624" y="85"/>
                  </a:lnTo>
                  <a:lnTo>
                    <a:pt x="625" y="85"/>
                  </a:lnTo>
                  <a:lnTo>
                    <a:pt x="626" y="87"/>
                  </a:lnTo>
                  <a:lnTo>
                    <a:pt x="628" y="87"/>
                  </a:lnTo>
                  <a:lnTo>
                    <a:pt x="629" y="88"/>
                  </a:lnTo>
                  <a:lnTo>
                    <a:pt x="631" y="88"/>
                  </a:lnTo>
                  <a:lnTo>
                    <a:pt x="632" y="89"/>
                  </a:lnTo>
                  <a:lnTo>
                    <a:pt x="634" y="91"/>
                  </a:lnTo>
                  <a:lnTo>
                    <a:pt x="635" y="92"/>
                  </a:lnTo>
                  <a:lnTo>
                    <a:pt x="636" y="92"/>
                  </a:lnTo>
                  <a:lnTo>
                    <a:pt x="638" y="94"/>
                  </a:lnTo>
                  <a:lnTo>
                    <a:pt x="639" y="95"/>
                  </a:lnTo>
                  <a:lnTo>
                    <a:pt x="641" y="95"/>
                  </a:lnTo>
                  <a:lnTo>
                    <a:pt x="642" y="97"/>
                  </a:lnTo>
                  <a:lnTo>
                    <a:pt x="644" y="98"/>
                  </a:lnTo>
                  <a:lnTo>
                    <a:pt x="645" y="98"/>
                  </a:lnTo>
                  <a:lnTo>
                    <a:pt x="647" y="99"/>
                  </a:lnTo>
                  <a:lnTo>
                    <a:pt x="648" y="99"/>
                  </a:lnTo>
                  <a:lnTo>
                    <a:pt x="648" y="101"/>
                  </a:lnTo>
                  <a:lnTo>
                    <a:pt x="649" y="101"/>
                  </a:lnTo>
                  <a:lnTo>
                    <a:pt x="649" y="102"/>
                  </a:lnTo>
                  <a:lnTo>
                    <a:pt x="651" y="102"/>
                  </a:lnTo>
                  <a:lnTo>
                    <a:pt x="652" y="104"/>
                  </a:lnTo>
                  <a:lnTo>
                    <a:pt x="654" y="104"/>
                  </a:lnTo>
                  <a:lnTo>
                    <a:pt x="654" y="105"/>
                  </a:lnTo>
                  <a:lnTo>
                    <a:pt x="655" y="105"/>
                  </a:lnTo>
                  <a:lnTo>
                    <a:pt x="657" y="107"/>
                  </a:lnTo>
                  <a:lnTo>
                    <a:pt x="658" y="108"/>
                  </a:lnTo>
                  <a:lnTo>
                    <a:pt x="659" y="108"/>
                  </a:lnTo>
                  <a:lnTo>
                    <a:pt x="659" y="110"/>
                  </a:lnTo>
                  <a:lnTo>
                    <a:pt x="661" y="110"/>
                  </a:lnTo>
                  <a:lnTo>
                    <a:pt x="662" y="111"/>
                  </a:lnTo>
                  <a:lnTo>
                    <a:pt x="664" y="112"/>
                  </a:lnTo>
                  <a:lnTo>
                    <a:pt x="665" y="112"/>
                  </a:lnTo>
                  <a:lnTo>
                    <a:pt x="667" y="114"/>
                  </a:lnTo>
                  <a:lnTo>
                    <a:pt x="667" y="115"/>
                  </a:lnTo>
                  <a:lnTo>
                    <a:pt x="668" y="115"/>
                  </a:lnTo>
                  <a:lnTo>
                    <a:pt x="670" y="117"/>
                  </a:lnTo>
                  <a:lnTo>
                    <a:pt x="671" y="118"/>
                  </a:lnTo>
                  <a:lnTo>
                    <a:pt x="672" y="118"/>
                  </a:lnTo>
                  <a:lnTo>
                    <a:pt x="672" y="120"/>
                  </a:lnTo>
                  <a:lnTo>
                    <a:pt x="674" y="120"/>
                  </a:lnTo>
                  <a:lnTo>
                    <a:pt x="675" y="121"/>
                  </a:lnTo>
                  <a:lnTo>
                    <a:pt x="677" y="121"/>
                  </a:lnTo>
                  <a:lnTo>
                    <a:pt x="677" y="122"/>
                  </a:lnTo>
                  <a:lnTo>
                    <a:pt x="678" y="122"/>
                  </a:lnTo>
                  <a:lnTo>
                    <a:pt x="678" y="124"/>
                  </a:lnTo>
                  <a:lnTo>
                    <a:pt x="680" y="124"/>
                  </a:lnTo>
                  <a:lnTo>
                    <a:pt x="681" y="125"/>
                  </a:lnTo>
                  <a:lnTo>
                    <a:pt x="682" y="127"/>
                  </a:lnTo>
                  <a:lnTo>
                    <a:pt x="684" y="127"/>
                  </a:lnTo>
                  <a:lnTo>
                    <a:pt x="685" y="128"/>
                  </a:lnTo>
                  <a:lnTo>
                    <a:pt x="687" y="128"/>
                  </a:lnTo>
                  <a:lnTo>
                    <a:pt x="687" y="130"/>
                  </a:lnTo>
                  <a:lnTo>
                    <a:pt x="688" y="130"/>
                  </a:lnTo>
                  <a:lnTo>
                    <a:pt x="690" y="131"/>
                  </a:lnTo>
                  <a:lnTo>
                    <a:pt x="691" y="133"/>
                  </a:lnTo>
                  <a:lnTo>
                    <a:pt x="693" y="133"/>
                  </a:lnTo>
                  <a:lnTo>
                    <a:pt x="694" y="134"/>
                  </a:lnTo>
                  <a:lnTo>
                    <a:pt x="695" y="135"/>
                  </a:lnTo>
                  <a:lnTo>
                    <a:pt x="697" y="135"/>
                  </a:lnTo>
                  <a:lnTo>
                    <a:pt x="698" y="137"/>
                  </a:lnTo>
                  <a:lnTo>
                    <a:pt x="700" y="138"/>
                  </a:lnTo>
                  <a:lnTo>
                    <a:pt x="701" y="140"/>
                  </a:lnTo>
                  <a:lnTo>
                    <a:pt x="703" y="141"/>
                  </a:lnTo>
                  <a:lnTo>
                    <a:pt x="704" y="141"/>
                  </a:lnTo>
                  <a:lnTo>
                    <a:pt x="704" y="143"/>
                  </a:lnTo>
                  <a:lnTo>
                    <a:pt x="705" y="143"/>
                  </a:lnTo>
                  <a:lnTo>
                    <a:pt x="705" y="144"/>
                  </a:lnTo>
                  <a:lnTo>
                    <a:pt x="707" y="144"/>
                  </a:lnTo>
                  <a:lnTo>
                    <a:pt x="707" y="145"/>
                  </a:lnTo>
                  <a:lnTo>
                    <a:pt x="708" y="145"/>
                  </a:lnTo>
                  <a:lnTo>
                    <a:pt x="708" y="147"/>
                  </a:lnTo>
                  <a:lnTo>
                    <a:pt x="710" y="147"/>
                  </a:lnTo>
                  <a:lnTo>
                    <a:pt x="711" y="148"/>
                  </a:lnTo>
                  <a:lnTo>
                    <a:pt x="713" y="150"/>
                  </a:lnTo>
                  <a:lnTo>
                    <a:pt x="714" y="151"/>
                  </a:lnTo>
                  <a:lnTo>
                    <a:pt x="716" y="153"/>
                  </a:lnTo>
                  <a:lnTo>
                    <a:pt x="717" y="154"/>
                  </a:lnTo>
                  <a:lnTo>
                    <a:pt x="718" y="156"/>
                  </a:lnTo>
                  <a:lnTo>
                    <a:pt x="720" y="157"/>
                  </a:lnTo>
                  <a:lnTo>
                    <a:pt x="720" y="158"/>
                  </a:lnTo>
                  <a:lnTo>
                    <a:pt x="721" y="160"/>
                  </a:lnTo>
                  <a:lnTo>
                    <a:pt x="723" y="161"/>
                  </a:lnTo>
                  <a:lnTo>
                    <a:pt x="724" y="163"/>
                  </a:lnTo>
                  <a:lnTo>
                    <a:pt x="726" y="164"/>
                  </a:lnTo>
                  <a:lnTo>
                    <a:pt x="727" y="164"/>
                  </a:lnTo>
                  <a:lnTo>
                    <a:pt x="727" y="166"/>
                  </a:lnTo>
                  <a:lnTo>
                    <a:pt x="728" y="167"/>
                  </a:lnTo>
                  <a:lnTo>
                    <a:pt x="730" y="168"/>
                  </a:lnTo>
                  <a:lnTo>
                    <a:pt x="731" y="170"/>
                  </a:lnTo>
                  <a:lnTo>
                    <a:pt x="733" y="170"/>
                  </a:lnTo>
                  <a:lnTo>
                    <a:pt x="733" y="171"/>
                  </a:lnTo>
                  <a:lnTo>
                    <a:pt x="734" y="173"/>
                  </a:lnTo>
                  <a:lnTo>
                    <a:pt x="736" y="174"/>
                  </a:lnTo>
                  <a:lnTo>
                    <a:pt x="736" y="176"/>
                  </a:lnTo>
                  <a:lnTo>
                    <a:pt x="737" y="176"/>
                  </a:lnTo>
                  <a:lnTo>
                    <a:pt x="737" y="177"/>
                  </a:lnTo>
                  <a:lnTo>
                    <a:pt x="739" y="177"/>
                  </a:lnTo>
                  <a:lnTo>
                    <a:pt x="740" y="179"/>
                  </a:lnTo>
                  <a:lnTo>
                    <a:pt x="740" y="180"/>
                  </a:lnTo>
                  <a:lnTo>
                    <a:pt x="741" y="181"/>
                  </a:lnTo>
                  <a:lnTo>
                    <a:pt x="743" y="181"/>
                  </a:lnTo>
                  <a:lnTo>
                    <a:pt x="743" y="183"/>
                  </a:lnTo>
                  <a:lnTo>
                    <a:pt x="744" y="184"/>
                  </a:lnTo>
                  <a:lnTo>
                    <a:pt x="746" y="186"/>
                  </a:lnTo>
                  <a:lnTo>
                    <a:pt x="747" y="187"/>
                  </a:lnTo>
                  <a:lnTo>
                    <a:pt x="749" y="189"/>
                  </a:lnTo>
                  <a:lnTo>
                    <a:pt x="749" y="190"/>
                  </a:lnTo>
                  <a:lnTo>
                    <a:pt x="750" y="191"/>
                  </a:lnTo>
                  <a:lnTo>
                    <a:pt x="753" y="194"/>
                  </a:lnTo>
                  <a:lnTo>
                    <a:pt x="754" y="196"/>
                  </a:lnTo>
                  <a:lnTo>
                    <a:pt x="756" y="197"/>
                  </a:lnTo>
                  <a:lnTo>
                    <a:pt x="757" y="200"/>
                  </a:lnTo>
                  <a:lnTo>
                    <a:pt x="759" y="202"/>
                  </a:lnTo>
                  <a:lnTo>
                    <a:pt x="760" y="203"/>
                  </a:lnTo>
                  <a:lnTo>
                    <a:pt x="762" y="204"/>
                  </a:lnTo>
                  <a:lnTo>
                    <a:pt x="763" y="206"/>
                  </a:lnTo>
                  <a:lnTo>
                    <a:pt x="763" y="207"/>
                  </a:lnTo>
                  <a:lnTo>
                    <a:pt x="764" y="209"/>
                  </a:lnTo>
                  <a:lnTo>
                    <a:pt x="766" y="210"/>
                  </a:lnTo>
                  <a:lnTo>
                    <a:pt x="766" y="212"/>
                  </a:lnTo>
                  <a:lnTo>
                    <a:pt x="767" y="213"/>
                  </a:lnTo>
                  <a:lnTo>
                    <a:pt x="769" y="213"/>
                  </a:lnTo>
                  <a:lnTo>
                    <a:pt x="769" y="214"/>
                  </a:lnTo>
                  <a:lnTo>
                    <a:pt x="770" y="216"/>
                  </a:lnTo>
                  <a:lnTo>
                    <a:pt x="772" y="217"/>
                  </a:lnTo>
                  <a:lnTo>
                    <a:pt x="773" y="219"/>
                  </a:lnTo>
                  <a:lnTo>
                    <a:pt x="773" y="220"/>
                  </a:lnTo>
                  <a:lnTo>
                    <a:pt x="774" y="222"/>
                  </a:lnTo>
                  <a:lnTo>
                    <a:pt x="776" y="223"/>
                  </a:lnTo>
                  <a:lnTo>
                    <a:pt x="777" y="225"/>
                  </a:lnTo>
                  <a:lnTo>
                    <a:pt x="777" y="226"/>
                  </a:lnTo>
                  <a:lnTo>
                    <a:pt x="779" y="227"/>
                  </a:lnTo>
                  <a:lnTo>
                    <a:pt x="780" y="229"/>
                  </a:lnTo>
                  <a:lnTo>
                    <a:pt x="782" y="230"/>
                  </a:lnTo>
                  <a:lnTo>
                    <a:pt x="783" y="233"/>
                  </a:lnTo>
                  <a:lnTo>
                    <a:pt x="785" y="235"/>
                  </a:lnTo>
                  <a:lnTo>
                    <a:pt x="785" y="236"/>
                  </a:lnTo>
                  <a:lnTo>
                    <a:pt x="786" y="239"/>
                  </a:lnTo>
                  <a:lnTo>
                    <a:pt x="789" y="240"/>
                  </a:lnTo>
                  <a:lnTo>
                    <a:pt x="790" y="243"/>
                  </a:lnTo>
                  <a:lnTo>
                    <a:pt x="792" y="245"/>
                  </a:lnTo>
                  <a:lnTo>
                    <a:pt x="793" y="248"/>
                  </a:lnTo>
                  <a:lnTo>
                    <a:pt x="795" y="249"/>
                  </a:lnTo>
                  <a:lnTo>
                    <a:pt x="796" y="250"/>
                  </a:lnTo>
                  <a:lnTo>
                    <a:pt x="797" y="253"/>
                  </a:lnTo>
                  <a:lnTo>
                    <a:pt x="799" y="255"/>
                  </a:lnTo>
                  <a:lnTo>
                    <a:pt x="799" y="256"/>
                  </a:lnTo>
                  <a:lnTo>
                    <a:pt x="800" y="258"/>
                  </a:lnTo>
                  <a:lnTo>
                    <a:pt x="802" y="259"/>
                  </a:lnTo>
                  <a:lnTo>
                    <a:pt x="802" y="260"/>
                  </a:lnTo>
                  <a:lnTo>
                    <a:pt x="803" y="262"/>
                  </a:lnTo>
                  <a:lnTo>
                    <a:pt x="805" y="263"/>
                  </a:lnTo>
                  <a:lnTo>
                    <a:pt x="805" y="265"/>
                  </a:lnTo>
                  <a:lnTo>
                    <a:pt x="806" y="265"/>
                  </a:lnTo>
                  <a:lnTo>
                    <a:pt x="808" y="266"/>
                  </a:lnTo>
                  <a:lnTo>
                    <a:pt x="808" y="268"/>
                  </a:lnTo>
                  <a:lnTo>
                    <a:pt x="809" y="269"/>
                  </a:lnTo>
                  <a:lnTo>
                    <a:pt x="809" y="270"/>
                  </a:lnTo>
                  <a:lnTo>
                    <a:pt x="810" y="272"/>
                  </a:lnTo>
                  <a:lnTo>
                    <a:pt x="812" y="273"/>
                  </a:lnTo>
                  <a:lnTo>
                    <a:pt x="813" y="275"/>
                  </a:lnTo>
                  <a:lnTo>
                    <a:pt x="815" y="276"/>
                  </a:lnTo>
                  <a:lnTo>
                    <a:pt x="815" y="278"/>
                  </a:lnTo>
                  <a:lnTo>
                    <a:pt x="816" y="281"/>
                  </a:lnTo>
                  <a:lnTo>
                    <a:pt x="818" y="282"/>
                  </a:lnTo>
                  <a:lnTo>
                    <a:pt x="819" y="283"/>
                  </a:lnTo>
                  <a:lnTo>
                    <a:pt x="820" y="285"/>
                  </a:lnTo>
                  <a:lnTo>
                    <a:pt x="822" y="288"/>
                  </a:lnTo>
                  <a:lnTo>
                    <a:pt x="823" y="289"/>
                  </a:lnTo>
                  <a:lnTo>
                    <a:pt x="825" y="292"/>
                  </a:lnTo>
                  <a:lnTo>
                    <a:pt x="826" y="293"/>
                  </a:lnTo>
                  <a:lnTo>
                    <a:pt x="828" y="296"/>
                  </a:lnTo>
                  <a:lnTo>
                    <a:pt x="831" y="298"/>
                  </a:lnTo>
                  <a:lnTo>
                    <a:pt x="832" y="301"/>
                  </a:lnTo>
                  <a:lnTo>
                    <a:pt x="833" y="302"/>
                  </a:lnTo>
                  <a:lnTo>
                    <a:pt x="835" y="304"/>
                  </a:lnTo>
                  <a:lnTo>
                    <a:pt x="835" y="306"/>
                  </a:lnTo>
                  <a:lnTo>
                    <a:pt x="836" y="308"/>
                  </a:lnTo>
                  <a:lnTo>
                    <a:pt x="838" y="309"/>
                  </a:lnTo>
                  <a:lnTo>
                    <a:pt x="839" y="311"/>
                  </a:lnTo>
                  <a:lnTo>
                    <a:pt x="839" y="312"/>
                  </a:lnTo>
                  <a:lnTo>
                    <a:pt x="841" y="314"/>
                  </a:lnTo>
                  <a:lnTo>
                    <a:pt x="842" y="315"/>
                  </a:lnTo>
                  <a:lnTo>
                    <a:pt x="843" y="316"/>
                  </a:lnTo>
                  <a:lnTo>
                    <a:pt x="843" y="318"/>
                  </a:lnTo>
                  <a:lnTo>
                    <a:pt x="845" y="319"/>
                  </a:lnTo>
                  <a:lnTo>
                    <a:pt x="845" y="321"/>
                  </a:lnTo>
                  <a:lnTo>
                    <a:pt x="846" y="321"/>
                  </a:lnTo>
                  <a:lnTo>
                    <a:pt x="846" y="322"/>
                  </a:lnTo>
                  <a:lnTo>
                    <a:pt x="848" y="324"/>
                  </a:lnTo>
                  <a:lnTo>
                    <a:pt x="848" y="325"/>
                  </a:lnTo>
                  <a:lnTo>
                    <a:pt x="849" y="327"/>
                  </a:lnTo>
                  <a:lnTo>
                    <a:pt x="851" y="328"/>
                  </a:lnTo>
                  <a:lnTo>
                    <a:pt x="851" y="329"/>
                  </a:lnTo>
                  <a:lnTo>
                    <a:pt x="852" y="331"/>
                  </a:lnTo>
                  <a:lnTo>
                    <a:pt x="854" y="332"/>
                  </a:lnTo>
                  <a:lnTo>
                    <a:pt x="854" y="334"/>
                  </a:lnTo>
                  <a:lnTo>
                    <a:pt x="855" y="335"/>
                  </a:lnTo>
                  <a:lnTo>
                    <a:pt x="856" y="338"/>
                  </a:lnTo>
                  <a:lnTo>
                    <a:pt x="856" y="339"/>
                  </a:lnTo>
                  <a:lnTo>
                    <a:pt x="858" y="34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3">
              <a:extLst>
                <a:ext uri="{FF2B5EF4-FFF2-40B4-BE49-F238E27FC236}">
                  <a16:creationId xmlns:a16="http://schemas.microsoft.com/office/drawing/2014/main" id="{1690E68D-C0DF-426F-A6BF-93F6F865A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337" y="5530850"/>
              <a:ext cx="681038" cy="269875"/>
            </a:xfrm>
            <a:custGeom>
              <a:avLst/>
              <a:gdLst>
                <a:gd name="T0" fmla="*/ 2147483646 w 858"/>
                <a:gd name="T1" fmla="*/ 2147483646 h 340"/>
                <a:gd name="T2" fmla="*/ 2147483646 w 858"/>
                <a:gd name="T3" fmla="*/ 2147483646 h 340"/>
                <a:gd name="T4" fmla="*/ 2147483646 w 858"/>
                <a:gd name="T5" fmla="*/ 2147483646 h 340"/>
                <a:gd name="T6" fmla="*/ 2147483646 w 858"/>
                <a:gd name="T7" fmla="*/ 2147483646 h 340"/>
                <a:gd name="T8" fmla="*/ 2147483646 w 858"/>
                <a:gd name="T9" fmla="*/ 2147483646 h 340"/>
                <a:gd name="T10" fmla="*/ 2147483646 w 858"/>
                <a:gd name="T11" fmla="*/ 2147483646 h 340"/>
                <a:gd name="T12" fmla="*/ 2147483646 w 858"/>
                <a:gd name="T13" fmla="*/ 2147483646 h 340"/>
                <a:gd name="T14" fmla="*/ 2147483646 w 858"/>
                <a:gd name="T15" fmla="*/ 2147483646 h 340"/>
                <a:gd name="T16" fmla="*/ 2147483646 w 858"/>
                <a:gd name="T17" fmla="*/ 2147483646 h 340"/>
                <a:gd name="T18" fmla="*/ 2147483646 w 858"/>
                <a:gd name="T19" fmla="*/ 2147483646 h 340"/>
                <a:gd name="T20" fmla="*/ 2147483646 w 858"/>
                <a:gd name="T21" fmla="*/ 2147483646 h 340"/>
                <a:gd name="T22" fmla="*/ 2147483646 w 858"/>
                <a:gd name="T23" fmla="*/ 2147483646 h 340"/>
                <a:gd name="T24" fmla="*/ 2147483646 w 858"/>
                <a:gd name="T25" fmla="*/ 2147483646 h 340"/>
                <a:gd name="T26" fmla="*/ 2147483646 w 858"/>
                <a:gd name="T27" fmla="*/ 2147483646 h 340"/>
                <a:gd name="T28" fmla="*/ 2147483646 w 858"/>
                <a:gd name="T29" fmla="*/ 2147483646 h 340"/>
                <a:gd name="T30" fmla="*/ 2147483646 w 858"/>
                <a:gd name="T31" fmla="*/ 2147483646 h 340"/>
                <a:gd name="T32" fmla="*/ 2147483646 w 858"/>
                <a:gd name="T33" fmla="*/ 2147483646 h 340"/>
                <a:gd name="T34" fmla="*/ 2147483646 w 858"/>
                <a:gd name="T35" fmla="*/ 2147483646 h 340"/>
                <a:gd name="T36" fmla="*/ 2147483646 w 858"/>
                <a:gd name="T37" fmla="*/ 2147483646 h 340"/>
                <a:gd name="T38" fmla="*/ 2147483646 w 858"/>
                <a:gd name="T39" fmla="*/ 2147483646 h 340"/>
                <a:gd name="T40" fmla="*/ 2147483646 w 858"/>
                <a:gd name="T41" fmla="*/ 2147483646 h 340"/>
                <a:gd name="T42" fmla="*/ 2147483646 w 858"/>
                <a:gd name="T43" fmla="*/ 2147483646 h 340"/>
                <a:gd name="T44" fmla="*/ 2147483646 w 858"/>
                <a:gd name="T45" fmla="*/ 2147483646 h 340"/>
                <a:gd name="T46" fmla="*/ 2147483646 w 858"/>
                <a:gd name="T47" fmla="*/ 2147483646 h 340"/>
                <a:gd name="T48" fmla="*/ 2147483646 w 858"/>
                <a:gd name="T49" fmla="*/ 2147483646 h 340"/>
                <a:gd name="T50" fmla="*/ 2147483646 w 858"/>
                <a:gd name="T51" fmla="*/ 2147483646 h 340"/>
                <a:gd name="T52" fmla="*/ 2147483646 w 858"/>
                <a:gd name="T53" fmla="*/ 2147483646 h 340"/>
                <a:gd name="T54" fmla="*/ 2147483646 w 858"/>
                <a:gd name="T55" fmla="*/ 2147483646 h 340"/>
                <a:gd name="T56" fmla="*/ 2147483646 w 858"/>
                <a:gd name="T57" fmla="*/ 2147483646 h 340"/>
                <a:gd name="T58" fmla="*/ 2147483646 w 858"/>
                <a:gd name="T59" fmla="*/ 2147483646 h 340"/>
                <a:gd name="T60" fmla="*/ 2147483646 w 858"/>
                <a:gd name="T61" fmla="*/ 2147483646 h 340"/>
                <a:gd name="T62" fmla="*/ 2147483646 w 858"/>
                <a:gd name="T63" fmla="*/ 2147483646 h 340"/>
                <a:gd name="T64" fmla="*/ 2147483646 w 858"/>
                <a:gd name="T65" fmla="*/ 2147483646 h 340"/>
                <a:gd name="T66" fmla="*/ 2147483646 w 858"/>
                <a:gd name="T67" fmla="*/ 2147483646 h 340"/>
                <a:gd name="T68" fmla="*/ 2147483646 w 858"/>
                <a:gd name="T69" fmla="*/ 2147483646 h 340"/>
                <a:gd name="T70" fmla="*/ 2147483646 w 858"/>
                <a:gd name="T71" fmla="*/ 2147483646 h 340"/>
                <a:gd name="T72" fmla="*/ 2147483646 w 858"/>
                <a:gd name="T73" fmla="*/ 2147483646 h 340"/>
                <a:gd name="T74" fmla="*/ 2147483646 w 858"/>
                <a:gd name="T75" fmla="*/ 2147483646 h 340"/>
                <a:gd name="T76" fmla="*/ 2147483646 w 858"/>
                <a:gd name="T77" fmla="*/ 2147483646 h 340"/>
                <a:gd name="T78" fmla="*/ 2147483646 w 858"/>
                <a:gd name="T79" fmla="*/ 2147483646 h 340"/>
                <a:gd name="T80" fmla="*/ 2147483646 w 858"/>
                <a:gd name="T81" fmla="*/ 2147483646 h 340"/>
                <a:gd name="T82" fmla="*/ 2147483646 w 858"/>
                <a:gd name="T83" fmla="*/ 2147483646 h 340"/>
                <a:gd name="T84" fmla="*/ 2147483646 w 858"/>
                <a:gd name="T85" fmla="*/ 2147483646 h 340"/>
                <a:gd name="T86" fmla="*/ 2147483646 w 858"/>
                <a:gd name="T87" fmla="*/ 2147483646 h 340"/>
                <a:gd name="T88" fmla="*/ 2147483646 w 858"/>
                <a:gd name="T89" fmla="*/ 2147483646 h 340"/>
                <a:gd name="T90" fmla="*/ 2147483646 w 858"/>
                <a:gd name="T91" fmla="*/ 2147483646 h 340"/>
                <a:gd name="T92" fmla="*/ 2147483646 w 858"/>
                <a:gd name="T93" fmla="*/ 2147483646 h 340"/>
                <a:gd name="T94" fmla="*/ 2147483646 w 858"/>
                <a:gd name="T95" fmla="*/ 2147483646 h 340"/>
                <a:gd name="T96" fmla="*/ 2147483646 w 858"/>
                <a:gd name="T97" fmla="*/ 2147483646 h 340"/>
                <a:gd name="T98" fmla="*/ 2147483646 w 858"/>
                <a:gd name="T99" fmla="*/ 2147483646 h 340"/>
                <a:gd name="T100" fmla="*/ 2147483646 w 858"/>
                <a:gd name="T101" fmla="*/ 2147483646 h 340"/>
                <a:gd name="T102" fmla="*/ 2147483646 w 858"/>
                <a:gd name="T103" fmla="*/ 2147483646 h 340"/>
                <a:gd name="T104" fmla="*/ 2147483646 w 858"/>
                <a:gd name="T105" fmla="*/ 2147483646 h 340"/>
                <a:gd name="T106" fmla="*/ 2147483646 w 858"/>
                <a:gd name="T107" fmla="*/ 2147483646 h 340"/>
                <a:gd name="T108" fmla="*/ 2147483646 w 858"/>
                <a:gd name="T109" fmla="*/ 2147483646 h 340"/>
                <a:gd name="T110" fmla="*/ 2147483646 w 858"/>
                <a:gd name="T111" fmla="*/ 2147483646 h 340"/>
                <a:gd name="T112" fmla="*/ 2147483646 w 858"/>
                <a:gd name="T113" fmla="*/ 2147483646 h 340"/>
                <a:gd name="T114" fmla="*/ 2147483646 w 858"/>
                <a:gd name="T115" fmla="*/ 2147483646 h 340"/>
                <a:gd name="T116" fmla="*/ 2147483646 w 858"/>
                <a:gd name="T117" fmla="*/ 2147483646 h 340"/>
                <a:gd name="T118" fmla="*/ 2147483646 w 858"/>
                <a:gd name="T119" fmla="*/ 2147483646 h 340"/>
                <a:gd name="T120" fmla="*/ 2147483646 w 858"/>
                <a:gd name="T121" fmla="*/ 2147483646 h 3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58"/>
                <a:gd name="T184" fmla="*/ 0 h 340"/>
                <a:gd name="T185" fmla="*/ 858 w 858"/>
                <a:gd name="T186" fmla="*/ 340 h 3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58" h="340">
                  <a:moveTo>
                    <a:pt x="0" y="340"/>
                  </a:moveTo>
                  <a:lnTo>
                    <a:pt x="33" y="340"/>
                  </a:lnTo>
                  <a:lnTo>
                    <a:pt x="63" y="340"/>
                  </a:lnTo>
                  <a:lnTo>
                    <a:pt x="92" y="340"/>
                  </a:lnTo>
                  <a:lnTo>
                    <a:pt x="119" y="340"/>
                  </a:lnTo>
                  <a:lnTo>
                    <a:pt x="143" y="340"/>
                  </a:lnTo>
                  <a:lnTo>
                    <a:pt x="166" y="340"/>
                  </a:lnTo>
                  <a:lnTo>
                    <a:pt x="188" y="340"/>
                  </a:lnTo>
                  <a:lnTo>
                    <a:pt x="208" y="340"/>
                  </a:lnTo>
                  <a:lnTo>
                    <a:pt x="227" y="340"/>
                  </a:lnTo>
                  <a:lnTo>
                    <a:pt x="244" y="340"/>
                  </a:lnTo>
                  <a:lnTo>
                    <a:pt x="260" y="340"/>
                  </a:lnTo>
                  <a:lnTo>
                    <a:pt x="274" y="340"/>
                  </a:lnTo>
                  <a:lnTo>
                    <a:pt x="287" y="340"/>
                  </a:lnTo>
                  <a:lnTo>
                    <a:pt x="299" y="340"/>
                  </a:lnTo>
                  <a:lnTo>
                    <a:pt x="309" y="340"/>
                  </a:lnTo>
                  <a:lnTo>
                    <a:pt x="319" y="340"/>
                  </a:lnTo>
                  <a:lnTo>
                    <a:pt x="327" y="340"/>
                  </a:lnTo>
                  <a:lnTo>
                    <a:pt x="335" y="340"/>
                  </a:lnTo>
                  <a:lnTo>
                    <a:pt x="342" y="340"/>
                  </a:lnTo>
                  <a:lnTo>
                    <a:pt x="348" y="340"/>
                  </a:lnTo>
                  <a:lnTo>
                    <a:pt x="353" y="340"/>
                  </a:lnTo>
                  <a:lnTo>
                    <a:pt x="358" y="340"/>
                  </a:lnTo>
                  <a:lnTo>
                    <a:pt x="362" y="340"/>
                  </a:lnTo>
                  <a:lnTo>
                    <a:pt x="366" y="340"/>
                  </a:lnTo>
                  <a:lnTo>
                    <a:pt x="369" y="339"/>
                  </a:lnTo>
                  <a:lnTo>
                    <a:pt x="372" y="339"/>
                  </a:lnTo>
                  <a:lnTo>
                    <a:pt x="375" y="339"/>
                  </a:lnTo>
                  <a:lnTo>
                    <a:pt x="378" y="339"/>
                  </a:lnTo>
                  <a:lnTo>
                    <a:pt x="379" y="339"/>
                  </a:lnTo>
                  <a:lnTo>
                    <a:pt x="382" y="339"/>
                  </a:lnTo>
                  <a:lnTo>
                    <a:pt x="383" y="339"/>
                  </a:lnTo>
                  <a:lnTo>
                    <a:pt x="386" y="339"/>
                  </a:lnTo>
                  <a:lnTo>
                    <a:pt x="389" y="339"/>
                  </a:lnTo>
                  <a:lnTo>
                    <a:pt x="391" y="339"/>
                  </a:lnTo>
                  <a:lnTo>
                    <a:pt x="394" y="339"/>
                  </a:lnTo>
                  <a:lnTo>
                    <a:pt x="395" y="338"/>
                  </a:lnTo>
                  <a:lnTo>
                    <a:pt x="396" y="338"/>
                  </a:lnTo>
                  <a:lnTo>
                    <a:pt x="399" y="338"/>
                  </a:lnTo>
                  <a:lnTo>
                    <a:pt x="401" y="338"/>
                  </a:lnTo>
                  <a:lnTo>
                    <a:pt x="402" y="338"/>
                  </a:lnTo>
                  <a:lnTo>
                    <a:pt x="404" y="338"/>
                  </a:lnTo>
                  <a:lnTo>
                    <a:pt x="405" y="338"/>
                  </a:lnTo>
                  <a:lnTo>
                    <a:pt x="406" y="338"/>
                  </a:lnTo>
                  <a:lnTo>
                    <a:pt x="408" y="338"/>
                  </a:lnTo>
                  <a:lnTo>
                    <a:pt x="409" y="338"/>
                  </a:lnTo>
                  <a:lnTo>
                    <a:pt x="411" y="338"/>
                  </a:lnTo>
                  <a:lnTo>
                    <a:pt x="412" y="336"/>
                  </a:lnTo>
                  <a:lnTo>
                    <a:pt x="414" y="336"/>
                  </a:lnTo>
                  <a:lnTo>
                    <a:pt x="415" y="336"/>
                  </a:lnTo>
                  <a:lnTo>
                    <a:pt x="417" y="336"/>
                  </a:lnTo>
                  <a:lnTo>
                    <a:pt x="418" y="336"/>
                  </a:lnTo>
                  <a:lnTo>
                    <a:pt x="419" y="336"/>
                  </a:lnTo>
                  <a:lnTo>
                    <a:pt x="421" y="336"/>
                  </a:lnTo>
                  <a:lnTo>
                    <a:pt x="422" y="336"/>
                  </a:lnTo>
                  <a:lnTo>
                    <a:pt x="424" y="335"/>
                  </a:lnTo>
                  <a:lnTo>
                    <a:pt x="425" y="335"/>
                  </a:lnTo>
                  <a:lnTo>
                    <a:pt x="428" y="335"/>
                  </a:lnTo>
                  <a:lnTo>
                    <a:pt x="429" y="335"/>
                  </a:lnTo>
                  <a:lnTo>
                    <a:pt x="431" y="335"/>
                  </a:lnTo>
                  <a:lnTo>
                    <a:pt x="434" y="333"/>
                  </a:lnTo>
                  <a:lnTo>
                    <a:pt x="435" y="333"/>
                  </a:lnTo>
                  <a:lnTo>
                    <a:pt x="438" y="333"/>
                  </a:lnTo>
                  <a:lnTo>
                    <a:pt x="440" y="333"/>
                  </a:lnTo>
                  <a:lnTo>
                    <a:pt x="442" y="333"/>
                  </a:lnTo>
                  <a:lnTo>
                    <a:pt x="444" y="332"/>
                  </a:lnTo>
                  <a:lnTo>
                    <a:pt x="445" y="332"/>
                  </a:lnTo>
                  <a:lnTo>
                    <a:pt x="448" y="332"/>
                  </a:lnTo>
                  <a:lnTo>
                    <a:pt x="450" y="332"/>
                  </a:lnTo>
                  <a:lnTo>
                    <a:pt x="451" y="332"/>
                  </a:lnTo>
                  <a:lnTo>
                    <a:pt x="452" y="332"/>
                  </a:lnTo>
                  <a:lnTo>
                    <a:pt x="454" y="330"/>
                  </a:lnTo>
                  <a:lnTo>
                    <a:pt x="455" y="330"/>
                  </a:lnTo>
                  <a:lnTo>
                    <a:pt x="457" y="330"/>
                  </a:lnTo>
                  <a:lnTo>
                    <a:pt x="458" y="330"/>
                  </a:lnTo>
                  <a:lnTo>
                    <a:pt x="460" y="330"/>
                  </a:lnTo>
                  <a:lnTo>
                    <a:pt x="461" y="330"/>
                  </a:lnTo>
                  <a:lnTo>
                    <a:pt x="463" y="329"/>
                  </a:lnTo>
                  <a:lnTo>
                    <a:pt x="464" y="329"/>
                  </a:lnTo>
                  <a:lnTo>
                    <a:pt x="465" y="329"/>
                  </a:lnTo>
                  <a:lnTo>
                    <a:pt x="467" y="327"/>
                  </a:lnTo>
                  <a:lnTo>
                    <a:pt x="468" y="327"/>
                  </a:lnTo>
                  <a:lnTo>
                    <a:pt x="470" y="327"/>
                  </a:lnTo>
                  <a:lnTo>
                    <a:pt x="471" y="327"/>
                  </a:lnTo>
                  <a:lnTo>
                    <a:pt x="473" y="326"/>
                  </a:lnTo>
                  <a:lnTo>
                    <a:pt x="474" y="326"/>
                  </a:lnTo>
                  <a:lnTo>
                    <a:pt x="475" y="326"/>
                  </a:lnTo>
                  <a:lnTo>
                    <a:pt x="478" y="325"/>
                  </a:lnTo>
                  <a:lnTo>
                    <a:pt x="480" y="325"/>
                  </a:lnTo>
                  <a:lnTo>
                    <a:pt x="481" y="323"/>
                  </a:lnTo>
                  <a:lnTo>
                    <a:pt x="484" y="323"/>
                  </a:lnTo>
                  <a:lnTo>
                    <a:pt x="487" y="322"/>
                  </a:lnTo>
                  <a:lnTo>
                    <a:pt x="488" y="322"/>
                  </a:lnTo>
                  <a:lnTo>
                    <a:pt x="491" y="320"/>
                  </a:lnTo>
                  <a:lnTo>
                    <a:pt x="494" y="320"/>
                  </a:lnTo>
                  <a:lnTo>
                    <a:pt x="497" y="319"/>
                  </a:lnTo>
                  <a:lnTo>
                    <a:pt x="498" y="319"/>
                  </a:lnTo>
                  <a:lnTo>
                    <a:pt x="501" y="317"/>
                  </a:lnTo>
                  <a:lnTo>
                    <a:pt x="503" y="317"/>
                  </a:lnTo>
                  <a:lnTo>
                    <a:pt x="504" y="316"/>
                  </a:lnTo>
                  <a:lnTo>
                    <a:pt x="507" y="316"/>
                  </a:lnTo>
                  <a:lnTo>
                    <a:pt x="509" y="316"/>
                  </a:lnTo>
                  <a:lnTo>
                    <a:pt x="510" y="315"/>
                  </a:lnTo>
                  <a:lnTo>
                    <a:pt x="511" y="315"/>
                  </a:lnTo>
                  <a:lnTo>
                    <a:pt x="513" y="313"/>
                  </a:lnTo>
                  <a:lnTo>
                    <a:pt x="514" y="313"/>
                  </a:lnTo>
                  <a:lnTo>
                    <a:pt x="516" y="313"/>
                  </a:lnTo>
                  <a:lnTo>
                    <a:pt x="517" y="312"/>
                  </a:lnTo>
                  <a:lnTo>
                    <a:pt x="519" y="312"/>
                  </a:lnTo>
                  <a:lnTo>
                    <a:pt x="520" y="312"/>
                  </a:lnTo>
                  <a:lnTo>
                    <a:pt x="521" y="310"/>
                  </a:lnTo>
                  <a:lnTo>
                    <a:pt x="523" y="310"/>
                  </a:lnTo>
                  <a:lnTo>
                    <a:pt x="524" y="309"/>
                  </a:lnTo>
                  <a:lnTo>
                    <a:pt x="526" y="309"/>
                  </a:lnTo>
                  <a:lnTo>
                    <a:pt x="527" y="307"/>
                  </a:lnTo>
                  <a:lnTo>
                    <a:pt x="529" y="307"/>
                  </a:lnTo>
                  <a:lnTo>
                    <a:pt x="530" y="306"/>
                  </a:lnTo>
                  <a:lnTo>
                    <a:pt x="532" y="306"/>
                  </a:lnTo>
                  <a:lnTo>
                    <a:pt x="533" y="304"/>
                  </a:lnTo>
                  <a:lnTo>
                    <a:pt x="536" y="304"/>
                  </a:lnTo>
                  <a:lnTo>
                    <a:pt x="537" y="303"/>
                  </a:lnTo>
                  <a:lnTo>
                    <a:pt x="539" y="302"/>
                  </a:lnTo>
                  <a:lnTo>
                    <a:pt x="542" y="302"/>
                  </a:lnTo>
                  <a:lnTo>
                    <a:pt x="543" y="300"/>
                  </a:lnTo>
                  <a:lnTo>
                    <a:pt x="546" y="299"/>
                  </a:lnTo>
                  <a:lnTo>
                    <a:pt x="547" y="297"/>
                  </a:lnTo>
                  <a:lnTo>
                    <a:pt x="550" y="297"/>
                  </a:lnTo>
                  <a:lnTo>
                    <a:pt x="552" y="296"/>
                  </a:lnTo>
                  <a:lnTo>
                    <a:pt x="553" y="294"/>
                  </a:lnTo>
                  <a:lnTo>
                    <a:pt x="556" y="294"/>
                  </a:lnTo>
                  <a:lnTo>
                    <a:pt x="557" y="293"/>
                  </a:lnTo>
                  <a:lnTo>
                    <a:pt x="559" y="293"/>
                  </a:lnTo>
                  <a:lnTo>
                    <a:pt x="560" y="292"/>
                  </a:lnTo>
                  <a:lnTo>
                    <a:pt x="562" y="292"/>
                  </a:lnTo>
                  <a:lnTo>
                    <a:pt x="563" y="290"/>
                  </a:lnTo>
                  <a:lnTo>
                    <a:pt x="565" y="290"/>
                  </a:lnTo>
                  <a:lnTo>
                    <a:pt x="566" y="289"/>
                  </a:lnTo>
                  <a:lnTo>
                    <a:pt x="567" y="287"/>
                  </a:lnTo>
                  <a:lnTo>
                    <a:pt x="569" y="287"/>
                  </a:lnTo>
                  <a:lnTo>
                    <a:pt x="570" y="287"/>
                  </a:lnTo>
                  <a:lnTo>
                    <a:pt x="572" y="286"/>
                  </a:lnTo>
                  <a:lnTo>
                    <a:pt x="573" y="284"/>
                  </a:lnTo>
                  <a:lnTo>
                    <a:pt x="575" y="284"/>
                  </a:lnTo>
                  <a:lnTo>
                    <a:pt x="576" y="283"/>
                  </a:lnTo>
                  <a:lnTo>
                    <a:pt x="578" y="283"/>
                  </a:lnTo>
                  <a:lnTo>
                    <a:pt x="579" y="281"/>
                  </a:lnTo>
                  <a:lnTo>
                    <a:pt x="580" y="281"/>
                  </a:lnTo>
                  <a:lnTo>
                    <a:pt x="582" y="280"/>
                  </a:lnTo>
                  <a:lnTo>
                    <a:pt x="583" y="279"/>
                  </a:lnTo>
                  <a:lnTo>
                    <a:pt x="586" y="279"/>
                  </a:lnTo>
                  <a:lnTo>
                    <a:pt x="588" y="277"/>
                  </a:lnTo>
                  <a:lnTo>
                    <a:pt x="589" y="276"/>
                  </a:lnTo>
                  <a:lnTo>
                    <a:pt x="590" y="276"/>
                  </a:lnTo>
                  <a:lnTo>
                    <a:pt x="593" y="274"/>
                  </a:lnTo>
                  <a:lnTo>
                    <a:pt x="595" y="273"/>
                  </a:lnTo>
                  <a:lnTo>
                    <a:pt x="596" y="271"/>
                  </a:lnTo>
                  <a:lnTo>
                    <a:pt x="599" y="271"/>
                  </a:lnTo>
                  <a:lnTo>
                    <a:pt x="601" y="270"/>
                  </a:lnTo>
                  <a:lnTo>
                    <a:pt x="602" y="269"/>
                  </a:lnTo>
                  <a:lnTo>
                    <a:pt x="603" y="269"/>
                  </a:lnTo>
                  <a:lnTo>
                    <a:pt x="605" y="267"/>
                  </a:lnTo>
                  <a:lnTo>
                    <a:pt x="606" y="267"/>
                  </a:lnTo>
                  <a:lnTo>
                    <a:pt x="608" y="266"/>
                  </a:lnTo>
                  <a:lnTo>
                    <a:pt x="609" y="266"/>
                  </a:lnTo>
                  <a:lnTo>
                    <a:pt x="609" y="264"/>
                  </a:lnTo>
                  <a:lnTo>
                    <a:pt x="611" y="264"/>
                  </a:lnTo>
                  <a:lnTo>
                    <a:pt x="612" y="263"/>
                  </a:lnTo>
                  <a:lnTo>
                    <a:pt x="613" y="263"/>
                  </a:lnTo>
                  <a:lnTo>
                    <a:pt x="615" y="261"/>
                  </a:lnTo>
                  <a:lnTo>
                    <a:pt x="616" y="261"/>
                  </a:lnTo>
                  <a:lnTo>
                    <a:pt x="616" y="260"/>
                  </a:lnTo>
                  <a:lnTo>
                    <a:pt x="618" y="260"/>
                  </a:lnTo>
                  <a:lnTo>
                    <a:pt x="619" y="258"/>
                  </a:lnTo>
                  <a:lnTo>
                    <a:pt x="621" y="258"/>
                  </a:lnTo>
                  <a:lnTo>
                    <a:pt x="622" y="257"/>
                  </a:lnTo>
                  <a:lnTo>
                    <a:pt x="624" y="256"/>
                  </a:lnTo>
                  <a:lnTo>
                    <a:pt x="625" y="256"/>
                  </a:lnTo>
                  <a:lnTo>
                    <a:pt x="626" y="254"/>
                  </a:lnTo>
                  <a:lnTo>
                    <a:pt x="628" y="254"/>
                  </a:lnTo>
                  <a:lnTo>
                    <a:pt x="629" y="253"/>
                  </a:lnTo>
                  <a:lnTo>
                    <a:pt x="631" y="251"/>
                  </a:lnTo>
                  <a:lnTo>
                    <a:pt x="632" y="251"/>
                  </a:lnTo>
                  <a:lnTo>
                    <a:pt x="634" y="250"/>
                  </a:lnTo>
                  <a:lnTo>
                    <a:pt x="635" y="248"/>
                  </a:lnTo>
                  <a:lnTo>
                    <a:pt x="636" y="247"/>
                  </a:lnTo>
                  <a:lnTo>
                    <a:pt x="638" y="247"/>
                  </a:lnTo>
                  <a:lnTo>
                    <a:pt x="639" y="246"/>
                  </a:lnTo>
                  <a:lnTo>
                    <a:pt x="641" y="246"/>
                  </a:lnTo>
                  <a:lnTo>
                    <a:pt x="642" y="244"/>
                  </a:lnTo>
                  <a:lnTo>
                    <a:pt x="644" y="243"/>
                  </a:lnTo>
                  <a:lnTo>
                    <a:pt x="645" y="243"/>
                  </a:lnTo>
                  <a:lnTo>
                    <a:pt x="647" y="241"/>
                  </a:lnTo>
                  <a:lnTo>
                    <a:pt x="648" y="240"/>
                  </a:lnTo>
                  <a:lnTo>
                    <a:pt x="649" y="240"/>
                  </a:lnTo>
                  <a:lnTo>
                    <a:pt x="649" y="238"/>
                  </a:lnTo>
                  <a:lnTo>
                    <a:pt x="651" y="238"/>
                  </a:lnTo>
                  <a:lnTo>
                    <a:pt x="652" y="237"/>
                  </a:lnTo>
                  <a:lnTo>
                    <a:pt x="654" y="237"/>
                  </a:lnTo>
                  <a:lnTo>
                    <a:pt x="654" y="235"/>
                  </a:lnTo>
                  <a:lnTo>
                    <a:pt x="655" y="235"/>
                  </a:lnTo>
                  <a:lnTo>
                    <a:pt x="655" y="234"/>
                  </a:lnTo>
                  <a:lnTo>
                    <a:pt x="657" y="234"/>
                  </a:lnTo>
                  <a:lnTo>
                    <a:pt x="658" y="233"/>
                  </a:lnTo>
                  <a:lnTo>
                    <a:pt x="659" y="233"/>
                  </a:lnTo>
                  <a:lnTo>
                    <a:pt x="659" y="231"/>
                  </a:lnTo>
                  <a:lnTo>
                    <a:pt x="661" y="231"/>
                  </a:lnTo>
                  <a:lnTo>
                    <a:pt x="662" y="230"/>
                  </a:lnTo>
                  <a:lnTo>
                    <a:pt x="662" y="228"/>
                  </a:lnTo>
                  <a:lnTo>
                    <a:pt x="664" y="228"/>
                  </a:lnTo>
                  <a:lnTo>
                    <a:pt x="665" y="227"/>
                  </a:lnTo>
                  <a:lnTo>
                    <a:pt x="667" y="227"/>
                  </a:lnTo>
                  <a:lnTo>
                    <a:pt x="667" y="225"/>
                  </a:lnTo>
                  <a:lnTo>
                    <a:pt x="668" y="225"/>
                  </a:lnTo>
                  <a:lnTo>
                    <a:pt x="670" y="224"/>
                  </a:lnTo>
                  <a:lnTo>
                    <a:pt x="671" y="223"/>
                  </a:lnTo>
                  <a:lnTo>
                    <a:pt x="672" y="221"/>
                  </a:lnTo>
                  <a:lnTo>
                    <a:pt x="674" y="221"/>
                  </a:lnTo>
                  <a:lnTo>
                    <a:pt x="674" y="220"/>
                  </a:lnTo>
                  <a:lnTo>
                    <a:pt x="675" y="220"/>
                  </a:lnTo>
                  <a:lnTo>
                    <a:pt x="677" y="218"/>
                  </a:lnTo>
                  <a:lnTo>
                    <a:pt x="678" y="217"/>
                  </a:lnTo>
                  <a:lnTo>
                    <a:pt x="680" y="217"/>
                  </a:lnTo>
                  <a:lnTo>
                    <a:pt x="680" y="215"/>
                  </a:lnTo>
                  <a:lnTo>
                    <a:pt x="681" y="215"/>
                  </a:lnTo>
                  <a:lnTo>
                    <a:pt x="682" y="214"/>
                  </a:lnTo>
                  <a:lnTo>
                    <a:pt x="684" y="214"/>
                  </a:lnTo>
                  <a:lnTo>
                    <a:pt x="684" y="212"/>
                  </a:lnTo>
                  <a:lnTo>
                    <a:pt x="685" y="212"/>
                  </a:lnTo>
                  <a:lnTo>
                    <a:pt x="687" y="211"/>
                  </a:lnTo>
                  <a:lnTo>
                    <a:pt x="688" y="210"/>
                  </a:lnTo>
                  <a:lnTo>
                    <a:pt x="690" y="210"/>
                  </a:lnTo>
                  <a:lnTo>
                    <a:pt x="691" y="208"/>
                  </a:lnTo>
                  <a:lnTo>
                    <a:pt x="693" y="208"/>
                  </a:lnTo>
                  <a:lnTo>
                    <a:pt x="694" y="207"/>
                  </a:lnTo>
                  <a:lnTo>
                    <a:pt x="694" y="205"/>
                  </a:lnTo>
                  <a:lnTo>
                    <a:pt x="695" y="205"/>
                  </a:lnTo>
                  <a:lnTo>
                    <a:pt x="697" y="204"/>
                  </a:lnTo>
                  <a:lnTo>
                    <a:pt x="698" y="204"/>
                  </a:lnTo>
                  <a:lnTo>
                    <a:pt x="698" y="202"/>
                  </a:lnTo>
                  <a:lnTo>
                    <a:pt x="700" y="202"/>
                  </a:lnTo>
                  <a:lnTo>
                    <a:pt x="701" y="201"/>
                  </a:lnTo>
                  <a:lnTo>
                    <a:pt x="703" y="200"/>
                  </a:lnTo>
                  <a:lnTo>
                    <a:pt x="704" y="200"/>
                  </a:lnTo>
                  <a:lnTo>
                    <a:pt x="704" y="198"/>
                  </a:lnTo>
                  <a:lnTo>
                    <a:pt x="705" y="198"/>
                  </a:lnTo>
                  <a:lnTo>
                    <a:pt x="705" y="197"/>
                  </a:lnTo>
                  <a:lnTo>
                    <a:pt x="707" y="197"/>
                  </a:lnTo>
                  <a:lnTo>
                    <a:pt x="707" y="195"/>
                  </a:lnTo>
                  <a:lnTo>
                    <a:pt x="708" y="195"/>
                  </a:lnTo>
                  <a:lnTo>
                    <a:pt x="708" y="194"/>
                  </a:lnTo>
                  <a:lnTo>
                    <a:pt x="710" y="194"/>
                  </a:lnTo>
                  <a:lnTo>
                    <a:pt x="711" y="192"/>
                  </a:lnTo>
                  <a:lnTo>
                    <a:pt x="713" y="191"/>
                  </a:lnTo>
                  <a:lnTo>
                    <a:pt x="714" y="189"/>
                  </a:lnTo>
                  <a:lnTo>
                    <a:pt x="716" y="188"/>
                  </a:lnTo>
                  <a:lnTo>
                    <a:pt x="717" y="187"/>
                  </a:lnTo>
                  <a:lnTo>
                    <a:pt x="718" y="185"/>
                  </a:lnTo>
                  <a:lnTo>
                    <a:pt x="720" y="184"/>
                  </a:lnTo>
                  <a:lnTo>
                    <a:pt x="720" y="182"/>
                  </a:lnTo>
                  <a:lnTo>
                    <a:pt x="721" y="181"/>
                  </a:lnTo>
                  <a:lnTo>
                    <a:pt x="723" y="179"/>
                  </a:lnTo>
                  <a:lnTo>
                    <a:pt x="724" y="178"/>
                  </a:lnTo>
                  <a:lnTo>
                    <a:pt x="726" y="177"/>
                  </a:lnTo>
                  <a:lnTo>
                    <a:pt x="727" y="177"/>
                  </a:lnTo>
                  <a:lnTo>
                    <a:pt x="727" y="175"/>
                  </a:lnTo>
                  <a:lnTo>
                    <a:pt x="728" y="174"/>
                  </a:lnTo>
                  <a:lnTo>
                    <a:pt x="730" y="172"/>
                  </a:lnTo>
                  <a:lnTo>
                    <a:pt x="731" y="171"/>
                  </a:lnTo>
                  <a:lnTo>
                    <a:pt x="733" y="169"/>
                  </a:lnTo>
                  <a:lnTo>
                    <a:pt x="734" y="168"/>
                  </a:lnTo>
                  <a:lnTo>
                    <a:pt x="736" y="167"/>
                  </a:lnTo>
                  <a:lnTo>
                    <a:pt x="736" y="165"/>
                  </a:lnTo>
                  <a:lnTo>
                    <a:pt x="737" y="165"/>
                  </a:lnTo>
                  <a:lnTo>
                    <a:pt x="737" y="164"/>
                  </a:lnTo>
                  <a:lnTo>
                    <a:pt x="739" y="162"/>
                  </a:lnTo>
                  <a:lnTo>
                    <a:pt x="740" y="162"/>
                  </a:lnTo>
                  <a:lnTo>
                    <a:pt x="740" y="161"/>
                  </a:lnTo>
                  <a:lnTo>
                    <a:pt x="741" y="159"/>
                  </a:lnTo>
                  <a:lnTo>
                    <a:pt x="743" y="159"/>
                  </a:lnTo>
                  <a:lnTo>
                    <a:pt x="743" y="158"/>
                  </a:lnTo>
                  <a:lnTo>
                    <a:pt x="744" y="156"/>
                  </a:lnTo>
                  <a:lnTo>
                    <a:pt x="746" y="155"/>
                  </a:lnTo>
                  <a:lnTo>
                    <a:pt x="747" y="154"/>
                  </a:lnTo>
                  <a:lnTo>
                    <a:pt x="749" y="152"/>
                  </a:lnTo>
                  <a:lnTo>
                    <a:pt x="749" y="151"/>
                  </a:lnTo>
                  <a:lnTo>
                    <a:pt x="750" y="148"/>
                  </a:lnTo>
                  <a:lnTo>
                    <a:pt x="753" y="146"/>
                  </a:lnTo>
                  <a:lnTo>
                    <a:pt x="754" y="145"/>
                  </a:lnTo>
                  <a:lnTo>
                    <a:pt x="756" y="142"/>
                  </a:lnTo>
                  <a:lnTo>
                    <a:pt x="757" y="141"/>
                  </a:lnTo>
                  <a:lnTo>
                    <a:pt x="759" y="139"/>
                  </a:lnTo>
                  <a:lnTo>
                    <a:pt x="760" y="138"/>
                  </a:lnTo>
                  <a:lnTo>
                    <a:pt x="762" y="136"/>
                  </a:lnTo>
                  <a:lnTo>
                    <a:pt x="763" y="135"/>
                  </a:lnTo>
                  <a:lnTo>
                    <a:pt x="763" y="133"/>
                  </a:lnTo>
                  <a:lnTo>
                    <a:pt x="764" y="132"/>
                  </a:lnTo>
                  <a:lnTo>
                    <a:pt x="766" y="131"/>
                  </a:lnTo>
                  <a:lnTo>
                    <a:pt x="766" y="129"/>
                  </a:lnTo>
                  <a:lnTo>
                    <a:pt x="767" y="128"/>
                  </a:lnTo>
                  <a:lnTo>
                    <a:pt x="769" y="128"/>
                  </a:lnTo>
                  <a:lnTo>
                    <a:pt x="769" y="126"/>
                  </a:lnTo>
                  <a:lnTo>
                    <a:pt x="770" y="125"/>
                  </a:lnTo>
                  <a:lnTo>
                    <a:pt x="772" y="123"/>
                  </a:lnTo>
                  <a:lnTo>
                    <a:pt x="773" y="122"/>
                  </a:lnTo>
                  <a:lnTo>
                    <a:pt x="773" y="121"/>
                  </a:lnTo>
                  <a:lnTo>
                    <a:pt x="774" y="119"/>
                  </a:lnTo>
                  <a:lnTo>
                    <a:pt x="776" y="118"/>
                  </a:lnTo>
                  <a:lnTo>
                    <a:pt x="776" y="116"/>
                  </a:lnTo>
                  <a:lnTo>
                    <a:pt x="777" y="116"/>
                  </a:lnTo>
                  <a:lnTo>
                    <a:pt x="777" y="115"/>
                  </a:lnTo>
                  <a:lnTo>
                    <a:pt x="779" y="113"/>
                  </a:lnTo>
                  <a:lnTo>
                    <a:pt x="780" y="112"/>
                  </a:lnTo>
                  <a:lnTo>
                    <a:pt x="782" y="109"/>
                  </a:lnTo>
                  <a:lnTo>
                    <a:pt x="783" y="108"/>
                  </a:lnTo>
                  <a:lnTo>
                    <a:pt x="785" y="106"/>
                  </a:lnTo>
                  <a:lnTo>
                    <a:pt x="785" y="105"/>
                  </a:lnTo>
                  <a:lnTo>
                    <a:pt x="786" y="102"/>
                  </a:lnTo>
                  <a:lnTo>
                    <a:pt x="789" y="100"/>
                  </a:lnTo>
                  <a:lnTo>
                    <a:pt x="790" y="98"/>
                  </a:lnTo>
                  <a:lnTo>
                    <a:pt x="792" y="96"/>
                  </a:lnTo>
                  <a:lnTo>
                    <a:pt x="793" y="93"/>
                  </a:lnTo>
                  <a:lnTo>
                    <a:pt x="795" y="92"/>
                  </a:lnTo>
                  <a:lnTo>
                    <a:pt x="796" y="89"/>
                  </a:lnTo>
                  <a:lnTo>
                    <a:pt x="797" y="87"/>
                  </a:lnTo>
                  <a:lnTo>
                    <a:pt x="799" y="86"/>
                  </a:lnTo>
                  <a:lnTo>
                    <a:pt x="799" y="85"/>
                  </a:lnTo>
                  <a:lnTo>
                    <a:pt x="800" y="83"/>
                  </a:lnTo>
                  <a:lnTo>
                    <a:pt x="802" y="82"/>
                  </a:lnTo>
                  <a:lnTo>
                    <a:pt x="802" y="80"/>
                  </a:lnTo>
                  <a:lnTo>
                    <a:pt x="803" y="79"/>
                  </a:lnTo>
                  <a:lnTo>
                    <a:pt x="805" y="77"/>
                  </a:lnTo>
                  <a:lnTo>
                    <a:pt x="805" y="76"/>
                  </a:lnTo>
                  <a:lnTo>
                    <a:pt x="806" y="75"/>
                  </a:lnTo>
                  <a:lnTo>
                    <a:pt x="808" y="75"/>
                  </a:lnTo>
                  <a:lnTo>
                    <a:pt x="808" y="73"/>
                  </a:lnTo>
                  <a:lnTo>
                    <a:pt x="809" y="72"/>
                  </a:lnTo>
                  <a:lnTo>
                    <a:pt x="809" y="70"/>
                  </a:lnTo>
                  <a:lnTo>
                    <a:pt x="810" y="69"/>
                  </a:lnTo>
                  <a:lnTo>
                    <a:pt x="812" y="67"/>
                  </a:lnTo>
                  <a:lnTo>
                    <a:pt x="812" y="66"/>
                  </a:lnTo>
                  <a:lnTo>
                    <a:pt x="813" y="64"/>
                  </a:lnTo>
                  <a:lnTo>
                    <a:pt x="815" y="63"/>
                  </a:lnTo>
                  <a:lnTo>
                    <a:pt x="815" y="62"/>
                  </a:lnTo>
                  <a:lnTo>
                    <a:pt x="816" y="60"/>
                  </a:lnTo>
                  <a:lnTo>
                    <a:pt x="818" y="59"/>
                  </a:lnTo>
                  <a:lnTo>
                    <a:pt x="819" y="57"/>
                  </a:lnTo>
                  <a:lnTo>
                    <a:pt x="820" y="56"/>
                  </a:lnTo>
                  <a:lnTo>
                    <a:pt x="822" y="53"/>
                  </a:lnTo>
                  <a:lnTo>
                    <a:pt x="823" y="52"/>
                  </a:lnTo>
                  <a:lnTo>
                    <a:pt x="825" y="49"/>
                  </a:lnTo>
                  <a:lnTo>
                    <a:pt x="826" y="47"/>
                  </a:lnTo>
                  <a:lnTo>
                    <a:pt x="828" y="44"/>
                  </a:lnTo>
                  <a:lnTo>
                    <a:pt x="831" y="41"/>
                  </a:lnTo>
                  <a:lnTo>
                    <a:pt x="832" y="40"/>
                  </a:lnTo>
                  <a:lnTo>
                    <a:pt x="833" y="39"/>
                  </a:lnTo>
                  <a:lnTo>
                    <a:pt x="835" y="36"/>
                  </a:lnTo>
                  <a:lnTo>
                    <a:pt x="835" y="34"/>
                  </a:lnTo>
                  <a:lnTo>
                    <a:pt x="836" y="33"/>
                  </a:lnTo>
                  <a:lnTo>
                    <a:pt x="838" y="31"/>
                  </a:lnTo>
                  <a:lnTo>
                    <a:pt x="839" y="30"/>
                  </a:lnTo>
                  <a:lnTo>
                    <a:pt x="839" y="29"/>
                  </a:lnTo>
                  <a:lnTo>
                    <a:pt x="841" y="27"/>
                  </a:lnTo>
                  <a:lnTo>
                    <a:pt x="842" y="26"/>
                  </a:lnTo>
                  <a:lnTo>
                    <a:pt x="842" y="24"/>
                  </a:lnTo>
                  <a:lnTo>
                    <a:pt x="843" y="24"/>
                  </a:lnTo>
                  <a:lnTo>
                    <a:pt x="843" y="23"/>
                  </a:lnTo>
                  <a:lnTo>
                    <a:pt x="845" y="21"/>
                  </a:lnTo>
                  <a:lnTo>
                    <a:pt x="845" y="20"/>
                  </a:lnTo>
                  <a:lnTo>
                    <a:pt x="846" y="18"/>
                  </a:lnTo>
                  <a:lnTo>
                    <a:pt x="848" y="17"/>
                  </a:lnTo>
                  <a:lnTo>
                    <a:pt x="848" y="16"/>
                  </a:lnTo>
                  <a:lnTo>
                    <a:pt x="849" y="14"/>
                  </a:lnTo>
                  <a:lnTo>
                    <a:pt x="849" y="13"/>
                  </a:lnTo>
                  <a:lnTo>
                    <a:pt x="851" y="13"/>
                  </a:lnTo>
                  <a:lnTo>
                    <a:pt x="851" y="11"/>
                  </a:lnTo>
                  <a:lnTo>
                    <a:pt x="852" y="10"/>
                  </a:lnTo>
                  <a:lnTo>
                    <a:pt x="854" y="8"/>
                  </a:lnTo>
                  <a:lnTo>
                    <a:pt x="854" y="7"/>
                  </a:lnTo>
                  <a:lnTo>
                    <a:pt x="855" y="4"/>
                  </a:lnTo>
                  <a:lnTo>
                    <a:pt x="856" y="3"/>
                  </a:lnTo>
                  <a:lnTo>
                    <a:pt x="856" y="1"/>
                  </a:lnTo>
                  <a:lnTo>
                    <a:pt x="858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4">
              <a:extLst>
                <a:ext uri="{FF2B5EF4-FFF2-40B4-BE49-F238E27FC236}">
                  <a16:creationId xmlns:a16="http://schemas.microsoft.com/office/drawing/2014/main" id="{A213FB4A-EE45-41DD-A39A-F469F692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400" y="5257800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3" y="3"/>
                  </a:lnTo>
                  <a:lnTo>
                    <a:pt x="4" y="8"/>
                  </a:lnTo>
                  <a:lnTo>
                    <a:pt x="5" y="10"/>
                  </a:lnTo>
                  <a:lnTo>
                    <a:pt x="8" y="13"/>
                  </a:lnTo>
                  <a:lnTo>
                    <a:pt x="10" y="16"/>
                  </a:lnTo>
                  <a:lnTo>
                    <a:pt x="11" y="19"/>
                  </a:lnTo>
                  <a:lnTo>
                    <a:pt x="13" y="22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30"/>
                  </a:lnTo>
                  <a:lnTo>
                    <a:pt x="18" y="32"/>
                  </a:lnTo>
                  <a:lnTo>
                    <a:pt x="20" y="35"/>
                  </a:lnTo>
                  <a:lnTo>
                    <a:pt x="20" y="36"/>
                  </a:lnTo>
                  <a:lnTo>
                    <a:pt x="21" y="38"/>
                  </a:lnTo>
                  <a:lnTo>
                    <a:pt x="21" y="39"/>
                  </a:lnTo>
                  <a:lnTo>
                    <a:pt x="23" y="41"/>
                  </a:lnTo>
                  <a:lnTo>
                    <a:pt x="23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6" y="46"/>
                  </a:lnTo>
                  <a:lnTo>
                    <a:pt x="26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5"/>
                  </a:lnTo>
                  <a:lnTo>
                    <a:pt x="30" y="56"/>
                  </a:lnTo>
                  <a:lnTo>
                    <a:pt x="30" y="58"/>
                  </a:lnTo>
                  <a:lnTo>
                    <a:pt x="31" y="59"/>
                  </a:lnTo>
                  <a:lnTo>
                    <a:pt x="31" y="61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4" y="66"/>
                  </a:lnTo>
                  <a:lnTo>
                    <a:pt x="34" y="68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7" y="74"/>
                  </a:lnTo>
                  <a:lnTo>
                    <a:pt x="37" y="75"/>
                  </a:lnTo>
                  <a:lnTo>
                    <a:pt x="38" y="76"/>
                  </a:lnTo>
                  <a:lnTo>
                    <a:pt x="38" y="78"/>
                  </a:lnTo>
                  <a:lnTo>
                    <a:pt x="40" y="79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1" y="82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3" y="87"/>
                  </a:lnTo>
                  <a:lnTo>
                    <a:pt x="43" y="88"/>
                  </a:lnTo>
                  <a:lnTo>
                    <a:pt x="43" y="89"/>
                  </a:lnTo>
                  <a:lnTo>
                    <a:pt x="44" y="91"/>
                  </a:lnTo>
                  <a:lnTo>
                    <a:pt x="44" y="92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6" y="97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4"/>
                  </a:lnTo>
                  <a:lnTo>
                    <a:pt x="50" y="105"/>
                  </a:lnTo>
                  <a:lnTo>
                    <a:pt x="50" y="108"/>
                  </a:lnTo>
                  <a:lnTo>
                    <a:pt x="51" y="111"/>
                  </a:lnTo>
                  <a:lnTo>
                    <a:pt x="53" y="112"/>
                  </a:lnTo>
                  <a:lnTo>
                    <a:pt x="53" y="115"/>
                  </a:lnTo>
                  <a:lnTo>
                    <a:pt x="54" y="117"/>
                  </a:lnTo>
                  <a:lnTo>
                    <a:pt x="54" y="120"/>
                  </a:lnTo>
                  <a:lnTo>
                    <a:pt x="56" y="121"/>
                  </a:lnTo>
                  <a:lnTo>
                    <a:pt x="56" y="122"/>
                  </a:lnTo>
                  <a:lnTo>
                    <a:pt x="57" y="124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9" y="128"/>
                  </a:lnTo>
                  <a:lnTo>
                    <a:pt x="59" y="130"/>
                  </a:lnTo>
                  <a:lnTo>
                    <a:pt x="60" y="131"/>
                  </a:lnTo>
                  <a:lnTo>
                    <a:pt x="60" y="133"/>
                  </a:lnTo>
                  <a:lnTo>
                    <a:pt x="60" y="134"/>
                  </a:lnTo>
                  <a:lnTo>
                    <a:pt x="60" y="135"/>
                  </a:lnTo>
                  <a:lnTo>
                    <a:pt x="61" y="137"/>
                  </a:lnTo>
                  <a:lnTo>
                    <a:pt x="61" y="138"/>
                  </a:lnTo>
                  <a:lnTo>
                    <a:pt x="61" y="140"/>
                  </a:lnTo>
                  <a:lnTo>
                    <a:pt x="63" y="140"/>
                  </a:lnTo>
                  <a:lnTo>
                    <a:pt x="63" y="141"/>
                  </a:lnTo>
                  <a:lnTo>
                    <a:pt x="63" y="143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4" y="147"/>
                  </a:lnTo>
                  <a:lnTo>
                    <a:pt x="64" y="148"/>
                  </a:lnTo>
                  <a:lnTo>
                    <a:pt x="66" y="150"/>
                  </a:lnTo>
                  <a:lnTo>
                    <a:pt x="66" y="153"/>
                  </a:lnTo>
                  <a:lnTo>
                    <a:pt x="67" y="154"/>
                  </a:lnTo>
                  <a:lnTo>
                    <a:pt x="67" y="156"/>
                  </a:lnTo>
                  <a:lnTo>
                    <a:pt x="69" y="158"/>
                  </a:lnTo>
                  <a:lnTo>
                    <a:pt x="69" y="160"/>
                  </a:lnTo>
                  <a:lnTo>
                    <a:pt x="69" y="163"/>
                  </a:lnTo>
                  <a:lnTo>
                    <a:pt x="70" y="164"/>
                  </a:lnTo>
                  <a:lnTo>
                    <a:pt x="70" y="167"/>
                  </a:lnTo>
                  <a:lnTo>
                    <a:pt x="72" y="170"/>
                  </a:lnTo>
                  <a:lnTo>
                    <a:pt x="72" y="171"/>
                  </a:lnTo>
                  <a:lnTo>
                    <a:pt x="73" y="173"/>
                  </a:lnTo>
                  <a:lnTo>
                    <a:pt x="73" y="174"/>
                  </a:lnTo>
                  <a:lnTo>
                    <a:pt x="73" y="177"/>
                  </a:lnTo>
                  <a:lnTo>
                    <a:pt x="74" y="179"/>
                  </a:lnTo>
                  <a:lnTo>
                    <a:pt x="74" y="180"/>
                  </a:lnTo>
                  <a:lnTo>
                    <a:pt x="74" y="181"/>
                  </a:lnTo>
                  <a:lnTo>
                    <a:pt x="76" y="183"/>
                  </a:lnTo>
                  <a:lnTo>
                    <a:pt x="76" y="184"/>
                  </a:lnTo>
                  <a:lnTo>
                    <a:pt x="77" y="186"/>
                  </a:lnTo>
                  <a:lnTo>
                    <a:pt x="77" y="187"/>
                  </a:lnTo>
                  <a:lnTo>
                    <a:pt x="77" y="189"/>
                  </a:lnTo>
                  <a:lnTo>
                    <a:pt x="77" y="190"/>
                  </a:lnTo>
                  <a:lnTo>
                    <a:pt x="79" y="191"/>
                  </a:lnTo>
                  <a:lnTo>
                    <a:pt x="79" y="193"/>
                  </a:lnTo>
                  <a:lnTo>
                    <a:pt x="79" y="194"/>
                  </a:lnTo>
                  <a:lnTo>
                    <a:pt x="80" y="196"/>
                  </a:lnTo>
                  <a:lnTo>
                    <a:pt x="80" y="197"/>
                  </a:lnTo>
                  <a:lnTo>
                    <a:pt x="80" y="199"/>
                  </a:lnTo>
                  <a:lnTo>
                    <a:pt x="82" y="202"/>
                  </a:lnTo>
                  <a:lnTo>
                    <a:pt x="82" y="203"/>
                  </a:lnTo>
                  <a:lnTo>
                    <a:pt x="82" y="204"/>
                  </a:lnTo>
                  <a:lnTo>
                    <a:pt x="83" y="206"/>
                  </a:lnTo>
                  <a:lnTo>
                    <a:pt x="83" y="209"/>
                  </a:lnTo>
                  <a:lnTo>
                    <a:pt x="84" y="210"/>
                  </a:lnTo>
                  <a:lnTo>
                    <a:pt x="84" y="213"/>
                  </a:lnTo>
                  <a:lnTo>
                    <a:pt x="86" y="214"/>
                  </a:lnTo>
                  <a:lnTo>
                    <a:pt x="86" y="217"/>
                  </a:lnTo>
                  <a:lnTo>
                    <a:pt x="87" y="219"/>
                  </a:lnTo>
                  <a:lnTo>
                    <a:pt x="87" y="222"/>
                  </a:lnTo>
                  <a:lnTo>
                    <a:pt x="89" y="223"/>
                  </a:lnTo>
                  <a:lnTo>
                    <a:pt x="89" y="225"/>
                  </a:lnTo>
                  <a:lnTo>
                    <a:pt x="89" y="227"/>
                  </a:lnTo>
                  <a:lnTo>
                    <a:pt x="90" y="229"/>
                  </a:lnTo>
                  <a:lnTo>
                    <a:pt x="90" y="230"/>
                  </a:lnTo>
                  <a:lnTo>
                    <a:pt x="90" y="232"/>
                  </a:lnTo>
                  <a:lnTo>
                    <a:pt x="92" y="233"/>
                  </a:lnTo>
                  <a:lnTo>
                    <a:pt x="92" y="235"/>
                  </a:lnTo>
                  <a:lnTo>
                    <a:pt x="92" y="236"/>
                  </a:lnTo>
                  <a:lnTo>
                    <a:pt x="92" y="237"/>
                  </a:lnTo>
                  <a:lnTo>
                    <a:pt x="93" y="239"/>
                  </a:lnTo>
                  <a:lnTo>
                    <a:pt x="93" y="240"/>
                  </a:lnTo>
                  <a:lnTo>
                    <a:pt x="93" y="242"/>
                  </a:lnTo>
                  <a:lnTo>
                    <a:pt x="93" y="243"/>
                  </a:lnTo>
                  <a:lnTo>
                    <a:pt x="93" y="245"/>
                  </a:lnTo>
                  <a:lnTo>
                    <a:pt x="93" y="246"/>
                  </a:lnTo>
                  <a:lnTo>
                    <a:pt x="95" y="248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5" y="252"/>
                  </a:lnTo>
                  <a:lnTo>
                    <a:pt x="95" y="255"/>
                  </a:lnTo>
                  <a:lnTo>
                    <a:pt x="95" y="256"/>
                  </a:lnTo>
                  <a:lnTo>
                    <a:pt x="95" y="258"/>
                  </a:lnTo>
                  <a:lnTo>
                    <a:pt x="95" y="259"/>
                  </a:lnTo>
                  <a:lnTo>
                    <a:pt x="96" y="260"/>
                  </a:lnTo>
                  <a:lnTo>
                    <a:pt x="96" y="263"/>
                  </a:lnTo>
                  <a:lnTo>
                    <a:pt x="96" y="265"/>
                  </a:lnTo>
                  <a:lnTo>
                    <a:pt x="96" y="268"/>
                  </a:lnTo>
                  <a:lnTo>
                    <a:pt x="96" y="269"/>
                  </a:lnTo>
                  <a:lnTo>
                    <a:pt x="96" y="270"/>
                  </a:lnTo>
                  <a:lnTo>
                    <a:pt x="96" y="272"/>
                  </a:lnTo>
                  <a:lnTo>
                    <a:pt x="96" y="273"/>
                  </a:lnTo>
                  <a:lnTo>
                    <a:pt x="96" y="275"/>
                  </a:lnTo>
                  <a:lnTo>
                    <a:pt x="96" y="276"/>
                  </a:lnTo>
                  <a:lnTo>
                    <a:pt x="96" y="278"/>
                  </a:lnTo>
                  <a:lnTo>
                    <a:pt x="97" y="279"/>
                  </a:lnTo>
                  <a:lnTo>
                    <a:pt x="97" y="281"/>
                  </a:lnTo>
                  <a:lnTo>
                    <a:pt x="97" y="282"/>
                  </a:lnTo>
                  <a:lnTo>
                    <a:pt x="97" y="283"/>
                  </a:lnTo>
                  <a:lnTo>
                    <a:pt x="97" y="285"/>
                  </a:lnTo>
                  <a:lnTo>
                    <a:pt x="97" y="286"/>
                  </a:lnTo>
                  <a:lnTo>
                    <a:pt x="97" y="288"/>
                  </a:lnTo>
                  <a:lnTo>
                    <a:pt x="97" y="289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3"/>
                  </a:lnTo>
                  <a:lnTo>
                    <a:pt x="99" y="295"/>
                  </a:lnTo>
                  <a:lnTo>
                    <a:pt x="99" y="296"/>
                  </a:lnTo>
                  <a:lnTo>
                    <a:pt x="100" y="298"/>
                  </a:lnTo>
                  <a:lnTo>
                    <a:pt x="100" y="299"/>
                  </a:lnTo>
                  <a:lnTo>
                    <a:pt x="100" y="301"/>
                  </a:lnTo>
                  <a:lnTo>
                    <a:pt x="100" y="302"/>
                  </a:lnTo>
                  <a:lnTo>
                    <a:pt x="100" y="304"/>
                  </a:lnTo>
                  <a:lnTo>
                    <a:pt x="100" y="305"/>
                  </a:lnTo>
                  <a:lnTo>
                    <a:pt x="102" y="305"/>
                  </a:lnTo>
                  <a:lnTo>
                    <a:pt x="102" y="306"/>
                  </a:lnTo>
                  <a:lnTo>
                    <a:pt x="102" y="308"/>
                  </a:lnTo>
                  <a:lnTo>
                    <a:pt x="102" y="309"/>
                  </a:lnTo>
                  <a:lnTo>
                    <a:pt x="102" y="311"/>
                  </a:lnTo>
                  <a:lnTo>
                    <a:pt x="102" y="312"/>
                  </a:lnTo>
                  <a:lnTo>
                    <a:pt x="102" y="314"/>
                  </a:lnTo>
                  <a:lnTo>
                    <a:pt x="102" y="315"/>
                  </a:lnTo>
                  <a:lnTo>
                    <a:pt x="102" y="316"/>
                  </a:lnTo>
                  <a:lnTo>
                    <a:pt x="102" y="318"/>
                  </a:lnTo>
                  <a:lnTo>
                    <a:pt x="102" y="319"/>
                  </a:lnTo>
                  <a:lnTo>
                    <a:pt x="102" y="321"/>
                  </a:lnTo>
                  <a:lnTo>
                    <a:pt x="102" y="322"/>
                  </a:lnTo>
                  <a:lnTo>
                    <a:pt x="102" y="324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102" y="329"/>
                  </a:lnTo>
                  <a:lnTo>
                    <a:pt x="102" y="331"/>
                  </a:lnTo>
                  <a:lnTo>
                    <a:pt x="102" y="334"/>
                  </a:lnTo>
                  <a:lnTo>
                    <a:pt x="102" y="335"/>
                  </a:lnTo>
                  <a:lnTo>
                    <a:pt x="102" y="338"/>
                  </a:lnTo>
                  <a:lnTo>
                    <a:pt x="100" y="341"/>
                  </a:lnTo>
                  <a:lnTo>
                    <a:pt x="100" y="34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5">
              <a:extLst>
                <a:ext uri="{FF2B5EF4-FFF2-40B4-BE49-F238E27FC236}">
                  <a16:creationId xmlns:a16="http://schemas.microsoft.com/office/drawing/2014/main" id="{F96DD426-B4A3-4C15-A8E6-381AFE9BA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400" y="5527675"/>
              <a:ext cx="80962" cy="273050"/>
            </a:xfrm>
            <a:custGeom>
              <a:avLst/>
              <a:gdLst>
                <a:gd name="T0" fmla="*/ 2147483646 w 102"/>
                <a:gd name="T1" fmla="*/ 2147483646 h 343"/>
                <a:gd name="T2" fmla="*/ 2147483646 w 102"/>
                <a:gd name="T3" fmla="*/ 2147483646 h 343"/>
                <a:gd name="T4" fmla="*/ 2147483646 w 102"/>
                <a:gd name="T5" fmla="*/ 2147483646 h 343"/>
                <a:gd name="T6" fmla="*/ 2147483646 w 102"/>
                <a:gd name="T7" fmla="*/ 2147483646 h 343"/>
                <a:gd name="T8" fmla="*/ 2147483646 w 102"/>
                <a:gd name="T9" fmla="*/ 2147483646 h 343"/>
                <a:gd name="T10" fmla="*/ 2147483646 w 102"/>
                <a:gd name="T11" fmla="*/ 2147483646 h 343"/>
                <a:gd name="T12" fmla="*/ 2147483646 w 102"/>
                <a:gd name="T13" fmla="*/ 2147483646 h 343"/>
                <a:gd name="T14" fmla="*/ 2147483646 w 102"/>
                <a:gd name="T15" fmla="*/ 2147483646 h 343"/>
                <a:gd name="T16" fmla="*/ 2147483646 w 102"/>
                <a:gd name="T17" fmla="*/ 2147483646 h 343"/>
                <a:gd name="T18" fmla="*/ 2147483646 w 102"/>
                <a:gd name="T19" fmla="*/ 2147483646 h 343"/>
                <a:gd name="T20" fmla="*/ 2147483646 w 102"/>
                <a:gd name="T21" fmla="*/ 2147483646 h 343"/>
                <a:gd name="T22" fmla="*/ 2147483646 w 102"/>
                <a:gd name="T23" fmla="*/ 2147483646 h 343"/>
                <a:gd name="T24" fmla="*/ 2147483646 w 102"/>
                <a:gd name="T25" fmla="*/ 2147483646 h 343"/>
                <a:gd name="T26" fmla="*/ 2147483646 w 102"/>
                <a:gd name="T27" fmla="*/ 2147483646 h 343"/>
                <a:gd name="T28" fmla="*/ 2147483646 w 102"/>
                <a:gd name="T29" fmla="*/ 2147483646 h 343"/>
                <a:gd name="T30" fmla="*/ 2147483646 w 102"/>
                <a:gd name="T31" fmla="*/ 2147483646 h 343"/>
                <a:gd name="T32" fmla="*/ 2147483646 w 102"/>
                <a:gd name="T33" fmla="*/ 2147483646 h 343"/>
                <a:gd name="T34" fmla="*/ 2147483646 w 102"/>
                <a:gd name="T35" fmla="*/ 2147483646 h 343"/>
                <a:gd name="T36" fmla="*/ 2147483646 w 102"/>
                <a:gd name="T37" fmla="*/ 2147483646 h 343"/>
                <a:gd name="T38" fmla="*/ 2147483646 w 102"/>
                <a:gd name="T39" fmla="*/ 2147483646 h 343"/>
                <a:gd name="T40" fmla="*/ 2147483646 w 102"/>
                <a:gd name="T41" fmla="*/ 2147483646 h 343"/>
                <a:gd name="T42" fmla="*/ 2147483646 w 102"/>
                <a:gd name="T43" fmla="*/ 2147483646 h 343"/>
                <a:gd name="T44" fmla="*/ 2147483646 w 102"/>
                <a:gd name="T45" fmla="*/ 2147483646 h 343"/>
                <a:gd name="T46" fmla="*/ 2147483646 w 102"/>
                <a:gd name="T47" fmla="*/ 2147483646 h 343"/>
                <a:gd name="T48" fmla="*/ 2147483646 w 102"/>
                <a:gd name="T49" fmla="*/ 2147483646 h 343"/>
                <a:gd name="T50" fmla="*/ 2147483646 w 102"/>
                <a:gd name="T51" fmla="*/ 2147483646 h 343"/>
                <a:gd name="T52" fmla="*/ 2147483646 w 102"/>
                <a:gd name="T53" fmla="*/ 2147483646 h 343"/>
                <a:gd name="T54" fmla="*/ 2147483646 w 102"/>
                <a:gd name="T55" fmla="*/ 2147483646 h 343"/>
                <a:gd name="T56" fmla="*/ 2147483646 w 102"/>
                <a:gd name="T57" fmla="*/ 2147483646 h 343"/>
                <a:gd name="T58" fmla="*/ 2147483646 w 102"/>
                <a:gd name="T59" fmla="*/ 2147483646 h 343"/>
                <a:gd name="T60" fmla="*/ 2147483646 w 102"/>
                <a:gd name="T61" fmla="*/ 2147483646 h 343"/>
                <a:gd name="T62" fmla="*/ 2147483646 w 102"/>
                <a:gd name="T63" fmla="*/ 2147483646 h 343"/>
                <a:gd name="T64" fmla="*/ 2147483646 w 102"/>
                <a:gd name="T65" fmla="*/ 2147483646 h 343"/>
                <a:gd name="T66" fmla="*/ 2147483646 w 102"/>
                <a:gd name="T67" fmla="*/ 2147483646 h 343"/>
                <a:gd name="T68" fmla="*/ 2147483646 w 102"/>
                <a:gd name="T69" fmla="*/ 2147483646 h 343"/>
                <a:gd name="T70" fmla="*/ 2147483646 w 102"/>
                <a:gd name="T71" fmla="*/ 2147483646 h 343"/>
                <a:gd name="T72" fmla="*/ 2147483646 w 102"/>
                <a:gd name="T73" fmla="*/ 2147483646 h 343"/>
                <a:gd name="T74" fmla="*/ 2147483646 w 102"/>
                <a:gd name="T75" fmla="*/ 2147483646 h 343"/>
                <a:gd name="T76" fmla="*/ 2147483646 w 102"/>
                <a:gd name="T77" fmla="*/ 2147483646 h 343"/>
                <a:gd name="T78" fmla="*/ 2147483646 w 102"/>
                <a:gd name="T79" fmla="*/ 2147483646 h 343"/>
                <a:gd name="T80" fmla="*/ 2147483646 w 102"/>
                <a:gd name="T81" fmla="*/ 2147483646 h 343"/>
                <a:gd name="T82" fmla="*/ 2147483646 w 102"/>
                <a:gd name="T83" fmla="*/ 2147483646 h 343"/>
                <a:gd name="T84" fmla="*/ 2147483646 w 102"/>
                <a:gd name="T85" fmla="*/ 2147483646 h 343"/>
                <a:gd name="T86" fmla="*/ 2147483646 w 102"/>
                <a:gd name="T87" fmla="*/ 2147483646 h 343"/>
                <a:gd name="T88" fmla="*/ 2147483646 w 102"/>
                <a:gd name="T89" fmla="*/ 2147483646 h 343"/>
                <a:gd name="T90" fmla="*/ 2147483646 w 102"/>
                <a:gd name="T91" fmla="*/ 2147483646 h 343"/>
                <a:gd name="T92" fmla="*/ 2147483646 w 102"/>
                <a:gd name="T93" fmla="*/ 2147483646 h 343"/>
                <a:gd name="T94" fmla="*/ 2147483646 w 102"/>
                <a:gd name="T95" fmla="*/ 2147483646 h 343"/>
                <a:gd name="T96" fmla="*/ 2147483646 w 102"/>
                <a:gd name="T97" fmla="*/ 2147483646 h 343"/>
                <a:gd name="T98" fmla="*/ 2147483646 w 102"/>
                <a:gd name="T99" fmla="*/ 2147483646 h 343"/>
                <a:gd name="T100" fmla="*/ 2147483646 w 102"/>
                <a:gd name="T101" fmla="*/ 2147483646 h 343"/>
                <a:gd name="T102" fmla="*/ 2147483646 w 102"/>
                <a:gd name="T103" fmla="*/ 2147483646 h 343"/>
                <a:gd name="T104" fmla="*/ 2147483646 w 102"/>
                <a:gd name="T105" fmla="*/ 2147483646 h 343"/>
                <a:gd name="T106" fmla="*/ 2147483646 w 102"/>
                <a:gd name="T107" fmla="*/ 2147483646 h 343"/>
                <a:gd name="T108" fmla="*/ 2147483646 w 102"/>
                <a:gd name="T109" fmla="*/ 2147483646 h 343"/>
                <a:gd name="T110" fmla="*/ 2147483646 w 102"/>
                <a:gd name="T111" fmla="*/ 2147483646 h 343"/>
                <a:gd name="T112" fmla="*/ 2147483646 w 102"/>
                <a:gd name="T113" fmla="*/ 2147483646 h 34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3"/>
                <a:gd name="T173" fmla="*/ 102 w 102"/>
                <a:gd name="T174" fmla="*/ 343 h 34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3">
                  <a:moveTo>
                    <a:pt x="0" y="343"/>
                  </a:moveTo>
                  <a:lnTo>
                    <a:pt x="3" y="339"/>
                  </a:lnTo>
                  <a:lnTo>
                    <a:pt x="4" y="336"/>
                  </a:lnTo>
                  <a:lnTo>
                    <a:pt x="5" y="333"/>
                  </a:lnTo>
                  <a:lnTo>
                    <a:pt x="8" y="329"/>
                  </a:lnTo>
                  <a:lnTo>
                    <a:pt x="10" y="326"/>
                  </a:lnTo>
                  <a:lnTo>
                    <a:pt x="11" y="325"/>
                  </a:lnTo>
                  <a:lnTo>
                    <a:pt x="13" y="322"/>
                  </a:lnTo>
                  <a:lnTo>
                    <a:pt x="14" y="319"/>
                  </a:lnTo>
                  <a:lnTo>
                    <a:pt x="15" y="318"/>
                  </a:lnTo>
                  <a:lnTo>
                    <a:pt x="17" y="315"/>
                  </a:lnTo>
                  <a:lnTo>
                    <a:pt x="17" y="313"/>
                  </a:lnTo>
                  <a:lnTo>
                    <a:pt x="18" y="310"/>
                  </a:lnTo>
                  <a:lnTo>
                    <a:pt x="20" y="309"/>
                  </a:lnTo>
                  <a:lnTo>
                    <a:pt x="20" y="307"/>
                  </a:lnTo>
                  <a:lnTo>
                    <a:pt x="21" y="306"/>
                  </a:lnTo>
                  <a:lnTo>
                    <a:pt x="21" y="305"/>
                  </a:lnTo>
                  <a:lnTo>
                    <a:pt x="23" y="303"/>
                  </a:lnTo>
                  <a:lnTo>
                    <a:pt x="23" y="302"/>
                  </a:lnTo>
                  <a:lnTo>
                    <a:pt x="24" y="300"/>
                  </a:lnTo>
                  <a:lnTo>
                    <a:pt x="24" y="299"/>
                  </a:lnTo>
                  <a:lnTo>
                    <a:pt x="26" y="297"/>
                  </a:lnTo>
                  <a:lnTo>
                    <a:pt x="26" y="296"/>
                  </a:lnTo>
                  <a:lnTo>
                    <a:pt x="27" y="295"/>
                  </a:lnTo>
                  <a:lnTo>
                    <a:pt x="27" y="293"/>
                  </a:lnTo>
                  <a:lnTo>
                    <a:pt x="27" y="292"/>
                  </a:lnTo>
                  <a:lnTo>
                    <a:pt x="28" y="290"/>
                  </a:lnTo>
                  <a:lnTo>
                    <a:pt x="28" y="289"/>
                  </a:lnTo>
                  <a:lnTo>
                    <a:pt x="30" y="287"/>
                  </a:lnTo>
                  <a:lnTo>
                    <a:pt x="30" y="286"/>
                  </a:lnTo>
                  <a:lnTo>
                    <a:pt x="31" y="284"/>
                  </a:lnTo>
                  <a:lnTo>
                    <a:pt x="31" y="283"/>
                  </a:lnTo>
                  <a:lnTo>
                    <a:pt x="33" y="280"/>
                  </a:lnTo>
                  <a:lnTo>
                    <a:pt x="33" y="279"/>
                  </a:lnTo>
                  <a:lnTo>
                    <a:pt x="34" y="277"/>
                  </a:lnTo>
                  <a:lnTo>
                    <a:pt x="34" y="274"/>
                  </a:lnTo>
                  <a:lnTo>
                    <a:pt x="36" y="273"/>
                  </a:lnTo>
                  <a:lnTo>
                    <a:pt x="36" y="272"/>
                  </a:lnTo>
                  <a:lnTo>
                    <a:pt x="37" y="270"/>
                  </a:lnTo>
                  <a:lnTo>
                    <a:pt x="37" y="269"/>
                  </a:lnTo>
                  <a:lnTo>
                    <a:pt x="38" y="267"/>
                  </a:lnTo>
                  <a:lnTo>
                    <a:pt x="38" y="266"/>
                  </a:lnTo>
                  <a:lnTo>
                    <a:pt x="40" y="264"/>
                  </a:lnTo>
                  <a:lnTo>
                    <a:pt x="40" y="263"/>
                  </a:lnTo>
                  <a:lnTo>
                    <a:pt x="40" y="261"/>
                  </a:lnTo>
                  <a:lnTo>
                    <a:pt x="41" y="260"/>
                  </a:lnTo>
                  <a:lnTo>
                    <a:pt x="41" y="259"/>
                  </a:lnTo>
                  <a:lnTo>
                    <a:pt x="43" y="257"/>
                  </a:lnTo>
                  <a:lnTo>
                    <a:pt x="43" y="256"/>
                  </a:lnTo>
                  <a:lnTo>
                    <a:pt x="43" y="254"/>
                  </a:lnTo>
                  <a:lnTo>
                    <a:pt x="44" y="253"/>
                  </a:lnTo>
                  <a:lnTo>
                    <a:pt x="44" y="251"/>
                  </a:lnTo>
                  <a:lnTo>
                    <a:pt x="46" y="250"/>
                  </a:lnTo>
                  <a:lnTo>
                    <a:pt x="46" y="249"/>
                  </a:lnTo>
                  <a:lnTo>
                    <a:pt x="46" y="247"/>
                  </a:lnTo>
                  <a:lnTo>
                    <a:pt x="47" y="246"/>
                  </a:lnTo>
                  <a:lnTo>
                    <a:pt x="47" y="243"/>
                  </a:lnTo>
                  <a:lnTo>
                    <a:pt x="49" y="241"/>
                  </a:lnTo>
                  <a:lnTo>
                    <a:pt x="49" y="240"/>
                  </a:lnTo>
                  <a:lnTo>
                    <a:pt x="50" y="237"/>
                  </a:lnTo>
                  <a:lnTo>
                    <a:pt x="50" y="236"/>
                  </a:lnTo>
                  <a:lnTo>
                    <a:pt x="51" y="233"/>
                  </a:lnTo>
                  <a:lnTo>
                    <a:pt x="53" y="231"/>
                  </a:lnTo>
                  <a:lnTo>
                    <a:pt x="53" y="228"/>
                  </a:lnTo>
                  <a:lnTo>
                    <a:pt x="54" y="227"/>
                  </a:lnTo>
                  <a:lnTo>
                    <a:pt x="54" y="224"/>
                  </a:lnTo>
                  <a:lnTo>
                    <a:pt x="56" y="223"/>
                  </a:lnTo>
                  <a:lnTo>
                    <a:pt x="56" y="221"/>
                  </a:lnTo>
                  <a:lnTo>
                    <a:pt x="57" y="220"/>
                  </a:lnTo>
                  <a:lnTo>
                    <a:pt x="57" y="217"/>
                  </a:lnTo>
                  <a:lnTo>
                    <a:pt x="57" y="215"/>
                  </a:lnTo>
                  <a:lnTo>
                    <a:pt x="59" y="214"/>
                  </a:lnTo>
                  <a:lnTo>
                    <a:pt x="59" y="213"/>
                  </a:lnTo>
                  <a:lnTo>
                    <a:pt x="60" y="213"/>
                  </a:lnTo>
                  <a:lnTo>
                    <a:pt x="60" y="211"/>
                  </a:lnTo>
                  <a:lnTo>
                    <a:pt x="60" y="210"/>
                  </a:lnTo>
                  <a:lnTo>
                    <a:pt x="60" y="208"/>
                  </a:lnTo>
                  <a:lnTo>
                    <a:pt x="61" y="207"/>
                  </a:lnTo>
                  <a:lnTo>
                    <a:pt x="61" y="205"/>
                  </a:lnTo>
                  <a:lnTo>
                    <a:pt x="61" y="204"/>
                  </a:lnTo>
                  <a:lnTo>
                    <a:pt x="63" y="203"/>
                  </a:lnTo>
                  <a:lnTo>
                    <a:pt x="63" y="201"/>
                  </a:lnTo>
                  <a:lnTo>
                    <a:pt x="64" y="200"/>
                  </a:lnTo>
                  <a:lnTo>
                    <a:pt x="64" y="198"/>
                  </a:lnTo>
                  <a:lnTo>
                    <a:pt x="64" y="197"/>
                  </a:lnTo>
                  <a:lnTo>
                    <a:pt x="64" y="195"/>
                  </a:lnTo>
                  <a:lnTo>
                    <a:pt x="66" y="192"/>
                  </a:lnTo>
                  <a:lnTo>
                    <a:pt x="66" y="191"/>
                  </a:lnTo>
                  <a:lnTo>
                    <a:pt x="67" y="190"/>
                  </a:lnTo>
                  <a:lnTo>
                    <a:pt x="67" y="188"/>
                  </a:lnTo>
                  <a:lnTo>
                    <a:pt x="69" y="185"/>
                  </a:lnTo>
                  <a:lnTo>
                    <a:pt x="69" y="182"/>
                  </a:lnTo>
                  <a:lnTo>
                    <a:pt x="69" y="181"/>
                  </a:lnTo>
                  <a:lnTo>
                    <a:pt x="70" y="178"/>
                  </a:lnTo>
                  <a:lnTo>
                    <a:pt x="70" y="177"/>
                  </a:lnTo>
                  <a:lnTo>
                    <a:pt x="72" y="174"/>
                  </a:lnTo>
                  <a:lnTo>
                    <a:pt x="72" y="172"/>
                  </a:lnTo>
                  <a:lnTo>
                    <a:pt x="73" y="171"/>
                  </a:lnTo>
                  <a:lnTo>
                    <a:pt x="73" y="168"/>
                  </a:lnTo>
                  <a:lnTo>
                    <a:pt x="73" y="167"/>
                  </a:lnTo>
                  <a:lnTo>
                    <a:pt x="74" y="165"/>
                  </a:lnTo>
                  <a:lnTo>
                    <a:pt x="74" y="164"/>
                  </a:lnTo>
                  <a:lnTo>
                    <a:pt x="74" y="162"/>
                  </a:lnTo>
                  <a:lnTo>
                    <a:pt x="76" y="161"/>
                  </a:lnTo>
                  <a:lnTo>
                    <a:pt x="76" y="159"/>
                  </a:lnTo>
                  <a:lnTo>
                    <a:pt x="76" y="158"/>
                  </a:lnTo>
                  <a:lnTo>
                    <a:pt x="77" y="158"/>
                  </a:lnTo>
                  <a:lnTo>
                    <a:pt x="77" y="157"/>
                  </a:lnTo>
                  <a:lnTo>
                    <a:pt x="77" y="155"/>
                  </a:lnTo>
                  <a:lnTo>
                    <a:pt x="77" y="154"/>
                  </a:lnTo>
                  <a:lnTo>
                    <a:pt x="79" y="152"/>
                  </a:lnTo>
                  <a:lnTo>
                    <a:pt x="79" y="151"/>
                  </a:lnTo>
                  <a:lnTo>
                    <a:pt x="79" y="149"/>
                  </a:lnTo>
                  <a:lnTo>
                    <a:pt x="79" y="148"/>
                  </a:lnTo>
                  <a:lnTo>
                    <a:pt x="80" y="147"/>
                  </a:lnTo>
                  <a:lnTo>
                    <a:pt x="80" y="145"/>
                  </a:lnTo>
                  <a:lnTo>
                    <a:pt x="80" y="144"/>
                  </a:lnTo>
                  <a:lnTo>
                    <a:pt x="82" y="142"/>
                  </a:lnTo>
                  <a:lnTo>
                    <a:pt x="82" y="141"/>
                  </a:lnTo>
                  <a:lnTo>
                    <a:pt x="82" y="139"/>
                  </a:lnTo>
                  <a:lnTo>
                    <a:pt x="83" y="138"/>
                  </a:lnTo>
                  <a:lnTo>
                    <a:pt x="83" y="135"/>
                  </a:lnTo>
                  <a:lnTo>
                    <a:pt x="84" y="134"/>
                  </a:lnTo>
                  <a:lnTo>
                    <a:pt x="84" y="131"/>
                  </a:lnTo>
                  <a:lnTo>
                    <a:pt x="86" y="129"/>
                  </a:lnTo>
                  <a:lnTo>
                    <a:pt x="86" y="126"/>
                  </a:lnTo>
                  <a:lnTo>
                    <a:pt x="87" y="124"/>
                  </a:lnTo>
                  <a:lnTo>
                    <a:pt x="87" y="122"/>
                  </a:lnTo>
                  <a:lnTo>
                    <a:pt x="89" y="121"/>
                  </a:lnTo>
                  <a:lnTo>
                    <a:pt x="89" y="118"/>
                  </a:lnTo>
                  <a:lnTo>
                    <a:pt x="89" y="116"/>
                  </a:lnTo>
                  <a:lnTo>
                    <a:pt x="90" y="115"/>
                  </a:lnTo>
                  <a:lnTo>
                    <a:pt x="90" y="113"/>
                  </a:lnTo>
                  <a:lnTo>
                    <a:pt x="90" y="112"/>
                  </a:lnTo>
                  <a:lnTo>
                    <a:pt x="92" y="111"/>
                  </a:lnTo>
                  <a:lnTo>
                    <a:pt x="92" y="109"/>
                  </a:lnTo>
                  <a:lnTo>
                    <a:pt x="92" y="108"/>
                  </a:lnTo>
                  <a:lnTo>
                    <a:pt x="92" y="106"/>
                  </a:lnTo>
                  <a:lnTo>
                    <a:pt x="93" y="105"/>
                  </a:lnTo>
                  <a:lnTo>
                    <a:pt x="93" y="103"/>
                  </a:lnTo>
                  <a:lnTo>
                    <a:pt x="93" y="102"/>
                  </a:lnTo>
                  <a:lnTo>
                    <a:pt x="93" y="101"/>
                  </a:lnTo>
                  <a:lnTo>
                    <a:pt x="93" y="99"/>
                  </a:lnTo>
                  <a:lnTo>
                    <a:pt x="93" y="98"/>
                  </a:lnTo>
                  <a:lnTo>
                    <a:pt x="95" y="96"/>
                  </a:lnTo>
                  <a:lnTo>
                    <a:pt x="95" y="95"/>
                  </a:lnTo>
                  <a:lnTo>
                    <a:pt x="95" y="93"/>
                  </a:lnTo>
                  <a:lnTo>
                    <a:pt x="95" y="92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5" y="88"/>
                  </a:lnTo>
                  <a:lnTo>
                    <a:pt x="95" y="86"/>
                  </a:lnTo>
                  <a:lnTo>
                    <a:pt x="95" y="85"/>
                  </a:lnTo>
                  <a:lnTo>
                    <a:pt x="96" y="82"/>
                  </a:lnTo>
                  <a:lnTo>
                    <a:pt x="96" y="80"/>
                  </a:lnTo>
                  <a:lnTo>
                    <a:pt x="96" y="78"/>
                  </a:lnTo>
                  <a:lnTo>
                    <a:pt x="96" y="76"/>
                  </a:lnTo>
                  <a:lnTo>
                    <a:pt x="96" y="75"/>
                  </a:lnTo>
                  <a:lnTo>
                    <a:pt x="96" y="73"/>
                  </a:lnTo>
                  <a:lnTo>
                    <a:pt x="96" y="72"/>
                  </a:lnTo>
                  <a:lnTo>
                    <a:pt x="96" y="70"/>
                  </a:lnTo>
                  <a:lnTo>
                    <a:pt x="96" y="69"/>
                  </a:lnTo>
                  <a:lnTo>
                    <a:pt x="96" y="67"/>
                  </a:lnTo>
                  <a:lnTo>
                    <a:pt x="96" y="66"/>
                  </a:lnTo>
                  <a:lnTo>
                    <a:pt x="97" y="65"/>
                  </a:lnTo>
                  <a:lnTo>
                    <a:pt x="97" y="63"/>
                  </a:lnTo>
                  <a:lnTo>
                    <a:pt x="97" y="62"/>
                  </a:lnTo>
                  <a:lnTo>
                    <a:pt x="97" y="60"/>
                  </a:lnTo>
                  <a:lnTo>
                    <a:pt x="97" y="59"/>
                  </a:lnTo>
                  <a:lnTo>
                    <a:pt x="97" y="57"/>
                  </a:lnTo>
                  <a:lnTo>
                    <a:pt x="97" y="56"/>
                  </a:lnTo>
                  <a:lnTo>
                    <a:pt x="97" y="55"/>
                  </a:lnTo>
                  <a:lnTo>
                    <a:pt x="99" y="53"/>
                  </a:lnTo>
                  <a:lnTo>
                    <a:pt x="99" y="52"/>
                  </a:lnTo>
                  <a:lnTo>
                    <a:pt x="99" y="50"/>
                  </a:lnTo>
                  <a:lnTo>
                    <a:pt x="99" y="49"/>
                  </a:lnTo>
                  <a:lnTo>
                    <a:pt x="99" y="47"/>
                  </a:lnTo>
                  <a:lnTo>
                    <a:pt x="99" y="46"/>
                  </a:lnTo>
                  <a:lnTo>
                    <a:pt x="100" y="46"/>
                  </a:lnTo>
                  <a:lnTo>
                    <a:pt x="100" y="44"/>
                  </a:lnTo>
                  <a:lnTo>
                    <a:pt x="100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0" y="39"/>
                  </a:lnTo>
                  <a:lnTo>
                    <a:pt x="102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2" y="33"/>
                  </a:lnTo>
                  <a:lnTo>
                    <a:pt x="102" y="32"/>
                  </a:lnTo>
                  <a:lnTo>
                    <a:pt x="102" y="30"/>
                  </a:lnTo>
                  <a:lnTo>
                    <a:pt x="102" y="29"/>
                  </a:lnTo>
                  <a:lnTo>
                    <a:pt x="102" y="27"/>
                  </a:lnTo>
                  <a:lnTo>
                    <a:pt x="102" y="26"/>
                  </a:lnTo>
                  <a:lnTo>
                    <a:pt x="102" y="24"/>
                  </a:lnTo>
                  <a:lnTo>
                    <a:pt x="102" y="23"/>
                  </a:lnTo>
                  <a:lnTo>
                    <a:pt x="102" y="21"/>
                  </a:lnTo>
                  <a:lnTo>
                    <a:pt x="102" y="20"/>
                  </a:lnTo>
                  <a:lnTo>
                    <a:pt x="102" y="19"/>
                  </a:lnTo>
                  <a:lnTo>
                    <a:pt x="102" y="17"/>
                  </a:lnTo>
                  <a:lnTo>
                    <a:pt x="102" y="14"/>
                  </a:lnTo>
                  <a:lnTo>
                    <a:pt x="102" y="13"/>
                  </a:lnTo>
                  <a:lnTo>
                    <a:pt x="102" y="10"/>
                  </a:lnTo>
                  <a:lnTo>
                    <a:pt x="102" y="9"/>
                  </a:lnTo>
                  <a:lnTo>
                    <a:pt x="102" y="6"/>
                  </a:lnTo>
                  <a:lnTo>
                    <a:pt x="100" y="3"/>
                  </a:lnTo>
                  <a:lnTo>
                    <a:pt x="1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86">
              <a:extLst>
                <a:ext uri="{FF2B5EF4-FFF2-40B4-BE49-F238E27FC236}">
                  <a16:creationId xmlns:a16="http://schemas.microsoft.com/office/drawing/2014/main" id="{81456AFE-7920-4DE1-8DCD-12AB86D30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875" y="5656262"/>
              <a:ext cx="7064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7">
              <a:extLst>
                <a:ext uri="{FF2B5EF4-FFF2-40B4-BE49-F238E27FC236}">
                  <a16:creationId xmlns:a16="http://schemas.microsoft.com/office/drawing/2014/main" id="{C9833334-B3E1-4093-92C1-BF4978645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962" y="5381625"/>
              <a:ext cx="387350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8">
              <a:extLst>
                <a:ext uri="{FF2B5EF4-FFF2-40B4-BE49-F238E27FC236}">
                  <a16:creationId xmlns:a16="http://schemas.microsoft.com/office/drawing/2014/main" id="{FC7F25DB-ACBB-4939-AC56-276E96232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037" y="4721225"/>
              <a:ext cx="1368425" cy="250825"/>
            </a:xfrm>
            <a:custGeom>
              <a:avLst/>
              <a:gdLst>
                <a:gd name="T0" fmla="*/ 0 w 1725"/>
                <a:gd name="T1" fmla="*/ 0 h 317"/>
                <a:gd name="T2" fmla="*/ 2147483646 w 1725"/>
                <a:gd name="T3" fmla="*/ 0 h 317"/>
                <a:gd name="T4" fmla="*/ 2147483646 w 1725"/>
                <a:gd name="T5" fmla="*/ 2147483646 h 317"/>
                <a:gd name="T6" fmla="*/ 2147483646 w 1725"/>
                <a:gd name="T7" fmla="*/ 2147483646 h 3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317"/>
                <a:gd name="T14" fmla="*/ 1725 w 1725"/>
                <a:gd name="T15" fmla="*/ 317 h 3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317">
                  <a:moveTo>
                    <a:pt x="0" y="0"/>
                  </a:moveTo>
                  <a:lnTo>
                    <a:pt x="661" y="0"/>
                  </a:lnTo>
                  <a:lnTo>
                    <a:pt x="661" y="317"/>
                  </a:lnTo>
                  <a:lnTo>
                    <a:pt x="1725" y="3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9">
              <a:extLst>
                <a:ext uri="{FF2B5EF4-FFF2-40B4-BE49-F238E27FC236}">
                  <a16:creationId xmlns:a16="http://schemas.microsoft.com/office/drawing/2014/main" id="{01CEE571-8CC2-4B74-9386-68E5D2CA1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262" y="5291137"/>
              <a:ext cx="1346200" cy="228600"/>
            </a:xfrm>
            <a:custGeom>
              <a:avLst/>
              <a:gdLst>
                <a:gd name="T0" fmla="*/ 0 w 1697"/>
                <a:gd name="T1" fmla="*/ 2147483646 h 287"/>
                <a:gd name="T2" fmla="*/ 2147483646 w 1697"/>
                <a:gd name="T3" fmla="*/ 2147483646 h 287"/>
                <a:gd name="T4" fmla="*/ 2147483646 w 1697"/>
                <a:gd name="T5" fmla="*/ 0 h 287"/>
                <a:gd name="T6" fmla="*/ 2147483646 w 1697"/>
                <a:gd name="T7" fmla="*/ 0 h 2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7"/>
                <a:gd name="T13" fmla="*/ 0 h 287"/>
                <a:gd name="T14" fmla="*/ 1697 w 1697"/>
                <a:gd name="T15" fmla="*/ 287 h 2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7" h="287">
                  <a:moveTo>
                    <a:pt x="0" y="287"/>
                  </a:moveTo>
                  <a:lnTo>
                    <a:pt x="633" y="287"/>
                  </a:lnTo>
                  <a:lnTo>
                    <a:pt x="633" y="0"/>
                  </a:lnTo>
                  <a:lnTo>
                    <a:pt x="169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90">
              <a:extLst>
                <a:ext uri="{FF2B5EF4-FFF2-40B4-BE49-F238E27FC236}">
                  <a16:creationId xmlns:a16="http://schemas.microsoft.com/office/drawing/2014/main" id="{38C13E8B-63F7-4CE1-A427-7A453ED63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962" y="4857750"/>
              <a:ext cx="1588" cy="523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91">
              <a:extLst>
                <a:ext uri="{FF2B5EF4-FFF2-40B4-BE49-F238E27FC236}">
                  <a16:creationId xmlns:a16="http://schemas.microsoft.com/office/drawing/2014/main" id="{3917038A-CE32-43AD-B395-47FD4A352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875" y="4583112"/>
              <a:ext cx="1587" cy="10731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92">
              <a:extLst>
                <a:ext uri="{FF2B5EF4-FFF2-40B4-BE49-F238E27FC236}">
                  <a16:creationId xmlns:a16="http://schemas.microsoft.com/office/drawing/2014/main" id="{138CA6E4-E2DB-49CC-A7E7-600135928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2" y="4560887"/>
              <a:ext cx="46038" cy="46038"/>
            </a:xfrm>
            <a:custGeom>
              <a:avLst/>
              <a:gdLst>
                <a:gd name="T0" fmla="*/ 2147483646 w 58"/>
                <a:gd name="T1" fmla="*/ 0 h 58"/>
                <a:gd name="T2" fmla="*/ 2147483646 w 58"/>
                <a:gd name="T3" fmla="*/ 2147483646 h 58"/>
                <a:gd name="T4" fmla="*/ 2147483646 w 58"/>
                <a:gd name="T5" fmla="*/ 2147483646 h 58"/>
                <a:gd name="T6" fmla="*/ 2147483646 w 58"/>
                <a:gd name="T7" fmla="*/ 2147483646 h 58"/>
                <a:gd name="T8" fmla="*/ 2147483646 w 58"/>
                <a:gd name="T9" fmla="*/ 2147483646 h 58"/>
                <a:gd name="T10" fmla="*/ 2147483646 w 58"/>
                <a:gd name="T11" fmla="*/ 2147483646 h 58"/>
                <a:gd name="T12" fmla="*/ 2147483646 w 58"/>
                <a:gd name="T13" fmla="*/ 2147483646 h 58"/>
                <a:gd name="T14" fmla="*/ 2147483646 w 58"/>
                <a:gd name="T15" fmla="*/ 2147483646 h 58"/>
                <a:gd name="T16" fmla="*/ 2147483646 w 58"/>
                <a:gd name="T17" fmla="*/ 2147483646 h 58"/>
                <a:gd name="T18" fmla="*/ 2147483646 w 58"/>
                <a:gd name="T19" fmla="*/ 2147483646 h 58"/>
                <a:gd name="T20" fmla="*/ 0 w 58"/>
                <a:gd name="T21" fmla="*/ 2147483646 h 58"/>
                <a:gd name="T22" fmla="*/ 0 w 58"/>
                <a:gd name="T23" fmla="*/ 2147483646 h 58"/>
                <a:gd name="T24" fmla="*/ 2147483646 w 58"/>
                <a:gd name="T25" fmla="*/ 2147483646 h 58"/>
                <a:gd name="T26" fmla="*/ 2147483646 w 58"/>
                <a:gd name="T27" fmla="*/ 2147483646 h 58"/>
                <a:gd name="T28" fmla="*/ 2147483646 w 58"/>
                <a:gd name="T29" fmla="*/ 2147483646 h 58"/>
                <a:gd name="T30" fmla="*/ 2147483646 w 58"/>
                <a:gd name="T31" fmla="*/ 2147483646 h 58"/>
                <a:gd name="T32" fmla="*/ 2147483646 w 58"/>
                <a:gd name="T33" fmla="*/ 2147483646 h 58"/>
                <a:gd name="T34" fmla="*/ 2147483646 w 58"/>
                <a:gd name="T35" fmla="*/ 2147483646 h 58"/>
                <a:gd name="T36" fmla="*/ 2147483646 w 58"/>
                <a:gd name="T37" fmla="*/ 2147483646 h 58"/>
                <a:gd name="T38" fmla="*/ 2147483646 w 58"/>
                <a:gd name="T39" fmla="*/ 2147483646 h 58"/>
                <a:gd name="T40" fmla="*/ 2147483646 w 58"/>
                <a:gd name="T41" fmla="*/ 2147483646 h 58"/>
                <a:gd name="T42" fmla="*/ 2147483646 w 58"/>
                <a:gd name="T43" fmla="*/ 2147483646 h 58"/>
                <a:gd name="T44" fmla="*/ 2147483646 w 58"/>
                <a:gd name="T45" fmla="*/ 2147483646 h 58"/>
                <a:gd name="T46" fmla="*/ 2147483646 w 58"/>
                <a:gd name="T47" fmla="*/ 2147483646 h 58"/>
                <a:gd name="T48" fmla="*/ 2147483646 w 58"/>
                <a:gd name="T49" fmla="*/ 2147483646 h 58"/>
                <a:gd name="T50" fmla="*/ 2147483646 w 58"/>
                <a:gd name="T51" fmla="*/ 2147483646 h 58"/>
                <a:gd name="T52" fmla="*/ 2147483646 w 58"/>
                <a:gd name="T53" fmla="*/ 2147483646 h 58"/>
                <a:gd name="T54" fmla="*/ 2147483646 w 58"/>
                <a:gd name="T55" fmla="*/ 2147483646 h 58"/>
                <a:gd name="T56" fmla="*/ 2147483646 w 58"/>
                <a:gd name="T57" fmla="*/ 2147483646 h 58"/>
                <a:gd name="T58" fmla="*/ 2147483646 w 58"/>
                <a:gd name="T59" fmla="*/ 2147483646 h 58"/>
                <a:gd name="T60" fmla="*/ 2147483646 w 58"/>
                <a:gd name="T61" fmla="*/ 2147483646 h 58"/>
                <a:gd name="T62" fmla="*/ 2147483646 w 58"/>
                <a:gd name="T63" fmla="*/ 2147483646 h 58"/>
                <a:gd name="T64" fmla="*/ 2147483646 w 58"/>
                <a:gd name="T65" fmla="*/ 2147483646 h 58"/>
                <a:gd name="T66" fmla="*/ 2147483646 w 58"/>
                <a:gd name="T67" fmla="*/ 2147483646 h 58"/>
                <a:gd name="T68" fmla="*/ 2147483646 w 58"/>
                <a:gd name="T69" fmla="*/ 2147483646 h 58"/>
                <a:gd name="T70" fmla="*/ 2147483646 w 58"/>
                <a:gd name="T71" fmla="*/ 2147483646 h 58"/>
                <a:gd name="T72" fmla="*/ 2147483646 w 58"/>
                <a:gd name="T73" fmla="*/ 2147483646 h 58"/>
                <a:gd name="T74" fmla="*/ 2147483646 w 58"/>
                <a:gd name="T75" fmla="*/ 2147483646 h 58"/>
                <a:gd name="T76" fmla="*/ 2147483646 w 58"/>
                <a:gd name="T77" fmla="*/ 2147483646 h 58"/>
                <a:gd name="T78" fmla="*/ 2147483646 w 58"/>
                <a:gd name="T79" fmla="*/ 2147483646 h 58"/>
                <a:gd name="T80" fmla="*/ 2147483646 w 58"/>
                <a:gd name="T81" fmla="*/ 2147483646 h 58"/>
                <a:gd name="T82" fmla="*/ 2147483646 w 58"/>
                <a:gd name="T83" fmla="*/ 2147483646 h 58"/>
                <a:gd name="T84" fmla="*/ 2147483646 w 58"/>
                <a:gd name="T85" fmla="*/ 2147483646 h 58"/>
                <a:gd name="T86" fmla="*/ 2147483646 w 58"/>
                <a:gd name="T87" fmla="*/ 0 h 58"/>
                <a:gd name="T88" fmla="*/ 2147483646 w 58"/>
                <a:gd name="T89" fmla="*/ 2147483646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8"/>
                <a:gd name="T136" fmla="*/ 0 h 58"/>
                <a:gd name="T137" fmla="*/ 58 w 58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8" h="58">
                  <a:moveTo>
                    <a:pt x="29" y="29"/>
                  </a:move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2" y="7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5" y="43"/>
                  </a:lnTo>
                  <a:lnTo>
                    <a:pt x="5" y="45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10" y="51"/>
                  </a:lnTo>
                  <a:lnTo>
                    <a:pt x="12" y="52"/>
                  </a:lnTo>
                  <a:lnTo>
                    <a:pt x="13" y="53"/>
                  </a:lnTo>
                  <a:lnTo>
                    <a:pt x="15" y="53"/>
                  </a:lnTo>
                  <a:lnTo>
                    <a:pt x="16" y="55"/>
                  </a:lnTo>
                  <a:lnTo>
                    <a:pt x="18" y="55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5" y="58"/>
                  </a:lnTo>
                  <a:lnTo>
                    <a:pt x="26" y="58"/>
                  </a:lnTo>
                  <a:lnTo>
                    <a:pt x="28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5" y="58"/>
                  </a:lnTo>
                  <a:lnTo>
                    <a:pt x="36" y="58"/>
                  </a:lnTo>
                  <a:lnTo>
                    <a:pt x="38" y="56"/>
                  </a:lnTo>
                  <a:lnTo>
                    <a:pt x="39" y="56"/>
                  </a:lnTo>
                  <a:lnTo>
                    <a:pt x="41" y="56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5" y="53"/>
                  </a:lnTo>
                  <a:lnTo>
                    <a:pt x="46" y="52"/>
                  </a:lnTo>
                  <a:lnTo>
                    <a:pt x="48" y="52"/>
                  </a:lnTo>
                  <a:lnTo>
                    <a:pt x="49" y="51"/>
                  </a:lnTo>
                  <a:lnTo>
                    <a:pt x="49" y="49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2" y="46"/>
                  </a:lnTo>
                  <a:lnTo>
                    <a:pt x="53" y="45"/>
                  </a:lnTo>
                  <a:lnTo>
                    <a:pt x="55" y="43"/>
                  </a:lnTo>
                  <a:lnTo>
                    <a:pt x="55" y="42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8"/>
                  </a:lnTo>
                  <a:lnTo>
                    <a:pt x="58" y="36"/>
                  </a:lnTo>
                  <a:lnTo>
                    <a:pt x="58" y="35"/>
                  </a:lnTo>
                  <a:lnTo>
                    <a:pt x="58" y="33"/>
                  </a:lnTo>
                  <a:lnTo>
                    <a:pt x="58" y="32"/>
                  </a:lnTo>
                  <a:lnTo>
                    <a:pt x="58" y="30"/>
                  </a:lnTo>
                  <a:lnTo>
                    <a:pt x="58" y="29"/>
                  </a:lnTo>
                  <a:lnTo>
                    <a:pt x="58" y="28"/>
                  </a:lnTo>
                  <a:lnTo>
                    <a:pt x="58" y="26"/>
                  </a:lnTo>
                  <a:lnTo>
                    <a:pt x="58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56" y="20"/>
                  </a:lnTo>
                  <a:lnTo>
                    <a:pt x="56" y="19"/>
                  </a:lnTo>
                  <a:lnTo>
                    <a:pt x="56" y="17"/>
                  </a:lnTo>
                  <a:lnTo>
                    <a:pt x="55" y="17"/>
                  </a:lnTo>
                  <a:lnTo>
                    <a:pt x="55" y="16"/>
                  </a:lnTo>
                  <a:lnTo>
                    <a:pt x="53" y="15"/>
                  </a:lnTo>
                  <a:lnTo>
                    <a:pt x="53" y="13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49" y="9"/>
                  </a:lnTo>
                  <a:lnTo>
                    <a:pt x="49" y="7"/>
                  </a:lnTo>
                  <a:lnTo>
                    <a:pt x="48" y="7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5" y="5"/>
                  </a:lnTo>
                  <a:lnTo>
                    <a:pt x="43" y="5"/>
                  </a:lnTo>
                  <a:lnTo>
                    <a:pt x="42" y="3"/>
                  </a:lnTo>
                  <a:lnTo>
                    <a:pt x="41" y="3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3">
              <a:extLst>
                <a:ext uri="{FF2B5EF4-FFF2-40B4-BE49-F238E27FC236}">
                  <a16:creationId xmlns:a16="http://schemas.microsoft.com/office/drawing/2014/main" id="{05EBE77B-11C9-42D6-8771-4F57EE089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587" y="4546600"/>
              <a:ext cx="55563" cy="57150"/>
            </a:xfrm>
            <a:custGeom>
              <a:avLst/>
              <a:gdLst>
                <a:gd name="T0" fmla="*/ 2147483646 w 70"/>
                <a:gd name="T1" fmla="*/ 0 h 70"/>
                <a:gd name="T2" fmla="*/ 2147483646 w 70"/>
                <a:gd name="T3" fmla="*/ 2147483646 h 70"/>
                <a:gd name="T4" fmla="*/ 2147483646 w 70"/>
                <a:gd name="T5" fmla="*/ 2147483646 h 70"/>
                <a:gd name="T6" fmla="*/ 2147483646 w 70"/>
                <a:gd name="T7" fmla="*/ 2147483646 h 70"/>
                <a:gd name="T8" fmla="*/ 2147483646 w 70"/>
                <a:gd name="T9" fmla="*/ 2147483646 h 70"/>
                <a:gd name="T10" fmla="*/ 2147483646 w 70"/>
                <a:gd name="T11" fmla="*/ 2147483646 h 70"/>
                <a:gd name="T12" fmla="*/ 2147483646 w 70"/>
                <a:gd name="T13" fmla="*/ 2147483646 h 70"/>
                <a:gd name="T14" fmla="*/ 2147483646 w 70"/>
                <a:gd name="T15" fmla="*/ 2147483646 h 70"/>
                <a:gd name="T16" fmla="*/ 2147483646 w 70"/>
                <a:gd name="T17" fmla="*/ 2147483646 h 70"/>
                <a:gd name="T18" fmla="*/ 0 w 70"/>
                <a:gd name="T19" fmla="*/ 2147483646 h 70"/>
                <a:gd name="T20" fmla="*/ 0 w 70"/>
                <a:gd name="T21" fmla="*/ 2147483646 h 70"/>
                <a:gd name="T22" fmla="*/ 0 w 70"/>
                <a:gd name="T23" fmla="*/ 2147483646 h 70"/>
                <a:gd name="T24" fmla="*/ 2147483646 w 70"/>
                <a:gd name="T25" fmla="*/ 2147483646 h 70"/>
                <a:gd name="T26" fmla="*/ 2147483646 w 70"/>
                <a:gd name="T27" fmla="*/ 2147483646 h 70"/>
                <a:gd name="T28" fmla="*/ 2147483646 w 70"/>
                <a:gd name="T29" fmla="*/ 2147483646 h 70"/>
                <a:gd name="T30" fmla="*/ 2147483646 w 70"/>
                <a:gd name="T31" fmla="*/ 2147483646 h 70"/>
                <a:gd name="T32" fmla="*/ 2147483646 w 70"/>
                <a:gd name="T33" fmla="*/ 2147483646 h 70"/>
                <a:gd name="T34" fmla="*/ 2147483646 w 70"/>
                <a:gd name="T35" fmla="*/ 2147483646 h 70"/>
                <a:gd name="T36" fmla="*/ 2147483646 w 70"/>
                <a:gd name="T37" fmla="*/ 2147483646 h 70"/>
                <a:gd name="T38" fmla="*/ 2147483646 w 70"/>
                <a:gd name="T39" fmla="*/ 2147483646 h 70"/>
                <a:gd name="T40" fmla="*/ 2147483646 w 70"/>
                <a:gd name="T41" fmla="*/ 2147483646 h 70"/>
                <a:gd name="T42" fmla="*/ 2147483646 w 70"/>
                <a:gd name="T43" fmla="*/ 2147483646 h 70"/>
                <a:gd name="T44" fmla="*/ 2147483646 w 70"/>
                <a:gd name="T45" fmla="*/ 2147483646 h 70"/>
                <a:gd name="T46" fmla="*/ 2147483646 w 70"/>
                <a:gd name="T47" fmla="*/ 2147483646 h 70"/>
                <a:gd name="T48" fmla="*/ 2147483646 w 70"/>
                <a:gd name="T49" fmla="*/ 2147483646 h 70"/>
                <a:gd name="T50" fmla="*/ 2147483646 w 70"/>
                <a:gd name="T51" fmla="*/ 2147483646 h 70"/>
                <a:gd name="T52" fmla="*/ 2147483646 w 70"/>
                <a:gd name="T53" fmla="*/ 2147483646 h 70"/>
                <a:gd name="T54" fmla="*/ 2147483646 w 70"/>
                <a:gd name="T55" fmla="*/ 2147483646 h 70"/>
                <a:gd name="T56" fmla="*/ 2147483646 w 70"/>
                <a:gd name="T57" fmla="*/ 2147483646 h 70"/>
                <a:gd name="T58" fmla="*/ 2147483646 w 70"/>
                <a:gd name="T59" fmla="*/ 2147483646 h 70"/>
                <a:gd name="T60" fmla="*/ 2147483646 w 70"/>
                <a:gd name="T61" fmla="*/ 2147483646 h 70"/>
                <a:gd name="T62" fmla="*/ 2147483646 w 70"/>
                <a:gd name="T63" fmla="*/ 2147483646 h 70"/>
                <a:gd name="T64" fmla="*/ 2147483646 w 70"/>
                <a:gd name="T65" fmla="*/ 2147483646 h 70"/>
                <a:gd name="T66" fmla="*/ 2147483646 w 70"/>
                <a:gd name="T67" fmla="*/ 2147483646 h 70"/>
                <a:gd name="T68" fmla="*/ 2147483646 w 70"/>
                <a:gd name="T69" fmla="*/ 2147483646 h 70"/>
                <a:gd name="T70" fmla="*/ 2147483646 w 70"/>
                <a:gd name="T71" fmla="*/ 2147483646 h 70"/>
                <a:gd name="T72" fmla="*/ 2147483646 w 70"/>
                <a:gd name="T73" fmla="*/ 2147483646 h 70"/>
                <a:gd name="T74" fmla="*/ 2147483646 w 70"/>
                <a:gd name="T75" fmla="*/ 2147483646 h 70"/>
                <a:gd name="T76" fmla="*/ 2147483646 w 70"/>
                <a:gd name="T77" fmla="*/ 2147483646 h 70"/>
                <a:gd name="T78" fmla="*/ 2147483646 w 70"/>
                <a:gd name="T79" fmla="*/ 2147483646 h 70"/>
                <a:gd name="T80" fmla="*/ 2147483646 w 70"/>
                <a:gd name="T81" fmla="*/ 2147483646 h 70"/>
                <a:gd name="T82" fmla="*/ 2147483646 w 70"/>
                <a:gd name="T83" fmla="*/ 2147483646 h 70"/>
                <a:gd name="T84" fmla="*/ 2147483646 w 70"/>
                <a:gd name="T85" fmla="*/ 0 h 70"/>
                <a:gd name="T86" fmla="*/ 2147483646 w 70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0"/>
                <a:gd name="T133" fmla="*/ 0 h 70"/>
                <a:gd name="T134" fmla="*/ 70 w 70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0" h="70">
                  <a:moveTo>
                    <a:pt x="34" y="0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7" y="6"/>
                  </a:lnTo>
                  <a:lnTo>
                    <a:pt x="16" y="6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6" y="16"/>
                  </a:lnTo>
                  <a:lnTo>
                    <a:pt x="6" y="17"/>
                  </a:lnTo>
                  <a:lnTo>
                    <a:pt x="4" y="19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6" y="53"/>
                  </a:lnTo>
                  <a:lnTo>
                    <a:pt x="6" y="55"/>
                  </a:lnTo>
                  <a:lnTo>
                    <a:pt x="7" y="56"/>
                  </a:lnTo>
                  <a:lnTo>
                    <a:pt x="8" y="57"/>
                  </a:lnTo>
                  <a:lnTo>
                    <a:pt x="8" y="59"/>
                  </a:lnTo>
                  <a:lnTo>
                    <a:pt x="10" y="60"/>
                  </a:lnTo>
                  <a:lnTo>
                    <a:pt x="11" y="60"/>
                  </a:lnTo>
                  <a:lnTo>
                    <a:pt x="13" y="62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17" y="65"/>
                  </a:lnTo>
                  <a:lnTo>
                    <a:pt x="18" y="66"/>
                  </a:lnTo>
                  <a:lnTo>
                    <a:pt x="20" y="66"/>
                  </a:lnTo>
                  <a:lnTo>
                    <a:pt x="21" y="68"/>
                  </a:lnTo>
                  <a:lnTo>
                    <a:pt x="23" y="68"/>
                  </a:lnTo>
                  <a:lnTo>
                    <a:pt x="24" y="69"/>
                  </a:lnTo>
                  <a:lnTo>
                    <a:pt x="26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1" y="70"/>
                  </a:lnTo>
                  <a:lnTo>
                    <a:pt x="33" y="70"/>
                  </a:lnTo>
                  <a:lnTo>
                    <a:pt x="34" y="70"/>
                  </a:lnTo>
                  <a:lnTo>
                    <a:pt x="37" y="70"/>
                  </a:lnTo>
                  <a:lnTo>
                    <a:pt x="39" y="70"/>
                  </a:lnTo>
                  <a:lnTo>
                    <a:pt x="40" y="70"/>
                  </a:lnTo>
                  <a:lnTo>
                    <a:pt x="41" y="69"/>
                  </a:lnTo>
                  <a:lnTo>
                    <a:pt x="44" y="69"/>
                  </a:lnTo>
                  <a:lnTo>
                    <a:pt x="46" y="69"/>
                  </a:lnTo>
                  <a:lnTo>
                    <a:pt x="47" y="68"/>
                  </a:lnTo>
                  <a:lnTo>
                    <a:pt x="49" y="68"/>
                  </a:lnTo>
                  <a:lnTo>
                    <a:pt x="50" y="66"/>
                  </a:lnTo>
                  <a:lnTo>
                    <a:pt x="52" y="66"/>
                  </a:lnTo>
                  <a:lnTo>
                    <a:pt x="53" y="65"/>
                  </a:lnTo>
                  <a:lnTo>
                    <a:pt x="54" y="65"/>
                  </a:lnTo>
                  <a:lnTo>
                    <a:pt x="56" y="63"/>
                  </a:lnTo>
                  <a:lnTo>
                    <a:pt x="57" y="62"/>
                  </a:lnTo>
                  <a:lnTo>
                    <a:pt x="59" y="60"/>
                  </a:lnTo>
                  <a:lnTo>
                    <a:pt x="60" y="60"/>
                  </a:lnTo>
                  <a:lnTo>
                    <a:pt x="62" y="59"/>
                  </a:lnTo>
                  <a:lnTo>
                    <a:pt x="62" y="57"/>
                  </a:lnTo>
                  <a:lnTo>
                    <a:pt x="63" y="56"/>
                  </a:lnTo>
                  <a:lnTo>
                    <a:pt x="64" y="55"/>
                  </a:lnTo>
                  <a:lnTo>
                    <a:pt x="64" y="53"/>
                  </a:lnTo>
                  <a:lnTo>
                    <a:pt x="66" y="52"/>
                  </a:lnTo>
                  <a:lnTo>
                    <a:pt x="66" y="50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6"/>
                  </a:lnTo>
                  <a:lnTo>
                    <a:pt x="69" y="45"/>
                  </a:lnTo>
                  <a:lnTo>
                    <a:pt x="69" y="42"/>
                  </a:lnTo>
                  <a:lnTo>
                    <a:pt x="70" y="40"/>
                  </a:lnTo>
                  <a:lnTo>
                    <a:pt x="70" y="39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70" y="33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69" y="29"/>
                  </a:lnTo>
                  <a:lnTo>
                    <a:pt x="69" y="26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7" y="22"/>
                  </a:lnTo>
                  <a:lnTo>
                    <a:pt x="66" y="20"/>
                  </a:lnTo>
                  <a:lnTo>
                    <a:pt x="66" y="19"/>
                  </a:lnTo>
                  <a:lnTo>
                    <a:pt x="64" y="17"/>
                  </a:lnTo>
                  <a:lnTo>
                    <a:pt x="64" y="16"/>
                  </a:lnTo>
                  <a:lnTo>
                    <a:pt x="63" y="14"/>
                  </a:lnTo>
                  <a:lnTo>
                    <a:pt x="62" y="13"/>
                  </a:lnTo>
                  <a:lnTo>
                    <a:pt x="62" y="11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7" y="9"/>
                  </a:lnTo>
                  <a:lnTo>
                    <a:pt x="56" y="7"/>
                  </a:lnTo>
                  <a:lnTo>
                    <a:pt x="54" y="6"/>
                  </a:lnTo>
                  <a:lnTo>
                    <a:pt x="53" y="6"/>
                  </a:lnTo>
                  <a:lnTo>
                    <a:pt x="52" y="4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94">
              <a:extLst>
                <a:ext uri="{FF2B5EF4-FFF2-40B4-BE49-F238E27FC236}">
                  <a16:creationId xmlns:a16="http://schemas.microsoft.com/office/drawing/2014/main" id="{C0F5AAF2-FD08-443E-A9BA-7425A5931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812" y="4537075"/>
              <a:ext cx="12382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3" name="AutoShape 197">
              <a:extLst>
                <a:ext uri="{FF2B5EF4-FFF2-40B4-BE49-F238E27FC236}">
                  <a16:creationId xmlns:a16="http://schemas.microsoft.com/office/drawing/2014/main" id="{5714989A-18F8-4EEB-A746-CFAF38D3A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4449762"/>
              <a:ext cx="615950" cy="53498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255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AE4C2-3EC4-4ED7-8B16-F6220AA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6633"/>
            <a:ext cx="8915399" cy="115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978CA9-35B4-4E5D-9A09-93061DBCE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8" y="799137"/>
            <a:ext cx="5987143" cy="7079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130E9-F647-448A-821D-9AF0DC6E3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" y="1410802"/>
            <a:ext cx="3074477" cy="70793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F8D57ED-E8C2-4490-ADD1-FD9EEAB93F21}"/>
              </a:ext>
            </a:extLst>
          </p:cNvPr>
          <p:cNvGrpSpPr/>
          <p:nvPr/>
        </p:nvGrpSpPr>
        <p:grpSpPr>
          <a:xfrm>
            <a:off x="92166" y="4648200"/>
            <a:ext cx="4227512" cy="1481138"/>
            <a:chOff x="2292350" y="4319587"/>
            <a:chExt cx="4227512" cy="1481138"/>
          </a:xfrm>
        </p:grpSpPr>
        <p:sp>
          <p:nvSpPr>
            <p:cNvPr id="7" name="Line 164">
              <a:extLst>
                <a:ext uri="{FF2B5EF4-FFF2-40B4-BE49-F238E27FC236}">
                  <a16:creationId xmlns:a16="http://schemas.microsoft.com/office/drawing/2014/main" id="{122FCE67-3A64-4F09-AA63-AA4A1C507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6137" y="5130800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165">
              <a:extLst>
                <a:ext uri="{FF2B5EF4-FFF2-40B4-BE49-F238E27FC236}">
                  <a16:creationId xmlns:a16="http://schemas.microsoft.com/office/drawing/2014/main" id="{9C88D004-BB05-421E-8C66-E9C02326D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462" y="4721225"/>
              <a:ext cx="320675" cy="798512"/>
            </a:xfrm>
            <a:custGeom>
              <a:avLst/>
              <a:gdLst>
                <a:gd name="T0" fmla="*/ 2147483646 w 402"/>
                <a:gd name="T1" fmla="*/ 2147483646 h 1006"/>
                <a:gd name="T2" fmla="*/ 2147483646 w 402"/>
                <a:gd name="T3" fmla="*/ 2147483646 h 1006"/>
                <a:gd name="T4" fmla="*/ 0 w 402"/>
                <a:gd name="T5" fmla="*/ 0 h 1006"/>
                <a:gd name="T6" fmla="*/ 0 w 402"/>
                <a:gd name="T7" fmla="*/ 2147483646 h 1006"/>
                <a:gd name="T8" fmla="*/ 2147483646 w 402"/>
                <a:gd name="T9" fmla="*/ 2147483646 h 10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2"/>
                <a:gd name="T16" fmla="*/ 0 h 1006"/>
                <a:gd name="T17" fmla="*/ 402 w 402"/>
                <a:gd name="T18" fmla="*/ 1006 h 10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2" h="1006">
                  <a:moveTo>
                    <a:pt x="402" y="805"/>
                  </a:moveTo>
                  <a:lnTo>
                    <a:pt x="402" y="202"/>
                  </a:lnTo>
                  <a:lnTo>
                    <a:pt x="0" y="0"/>
                  </a:lnTo>
                  <a:lnTo>
                    <a:pt x="0" y="1006"/>
                  </a:lnTo>
                  <a:lnTo>
                    <a:pt x="402" y="805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66">
              <a:extLst>
                <a:ext uri="{FF2B5EF4-FFF2-40B4-BE49-F238E27FC236}">
                  <a16:creationId xmlns:a16="http://schemas.microsoft.com/office/drawing/2014/main" id="{D77FF98A-F285-4808-935C-893111E2E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5800" y="4470400"/>
              <a:ext cx="1587" cy="341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68">
              <a:extLst>
                <a:ext uri="{FF2B5EF4-FFF2-40B4-BE49-F238E27FC236}">
                  <a16:creationId xmlns:a16="http://schemas.microsoft.com/office/drawing/2014/main" id="{4792A348-C96C-4A9E-97F9-AE4755C81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4637" y="4470400"/>
              <a:ext cx="4111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69">
              <a:extLst>
                <a:ext uri="{FF2B5EF4-FFF2-40B4-BE49-F238E27FC236}">
                  <a16:creationId xmlns:a16="http://schemas.microsoft.com/office/drawing/2014/main" id="{640BCB7F-DFF0-4270-AEC6-C43239100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12" y="5024437"/>
              <a:ext cx="1079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f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2" name="Rectangle 170">
              <a:extLst>
                <a:ext uri="{FF2B5EF4-FFF2-40B4-BE49-F238E27FC236}">
                  <a16:creationId xmlns:a16="http://schemas.microsoft.com/office/drawing/2014/main" id="{B9EDD13D-8B33-4D42-87DE-1967128ED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706937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" name="Rectangle 171">
              <a:extLst>
                <a:ext uri="{FF2B5EF4-FFF2-40B4-BE49-F238E27FC236}">
                  <a16:creationId xmlns:a16="http://schemas.microsoft.com/office/drawing/2014/main" id="{64833FBD-9A6C-40B6-B2F0-36123C258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812" y="4811712"/>
              <a:ext cx="12382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3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" name="Rectangle 172">
              <a:extLst>
                <a:ext uri="{FF2B5EF4-FFF2-40B4-BE49-F238E27FC236}">
                  <a16:creationId xmlns:a16="http://schemas.microsoft.com/office/drawing/2014/main" id="{514F39E5-F4B6-4B3A-94D8-AD1366124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75" y="4319587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" name="Freeform 173">
              <a:extLst>
                <a:ext uri="{FF2B5EF4-FFF2-40B4-BE49-F238E27FC236}">
                  <a16:creationId xmlns:a16="http://schemas.microsoft.com/office/drawing/2014/main" id="{224ECB41-4960-4F47-90A4-E7860B4BA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150" y="4835525"/>
              <a:ext cx="46037" cy="44450"/>
            </a:xfrm>
            <a:custGeom>
              <a:avLst/>
              <a:gdLst>
                <a:gd name="T0" fmla="*/ 2147483646 w 57"/>
                <a:gd name="T1" fmla="*/ 0 h 58"/>
                <a:gd name="T2" fmla="*/ 2147483646 w 57"/>
                <a:gd name="T3" fmla="*/ 2147483646 h 58"/>
                <a:gd name="T4" fmla="*/ 2147483646 w 57"/>
                <a:gd name="T5" fmla="*/ 2147483646 h 58"/>
                <a:gd name="T6" fmla="*/ 2147483646 w 57"/>
                <a:gd name="T7" fmla="*/ 2147483646 h 58"/>
                <a:gd name="T8" fmla="*/ 2147483646 w 57"/>
                <a:gd name="T9" fmla="*/ 2147483646 h 58"/>
                <a:gd name="T10" fmla="*/ 2147483646 w 57"/>
                <a:gd name="T11" fmla="*/ 2147483646 h 58"/>
                <a:gd name="T12" fmla="*/ 2147483646 w 57"/>
                <a:gd name="T13" fmla="*/ 2147483646 h 58"/>
                <a:gd name="T14" fmla="*/ 2147483646 w 57"/>
                <a:gd name="T15" fmla="*/ 2147483646 h 58"/>
                <a:gd name="T16" fmla="*/ 2147483646 w 57"/>
                <a:gd name="T17" fmla="*/ 2147483646 h 58"/>
                <a:gd name="T18" fmla="*/ 2147483646 w 57"/>
                <a:gd name="T19" fmla="*/ 2147483646 h 58"/>
                <a:gd name="T20" fmla="*/ 0 w 57"/>
                <a:gd name="T21" fmla="*/ 2147483646 h 58"/>
                <a:gd name="T22" fmla="*/ 0 w 57"/>
                <a:gd name="T23" fmla="*/ 2147483646 h 58"/>
                <a:gd name="T24" fmla="*/ 2147483646 w 57"/>
                <a:gd name="T25" fmla="*/ 2147483646 h 58"/>
                <a:gd name="T26" fmla="*/ 2147483646 w 57"/>
                <a:gd name="T27" fmla="*/ 2147483646 h 58"/>
                <a:gd name="T28" fmla="*/ 2147483646 w 57"/>
                <a:gd name="T29" fmla="*/ 2147483646 h 58"/>
                <a:gd name="T30" fmla="*/ 2147483646 w 57"/>
                <a:gd name="T31" fmla="*/ 2147483646 h 58"/>
                <a:gd name="T32" fmla="*/ 2147483646 w 57"/>
                <a:gd name="T33" fmla="*/ 2147483646 h 58"/>
                <a:gd name="T34" fmla="*/ 2147483646 w 57"/>
                <a:gd name="T35" fmla="*/ 2147483646 h 58"/>
                <a:gd name="T36" fmla="*/ 2147483646 w 57"/>
                <a:gd name="T37" fmla="*/ 2147483646 h 58"/>
                <a:gd name="T38" fmla="*/ 2147483646 w 57"/>
                <a:gd name="T39" fmla="*/ 2147483646 h 58"/>
                <a:gd name="T40" fmla="*/ 2147483646 w 57"/>
                <a:gd name="T41" fmla="*/ 2147483646 h 58"/>
                <a:gd name="T42" fmla="*/ 2147483646 w 57"/>
                <a:gd name="T43" fmla="*/ 2147483646 h 58"/>
                <a:gd name="T44" fmla="*/ 2147483646 w 57"/>
                <a:gd name="T45" fmla="*/ 2147483646 h 58"/>
                <a:gd name="T46" fmla="*/ 2147483646 w 57"/>
                <a:gd name="T47" fmla="*/ 2147483646 h 58"/>
                <a:gd name="T48" fmla="*/ 2147483646 w 57"/>
                <a:gd name="T49" fmla="*/ 2147483646 h 58"/>
                <a:gd name="T50" fmla="*/ 2147483646 w 57"/>
                <a:gd name="T51" fmla="*/ 2147483646 h 58"/>
                <a:gd name="T52" fmla="*/ 2147483646 w 57"/>
                <a:gd name="T53" fmla="*/ 2147483646 h 58"/>
                <a:gd name="T54" fmla="*/ 2147483646 w 57"/>
                <a:gd name="T55" fmla="*/ 2147483646 h 58"/>
                <a:gd name="T56" fmla="*/ 2147483646 w 57"/>
                <a:gd name="T57" fmla="*/ 2147483646 h 58"/>
                <a:gd name="T58" fmla="*/ 2147483646 w 57"/>
                <a:gd name="T59" fmla="*/ 2147483646 h 58"/>
                <a:gd name="T60" fmla="*/ 2147483646 w 57"/>
                <a:gd name="T61" fmla="*/ 2147483646 h 58"/>
                <a:gd name="T62" fmla="*/ 2147483646 w 57"/>
                <a:gd name="T63" fmla="*/ 2147483646 h 58"/>
                <a:gd name="T64" fmla="*/ 2147483646 w 57"/>
                <a:gd name="T65" fmla="*/ 2147483646 h 58"/>
                <a:gd name="T66" fmla="*/ 2147483646 w 57"/>
                <a:gd name="T67" fmla="*/ 2147483646 h 58"/>
                <a:gd name="T68" fmla="*/ 2147483646 w 57"/>
                <a:gd name="T69" fmla="*/ 2147483646 h 58"/>
                <a:gd name="T70" fmla="*/ 2147483646 w 57"/>
                <a:gd name="T71" fmla="*/ 2147483646 h 58"/>
                <a:gd name="T72" fmla="*/ 2147483646 w 57"/>
                <a:gd name="T73" fmla="*/ 2147483646 h 58"/>
                <a:gd name="T74" fmla="*/ 2147483646 w 57"/>
                <a:gd name="T75" fmla="*/ 2147483646 h 58"/>
                <a:gd name="T76" fmla="*/ 2147483646 w 57"/>
                <a:gd name="T77" fmla="*/ 2147483646 h 58"/>
                <a:gd name="T78" fmla="*/ 2147483646 w 57"/>
                <a:gd name="T79" fmla="*/ 2147483646 h 58"/>
                <a:gd name="T80" fmla="*/ 2147483646 w 57"/>
                <a:gd name="T81" fmla="*/ 2147483646 h 58"/>
                <a:gd name="T82" fmla="*/ 2147483646 w 57"/>
                <a:gd name="T83" fmla="*/ 2147483646 h 58"/>
                <a:gd name="T84" fmla="*/ 2147483646 w 57"/>
                <a:gd name="T85" fmla="*/ 2147483646 h 58"/>
                <a:gd name="T86" fmla="*/ 2147483646 w 57"/>
                <a:gd name="T87" fmla="*/ 0 h 58"/>
                <a:gd name="T88" fmla="*/ 2147483646 w 57"/>
                <a:gd name="T89" fmla="*/ 2147483646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6" y="4"/>
                  </a:lnTo>
                  <a:lnTo>
                    <a:pt x="14" y="4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8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0" y="26"/>
                  </a:lnTo>
                  <a:lnTo>
                    <a:pt x="0" y="27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" y="33"/>
                  </a:lnTo>
                  <a:lnTo>
                    <a:pt x="1" y="35"/>
                  </a:lnTo>
                  <a:lnTo>
                    <a:pt x="1" y="36"/>
                  </a:lnTo>
                  <a:lnTo>
                    <a:pt x="1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8" y="49"/>
                  </a:lnTo>
                  <a:lnTo>
                    <a:pt x="10" y="50"/>
                  </a:lnTo>
                  <a:lnTo>
                    <a:pt x="11" y="52"/>
                  </a:lnTo>
                  <a:lnTo>
                    <a:pt x="13" y="53"/>
                  </a:lnTo>
                  <a:lnTo>
                    <a:pt x="14" y="53"/>
                  </a:lnTo>
                  <a:lnTo>
                    <a:pt x="16" y="55"/>
                  </a:lnTo>
                  <a:lnTo>
                    <a:pt x="17" y="55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1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6"/>
                  </a:lnTo>
                  <a:lnTo>
                    <a:pt x="41" y="55"/>
                  </a:lnTo>
                  <a:lnTo>
                    <a:pt x="43" y="55"/>
                  </a:lnTo>
                  <a:lnTo>
                    <a:pt x="44" y="53"/>
                  </a:lnTo>
                  <a:lnTo>
                    <a:pt x="46" y="52"/>
                  </a:lnTo>
                  <a:lnTo>
                    <a:pt x="47" y="52"/>
                  </a:lnTo>
                  <a:lnTo>
                    <a:pt x="49" y="50"/>
                  </a:lnTo>
                  <a:lnTo>
                    <a:pt x="49" y="49"/>
                  </a:lnTo>
                  <a:lnTo>
                    <a:pt x="50" y="49"/>
                  </a:lnTo>
                  <a:lnTo>
                    <a:pt x="52" y="48"/>
                  </a:lnTo>
                  <a:lnTo>
                    <a:pt x="52" y="46"/>
                  </a:lnTo>
                  <a:lnTo>
                    <a:pt x="53" y="45"/>
                  </a:lnTo>
                  <a:lnTo>
                    <a:pt x="54" y="43"/>
                  </a:lnTo>
                  <a:lnTo>
                    <a:pt x="54" y="42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8"/>
                  </a:lnTo>
                  <a:lnTo>
                    <a:pt x="57" y="36"/>
                  </a:lnTo>
                  <a:lnTo>
                    <a:pt x="57" y="35"/>
                  </a:lnTo>
                  <a:lnTo>
                    <a:pt x="57" y="33"/>
                  </a:lnTo>
                  <a:lnTo>
                    <a:pt x="57" y="32"/>
                  </a:lnTo>
                  <a:lnTo>
                    <a:pt x="57" y="30"/>
                  </a:lnTo>
                  <a:lnTo>
                    <a:pt x="57" y="29"/>
                  </a:lnTo>
                  <a:lnTo>
                    <a:pt x="57" y="27"/>
                  </a:lnTo>
                  <a:lnTo>
                    <a:pt x="57" y="26"/>
                  </a:lnTo>
                  <a:lnTo>
                    <a:pt x="57" y="25"/>
                  </a:lnTo>
                  <a:lnTo>
                    <a:pt x="57" y="23"/>
                  </a:lnTo>
                  <a:lnTo>
                    <a:pt x="57" y="22"/>
                  </a:lnTo>
                  <a:lnTo>
                    <a:pt x="56" y="20"/>
                  </a:lnTo>
                  <a:lnTo>
                    <a:pt x="56" y="19"/>
                  </a:lnTo>
                  <a:lnTo>
                    <a:pt x="56" y="17"/>
                  </a:lnTo>
                  <a:lnTo>
                    <a:pt x="54" y="17"/>
                  </a:lnTo>
                  <a:lnTo>
                    <a:pt x="54" y="16"/>
                  </a:lnTo>
                  <a:lnTo>
                    <a:pt x="53" y="15"/>
                  </a:lnTo>
                  <a:lnTo>
                    <a:pt x="53" y="13"/>
                  </a:lnTo>
                  <a:lnTo>
                    <a:pt x="52" y="12"/>
                  </a:lnTo>
                  <a:lnTo>
                    <a:pt x="50" y="10"/>
                  </a:lnTo>
                  <a:lnTo>
                    <a:pt x="49" y="9"/>
                  </a:lnTo>
                  <a:lnTo>
                    <a:pt x="49" y="7"/>
                  </a:lnTo>
                  <a:lnTo>
                    <a:pt x="47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4"/>
                  </a:lnTo>
                  <a:lnTo>
                    <a:pt x="41" y="3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74">
              <a:extLst>
                <a:ext uri="{FF2B5EF4-FFF2-40B4-BE49-F238E27FC236}">
                  <a16:creationId xmlns:a16="http://schemas.microsoft.com/office/drawing/2014/main" id="{75AE203B-97D8-4382-BB30-1173F913C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4821237"/>
              <a:ext cx="55562" cy="55563"/>
            </a:xfrm>
            <a:custGeom>
              <a:avLst/>
              <a:gdLst>
                <a:gd name="T0" fmla="*/ 2147483646 w 70"/>
                <a:gd name="T1" fmla="*/ 0 h 70"/>
                <a:gd name="T2" fmla="*/ 2147483646 w 70"/>
                <a:gd name="T3" fmla="*/ 2147483646 h 70"/>
                <a:gd name="T4" fmla="*/ 2147483646 w 70"/>
                <a:gd name="T5" fmla="*/ 2147483646 h 70"/>
                <a:gd name="T6" fmla="*/ 2147483646 w 70"/>
                <a:gd name="T7" fmla="*/ 2147483646 h 70"/>
                <a:gd name="T8" fmla="*/ 2147483646 w 70"/>
                <a:gd name="T9" fmla="*/ 2147483646 h 70"/>
                <a:gd name="T10" fmla="*/ 2147483646 w 70"/>
                <a:gd name="T11" fmla="*/ 2147483646 h 70"/>
                <a:gd name="T12" fmla="*/ 2147483646 w 70"/>
                <a:gd name="T13" fmla="*/ 2147483646 h 70"/>
                <a:gd name="T14" fmla="*/ 2147483646 w 70"/>
                <a:gd name="T15" fmla="*/ 2147483646 h 70"/>
                <a:gd name="T16" fmla="*/ 2147483646 w 70"/>
                <a:gd name="T17" fmla="*/ 2147483646 h 70"/>
                <a:gd name="T18" fmla="*/ 0 w 70"/>
                <a:gd name="T19" fmla="*/ 2147483646 h 70"/>
                <a:gd name="T20" fmla="*/ 0 w 70"/>
                <a:gd name="T21" fmla="*/ 2147483646 h 70"/>
                <a:gd name="T22" fmla="*/ 0 w 70"/>
                <a:gd name="T23" fmla="*/ 2147483646 h 70"/>
                <a:gd name="T24" fmla="*/ 2147483646 w 70"/>
                <a:gd name="T25" fmla="*/ 2147483646 h 70"/>
                <a:gd name="T26" fmla="*/ 2147483646 w 70"/>
                <a:gd name="T27" fmla="*/ 2147483646 h 70"/>
                <a:gd name="T28" fmla="*/ 2147483646 w 70"/>
                <a:gd name="T29" fmla="*/ 2147483646 h 70"/>
                <a:gd name="T30" fmla="*/ 2147483646 w 70"/>
                <a:gd name="T31" fmla="*/ 2147483646 h 70"/>
                <a:gd name="T32" fmla="*/ 2147483646 w 70"/>
                <a:gd name="T33" fmla="*/ 2147483646 h 70"/>
                <a:gd name="T34" fmla="*/ 2147483646 w 70"/>
                <a:gd name="T35" fmla="*/ 2147483646 h 70"/>
                <a:gd name="T36" fmla="*/ 2147483646 w 70"/>
                <a:gd name="T37" fmla="*/ 2147483646 h 70"/>
                <a:gd name="T38" fmla="*/ 2147483646 w 70"/>
                <a:gd name="T39" fmla="*/ 2147483646 h 70"/>
                <a:gd name="T40" fmla="*/ 2147483646 w 70"/>
                <a:gd name="T41" fmla="*/ 2147483646 h 70"/>
                <a:gd name="T42" fmla="*/ 2147483646 w 70"/>
                <a:gd name="T43" fmla="*/ 2147483646 h 70"/>
                <a:gd name="T44" fmla="*/ 2147483646 w 70"/>
                <a:gd name="T45" fmla="*/ 2147483646 h 70"/>
                <a:gd name="T46" fmla="*/ 2147483646 w 70"/>
                <a:gd name="T47" fmla="*/ 2147483646 h 70"/>
                <a:gd name="T48" fmla="*/ 2147483646 w 70"/>
                <a:gd name="T49" fmla="*/ 2147483646 h 70"/>
                <a:gd name="T50" fmla="*/ 2147483646 w 70"/>
                <a:gd name="T51" fmla="*/ 2147483646 h 70"/>
                <a:gd name="T52" fmla="*/ 2147483646 w 70"/>
                <a:gd name="T53" fmla="*/ 2147483646 h 70"/>
                <a:gd name="T54" fmla="*/ 2147483646 w 70"/>
                <a:gd name="T55" fmla="*/ 2147483646 h 70"/>
                <a:gd name="T56" fmla="*/ 2147483646 w 70"/>
                <a:gd name="T57" fmla="*/ 2147483646 h 70"/>
                <a:gd name="T58" fmla="*/ 2147483646 w 70"/>
                <a:gd name="T59" fmla="*/ 2147483646 h 70"/>
                <a:gd name="T60" fmla="*/ 2147483646 w 70"/>
                <a:gd name="T61" fmla="*/ 2147483646 h 70"/>
                <a:gd name="T62" fmla="*/ 2147483646 w 70"/>
                <a:gd name="T63" fmla="*/ 2147483646 h 70"/>
                <a:gd name="T64" fmla="*/ 2147483646 w 70"/>
                <a:gd name="T65" fmla="*/ 2147483646 h 70"/>
                <a:gd name="T66" fmla="*/ 2147483646 w 70"/>
                <a:gd name="T67" fmla="*/ 2147483646 h 70"/>
                <a:gd name="T68" fmla="*/ 2147483646 w 70"/>
                <a:gd name="T69" fmla="*/ 2147483646 h 70"/>
                <a:gd name="T70" fmla="*/ 2147483646 w 70"/>
                <a:gd name="T71" fmla="*/ 2147483646 h 70"/>
                <a:gd name="T72" fmla="*/ 2147483646 w 70"/>
                <a:gd name="T73" fmla="*/ 2147483646 h 70"/>
                <a:gd name="T74" fmla="*/ 2147483646 w 70"/>
                <a:gd name="T75" fmla="*/ 2147483646 h 70"/>
                <a:gd name="T76" fmla="*/ 2147483646 w 70"/>
                <a:gd name="T77" fmla="*/ 2147483646 h 70"/>
                <a:gd name="T78" fmla="*/ 2147483646 w 70"/>
                <a:gd name="T79" fmla="*/ 2147483646 h 70"/>
                <a:gd name="T80" fmla="*/ 2147483646 w 70"/>
                <a:gd name="T81" fmla="*/ 2147483646 h 70"/>
                <a:gd name="T82" fmla="*/ 2147483646 w 70"/>
                <a:gd name="T83" fmla="*/ 2147483646 h 70"/>
                <a:gd name="T84" fmla="*/ 2147483646 w 70"/>
                <a:gd name="T85" fmla="*/ 0 h 70"/>
                <a:gd name="T86" fmla="*/ 2147483646 w 70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0"/>
                <a:gd name="T133" fmla="*/ 0 h 70"/>
                <a:gd name="T134" fmla="*/ 70 w 70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0" h="70">
                  <a:moveTo>
                    <a:pt x="34" y="0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1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2" y="9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4" y="19"/>
                  </a:lnTo>
                  <a:lnTo>
                    <a:pt x="2" y="20"/>
                  </a:lnTo>
                  <a:lnTo>
                    <a:pt x="2" y="21"/>
                  </a:lnTo>
                  <a:lnTo>
                    <a:pt x="2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1" y="44"/>
                  </a:lnTo>
                  <a:lnTo>
                    <a:pt x="1" y="46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2" y="50"/>
                  </a:lnTo>
                  <a:lnTo>
                    <a:pt x="4" y="52"/>
                  </a:lnTo>
                  <a:lnTo>
                    <a:pt x="5" y="53"/>
                  </a:lnTo>
                  <a:lnTo>
                    <a:pt x="5" y="55"/>
                  </a:lnTo>
                  <a:lnTo>
                    <a:pt x="7" y="56"/>
                  </a:lnTo>
                  <a:lnTo>
                    <a:pt x="8" y="57"/>
                  </a:lnTo>
                  <a:lnTo>
                    <a:pt x="8" y="59"/>
                  </a:lnTo>
                  <a:lnTo>
                    <a:pt x="10" y="60"/>
                  </a:lnTo>
                  <a:lnTo>
                    <a:pt x="11" y="60"/>
                  </a:lnTo>
                  <a:lnTo>
                    <a:pt x="12" y="62"/>
                  </a:lnTo>
                  <a:lnTo>
                    <a:pt x="14" y="63"/>
                  </a:lnTo>
                  <a:lnTo>
                    <a:pt x="15" y="65"/>
                  </a:lnTo>
                  <a:lnTo>
                    <a:pt x="17" y="65"/>
                  </a:lnTo>
                  <a:lnTo>
                    <a:pt x="18" y="66"/>
                  </a:lnTo>
                  <a:lnTo>
                    <a:pt x="20" y="66"/>
                  </a:lnTo>
                  <a:lnTo>
                    <a:pt x="21" y="67"/>
                  </a:lnTo>
                  <a:lnTo>
                    <a:pt x="23" y="67"/>
                  </a:lnTo>
                  <a:lnTo>
                    <a:pt x="24" y="69"/>
                  </a:lnTo>
                  <a:lnTo>
                    <a:pt x="25" y="69"/>
                  </a:lnTo>
                  <a:lnTo>
                    <a:pt x="28" y="69"/>
                  </a:lnTo>
                  <a:lnTo>
                    <a:pt x="30" y="70"/>
                  </a:lnTo>
                  <a:lnTo>
                    <a:pt x="31" y="70"/>
                  </a:lnTo>
                  <a:lnTo>
                    <a:pt x="33" y="70"/>
                  </a:lnTo>
                  <a:lnTo>
                    <a:pt x="34" y="70"/>
                  </a:lnTo>
                  <a:lnTo>
                    <a:pt x="37" y="70"/>
                  </a:lnTo>
                  <a:lnTo>
                    <a:pt x="38" y="70"/>
                  </a:lnTo>
                  <a:lnTo>
                    <a:pt x="40" y="70"/>
                  </a:lnTo>
                  <a:lnTo>
                    <a:pt x="41" y="69"/>
                  </a:lnTo>
                  <a:lnTo>
                    <a:pt x="44" y="69"/>
                  </a:lnTo>
                  <a:lnTo>
                    <a:pt x="46" y="69"/>
                  </a:lnTo>
                  <a:lnTo>
                    <a:pt x="47" y="67"/>
                  </a:lnTo>
                  <a:lnTo>
                    <a:pt x="48" y="67"/>
                  </a:lnTo>
                  <a:lnTo>
                    <a:pt x="50" y="66"/>
                  </a:lnTo>
                  <a:lnTo>
                    <a:pt x="51" y="66"/>
                  </a:lnTo>
                  <a:lnTo>
                    <a:pt x="53" y="65"/>
                  </a:lnTo>
                  <a:lnTo>
                    <a:pt x="54" y="65"/>
                  </a:lnTo>
                  <a:lnTo>
                    <a:pt x="56" y="63"/>
                  </a:lnTo>
                  <a:lnTo>
                    <a:pt x="57" y="62"/>
                  </a:lnTo>
                  <a:lnTo>
                    <a:pt x="58" y="60"/>
                  </a:lnTo>
                  <a:lnTo>
                    <a:pt x="60" y="60"/>
                  </a:lnTo>
                  <a:lnTo>
                    <a:pt x="61" y="59"/>
                  </a:lnTo>
                  <a:lnTo>
                    <a:pt x="61" y="57"/>
                  </a:lnTo>
                  <a:lnTo>
                    <a:pt x="63" y="56"/>
                  </a:lnTo>
                  <a:lnTo>
                    <a:pt x="64" y="55"/>
                  </a:lnTo>
                  <a:lnTo>
                    <a:pt x="64" y="53"/>
                  </a:lnTo>
                  <a:lnTo>
                    <a:pt x="66" y="52"/>
                  </a:lnTo>
                  <a:lnTo>
                    <a:pt x="66" y="50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6"/>
                  </a:lnTo>
                  <a:lnTo>
                    <a:pt x="69" y="44"/>
                  </a:lnTo>
                  <a:lnTo>
                    <a:pt x="69" y="42"/>
                  </a:lnTo>
                  <a:lnTo>
                    <a:pt x="70" y="40"/>
                  </a:lnTo>
                  <a:lnTo>
                    <a:pt x="70" y="39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70" y="33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69" y="29"/>
                  </a:lnTo>
                  <a:lnTo>
                    <a:pt x="69" y="26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7" y="21"/>
                  </a:lnTo>
                  <a:lnTo>
                    <a:pt x="66" y="20"/>
                  </a:lnTo>
                  <a:lnTo>
                    <a:pt x="66" y="19"/>
                  </a:lnTo>
                  <a:lnTo>
                    <a:pt x="64" y="17"/>
                  </a:lnTo>
                  <a:lnTo>
                    <a:pt x="64" y="16"/>
                  </a:lnTo>
                  <a:lnTo>
                    <a:pt x="63" y="14"/>
                  </a:lnTo>
                  <a:lnTo>
                    <a:pt x="61" y="13"/>
                  </a:lnTo>
                  <a:lnTo>
                    <a:pt x="61" y="11"/>
                  </a:lnTo>
                  <a:lnTo>
                    <a:pt x="60" y="10"/>
                  </a:lnTo>
                  <a:lnTo>
                    <a:pt x="58" y="9"/>
                  </a:lnTo>
                  <a:lnTo>
                    <a:pt x="57" y="9"/>
                  </a:lnTo>
                  <a:lnTo>
                    <a:pt x="56" y="7"/>
                  </a:lnTo>
                  <a:lnTo>
                    <a:pt x="54" y="6"/>
                  </a:lnTo>
                  <a:lnTo>
                    <a:pt x="53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8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8">
              <a:extLst>
                <a:ext uri="{FF2B5EF4-FFF2-40B4-BE49-F238E27FC236}">
                  <a16:creationId xmlns:a16="http://schemas.microsoft.com/office/drawing/2014/main" id="{464348AB-8355-4ADD-B823-F2311249F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250" y="4424362"/>
              <a:ext cx="123825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1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8" name="Rectangle 179">
              <a:extLst>
                <a:ext uri="{FF2B5EF4-FFF2-40B4-BE49-F238E27FC236}">
                  <a16:creationId xmlns:a16="http://schemas.microsoft.com/office/drawing/2014/main" id="{756177C8-16B8-402B-867F-FE416B77B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432300"/>
              <a:ext cx="185737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w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9" name="Line 180">
              <a:extLst>
                <a:ext uri="{FF2B5EF4-FFF2-40B4-BE49-F238E27FC236}">
                  <a16:creationId xmlns:a16="http://schemas.microsoft.com/office/drawing/2014/main" id="{232A9675-0A5F-4D6A-93B6-DE6AC1C33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200" y="4857750"/>
              <a:ext cx="1004887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1">
              <a:extLst>
                <a:ext uri="{FF2B5EF4-FFF2-40B4-BE49-F238E27FC236}">
                  <a16:creationId xmlns:a16="http://schemas.microsoft.com/office/drawing/2014/main" id="{8A7ABE88-CC70-49CD-B85D-6BB25C433E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6200" y="4583112"/>
              <a:ext cx="10048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2">
              <a:extLst>
                <a:ext uri="{FF2B5EF4-FFF2-40B4-BE49-F238E27FC236}">
                  <a16:creationId xmlns:a16="http://schemas.microsoft.com/office/drawing/2014/main" id="{8D20951B-4F32-4A82-A2BB-22F1C041F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337" y="5257800"/>
              <a:ext cx="681038" cy="269875"/>
            </a:xfrm>
            <a:custGeom>
              <a:avLst/>
              <a:gdLst>
                <a:gd name="T0" fmla="*/ 2147483646 w 858"/>
                <a:gd name="T1" fmla="*/ 0 h 341"/>
                <a:gd name="T2" fmla="*/ 2147483646 w 858"/>
                <a:gd name="T3" fmla="*/ 0 h 341"/>
                <a:gd name="T4" fmla="*/ 2147483646 w 858"/>
                <a:gd name="T5" fmla="*/ 0 h 341"/>
                <a:gd name="T6" fmla="*/ 2147483646 w 858"/>
                <a:gd name="T7" fmla="*/ 2147483646 h 341"/>
                <a:gd name="T8" fmla="*/ 2147483646 w 858"/>
                <a:gd name="T9" fmla="*/ 2147483646 h 341"/>
                <a:gd name="T10" fmla="*/ 2147483646 w 858"/>
                <a:gd name="T11" fmla="*/ 2147483646 h 341"/>
                <a:gd name="T12" fmla="*/ 2147483646 w 858"/>
                <a:gd name="T13" fmla="*/ 2147483646 h 341"/>
                <a:gd name="T14" fmla="*/ 2147483646 w 858"/>
                <a:gd name="T15" fmla="*/ 2147483646 h 341"/>
                <a:gd name="T16" fmla="*/ 2147483646 w 858"/>
                <a:gd name="T17" fmla="*/ 2147483646 h 341"/>
                <a:gd name="T18" fmla="*/ 2147483646 w 858"/>
                <a:gd name="T19" fmla="*/ 2147483646 h 341"/>
                <a:gd name="T20" fmla="*/ 2147483646 w 858"/>
                <a:gd name="T21" fmla="*/ 2147483646 h 341"/>
                <a:gd name="T22" fmla="*/ 2147483646 w 858"/>
                <a:gd name="T23" fmla="*/ 2147483646 h 341"/>
                <a:gd name="T24" fmla="*/ 2147483646 w 858"/>
                <a:gd name="T25" fmla="*/ 2147483646 h 341"/>
                <a:gd name="T26" fmla="*/ 2147483646 w 858"/>
                <a:gd name="T27" fmla="*/ 2147483646 h 341"/>
                <a:gd name="T28" fmla="*/ 2147483646 w 858"/>
                <a:gd name="T29" fmla="*/ 2147483646 h 341"/>
                <a:gd name="T30" fmla="*/ 2147483646 w 858"/>
                <a:gd name="T31" fmla="*/ 2147483646 h 341"/>
                <a:gd name="T32" fmla="*/ 2147483646 w 858"/>
                <a:gd name="T33" fmla="*/ 2147483646 h 341"/>
                <a:gd name="T34" fmla="*/ 2147483646 w 858"/>
                <a:gd name="T35" fmla="*/ 2147483646 h 341"/>
                <a:gd name="T36" fmla="*/ 2147483646 w 858"/>
                <a:gd name="T37" fmla="*/ 2147483646 h 341"/>
                <a:gd name="T38" fmla="*/ 2147483646 w 858"/>
                <a:gd name="T39" fmla="*/ 2147483646 h 341"/>
                <a:gd name="T40" fmla="*/ 2147483646 w 858"/>
                <a:gd name="T41" fmla="*/ 2147483646 h 341"/>
                <a:gd name="T42" fmla="*/ 2147483646 w 858"/>
                <a:gd name="T43" fmla="*/ 2147483646 h 341"/>
                <a:gd name="T44" fmla="*/ 2147483646 w 858"/>
                <a:gd name="T45" fmla="*/ 2147483646 h 341"/>
                <a:gd name="T46" fmla="*/ 2147483646 w 858"/>
                <a:gd name="T47" fmla="*/ 2147483646 h 341"/>
                <a:gd name="T48" fmla="*/ 2147483646 w 858"/>
                <a:gd name="T49" fmla="*/ 2147483646 h 341"/>
                <a:gd name="T50" fmla="*/ 2147483646 w 858"/>
                <a:gd name="T51" fmla="*/ 2147483646 h 341"/>
                <a:gd name="T52" fmla="*/ 2147483646 w 858"/>
                <a:gd name="T53" fmla="*/ 2147483646 h 341"/>
                <a:gd name="T54" fmla="*/ 2147483646 w 858"/>
                <a:gd name="T55" fmla="*/ 2147483646 h 341"/>
                <a:gd name="T56" fmla="*/ 2147483646 w 858"/>
                <a:gd name="T57" fmla="*/ 2147483646 h 341"/>
                <a:gd name="T58" fmla="*/ 2147483646 w 858"/>
                <a:gd name="T59" fmla="*/ 2147483646 h 341"/>
                <a:gd name="T60" fmla="*/ 2147483646 w 858"/>
                <a:gd name="T61" fmla="*/ 2147483646 h 341"/>
                <a:gd name="T62" fmla="*/ 2147483646 w 858"/>
                <a:gd name="T63" fmla="*/ 2147483646 h 341"/>
                <a:gd name="T64" fmla="*/ 2147483646 w 858"/>
                <a:gd name="T65" fmla="*/ 2147483646 h 341"/>
                <a:gd name="T66" fmla="*/ 2147483646 w 858"/>
                <a:gd name="T67" fmla="*/ 2147483646 h 341"/>
                <a:gd name="T68" fmla="*/ 2147483646 w 858"/>
                <a:gd name="T69" fmla="*/ 2147483646 h 341"/>
                <a:gd name="T70" fmla="*/ 2147483646 w 858"/>
                <a:gd name="T71" fmla="*/ 2147483646 h 341"/>
                <a:gd name="T72" fmla="*/ 2147483646 w 858"/>
                <a:gd name="T73" fmla="*/ 2147483646 h 341"/>
                <a:gd name="T74" fmla="*/ 2147483646 w 858"/>
                <a:gd name="T75" fmla="*/ 2147483646 h 341"/>
                <a:gd name="T76" fmla="*/ 2147483646 w 858"/>
                <a:gd name="T77" fmla="*/ 2147483646 h 341"/>
                <a:gd name="T78" fmla="*/ 2147483646 w 858"/>
                <a:gd name="T79" fmla="*/ 2147483646 h 341"/>
                <a:gd name="T80" fmla="*/ 2147483646 w 858"/>
                <a:gd name="T81" fmla="*/ 2147483646 h 341"/>
                <a:gd name="T82" fmla="*/ 2147483646 w 858"/>
                <a:gd name="T83" fmla="*/ 2147483646 h 341"/>
                <a:gd name="T84" fmla="*/ 2147483646 w 858"/>
                <a:gd name="T85" fmla="*/ 2147483646 h 341"/>
                <a:gd name="T86" fmla="*/ 2147483646 w 858"/>
                <a:gd name="T87" fmla="*/ 2147483646 h 341"/>
                <a:gd name="T88" fmla="*/ 2147483646 w 858"/>
                <a:gd name="T89" fmla="*/ 2147483646 h 341"/>
                <a:gd name="T90" fmla="*/ 2147483646 w 858"/>
                <a:gd name="T91" fmla="*/ 2147483646 h 341"/>
                <a:gd name="T92" fmla="*/ 2147483646 w 858"/>
                <a:gd name="T93" fmla="*/ 2147483646 h 341"/>
                <a:gd name="T94" fmla="*/ 2147483646 w 858"/>
                <a:gd name="T95" fmla="*/ 2147483646 h 341"/>
                <a:gd name="T96" fmla="*/ 2147483646 w 858"/>
                <a:gd name="T97" fmla="*/ 2147483646 h 341"/>
                <a:gd name="T98" fmla="*/ 2147483646 w 858"/>
                <a:gd name="T99" fmla="*/ 2147483646 h 341"/>
                <a:gd name="T100" fmla="*/ 2147483646 w 858"/>
                <a:gd name="T101" fmla="*/ 2147483646 h 341"/>
                <a:gd name="T102" fmla="*/ 2147483646 w 858"/>
                <a:gd name="T103" fmla="*/ 2147483646 h 341"/>
                <a:gd name="T104" fmla="*/ 2147483646 w 858"/>
                <a:gd name="T105" fmla="*/ 2147483646 h 341"/>
                <a:gd name="T106" fmla="*/ 2147483646 w 858"/>
                <a:gd name="T107" fmla="*/ 2147483646 h 341"/>
                <a:gd name="T108" fmla="*/ 2147483646 w 858"/>
                <a:gd name="T109" fmla="*/ 2147483646 h 341"/>
                <a:gd name="T110" fmla="*/ 2147483646 w 858"/>
                <a:gd name="T111" fmla="*/ 2147483646 h 341"/>
                <a:gd name="T112" fmla="*/ 2147483646 w 858"/>
                <a:gd name="T113" fmla="*/ 2147483646 h 341"/>
                <a:gd name="T114" fmla="*/ 2147483646 w 858"/>
                <a:gd name="T115" fmla="*/ 2147483646 h 341"/>
                <a:gd name="T116" fmla="*/ 2147483646 w 858"/>
                <a:gd name="T117" fmla="*/ 2147483646 h 341"/>
                <a:gd name="T118" fmla="*/ 2147483646 w 858"/>
                <a:gd name="T119" fmla="*/ 2147483646 h 341"/>
                <a:gd name="T120" fmla="*/ 2147483646 w 858"/>
                <a:gd name="T121" fmla="*/ 2147483646 h 3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58"/>
                <a:gd name="T184" fmla="*/ 0 h 341"/>
                <a:gd name="T185" fmla="*/ 858 w 858"/>
                <a:gd name="T186" fmla="*/ 341 h 3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58" h="341">
                  <a:moveTo>
                    <a:pt x="0" y="0"/>
                  </a:moveTo>
                  <a:lnTo>
                    <a:pt x="33" y="0"/>
                  </a:lnTo>
                  <a:lnTo>
                    <a:pt x="63" y="0"/>
                  </a:lnTo>
                  <a:lnTo>
                    <a:pt x="92" y="0"/>
                  </a:lnTo>
                  <a:lnTo>
                    <a:pt x="119" y="0"/>
                  </a:lnTo>
                  <a:lnTo>
                    <a:pt x="143" y="0"/>
                  </a:lnTo>
                  <a:lnTo>
                    <a:pt x="166" y="0"/>
                  </a:lnTo>
                  <a:lnTo>
                    <a:pt x="188" y="0"/>
                  </a:lnTo>
                  <a:lnTo>
                    <a:pt x="208" y="0"/>
                  </a:lnTo>
                  <a:lnTo>
                    <a:pt x="227" y="0"/>
                  </a:lnTo>
                  <a:lnTo>
                    <a:pt x="244" y="0"/>
                  </a:lnTo>
                  <a:lnTo>
                    <a:pt x="260" y="0"/>
                  </a:lnTo>
                  <a:lnTo>
                    <a:pt x="274" y="0"/>
                  </a:lnTo>
                  <a:lnTo>
                    <a:pt x="287" y="0"/>
                  </a:lnTo>
                  <a:lnTo>
                    <a:pt x="299" y="0"/>
                  </a:lnTo>
                  <a:lnTo>
                    <a:pt x="309" y="0"/>
                  </a:lnTo>
                  <a:lnTo>
                    <a:pt x="319" y="0"/>
                  </a:lnTo>
                  <a:lnTo>
                    <a:pt x="327" y="0"/>
                  </a:lnTo>
                  <a:lnTo>
                    <a:pt x="335" y="0"/>
                  </a:lnTo>
                  <a:lnTo>
                    <a:pt x="342" y="0"/>
                  </a:lnTo>
                  <a:lnTo>
                    <a:pt x="348" y="0"/>
                  </a:lnTo>
                  <a:lnTo>
                    <a:pt x="353" y="0"/>
                  </a:lnTo>
                  <a:lnTo>
                    <a:pt x="358" y="0"/>
                  </a:lnTo>
                  <a:lnTo>
                    <a:pt x="362" y="0"/>
                  </a:lnTo>
                  <a:lnTo>
                    <a:pt x="366" y="0"/>
                  </a:lnTo>
                  <a:lnTo>
                    <a:pt x="369" y="0"/>
                  </a:lnTo>
                  <a:lnTo>
                    <a:pt x="372" y="0"/>
                  </a:lnTo>
                  <a:lnTo>
                    <a:pt x="375" y="2"/>
                  </a:lnTo>
                  <a:lnTo>
                    <a:pt x="378" y="2"/>
                  </a:lnTo>
                  <a:lnTo>
                    <a:pt x="379" y="2"/>
                  </a:lnTo>
                  <a:lnTo>
                    <a:pt x="382" y="2"/>
                  </a:lnTo>
                  <a:lnTo>
                    <a:pt x="383" y="2"/>
                  </a:lnTo>
                  <a:lnTo>
                    <a:pt x="386" y="2"/>
                  </a:lnTo>
                  <a:lnTo>
                    <a:pt x="389" y="2"/>
                  </a:lnTo>
                  <a:lnTo>
                    <a:pt x="391" y="2"/>
                  </a:lnTo>
                  <a:lnTo>
                    <a:pt x="394" y="2"/>
                  </a:lnTo>
                  <a:lnTo>
                    <a:pt x="395" y="2"/>
                  </a:lnTo>
                  <a:lnTo>
                    <a:pt x="396" y="3"/>
                  </a:lnTo>
                  <a:lnTo>
                    <a:pt x="399" y="3"/>
                  </a:lnTo>
                  <a:lnTo>
                    <a:pt x="401" y="3"/>
                  </a:lnTo>
                  <a:lnTo>
                    <a:pt x="402" y="3"/>
                  </a:lnTo>
                  <a:lnTo>
                    <a:pt x="404" y="3"/>
                  </a:lnTo>
                  <a:lnTo>
                    <a:pt x="405" y="3"/>
                  </a:lnTo>
                  <a:lnTo>
                    <a:pt x="406" y="3"/>
                  </a:lnTo>
                  <a:lnTo>
                    <a:pt x="408" y="3"/>
                  </a:lnTo>
                  <a:lnTo>
                    <a:pt x="409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5"/>
                  </a:lnTo>
                  <a:lnTo>
                    <a:pt x="415" y="5"/>
                  </a:lnTo>
                  <a:lnTo>
                    <a:pt x="417" y="5"/>
                  </a:lnTo>
                  <a:lnTo>
                    <a:pt x="418" y="5"/>
                  </a:lnTo>
                  <a:lnTo>
                    <a:pt x="419" y="5"/>
                  </a:lnTo>
                  <a:lnTo>
                    <a:pt x="421" y="5"/>
                  </a:lnTo>
                  <a:lnTo>
                    <a:pt x="422" y="5"/>
                  </a:lnTo>
                  <a:lnTo>
                    <a:pt x="424" y="5"/>
                  </a:lnTo>
                  <a:lnTo>
                    <a:pt x="425" y="6"/>
                  </a:lnTo>
                  <a:lnTo>
                    <a:pt x="428" y="6"/>
                  </a:lnTo>
                  <a:lnTo>
                    <a:pt x="429" y="6"/>
                  </a:lnTo>
                  <a:lnTo>
                    <a:pt x="431" y="6"/>
                  </a:lnTo>
                  <a:lnTo>
                    <a:pt x="434" y="6"/>
                  </a:lnTo>
                  <a:lnTo>
                    <a:pt x="435" y="8"/>
                  </a:lnTo>
                  <a:lnTo>
                    <a:pt x="438" y="8"/>
                  </a:lnTo>
                  <a:lnTo>
                    <a:pt x="440" y="8"/>
                  </a:lnTo>
                  <a:lnTo>
                    <a:pt x="442" y="8"/>
                  </a:lnTo>
                  <a:lnTo>
                    <a:pt x="444" y="8"/>
                  </a:lnTo>
                  <a:lnTo>
                    <a:pt x="445" y="9"/>
                  </a:lnTo>
                  <a:lnTo>
                    <a:pt x="448" y="9"/>
                  </a:lnTo>
                  <a:lnTo>
                    <a:pt x="450" y="9"/>
                  </a:lnTo>
                  <a:lnTo>
                    <a:pt x="451" y="9"/>
                  </a:lnTo>
                  <a:lnTo>
                    <a:pt x="452" y="9"/>
                  </a:lnTo>
                  <a:lnTo>
                    <a:pt x="454" y="9"/>
                  </a:lnTo>
                  <a:lnTo>
                    <a:pt x="455" y="10"/>
                  </a:lnTo>
                  <a:lnTo>
                    <a:pt x="457" y="10"/>
                  </a:lnTo>
                  <a:lnTo>
                    <a:pt x="458" y="10"/>
                  </a:lnTo>
                  <a:lnTo>
                    <a:pt x="460" y="10"/>
                  </a:lnTo>
                  <a:lnTo>
                    <a:pt x="461" y="10"/>
                  </a:lnTo>
                  <a:lnTo>
                    <a:pt x="463" y="12"/>
                  </a:lnTo>
                  <a:lnTo>
                    <a:pt x="464" y="12"/>
                  </a:lnTo>
                  <a:lnTo>
                    <a:pt x="465" y="12"/>
                  </a:lnTo>
                  <a:lnTo>
                    <a:pt x="467" y="12"/>
                  </a:lnTo>
                  <a:lnTo>
                    <a:pt x="468" y="13"/>
                  </a:lnTo>
                  <a:lnTo>
                    <a:pt x="470" y="13"/>
                  </a:lnTo>
                  <a:lnTo>
                    <a:pt x="471" y="13"/>
                  </a:lnTo>
                  <a:lnTo>
                    <a:pt x="473" y="15"/>
                  </a:lnTo>
                  <a:lnTo>
                    <a:pt x="474" y="15"/>
                  </a:lnTo>
                  <a:lnTo>
                    <a:pt x="475" y="15"/>
                  </a:lnTo>
                  <a:lnTo>
                    <a:pt x="478" y="16"/>
                  </a:lnTo>
                  <a:lnTo>
                    <a:pt x="480" y="16"/>
                  </a:lnTo>
                  <a:lnTo>
                    <a:pt x="481" y="18"/>
                  </a:lnTo>
                  <a:lnTo>
                    <a:pt x="484" y="18"/>
                  </a:lnTo>
                  <a:lnTo>
                    <a:pt x="487" y="19"/>
                  </a:lnTo>
                  <a:lnTo>
                    <a:pt x="488" y="19"/>
                  </a:lnTo>
                  <a:lnTo>
                    <a:pt x="491" y="20"/>
                  </a:lnTo>
                  <a:lnTo>
                    <a:pt x="494" y="20"/>
                  </a:lnTo>
                  <a:lnTo>
                    <a:pt x="497" y="22"/>
                  </a:lnTo>
                  <a:lnTo>
                    <a:pt x="498" y="22"/>
                  </a:lnTo>
                  <a:lnTo>
                    <a:pt x="501" y="23"/>
                  </a:lnTo>
                  <a:lnTo>
                    <a:pt x="503" y="23"/>
                  </a:lnTo>
                  <a:lnTo>
                    <a:pt x="504" y="25"/>
                  </a:lnTo>
                  <a:lnTo>
                    <a:pt x="507" y="25"/>
                  </a:lnTo>
                  <a:lnTo>
                    <a:pt x="509" y="25"/>
                  </a:lnTo>
                  <a:lnTo>
                    <a:pt x="510" y="26"/>
                  </a:lnTo>
                  <a:lnTo>
                    <a:pt x="511" y="26"/>
                  </a:lnTo>
                  <a:lnTo>
                    <a:pt x="513" y="26"/>
                  </a:lnTo>
                  <a:lnTo>
                    <a:pt x="514" y="28"/>
                  </a:lnTo>
                  <a:lnTo>
                    <a:pt x="516" y="28"/>
                  </a:lnTo>
                  <a:lnTo>
                    <a:pt x="517" y="28"/>
                  </a:lnTo>
                  <a:lnTo>
                    <a:pt x="519" y="29"/>
                  </a:lnTo>
                  <a:lnTo>
                    <a:pt x="520" y="29"/>
                  </a:lnTo>
                  <a:lnTo>
                    <a:pt x="521" y="30"/>
                  </a:lnTo>
                  <a:lnTo>
                    <a:pt x="523" y="30"/>
                  </a:lnTo>
                  <a:lnTo>
                    <a:pt x="524" y="32"/>
                  </a:lnTo>
                  <a:lnTo>
                    <a:pt x="526" y="32"/>
                  </a:lnTo>
                  <a:lnTo>
                    <a:pt x="527" y="33"/>
                  </a:lnTo>
                  <a:lnTo>
                    <a:pt x="529" y="33"/>
                  </a:lnTo>
                  <a:lnTo>
                    <a:pt x="530" y="33"/>
                  </a:lnTo>
                  <a:lnTo>
                    <a:pt x="532" y="35"/>
                  </a:lnTo>
                  <a:lnTo>
                    <a:pt x="533" y="36"/>
                  </a:lnTo>
                  <a:lnTo>
                    <a:pt x="536" y="36"/>
                  </a:lnTo>
                  <a:lnTo>
                    <a:pt x="537" y="38"/>
                  </a:lnTo>
                  <a:lnTo>
                    <a:pt x="539" y="38"/>
                  </a:lnTo>
                  <a:lnTo>
                    <a:pt x="542" y="39"/>
                  </a:lnTo>
                  <a:lnTo>
                    <a:pt x="543" y="41"/>
                  </a:lnTo>
                  <a:lnTo>
                    <a:pt x="546" y="42"/>
                  </a:lnTo>
                  <a:lnTo>
                    <a:pt x="547" y="42"/>
                  </a:lnTo>
                  <a:lnTo>
                    <a:pt x="550" y="43"/>
                  </a:lnTo>
                  <a:lnTo>
                    <a:pt x="552" y="45"/>
                  </a:lnTo>
                  <a:lnTo>
                    <a:pt x="553" y="45"/>
                  </a:lnTo>
                  <a:lnTo>
                    <a:pt x="556" y="46"/>
                  </a:lnTo>
                  <a:lnTo>
                    <a:pt x="557" y="48"/>
                  </a:lnTo>
                  <a:lnTo>
                    <a:pt x="559" y="48"/>
                  </a:lnTo>
                  <a:lnTo>
                    <a:pt x="560" y="49"/>
                  </a:lnTo>
                  <a:lnTo>
                    <a:pt x="562" y="49"/>
                  </a:lnTo>
                  <a:lnTo>
                    <a:pt x="563" y="51"/>
                  </a:lnTo>
                  <a:lnTo>
                    <a:pt x="565" y="51"/>
                  </a:lnTo>
                  <a:lnTo>
                    <a:pt x="566" y="52"/>
                  </a:lnTo>
                  <a:lnTo>
                    <a:pt x="567" y="52"/>
                  </a:lnTo>
                  <a:lnTo>
                    <a:pt x="569" y="53"/>
                  </a:lnTo>
                  <a:lnTo>
                    <a:pt x="570" y="53"/>
                  </a:lnTo>
                  <a:lnTo>
                    <a:pt x="572" y="55"/>
                  </a:lnTo>
                  <a:lnTo>
                    <a:pt x="573" y="55"/>
                  </a:lnTo>
                  <a:lnTo>
                    <a:pt x="575" y="56"/>
                  </a:lnTo>
                  <a:lnTo>
                    <a:pt x="576" y="56"/>
                  </a:lnTo>
                  <a:lnTo>
                    <a:pt x="578" y="58"/>
                  </a:lnTo>
                  <a:lnTo>
                    <a:pt x="579" y="59"/>
                  </a:lnTo>
                  <a:lnTo>
                    <a:pt x="580" y="59"/>
                  </a:lnTo>
                  <a:lnTo>
                    <a:pt x="582" y="61"/>
                  </a:lnTo>
                  <a:lnTo>
                    <a:pt x="583" y="61"/>
                  </a:lnTo>
                  <a:lnTo>
                    <a:pt x="586" y="62"/>
                  </a:lnTo>
                  <a:lnTo>
                    <a:pt x="588" y="64"/>
                  </a:lnTo>
                  <a:lnTo>
                    <a:pt x="589" y="64"/>
                  </a:lnTo>
                  <a:lnTo>
                    <a:pt x="590" y="65"/>
                  </a:lnTo>
                  <a:lnTo>
                    <a:pt x="593" y="66"/>
                  </a:lnTo>
                  <a:lnTo>
                    <a:pt x="595" y="68"/>
                  </a:lnTo>
                  <a:lnTo>
                    <a:pt x="596" y="69"/>
                  </a:lnTo>
                  <a:lnTo>
                    <a:pt x="599" y="69"/>
                  </a:lnTo>
                  <a:lnTo>
                    <a:pt x="601" y="71"/>
                  </a:lnTo>
                  <a:lnTo>
                    <a:pt x="602" y="72"/>
                  </a:lnTo>
                  <a:lnTo>
                    <a:pt x="603" y="72"/>
                  </a:lnTo>
                  <a:lnTo>
                    <a:pt x="605" y="74"/>
                  </a:lnTo>
                  <a:lnTo>
                    <a:pt x="606" y="74"/>
                  </a:lnTo>
                  <a:lnTo>
                    <a:pt x="608" y="75"/>
                  </a:lnTo>
                  <a:lnTo>
                    <a:pt x="609" y="75"/>
                  </a:lnTo>
                  <a:lnTo>
                    <a:pt x="609" y="76"/>
                  </a:lnTo>
                  <a:lnTo>
                    <a:pt x="611" y="76"/>
                  </a:lnTo>
                  <a:lnTo>
                    <a:pt x="612" y="78"/>
                  </a:lnTo>
                  <a:lnTo>
                    <a:pt x="613" y="78"/>
                  </a:lnTo>
                  <a:lnTo>
                    <a:pt x="615" y="79"/>
                  </a:lnTo>
                  <a:lnTo>
                    <a:pt x="616" y="79"/>
                  </a:lnTo>
                  <a:lnTo>
                    <a:pt x="616" y="81"/>
                  </a:lnTo>
                  <a:lnTo>
                    <a:pt x="618" y="81"/>
                  </a:lnTo>
                  <a:lnTo>
                    <a:pt x="619" y="81"/>
                  </a:lnTo>
                  <a:lnTo>
                    <a:pt x="619" y="82"/>
                  </a:lnTo>
                  <a:lnTo>
                    <a:pt x="621" y="82"/>
                  </a:lnTo>
                  <a:lnTo>
                    <a:pt x="622" y="84"/>
                  </a:lnTo>
                  <a:lnTo>
                    <a:pt x="624" y="85"/>
                  </a:lnTo>
                  <a:lnTo>
                    <a:pt x="625" y="85"/>
                  </a:lnTo>
                  <a:lnTo>
                    <a:pt x="626" y="87"/>
                  </a:lnTo>
                  <a:lnTo>
                    <a:pt x="628" y="87"/>
                  </a:lnTo>
                  <a:lnTo>
                    <a:pt x="629" y="88"/>
                  </a:lnTo>
                  <a:lnTo>
                    <a:pt x="631" y="88"/>
                  </a:lnTo>
                  <a:lnTo>
                    <a:pt x="632" y="89"/>
                  </a:lnTo>
                  <a:lnTo>
                    <a:pt x="634" y="91"/>
                  </a:lnTo>
                  <a:lnTo>
                    <a:pt x="635" y="92"/>
                  </a:lnTo>
                  <a:lnTo>
                    <a:pt x="636" y="92"/>
                  </a:lnTo>
                  <a:lnTo>
                    <a:pt x="638" y="94"/>
                  </a:lnTo>
                  <a:lnTo>
                    <a:pt x="639" y="95"/>
                  </a:lnTo>
                  <a:lnTo>
                    <a:pt x="641" y="95"/>
                  </a:lnTo>
                  <a:lnTo>
                    <a:pt x="642" y="97"/>
                  </a:lnTo>
                  <a:lnTo>
                    <a:pt x="644" y="98"/>
                  </a:lnTo>
                  <a:lnTo>
                    <a:pt x="645" y="98"/>
                  </a:lnTo>
                  <a:lnTo>
                    <a:pt x="647" y="99"/>
                  </a:lnTo>
                  <a:lnTo>
                    <a:pt x="648" y="99"/>
                  </a:lnTo>
                  <a:lnTo>
                    <a:pt x="648" y="101"/>
                  </a:lnTo>
                  <a:lnTo>
                    <a:pt x="649" y="101"/>
                  </a:lnTo>
                  <a:lnTo>
                    <a:pt x="649" y="102"/>
                  </a:lnTo>
                  <a:lnTo>
                    <a:pt x="651" y="102"/>
                  </a:lnTo>
                  <a:lnTo>
                    <a:pt x="652" y="104"/>
                  </a:lnTo>
                  <a:lnTo>
                    <a:pt x="654" y="104"/>
                  </a:lnTo>
                  <a:lnTo>
                    <a:pt x="654" y="105"/>
                  </a:lnTo>
                  <a:lnTo>
                    <a:pt x="655" y="105"/>
                  </a:lnTo>
                  <a:lnTo>
                    <a:pt x="657" y="107"/>
                  </a:lnTo>
                  <a:lnTo>
                    <a:pt x="658" y="108"/>
                  </a:lnTo>
                  <a:lnTo>
                    <a:pt x="659" y="108"/>
                  </a:lnTo>
                  <a:lnTo>
                    <a:pt x="659" y="110"/>
                  </a:lnTo>
                  <a:lnTo>
                    <a:pt x="661" y="110"/>
                  </a:lnTo>
                  <a:lnTo>
                    <a:pt x="662" y="111"/>
                  </a:lnTo>
                  <a:lnTo>
                    <a:pt x="664" y="112"/>
                  </a:lnTo>
                  <a:lnTo>
                    <a:pt x="665" y="112"/>
                  </a:lnTo>
                  <a:lnTo>
                    <a:pt x="667" y="114"/>
                  </a:lnTo>
                  <a:lnTo>
                    <a:pt x="667" y="115"/>
                  </a:lnTo>
                  <a:lnTo>
                    <a:pt x="668" y="115"/>
                  </a:lnTo>
                  <a:lnTo>
                    <a:pt x="670" y="117"/>
                  </a:lnTo>
                  <a:lnTo>
                    <a:pt x="671" y="118"/>
                  </a:lnTo>
                  <a:lnTo>
                    <a:pt x="672" y="118"/>
                  </a:lnTo>
                  <a:lnTo>
                    <a:pt x="672" y="120"/>
                  </a:lnTo>
                  <a:lnTo>
                    <a:pt x="674" y="120"/>
                  </a:lnTo>
                  <a:lnTo>
                    <a:pt x="675" y="121"/>
                  </a:lnTo>
                  <a:lnTo>
                    <a:pt x="677" y="121"/>
                  </a:lnTo>
                  <a:lnTo>
                    <a:pt x="677" y="122"/>
                  </a:lnTo>
                  <a:lnTo>
                    <a:pt x="678" y="122"/>
                  </a:lnTo>
                  <a:lnTo>
                    <a:pt x="678" y="124"/>
                  </a:lnTo>
                  <a:lnTo>
                    <a:pt x="680" y="124"/>
                  </a:lnTo>
                  <a:lnTo>
                    <a:pt x="681" y="125"/>
                  </a:lnTo>
                  <a:lnTo>
                    <a:pt x="682" y="127"/>
                  </a:lnTo>
                  <a:lnTo>
                    <a:pt x="684" y="127"/>
                  </a:lnTo>
                  <a:lnTo>
                    <a:pt x="685" y="128"/>
                  </a:lnTo>
                  <a:lnTo>
                    <a:pt x="687" y="128"/>
                  </a:lnTo>
                  <a:lnTo>
                    <a:pt x="687" y="130"/>
                  </a:lnTo>
                  <a:lnTo>
                    <a:pt x="688" y="130"/>
                  </a:lnTo>
                  <a:lnTo>
                    <a:pt x="690" y="131"/>
                  </a:lnTo>
                  <a:lnTo>
                    <a:pt x="691" y="133"/>
                  </a:lnTo>
                  <a:lnTo>
                    <a:pt x="693" y="133"/>
                  </a:lnTo>
                  <a:lnTo>
                    <a:pt x="694" y="134"/>
                  </a:lnTo>
                  <a:lnTo>
                    <a:pt x="695" y="135"/>
                  </a:lnTo>
                  <a:lnTo>
                    <a:pt x="697" y="135"/>
                  </a:lnTo>
                  <a:lnTo>
                    <a:pt x="698" y="137"/>
                  </a:lnTo>
                  <a:lnTo>
                    <a:pt x="700" y="138"/>
                  </a:lnTo>
                  <a:lnTo>
                    <a:pt x="701" y="140"/>
                  </a:lnTo>
                  <a:lnTo>
                    <a:pt x="703" y="141"/>
                  </a:lnTo>
                  <a:lnTo>
                    <a:pt x="704" y="141"/>
                  </a:lnTo>
                  <a:lnTo>
                    <a:pt x="704" y="143"/>
                  </a:lnTo>
                  <a:lnTo>
                    <a:pt x="705" y="143"/>
                  </a:lnTo>
                  <a:lnTo>
                    <a:pt x="705" y="144"/>
                  </a:lnTo>
                  <a:lnTo>
                    <a:pt x="707" y="144"/>
                  </a:lnTo>
                  <a:lnTo>
                    <a:pt x="707" y="145"/>
                  </a:lnTo>
                  <a:lnTo>
                    <a:pt x="708" y="145"/>
                  </a:lnTo>
                  <a:lnTo>
                    <a:pt x="708" y="147"/>
                  </a:lnTo>
                  <a:lnTo>
                    <a:pt x="710" y="147"/>
                  </a:lnTo>
                  <a:lnTo>
                    <a:pt x="711" y="148"/>
                  </a:lnTo>
                  <a:lnTo>
                    <a:pt x="713" y="150"/>
                  </a:lnTo>
                  <a:lnTo>
                    <a:pt x="714" y="151"/>
                  </a:lnTo>
                  <a:lnTo>
                    <a:pt x="716" y="153"/>
                  </a:lnTo>
                  <a:lnTo>
                    <a:pt x="717" y="154"/>
                  </a:lnTo>
                  <a:lnTo>
                    <a:pt x="718" y="156"/>
                  </a:lnTo>
                  <a:lnTo>
                    <a:pt x="720" y="157"/>
                  </a:lnTo>
                  <a:lnTo>
                    <a:pt x="720" y="158"/>
                  </a:lnTo>
                  <a:lnTo>
                    <a:pt x="721" y="160"/>
                  </a:lnTo>
                  <a:lnTo>
                    <a:pt x="723" y="161"/>
                  </a:lnTo>
                  <a:lnTo>
                    <a:pt x="724" y="163"/>
                  </a:lnTo>
                  <a:lnTo>
                    <a:pt x="726" y="164"/>
                  </a:lnTo>
                  <a:lnTo>
                    <a:pt x="727" y="164"/>
                  </a:lnTo>
                  <a:lnTo>
                    <a:pt x="727" y="166"/>
                  </a:lnTo>
                  <a:lnTo>
                    <a:pt x="728" y="167"/>
                  </a:lnTo>
                  <a:lnTo>
                    <a:pt x="730" y="168"/>
                  </a:lnTo>
                  <a:lnTo>
                    <a:pt x="731" y="170"/>
                  </a:lnTo>
                  <a:lnTo>
                    <a:pt x="733" y="170"/>
                  </a:lnTo>
                  <a:lnTo>
                    <a:pt x="733" y="171"/>
                  </a:lnTo>
                  <a:lnTo>
                    <a:pt x="734" y="173"/>
                  </a:lnTo>
                  <a:lnTo>
                    <a:pt x="736" y="174"/>
                  </a:lnTo>
                  <a:lnTo>
                    <a:pt x="736" y="176"/>
                  </a:lnTo>
                  <a:lnTo>
                    <a:pt x="737" y="176"/>
                  </a:lnTo>
                  <a:lnTo>
                    <a:pt x="737" y="177"/>
                  </a:lnTo>
                  <a:lnTo>
                    <a:pt x="739" y="177"/>
                  </a:lnTo>
                  <a:lnTo>
                    <a:pt x="740" y="179"/>
                  </a:lnTo>
                  <a:lnTo>
                    <a:pt x="740" y="180"/>
                  </a:lnTo>
                  <a:lnTo>
                    <a:pt x="741" y="181"/>
                  </a:lnTo>
                  <a:lnTo>
                    <a:pt x="743" y="181"/>
                  </a:lnTo>
                  <a:lnTo>
                    <a:pt x="743" y="183"/>
                  </a:lnTo>
                  <a:lnTo>
                    <a:pt x="744" y="184"/>
                  </a:lnTo>
                  <a:lnTo>
                    <a:pt x="746" y="186"/>
                  </a:lnTo>
                  <a:lnTo>
                    <a:pt x="747" y="187"/>
                  </a:lnTo>
                  <a:lnTo>
                    <a:pt x="749" y="189"/>
                  </a:lnTo>
                  <a:lnTo>
                    <a:pt x="749" y="190"/>
                  </a:lnTo>
                  <a:lnTo>
                    <a:pt x="750" y="191"/>
                  </a:lnTo>
                  <a:lnTo>
                    <a:pt x="753" y="194"/>
                  </a:lnTo>
                  <a:lnTo>
                    <a:pt x="754" y="196"/>
                  </a:lnTo>
                  <a:lnTo>
                    <a:pt x="756" y="197"/>
                  </a:lnTo>
                  <a:lnTo>
                    <a:pt x="757" y="200"/>
                  </a:lnTo>
                  <a:lnTo>
                    <a:pt x="759" y="202"/>
                  </a:lnTo>
                  <a:lnTo>
                    <a:pt x="760" y="203"/>
                  </a:lnTo>
                  <a:lnTo>
                    <a:pt x="762" y="204"/>
                  </a:lnTo>
                  <a:lnTo>
                    <a:pt x="763" y="206"/>
                  </a:lnTo>
                  <a:lnTo>
                    <a:pt x="763" y="207"/>
                  </a:lnTo>
                  <a:lnTo>
                    <a:pt x="764" y="209"/>
                  </a:lnTo>
                  <a:lnTo>
                    <a:pt x="766" y="210"/>
                  </a:lnTo>
                  <a:lnTo>
                    <a:pt x="766" y="212"/>
                  </a:lnTo>
                  <a:lnTo>
                    <a:pt x="767" y="213"/>
                  </a:lnTo>
                  <a:lnTo>
                    <a:pt x="769" y="213"/>
                  </a:lnTo>
                  <a:lnTo>
                    <a:pt x="769" y="214"/>
                  </a:lnTo>
                  <a:lnTo>
                    <a:pt x="770" y="216"/>
                  </a:lnTo>
                  <a:lnTo>
                    <a:pt x="772" y="217"/>
                  </a:lnTo>
                  <a:lnTo>
                    <a:pt x="773" y="219"/>
                  </a:lnTo>
                  <a:lnTo>
                    <a:pt x="773" y="220"/>
                  </a:lnTo>
                  <a:lnTo>
                    <a:pt x="774" y="222"/>
                  </a:lnTo>
                  <a:lnTo>
                    <a:pt x="776" y="223"/>
                  </a:lnTo>
                  <a:lnTo>
                    <a:pt x="777" y="225"/>
                  </a:lnTo>
                  <a:lnTo>
                    <a:pt x="777" y="226"/>
                  </a:lnTo>
                  <a:lnTo>
                    <a:pt x="779" y="227"/>
                  </a:lnTo>
                  <a:lnTo>
                    <a:pt x="780" y="229"/>
                  </a:lnTo>
                  <a:lnTo>
                    <a:pt x="782" y="230"/>
                  </a:lnTo>
                  <a:lnTo>
                    <a:pt x="783" y="233"/>
                  </a:lnTo>
                  <a:lnTo>
                    <a:pt x="785" y="235"/>
                  </a:lnTo>
                  <a:lnTo>
                    <a:pt x="785" y="236"/>
                  </a:lnTo>
                  <a:lnTo>
                    <a:pt x="786" y="239"/>
                  </a:lnTo>
                  <a:lnTo>
                    <a:pt x="789" y="240"/>
                  </a:lnTo>
                  <a:lnTo>
                    <a:pt x="790" y="243"/>
                  </a:lnTo>
                  <a:lnTo>
                    <a:pt x="792" y="245"/>
                  </a:lnTo>
                  <a:lnTo>
                    <a:pt x="793" y="248"/>
                  </a:lnTo>
                  <a:lnTo>
                    <a:pt x="795" y="249"/>
                  </a:lnTo>
                  <a:lnTo>
                    <a:pt x="796" y="250"/>
                  </a:lnTo>
                  <a:lnTo>
                    <a:pt x="797" y="253"/>
                  </a:lnTo>
                  <a:lnTo>
                    <a:pt x="799" y="255"/>
                  </a:lnTo>
                  <a:lnTo>
                    <a:pt x="799" y="256"/>
                  </a:lnTo>
                  <a:lnTo>
                    <a:pt x="800" y="258"/>
                  </a:lnTo>
                  <a:lnTo>
                    <a:pt x="802" y="259"/>
                  </a:lnTo>
                  <a:lnTo>
                    <a:pt x="802" y="260"/>
                  </a:lnTo>
                  <a:lnTo>
                    <a:pt x="803" y="262"/>
                  </a:lnTo>
                  <a:lnTo>
                    <a:pt x="805" y="263"/>
                  </a:lnTo>
                  <a:lnTo>
                    <a:pt x="805" y="265"/>
                  </a:lnTo>
                  <a:lnTo>
                    <a:pt x="806" y="265"/>
                  </a:lnTo>
                  <a:lnTo>
                    <a:pt x="808" y="266"/>
                  </a:lnTo>
                  <a:lnTo>
                    <a:pt x="808" y="268"/>
                  </a:lnTo>
                  <a:lnTo>
                    <a:pt x="809" y="269"/>
                  </a:lnTo>
                  <a:lnTo>
                    <a:pt x="809" y="270"/>
                  </a:lnTo>
                  <a:lnTo>
                    <a:pt x="810" y="272"/>
                  </a:lnTo>
                  <a:lnTo>
                    <a:pt x="812" y="273"/>
                  </a:lnTo>
                  <a:lnTo>
                    <a:pt x="813" y="275"/>
                  </a:lnTo>
                  <a:lnTo>
                    <a:pt x="815" y="276"/>
                  </a:lnTo>
                  <a:lnTo>
                    <a:pt x="815" y="278"/>
                  </a:lnTo>
                  <a:lnTo>
                    <a:pt x="816" y="281"/>
                  </a:lnTo>
                  <a:lnTo>
                    <a:pt x="818" y="282"/>
                  </a:lnTo>
                  <a:lnTo>
                    <a:pt x="819" y="283"/>
                  </a:lnTo>
                  <a:lnTo>
                    <a:pt x="820" y="285"/>
                  </a:lnTo>
                  <a:lnTo>
                    <a:pt x="822" y="288"/>
                  </a:lnTo>
                  <a:lnTo>
                    <a:pt x="823" y="289"/>
                  </a:lnTo>
                  <a:lnTo>
                    <a:pt x="825" y="292"/>
                  </a:lnTo>
                  <a:lnTo>
                    <a:pt x="826" y="293"/>
                  </a:lnTo>
                  <a:lnTo>
                    <a:pt x="828" y="296"/>
                  </a:lnTo>
                  <a:lnTo>
                    <a:pt x="831" y="298"/>
                  </a:lnTo>
                  <a:lnTo>
                    <a:pt x="832" y="301"/>
                  </a:lnTo>
                  <a:lnTo>
                    <a:pt x="833" y="302"/>
                  </a:lnTo>
                  <a:lnTo>
                    <a:pt x="835" y="304"/>
                  </a:lnTo>
                  <a:lnTo>
                    <a:pt x="835" y="306"/>
                  </a:lnTo>
                  <a:lnTo>
                    <a:pt x="836" y="308"/>
                  </a:lnTo>
                  <a:lnTo>
                    <a:pt x="838" y="309"/>
                  </a:lnTo>
                  <a:lnTo>
                    <a:pt x="839" y="311"/>
                  </a:lnTo>
                  <a:lnTo>
                    <a:pt x="839" y="312"/>
                  </a:lnTo>
                  <a:lnTo>
                    <a:pt x="841" y="314"/>
                  </a:lnTo>
                  <a:lnTo>
                    <a:pt x="842" y="315"/>
                  </a:lnTo>
                  <a:lnTo>
                    <a:pt x="843" y="316"/>
                  </a:lnTo>
                  <a:lnTo>
                    <a:pt x="843" y="318"/>
                  </a:lnTo>
                  <a:lnTo>
                    <a:pt x="845" y="319"/>
                  </a:lnTo>
                  <a:lnTo>
                    <a:pt x="845" y="321"/>
                  </a:lnTo>
                  <a:lnTo>
                    <a:pt x="846" y="321"/>
                  </a:lnTo>
                  <a:lnTo>
                    <a:pt x="846" y="322"/>
                  </a:lnTo>
                  <a:lnTo>
                    <a:pt x="848" y="324"/>
                  </a:lnTo>
                  <a:lnTo>
                    <a:pt x="848" y="325"/>
                  </a:lnTo>
                  <a:lnTo>
                    <a:pt x="849" y="327"/>
                  </a:lnTo>
                  <a:lnTo>
                    <a:pt x="851" y="328"/>
                  </a:lnTo>
                  <a:lnTo>
                    <a:pt x="851" y="329"/>
                  </a:lnTo>
                  <a:lnTo>
                    <a:pt x="852" y="331"/>
                  </a:lnTo>
                  <a:lnTo>
                    <a:pt x="854" y="332"/>
                  </a:lnTo>
                  <a:lnTo>
                    <a:pt x="854" y="334"/>
                  </a:lnTo>
                  <a:lnTo>
                    <a:pt x="855" y="335"/>
                  </a:lnTo>
                  <a:lnTo>
                    <a:pt x="856" y="338"/>
                  </a:lnTo>
                  <a:lnTo>
                    <a:pt x="856" y="339"/>
                  </a:lnTo>
                  <a:lnTo>
                    <a:pt x="858" y="34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3">
              <a:extLst>
                <a:ext uri="{FF2B5EF4-FFF2-40B4-BE49-F238E27FC236}">
                  <a16:creationId xmlns:a16="http://schemas.microsoft.com/office/drawing/2014/main" id="{3B277CE7-66A8-48F0-86BF-921B52643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337" y="5530850"/>
              <a:ext cx="681038" cy="269875"/>
            </a:xfrm>
            <a:custGeom>
              <a:avLst/>
              <a:gdLst>
                <a:gd name="T0" fmla="*/ 2147483646 w 858"/>
                <a:gd name="T1" fmla="*/ 2147483646 h 340"/>
                <a:gd name="T2" fmla="*/ 2147483646 w 858"/>
                <a:gd name="T3" fmla="*/ 2147483646 h 340"/>
                <a:gd name="T4" fmla="*/ 2147483646 w 858"/>
                <a:gd name="T5" fmla="*/ 2147483646 h 340"/>
                <a:gd name="T6" fmla="*/ 2147483646 w 858"/>
                <a:gd name="T7" fmla="*/ 2147483646 h 340"/>
                <a:gd name="T8" fmla="*/ 2147483646 w 858"/>
                <a:gd name="T9" fmla="*/ 2147483646 h 340"/>
                <a:gd name="T10" fmla="*/ 2147483646 w 858"/>
                <a:gd name="T11" fmla="*/ 2147483646 h 340"/>
                <a:gd name="T12" fmla="*/ 2147483646 w 858"/>
                <a:gd name="T13" fmla="*/ 2147483646 h 340"/>
                <a:gd name="T14" fmla="*/ 2147483646 w 858"/>
                <a:gd name="T15" fmla="*/ 2147483646 h 340"/>
                <a:gd name="T16" fmla="*/ 2147483646 w 858"/>
                <a:gd name="T17" fmla="*/ 2147483646 h 340"/>
                <a:gd name="T18" fmla="*/ 2147483646 w 858"/>
                <a:gd name="T19" fmla="*/ 2147483646 h 340"/>
                <a:gd name="T20" fmla="*/ 2147483646 w 858"/>
                <a:gd name="T21" fmla="*/ 2147483646 h 340"/>
                <a:gd name="T22" fmla="*/ 2147483646 w 858"/>
                <a:gd name="T23" fmla="*/ 2147483646 h 340"/>
                <a:gd name="T24" fmla="*/ 2147483646 w 858"/>
                <a:gd name="T25" fmla="*/ 2147483646 h 340"/>
                <a:gd name="T26" fmla="*/ 2147483646 w 858"/>
                <a:gd name="T27" fmla="*/ 2147483646 h 340"/>
                <a:gd name="T28" fmla="*/ 2147483646 w 858"/>
                <a:gd name="T29" fmla="*/ 2147483646 h 340"/>
                <a:gd name="T30" fmla="*/ 2147483646 w 858"/>
                <a:gd name="T31" fmla="*/ 2147483646 h 340"/>
                <a:gd name="T32" fmla="*/ 2147483646 w 858"/>
                <a:gd name="T33" fmla="*/ 2147483646 h 340"/>
                <a:gd name="T34" fmla="*/ 2147483646 w 858"/>
                <a:gd name="T35" fmla="*/ 2147483646 h 340"/>
                <a:gd name="T36" fmla="*/ 2147483646 w 858"/>
                <a:gd name="T37" fmla="*/ 2147483646 h 340"/>
                <a:gd name="T38" fmla="*/ 2147483646 w 858"/>
                <a:gd name="T39" fmla="*/ 2147483646 h 340"/>
                <a:gd name="T40" fmla="*/ 2147483646 w 858"/>
                <a:gd name="T41" fmla="*/ 2147483646 h 340"/>
                <a:gd name="T42" fmla="*/ 2147483646 w 858"/>
                <a:gd name="T43" fmla="*/ 2147483646 h 340"/>
                <a:gd name="T44" fmla="*/ 2147483646 w 858"/>
                <a:gd name="T45" fmla="*/ 2147483646 h 340"/>
                <a:gd name="T46" fmla="*/ 2147483646 w 858"/>
                <a:gd name="T47" fmla="*/ 2147483646 h 340"/>
                <a:gd name="T48" fmla="*/ 2147483646 w 858"/>
                <a:gd name="T49" fmla="*/ 2147483646 h 340"/>
                <a:gd name="T50" fmla="*/ 2147483646 w 858"/>
                <a:gd name="T51" fmla="*/ 2147483646 h 340"/>
                <a:gd name="T52" fmla="*/ 2147483646 w 858"/>
                <a:gd name="T53" fmla="*/ 2147483646 h 340"/>
                <a:gd name="T54" fmla="*/ 2147483646 w 858"/>
                <a:gd name="T55" fmla="*/ 2147483646 h 340"/>
                <a:gd name="T56" fmla="*/ 2147483646 w 858"/>
                <a:gd name="T57" fmla="*/ 2147483646 h 340"/>
                <a:gd name="T58" fmla="*/ 2147483646 w 858"/>
                <a:gd name="T59" fmla="*/ 2147483646 h 340"/>
                <a:gd name="T60" fmla="*/ 2147483646 w 858"/>
                <a:gd name="T61" fmla="*/ 2147483646 h 340"/>
                <a:gd name="T62" fmla="*/ 2147483646 w 858"/>
                <a:gd name="T63" fmla="*/ 2147483646 h 340"/>
                <a:gd name="T64" fmla="*/ 2147483646 w 858"/>
                <a:gd name="T65" fmla="*/ 2147483646 h 340"/>
                <a:gd name="T66" fmla="*/ 2147483646 w 858"/>
                <a:gd name="T67" fmla="*/ 2147483646 h 340"/>
                <a:gd name="T68" fmla="*/ 2147483646 w 858"/>
                <a:gd name="T69" fmla="*/ 2147483646 h 340"/>
                <a:gd name="T70" fmla="*/ 2147483646 w 858"/>
                <a:gd name="T71" fmla="*/ 2147483646 h 340"/>
                <a:gd name="T72" fmla="*/ 2147483646 w 858"/>
                <a:gd name="T73" fmla="*/ 2147483646 h 340"/>
                <a:gd name="T74" fmla="*/ 2147483646 w 858"/>
                <a:gd name="T75" fmla="*/ 2147483646 h 340"/>
                <a:gd name="T76" fmla="*/ 2147483646 w 858"/>
                <a:gd name="T77" fmla="*/ 2147483646 h 340"/>
                <a:gd name="T78" fmla="*/ 2147483646 w 858"/>
                <a:gd name="T79" fmla="*/ 2147483646 h 340"/>
                <a:gd name="T80" fmla="*/ 2147483646 w 858"/>
                <a:gd name="T81" fmla="*/ 2147483646 h 340"/>
                <a:gd name="T82" fmla="*/ 2147483646 w 858"/>
                <a:gd name="T83" fmla="*/ 2147483646 h 340"/>
                <a:gd name="T84" fmla="*/ 2147483646 w 858"/>
                <a:gd name="T85" fmla="*/ 2147483646 h 340"/>
                <a:gd name="T86" fmla="*/ 2147483646 w 858"/>
                <a:gd name="T87" fmla="*/ 2147483646 h 340"/>
                <a:gd name="T88" fmla="*/ 2147483646 w 858"/>
                <a:gd name="T89" fmla="*/ 2147483646 h 340"/>
                <a:gd name="T90" fmla="*/ 2147483646 w 858"/>
                <a:gd name="T91" fmla="*/ 2147483646 h 340"/>
                <a:gd name="T92" fmla="*/ 2147483646 w 858"/>
                <a:gd name="T93" fmla="*/ 2147483646 h 340"/>
                <a:gd name="T94" fmla="*/ 2147483646 w 858"/>
                <a:gd name="T95" fmla="*/ 2147483646 h 340"/>
                <a:gd name="T96" fmla="*/ 2147483646 w 858"/>
                <a:gd name="T97" fmla="*/ 2147483646 h 340"/>
                <a:gd name="T98" fmla="*/ 2147483646 w 858"/>
                <a:gd name="T99" fmla="*/ 2147483646 h 340"/>
                <a:gd name="T100" fmla="*/ 2147483646 w 858"/>
                <a:gd name="T101" fmla="*/ 2147483646 h 340"/>
                <a:gd name="T102" fmla="*/ 2147483646 w 858"/>
                <a:gd name="T103" fmla="*/ 2147483646 h 340"/>
                <a:gd name="T104" fmla="*/ 2147483646 w 858"/>
                <a:gd name="T105" fmla="*/ 2147483646 h 340"/>
                <a:gd name="T106" fmla="*/ 2147483646 w 858"/>
                <a:gd name="T107" fmla="*/ 2147483646 h 340"/>
                <a:gd name="T108" fmla="*/ 2147483646 w 858"/>
                <a:gd name="T109" fmla="*/ 2147483646 h 340"/>
                <a:gd name="T110" fmla="*/ 2147483646 w 858"/>
                <a:gd name="T111" fmla="*/ 2147483646 h 340"/>
                <a:gd name="T112" fmla="*/ 2147483646 w 858"/>
                <a:gd name="T113" fmla="*/ 2147483646 h 340"/>
                <a:gd name="T114" fmla="*/ 2147483646 w 858"/>
                <a:gd name="T115" fmla="*/ 2147483646 h 340"/>
                <a:gd name="T116" fmla="*/ 2147483646 w 858"/>
                <a:gd name="T117" fmla="*/ 2147483646 h 340"/>
                <a:gd name="T118" fmla="*/ 2147483646 w 858"/>
                <a:gd name="T119" fmla="*/ 2147483646 h 340"/>
                <a:gd name="T120" fmla="*/ 2147483646 w 858"/>
                <a:gd name="T121" fmla="*/ 2147483646 h 340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858"/>
                <a:gd name="T184" fmla="*/ 0 h 340"/>
                <a:gd name="T185" fmla="*/ 858 w 858"/>
                <a:gd name="T186" fmla="*/ 340 h 340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858" h="340">
                  <a:moveTo>
                    <a:pt x="0" y="340"/>
                  </a:moveTo>
                  <a:lnTo>
                    <a:pt x="33" y="340"/>
                  </a:lnTo>
                  <a:lnTo>
                    <a:pt x="63" y="340"/>
                  </a:lnTo>
                  <a:lnTo>
                    <a:pt x="92" y="340"/>
                  </a:lnTo>
                  <a:lnTo>
                    <a:pt x="119" y="340"/>
                  </a:lnTo>
                  <a:lnTo>
                    <a:pt x="143" y="340"/>
                  </a:lnTo>
                  <a:lnTo>
                    <a:pt x="166" y="340"/>
                  </a:lnTo>
                  <a:lnTo>
                    <a:pt x="188" y="340"/>
                  </a:lnTo>
                  <a:lnTo>
                    <a:pt x="208" y="340"/>
                  </a:lnTo>
                  <a:lnTo>
                    <a:pt x="227" y="340"/>
                  </a:lnTo>
                  <a:lnTo>
                    <a:pt x="244" y="340"/>
                  </a:lnTo>
                  <a:lnTo>
                    <a:pt x="260" y="340"/>
                  </a:lnTo>
                  <a:lnTo>
                    <a:pt x="274" y="340"/>
                  </a:lnTo>
                  <a:lnTo>
                    <a:pt x="287" y="340"/>
                  </a:lnTo>
                  <a:lnTo>
                    <a:pt x="299" y="340"/>
                  </a:lnTo>
                  <a:lnTo>
                    <a:pt x="309" y="340"/>
                  </a:lnTo>
                  <a:lnTo>
                    <a:pt x="319" y="340"/>
                  </a:lnTo>
                  <a:lnTo>
                    <a:pt x="327" y="340"/>
                  </a:lnTo>
                  <a:lnTo>
                    <a:pt x="335" y="340"/>
                  </a:lnTo>
                  <a:lnTo>
                    <a:pt x="342" y="340"/>
                  </a:lnTo>
                  <a:lnTo>
                    <a:pt x="348" y="340"/>
                  </a:lnTo>
                  <a:lnTo>
                    <a:pt x="353" y="340"/>
                  </a:lnTo>
                  <a:lnTo>
                    <a:pt x="358" y="340"/>
                  </a:lnTo>
                  <a:lnTo>
                    <a:pt x="362" y="340"/>
                  </a:lnTo>
                  <a:lnTo>
                    <a:pt x="366" y="340"/>
                  </a:lnTo>
                  <a:lnTo>
                    <a:pt x="369" y="339"/>
                  </a:lnTo>
                  <a:lnTo>
                    <a:pt x="372" y="339"/>
                  </a:lnTo>
                  <a:lnTo>
                    <a:pt x="375" y="339"/>
                  </a:lnTo>
                  <a:lnTo>
                    <a:pt x="378" y="339"/>
                  </a:lnTo>
                  <a:lnTo>
                    <a:pt x="379" y="339"/>
                  </a:lnTo>
                  <a:lnTo>
                    <a:pt x="382" y="339"/>
                  </a:lnTo>
                  <a:lnTo>
                    <a:pt x="383" y="339"/>
                  </a:lnTo>
                  <a:lnTo>
                    <a:pt x="386" y="339"/>
                  </a:lnTo>
                  <a:lnTo>
                    <a:pt x="389" y="339"/>
                  </a:lnTo>
                  <a:lnTo>
                    <a:pt x="391" y="339"/>
                  </a:lnTo>
                  <a:lnTo>
                    <a:pt x="394" y="339"/>
                  </a:lnTo>
                  <a:lnTo>
                    <a:pt x="395" y="338"/>
                  </a:lnTo>
                  <a:lnTo>
                    <a:pt x="396" y="338"/>
                  </a:lnTo>
                  <a:lnTo>
                    <a:pt x="399" y="338"/>
                  </a:lnTo>
                  <a:lnTo>
                    <a:pt x="401" y="338"/>
                  </a:lnTo>
                  <a:lnTo>
                    <a:pt x="402" y="338"/>
                  </a:lnTo>
                  <a:lnTo>
                    <a:pt x="404" y="338"/>
                  </a:lnTo>
                  <a:lnTo>
                    <a:pt x="405" y="338"/>
                  </a:lnTo>
                  <a:lnTo>
                    <a:pt x="406" y="338"/>
                  </a:lnTo>
                  <a:lnTo>
                    <a:pt x="408" y="338"/>
                  </a:lnTo>
                  <a:lnTo>
                    <a:pt x="409" y="338"/>
                  </a:lnTo>
                  <a:lnTo>
                    <a:pt x="411" y="338"/>
                  </a:lnTo>
                  <a:lnTo>
                    <a:pt x="412" y="336"/>
                  </a:lnTo>
                  <a:lnTo>
                    <a:pt x="414" y="336"/>
                  </a:lnTo>
                  <a:lnTo>
                    <a:pt x="415" y="336"/>
                  </a:lnTo>
                  <a:lnTo>
                    <a:pt x="417" y="336"/>
                  </a:lnTo>
                  <a:lnTo>
                    <a:pt x="418" y="336"/>
                  </a:lnTo>
                  <a:lnTo>
                    <a:pt x="419" y="336"/>
                  </a:lnTo>
                  <a:lnTo>
                    <a:pt x="421" y="336"/>
                  </a:lnTo>
                  <a:lnTo>
                    <a:pt x="422" y="336"/>
                  </a:lnTo>
                  <a:lnTo>
                    <a:pt x="424" y="335"/>
                  </a:lnTo>
                  <a:lnTo>
                    <a:pt x="425" y="335"/>
                  </a:lnTo>
                  <a:lnTo>
                    <a:pt x="428" y="335"/>
                  </a:lnTo>
                  <a:lnTo>
                    <a:pt x="429" y="335"/>
                  </a:lnTo>
                  <a:lnTo>
                    <a:pt x="431" y="335"/>
                  </a:lnTo>
                  <a:lnTo>
                    <a:pt x="434" y="333"/>
                  </a:lnTo>
                  <a:lnTo>
                    <a:pt x="435" y="333"/>
                  </a:lnTo>
                  <a:lnTo>
                    <a:pt x="438" y="333"/>
                  </a:lnTo>
                  <a:lnTo>
                    <a:pt x="440" y="333"/>
                  </a:lnTo>
                  <a:lnTo>
                    <a:pt x="442" y="333"/>
                  </a:lnTo>
                  <a:lnTo>
                    <a:pt x="444" y="332"/>
                  </a:lnTo>
                  <a:lnTo>
                    <a:pt x="445" y="332"/>
                  </a:lnTo>
                  <a:lnTo>
                    <a:pt x="448" y="332"/>
                  </a:lnTo>
                  <a:lnTo>
                    <a:pt x="450" y="332"/>
                  </a:lnTo>
                  <a:lnTo>
                    <a:pt x="451" y="332"/>
                  </a:lnTo>
                  <a:lnTo>
                    <a:pt x="452" y="332"/>
                  </a:lnTo>
                  <a:lnTo>
                    <a:pt x="454" y="330"/>
                  </a:lnTo>
                  <a:lnTo>
                    <a:pt x="455" y="330"/>
                  </a:lnTo>
                  <a:lnTo>
                    <a:pt x="457" y="330"/>
                  </a:lnTo>
                  <a:lnTo>
                    <a:pt x="458" y="330"/>
                  </a:lnTo>
                  <a:lnTo>
                    <a:pt x="460" y="330"/>
                  </a:lnTo>
                  <a:lnTo>
                    <a:pt x="461" y="330"/>
                  </a:lnTo>
                  <a:lnTo>
                    <a:pt x="463" y="329"/>
                  </a:lnTo>
                  <a:lnTo>
                    <a:pt x="464" y="329"/>
                  </a:lnTo>
                  <a:lnTo>
                    <a:pt x="465" y="329"/>
                  </a:lnTo>
                  <a:lnTo>
                    <a:pt x="467" y="327"/>
                  </a:lnTo>
                  <a:lnTo>
                    <a:pt x="468" y="327"/>
                  </a:lnTo>
                  <a:lnTo>
                    <a:pt x="470" y="327"/>
                  </a:lnTo>
                  <a:lnTo>
                    <a:pt x="471" y="327"/>
                  </a:lnTo>
                  <a:lnTo>
                    <a:pt x="473" y="326"/>
                  </a:lnTo>
                  <a:lnTo>
                    <a:pt x="474" y="326"/>
                  </a:lnTo>
                  <a:lnTo>
                    <a:pt x="475" y="326"/>
                  </a:lnTo>
                  <a:lnTo>
                    <a:pt x="478" y="325"/>
                  </a:lnTo>
                  <a:lnTo>
                    <a:pt x="480" y="325"/>
                  </a:lnTo>
                  <a:lnTo>
                    <a:pt x="481" y="323"/>
                  </a:lnTo>
                  <a:lnTo>
                    <a:pt x="484" y="323"/>
                  </a:lnTo>
                  <a:lnTo>
                    <a:pt x="487" y="322"/>
                  </a:lnTo>
                  <a:lnTo>
                    <a:pt x="488" y="322"/>
                  </a:lnTo>
                  <a:lnTo>
                    <a:pt x="491" y="320"/>
                  </a:lnTo>
                  <a:lnTo>
                    <a:pt x="494" y="320"/>
                  </a:lnTo>
                  <a:lnTo>
                    <a:pt x="497" y="319"/>
                  </a:lnTo>
                  <a:lnTo>
                    <a:pt x="498" y="319"/>
                  </a:lnTo>
                  <a:lnTo>
                    <a:pt x="501" y="317"/>
                  </a:lnTo>
                  <a:lnTo>
                    <a:pt x="503" y="317"/>
                  </a:lnTo>
                  <a:lnTo>
                    <a:pt x="504" y="316"/>
                  </a:lnTo>
                  <a:lnTo>
                    <a:pt x="507" y="316"/>
                  </a:lnTo>
                  <a:lnTo>
                    <a:pt x="509" y="316"/>
                  </a:lnTo>
                  <a:lnTo>
                    <a:pt x="510" y="315"/>
                  </a:lnTo>
                  <a:lnTo>
                    <a:pt x="511" y="315"/>
                  </a:lnTo>
                  <a:lnTo>
                    <a:pt x="513" y="313"/>
                  </a:lnTo>
                  <a:lnTo>
                    <a:pt x="514" y="313"/>
                  </a:lnTo>
                  <a:lnTo>
                    <a:pt x="516" y="313"/>
                  </a:lnTo>
                  <a:lnTo>
                    <a:pt x="517" y="312"/>
                  </a:lnTo>
                  <a:lnTo>
                    <a:pt x="519" y="312"/>
                  </a:lnTo>
                  <a:lnTo>
                    <a:pt x="520" y="312"/>
                  </a:lnTo>
                  <a:lnTo>
                    <a:pt x="521" y="310"/>
                  </a:lnTo>
                  <a:lnTo>
                    <a:pt x="523" y="310"/>
                  </a:lnTo>
                  <a:lnTo>
                    <a:pt x="524" y="309"/>
                  </a:lnTo>
                  <a:lnTo>
                    <a:pt x="526" y="309"/>
                  </a:lnTo>
                  <a:lnTo>
                    <a:pt x="527" y="307"/>
                  </a:lnTo>
                  <a:lnTo>
                    <a:pt x="529" y="307"/>
                  </a:lnTo>
                  <a:lnTo>
                    <a:pt x="530" y="306"/>
                  </a:lnTo>
                  <a:lnTo>
                    <a:pt x="532" y="306"/>
                  </a:lnTo>
                  <a:lnTo>
                    <a:pt x="533" y="304"/>
                  </a:lnTo>
                  <a:lnTo>
                    <a:pt x="536" y="304"/>
                  </a:lnTo>
                  <a:lnTo>
                    <a:pt x="537" y="303"/>
                  </a:lnTo>
                  <a:lnTo>
                    <a:pt x="539" y="302"/>
                  </a:lnTo>
                  <a:lnTo>
                    <a:pt x="542" y="302"/>
                  </a:lnTo>
                  <a:lnTo>
                    <a:pt x="543" y="300"/>
                  </a:lnTo>
                  <a:lnTo>
                    <a:pt x="546" y="299"/>
                  </a:lnTo>
                  <a:lnTo>
                    <a:pt x="547" y="297"/>
                  </a:lnTo>
                  <a:lnTo>
                    <a:pt x="550" y="297"/>
                  </a:lnTo>
                  <a:lnTo>
                    <a:pt x="552" y="296"/>
                  </a:lnTo>
                  <a:lnTo>
                    <a:pt x="553" y="294"/>
                  </a:lnTo>
                  <a:lnTo>
                    <a:pt x="556" y="294"/>
                  </a:lnTo>
                  <a:lnTo>
                    <a:pt x="557" y="293"/>
                  </a:lnTo>
                  <a:lnTo>
                    <a:pt x="559" y="293"/>
                  </a:lnTo>
                  <a:lnTo>
                    <a:pt x="560" y="292"/>
                  </a:lnTo>
                  <a:lnTo>
                    <a:pt x="562" y="292"/>
                  </a:lnTo>
                  <a:lnTo>
                    <a:pt x="563" y="290"/>
                  </a:lnTo>
                  <a:lnTo>
                    <a:pt x="565" y="290"/>
                  </a:lnTo>
                  <a:lnTo>
                    <a:pt x="566" y="289"/>
                  </a:lnTo>
                  <a:lnTo>
                    <a:pt x="567" y="287"/>
                  </a:lnTo>
                  <a:lnTo>
                    <a:pt x="569" y="287"/>
                  </a:lnTo>
                  <a:lnTo>
                    <a:pt x="570" y="287"/>
                  </a:lnTo>
                  <a:lnTo>
                    <a:pt x="572" y="286"/>
                  </a:lnTo>
                  <a:lnTo>
                    <a:pt x="573" y="284"/>
                  </a:lnTo>
                  <a:lnTo>
                    <a:pt x="575" y="284"/>
                  </a:lnTo>
                  <a:lnTo>
                    <a:pt x="576" y="283"/>
                  </a:lnTo>
                  <a:lnTo>
                    <a:pt x="578" y="283"/>
                  </a:lnTo>
                  <a:lnTo>
                    <a:pt x="579" y="281"/>
                  </a:lnTo>
                  <a:lnTo>
                    <a:pt x="580" y="281"/>
                  </a:lnTo>
                  <a:lnTo>
                    <a:pt x="582" y="280"/>
                  </a:lnTo>
                  <a:lnTo>
                    <a:pt x="583" y="279"/>
                  </a:lnTo>
                  <a:lnTo>
                    <a:pt x="586" y="279"/>
                  </a:lnTo>
                  <a:lnTo>
                    <a:pt x="588" y="277"/>
                  </a:lnTo>
                  <a:lnTo>
                    <a:pt x="589" y="276"/>
                  </a:lnTo>
                  <a:lnTo>
                    <a:pt x="590" y="276"/>
                  </a:lnTo>
                  <a:lnTo>
                    <a:pt x="593" y="274"/>
                  </a:lnTo>
                  <a:lnTo>
                    <a:pt x="595" y="273"/>
                  </a:lnTo>
                  <a:lnTo>
                    <a:pt x="596" y="271"/>
                  </a:lnTo>
                  <a:lnTo>
                    <a:pt x="599" y="271"/>
                  </a:lnTo>
                  <a:lnTo>
                    <a:pt x="601" y="270"/>
                  </a:lnTo>
                  <a:lnTo>
                    <a:pt x="602" y="269"/>
                  </a:lnTo>
                  <a:lnTo>
                    <a:pt x="603" y="269"/>
                  </a:lnTo>
                  <a:lnTo>
                    <a:pt x="605" y="267"/>
                  </a:lnTo>
                  <a:lnTo>
                    <a:pt x="606" y="267"/>
                  </a:lnTo>
                  <a:lnTo>
                    <a:pt x="608" y="266"/>
                  </a:lnTo>
                  <a:lnTo>
                    <a:pt x="609" y="266"/>
                  </a:lnTo>
                  <a:lnTo>
                    <a:pt x="609" y="264"/>
                  </a:lnTo>
                  <a:lnTo>
                    <a:pt x="611" y="264"/>
                  </a:lnTo>
                  <a:lnTo>
                    <a:pt x="612" y="263"/>
                  </a:lnTo>
                  <a:lnTo>
                    <a:pt x="613" y="263"/>
                  </a:lnTo>
                  <a:lnTo>
                    <a:pt x="615" y="261"/>
                  </a:lnTo>
                  <a:lnTo>
                    <a:pt x="616" y="261"/>
                  </a:lnTo>
                  <a:lnTo>
                    <a:pt x="616" y="260"/>
                  </a:lnTo>
                  <a:lnTo>
                    <a:pt x="618" y="260"/>
                  </a:lnTo>
                  <a:lnTo>
                    <a:pt x="619" y="258"/>
                  </a:lnTo>
                  <a:lnTo>
                    <a:pt x="621" y="258"/>
                  </a:lnTo>
                  <a:lnTo>
                    <a:pt x="622" y="257"/>
                  </a:lnTo>
                  <a:lnTo>
                    <a:pt x="624" y="256"/>
                  </a:lnTo>
                  <a:lnTo>
                    <a:pt x="625" y="256"/>
                  </a:lnTo>
                  <a:lnTo>
                    <a:pt x="626" y="254"/>
                  </a:lnTo>
                  <a:lnTo>
                    <a:pt x="628" y="254"/>
                  </a:lnTo>
                  <a:lnTo>
                    <a:pt x="629" y="253"/>
                  </a:lnTo>
                  <a:lnTo>
                    <a:pt x="631" y="251"/>
                  </a:lnTo>
                  <a:lnTo>
                    <a:pt x="632" y="251"/>
                  </a:lnTo>
                  <a:lnTo>
                    <a:pt x="634" y="250"/>
                  </a:lnTo>
                  <a:lnTo>
                    <a:pt x="635" y="248"/>
                  </a:lnTo>
                  <a:lnTo>
                    <a:pt x="636" y="247"/>
                  </a:lnTo>
                  <a:lnTo>
                    <a:pt x="638" y="247"/>
                  </a:lnTo>
                  <a:lnTo>
                    <a:pt x="639" y="246"/>
                  </a:lnTo>
                  <a:lnTo>
                    <a:pt x="641" y="246"/>
                  </a:lnTo>
                  <a:lnTo>
                    <a:pt x="642" y="244"/>
                  </a:lnTo>
                  <a:lnTo>
                    <a:pt x="644" y="243"/>
                  </a:lnTo>
                  <a:lnTo>
                    <a:pt x="645" y="243"/>
                  </a:lnTo>
                  <a:lnTo>
                    <a:pt x="647" y="241"/>
                  </a:lnTo>
                  <a:lnTo>
                    <a:pt x="648" y="240"/>
                  </a:lnTo>
                  <a:lnTo>
                    <a:pt x="649" y="240"/>
                  </a:lnTo>
                  <a:lnTo>
                    <a:pt x="649" y="238"/>
                  </a:lnTo>
                  <a:lnTo>
                    <a:pt x="651" y="238"/>
                  </a:lnTo>
                  <a:lnTo>
                    <a:pt x="652" y="237"/>
                  </a:lnTo>
                  <a:lnTo>
                    <a:pt x="654" y="237"/>
                  </a:lnTo>
                  <a:lnTo>
                    <a:pt x="654" y="235"/>
                  </a:lnTo>
                  <a:lnTo>
                    <a:pt x="655" y="235"/>
                  </a:lnTo>
                  <a:lnTo>
                    <a:pt x="655" y="234"/>
                  </a:lnTo>
                  <a:lnTo>
                    <a:pt x="657" y="234"/>
                  </a:lnTo>
                  <a:lnTo>
                    <a:pt x="658" y="233"/>
                  </a:lnTo>
                  <a:lnTo>
                    <a:pt x="659" y="233"/>
                  </a:lnTo>
                  <a:lnTo>
                    <a:pt x="659" y="231"/>
                  </a:lnTo>
                  <a:lnTo>
                    <a:pt x="661" y="231"/>
                  </a:lnTo>
                  <a:lnTo>
                    <a:pt x="662" y="230"/>
                  </a:lnTo>
                  <a:lnTo>
                    <a:pt x="662" y="228"/>
                  </a:lnTo>
                  <a:lnTo>
                    <a:pt x="664" y="228"/>
                  </a:lnTo>
                  <a:lnTo>
                    <a:pt x="665" y="227"/>
                  </a:lnTo>
                  <a:lnTo>
                    <a:pt x="667" y="227"/>
                  </a:lnTo>
                  <a:lnTo>
                    <a:pt x="667" y="225"/>
                  </a:lnTo>
                  <a:lnTo>
                    <a:pt x="668" y="225"/>
                  </a:lnTo>
                  <a:lnTo>
                    <a:pt x="670" y="224"/>
                  </a:lnTo>
                  <a:lnTo>
                    <a:pt x="671" y="223"/>
                  </a:lnTo>
                  <a:lnTo>
                    <a:pt x="672" y="221"/>
                  </a:lnTo>
                  <a:lnTo>
                    <a:pt x="674" y="221"/>
                  </a:lnTo>
                  <a:lnTo>
                    <a:pt x="674" y="220"/>
                  </a:lnTo>
                  <a:lnTo>
                    <a:pt x="675" y="220"/>
                  </a:lnTo>
                  <a:lnTo>
                    <a:pt x="677" y="218"/>
                  </a:lnTo>
                  <a:lnTo>
                    <a:pt x="678" y="217"/>
                  </a:lnTo>
                  <a:lnTo>
                    <a:pt x="680" y="217"/>
                  </a:lnTo>
                  <a:lnTo>
                    <a:pt x="680" y="215"/>
                  </a:lnTo>
                  <a:lnTo>
                    <a:pt x="681" y="215"/>
                  </a:lnTo>
                  <a:lnTo>
                    <a:pt x="682" y="214"/>
                  </a:lnTo>
                  <a:lnTo>
                    <a:pt x="684" y="214"/>
                  </a:lnTo>
                  <a:lnTo>
                    <a:pt x="684" y="212"/>
                  </a:lnTo>
                  <a:lnTo>
                    <a:pt x="685" y="212"/>
                  </a:lnTo>
                  <a:lnTo>
                    <a:pt x="687" y="211"/>
                  </a:lnTo>
                  <a:lnTo>
                    <a:pt x="688" y="210"/>
                  </a:lnTo>
                  <a:lnTo>
                    <a:pt x="690" y="210"/>
                  </a:lnTo>
                  <a:lnTo>
                    <a:pt x="691" y="208"/>
                  </a:lnTo>
                  <a:lnTo>
                    <a:pt x="693" y="208"/>
                  </a:lnTo>
                  <a:lnTo>
                    <a:pt x="694" y="207"/>
                  </a:lnTo>
                  <a:lnTo>
                    <a:pt x="694" y="205"/>
                  </a:lnTo>
                  <a:lnTo>
                    <a:pt x="695" y="205"/>
                  </a:lnTo>
                  <a:lnTo>
                    <a:pt x="697" y="204"/>
                  </a:lnTo>
                  <a:lnTo>
                    <a:pt x="698" y="204"/>
                  </a:lnTo>
                  <a:lnTo>
                    <a:pt x="698" y="202"/>
                  </a:lnTo>
                  <a:lnTo>
                    <a:pt x="700" y="202"/>
                  </a:lnTo>
                  <a:lnTo>
                    <a:pt x="701" y="201"/>
                  </a:lnTo>
                  <a:lnTo>
                    <a:pt x="703" y="200"/>
                  </a:lnTo>
                  <a:lnTo>
                    <a:pt x="704" y="200"/>
                  </a:lnTo>
                  <a:lnTo>
                    <a:pt x="704" y="198"/>
                  </a:lnTo>
                  <a:lnTo>
                    <a:pt x="705" y="198"/>
                  </a:lnTo>
                  <a:lnTo>
                    <a:pt x="705" y="197"/>
                  </a:lnTo>
                  <a:lnTo>
                    <a:pt x="707" y="197"/>
                  </a:lnTo>
                  <a:lnTo>
                    <a:pt x="707" y="195"/>
                  </a:lnTo>
                  <a:lnTo>
                    <a:pt x="708" y="195"/>
                  </a:lnTo>
                  <a:lnTo>
                    <a:pt x="708" y="194"/>
                  </a:lnTo>
                  <a:lnTo>
                    <a:pt x="710" y="194"/>
                  </a:lnTo>
                  <a:lnTo>
                    <a:pt x="711" y="192"/>
                  </a:lnTo>
                  <a:lnTo>
                    <a:pt x="713" y="191"/>
                  </a:lnTo>
                  <a:lnTo>
                    <a:pt x="714" y="189"/>
                  </a:lnTo>
                  <a:lnTo>
                    <a:pt x="716" y="188"/>
                  </a:lnTo>
                  <a:lnTo>
                    <a:pt x="717" y="187"/>
                  </a:lnTo>
                  <a:lnTo>
                    <a:pt x="718" y="185"/>
                  </a:lnTo>
                  <a:lnTo>
                    <a:pt x="720" y="184"/>
                  </a:lnTo>
                  <a:lnTo>
                    <a:pt x="720" y="182"/>
                  </a:lnTo>
                  <a:lnTo>
                    <a:pt x="721" y="181"/>
                  </a:lnTo>
                  <a:lnTo>
                    <a:pt x="723" y="179"/>
                  </a:lnTo>
                  <a:lnTo>
                    <a:pt x="724" y="178"/>
                  </a:lnTo>
                  <a:lnTo>
                    <a:pt x="726" y="177"/>
                  </a:lnTo>
                  <a:lnTo>
                    <a:pt x="727" y="177"/>
                  </a:lnTo>
                  <a:lnTo>
                    <a:pt x="727" y="175"/>
                  </a:lnTo>
                  <a:lnTo>
                    <a:pt x="728" y="174"/>
                  </a:lnTo>
                  <a:lnTo>
                    <a:pt x="730" y="172"/>
                  </a:lnTo>
                  <a:lnTo>
                    <a:pt x="731" y="171"/>
                  </a:lnTo>
                  <a:lnTo>
                    <a:pt x="733" y="169"/>
                  </a:lnTo>
                  <a:lnTo>
                    <a:pt x="734" y="168"/>
                  </a:lnTo>
                  <a:lnTo>
                    <a:pt x="736" y="167"/>
                  </a:lnTo>
                  <a:lnTo>
                    <a:pt x="736" y="165"/>
                  </a:lnTo>
                  <a:lnTo>
                    <a:pt x="737" y="165"/>
                  </a:lnTo>
                  <a:lnTo>
                    <a:pt x="737" y="164"/>
                  </a:lnTo>
                  <a:lnTo>
                    <a:pt x="739" y="162"/>
                  </a:lnTo>
                  <a:lnTo>
                    <a:pt x="740" y="162"/>
                  </a:lnTo>
                  <a:lnTo>
                    <a:pt x="740" y="161"/>
                  </a:lnTo>
                  <a:lnTo>
                    <a:pt x="741" y="159"/>
                  </a:lnTo>
                  <a:lnTo>
                    <a:pt x="743" y="159"/>
                  </a:lnTo>
                  <a:lnTo>
                    <a:pt x="743" y="158"/>
                  </a:lnTo>
                  <a:lnTo>
                    <a:pt x="744" y="156"/>
                  </a:lnTo>
                  <a:lnTo>
                    <a:pt x="746" y="155"/>
                  </a:lnTo>
                  <a:lnTo>
                    <a:pt x="747" y="154"/>
                  </a:lnTo>
                  <a:lnTo>
                    <a:pt x="749" y="152"/>
                  </a:lnTo>
                  <a:lnTo>
                    <a:pt x="749" y="151"/>
                  </a:lnTo>
                  <a:lnTo>
                    <a:pt x="750" y="148"/>
                  </a:lnTo>
                  <a:lnTo>
                    <a:pt x="753" y="146"/>
                  </a:lnTo>
                  <a:lnTo>
                    <a:pt x="754" y="145"/>
                  </a:lnTo>
                  <a:lnTo>
                    <a:pt x="756" y="142"/>
                  </a:lnTo>
                  <a:lnTo>
                    <a:pt x="757" y="141"/>
                  </a:lnTo>
                  <a:lnTo>
                    <a:pt x="759" y="139"/>
                  </a:lnTo>
                  <a:lnTo>
                    <a:pt x="760" y="138"/>
                  </a:lnTo>
                  <a:lnTo>
                    <a:pt x="762" y="136"/>
                  </a:lnTo>
                  <a:lnTo>
                    <a:pt x="763" y="135"/>
                  </a:lnTo>
                  <a:lnTo>
                    <a:pt x="763" y="133"/>
                  </a:lnTo>
                  <a:lnTo>
                    <a:pt x="764" y="132"/>
                  </a:lnTo>
                  <a:lnTo>
                    <a:pt x="766" y="131"/>
                  </a:lnTo>
                  <a:lnTo>
                    <a:pt x="766" y="129"/>
                  </a:lnTo>
                  <a:lnTo>
                    <a:pt x="767" y="128"/>
                  </a:lnTo>
                  <a:lnTo>
                    <a:pt x="769" y="128"/>
                  </a:lnTo>
                  <a:lnTo>
                    <a:pt x="769" y="126"/>
                  </a:lnTo>
                  <a:lnTo>
                    <a:pt x="770" y="125"/>
                  </a:lnTo>
                  <a:lnTo>
                    <a:pt x="772" y="123"/>
                  </a:lnTo>
                  <a:lnTo>
                    <a:pt x="773" y="122"/>
                  </a:lnTo>
                  <a:lnTo>
                    <a:pt x="773" y="121"/>
                  </a:lnTo>
                  <a:lnTo>
                    <a:pt x="774" y="119"/>
                  </a:lnTo>
                  <a:lnTo>
                    <a:pt x="776" y="118"/>
                  </a:lnTo>
                  <a:lnTo>
                    <a:pt x="776" y="116"/>
                  </a:lnTo>
                  <a:lnTo>
                    <a:pt x="777" y="116"/>
                  </a:lnTo>
                  <a:lnTo>
                    <a:pt x="777" y="115"/>
                  </a:lnTo>
                  <a:lnTo>
                    <a:pt x="779" y="113"/>
                  </a:lnTo>
                  <a:lnTo>
                    <a:pt x="780" y="112"/>
                  </a:lnTo>
                  <a:lnTo>
                    <a:pt x="782" y="109"/>
                  </a:lnTo>
                  <a:lnTo>
                    <a:pt x="783" y="108"/>
                  </a:lnTo>
                  <a:lnTo>
                    <a:pt x="785" y="106"/>
                  </a:lnTo>
                  <a:lnTo>
                    <a:pt x="785" y="105"/>
                  </a:lnTo>
                  <a:lnTo>
                    <a:pt x="786" y="102"/>
                  </a:lnTo>
                  <a:lnTo>
                    <a:pt x="789" y="100"/>
                  </a:lnTo>
                  <a:lnTo>
                    <a:pt x="790" y="98"/>
                  </a:lnTo>
                  <a:lnTo>
                    <a:pt x="792" y="96"/>
                  </a:lnTo>
                  <a:lnTo>
                    <a:pt x="793" y="93"/>
                  </a:lnTo>
                  <a:lnTo>
                    <a:pt x="795" y="92"/>
                  </a:lnTo>
                  <a:lnTo>
                    <a:pt x="796" y="89"/>
                  </a:lnTo>
                  <a:lnTo>
                    <a:pt x="797" y="87"/>
                  </a:lnTo>
                  <a:lnTo>
                    <a:pt x="799" y="86"/>
                  </a:lnTo>
                  <a:lnTo>
                    <a:pt x="799" y="85"/>
                  </a:lnTo>
                  <a:lnTo>
                    <a:pt x="800" y="83"/>
                  </a:lnTo>
                  <a:lnTo>
                    <a:pt x="802" y="82"/>
                  </a:lnTo>
                  <a:lnTo>
                    <a:pt x="802" y="80"/>
                  </a:lnTo>
                  <a:lnTo>
                    <a:pt x="803" y="79"/>
                  </a:lnTo>
                  <a:lnTo>
                    <a:pt x="805" y="77"/>
                  </a:lnTo>
                  <a:lnTo>
                    <a:pt x="805" y="76"/>
                  </a:lnTo>
                  <a:lnTo>
                    <a:pt x="806" y="75"/>
                  </a:lnTo>
                  <a:lnTo>
                    <a:pt x="808" y="75"/>
                  </a:lnTo>
                  <a:lnTo>
                    <a:pt x="808" y="73"/>
                  </a:lnTo>
                  <a:lnTo>
                    <a:pt x="809" y="72"/>
                  </a:lnTo>
                  <a:lnTo>
                    <a:pt x="809" y="70"/>
                  </a:lnTo>
                  <a:lnTo>
                    <a:pt x="810" y="69"/>
                  </a:lnTo>
                  <a:lnTo>
                    <a:pt x="812" y="67"/>
                  </a:lnTo>
                  <a:lnTo>
                    <a:pt x="812" y="66"/>
                  </a:lnTo>
                  <a:lnTo>
                    <a:pt x="813" y="64"/>
                  </a:lnTo>
                  <a:lnTo>
                    <a:pt x="815" y="63"/>
                  </a:lnTo>
                  <a:lnTo>
                    <a:pt x="815" y="62"/>
                  </a:lnTo>
                  <a:lnTo>
                    <a:pt x="816" y="60"/>
                  </a:lnTo>
                  <a:lnTo>
                    <a:pt x="818" y="59"/>
                  </a:lnTo>
                  <a:lnTo>
                    <a:pt x="819" y="57"/>
                  </a:lnTo>
                  <a:lnTo>
                    <a:pt x="820" y="56"/>
                  </a:lnTo>
                  <a:lnTo>
                    <a:pt x="822" y="53"/>
                  </a:lnTo>
                  <a:lnTo>
                    <a:pt x="823" y="52"/>
                  </a:lnTo>
                  <a:lnTo>
                    <a:pt x="825" y="49"/>
                  </a:lnTo>
                  <a:lnTo>
                    <a:pt x="826" y="47"/>
                  </a:lnTo>
                  <a:lnTo>
                    <a:pt x="828" y="44"/>
                  </a:lnTo>
                  <a:lnTo>
                    <a:pt x="831" y="41"/>
                  </a:lnTo>
                  <a:lnTo>
                    <a:pt x="832" y="40"/>
                  </a:lnTo>
                  <a:lnTo>
                    <a:pt x="833" y="39"/>
                  </a:lnTo>
                  <a:lnTo>
                    <a:pt x="835" y="36"/>
                  </a:lnTo>
                  <a:lnTo>
                    <a:pt x="835" y="34"/>
                  </a:lnTo>
                  <a:lnTo>
                    <a:pt x="836" y="33"/>
                  </a:lnTo>
                  <a:lnTo>
                    <a:pt x="838" y="31"/>
                  </a:lnTo>
                  <a:lnTo>
                    <a:pt x="839" y="30"/>
                  </a:lnTo>
                  <a:lnTo>
                    <a:pt x="839" y="29"/>
                  </a:lnTo>
                  <a:lnTo>
                    <a:pt x="841" y="27"/>
                  </a:lnTo>
                  <a:lnTo>
                    <a:pt x="842" y="26"/>
                  </a:lnTo>
                  <a:lnTo>
                    <a:pt x="842" y="24"/>
                  </a:lnTo>
                  <a:lnTo>
                    <a:pt x="843" y="24"/>
                  </a:lnTo>
                  <a:lnTo>
                    <a:pt x="843" y="23"/>
                  </a:lnTo>
                  <a:lnTo>
                    <a:pt x="845" y="21"/>
                  </a:lnTo>
                  <a:lnTo>
                    <a:pt x="845" y="20"/>
                  </a:lnTo>
                  <a:lnTo>
                    <a:pt x="846" y="18"/>
                  </a:lnTo>
                  <a:lnTo>
                    <a:pt x="848" y="17"/>
                  </a:lnTo>
                  <a:lnTo>
                    <a:pt x="848" y="16"/>
                  </a:lnTo>
                  <a:lnTo>
                    <a:pt x="849" y="14"/>
                  </a:lnTo>
                  <a:lnTo>
                    <a:pt x="849" y="13"/>
                  </a:lnTo>
                  <a:lnTo>
                    <a:pt x="851" y="13"/>
                  </a:lnTo>
                  <a:lnTo>
                    <a:pt x="851" y="11"/>
                  </a:lnTo>
                  <a:lnTo>
                    <a:pt x="852" y="10"/>
                  </a:lnTo>
                  <a:lnTo>
                    <a:pt x="854" y="8"/>
                  </a:lnTo>
                  <a:lnTo>
                    <a:pt x="854" y="7"/>
                  </a:lnTo>
                  <a:lnTo>
                    <a:pt x="855" y="4"/>
                  </a:lnTo>
                  <a:lnTo>
                    <a:pt x="856" y="3"/>
                  </a:lnTo>
                  <a:lnTo>
                    <a:pt x="856" y="1"/>
                  </a:lnTo>
                  <a:lnTo>
                    <a:pt x="858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84">
              <a:extLst>
                <a:ext uri="{FF2B5EF4-FFF2-40B4-BE49-F238E27FC236}">
                  <a16:creationId xmlns:a16="http://schemas.microsoft.com/office/drawing/2014/main" id="{893B4627-D902-4F10-9F48-4FB30E9AE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400" y="5257800"/>
              <a:ext cx="80962" cy="273050"/>
            </a:xfrm>
            <a:custGeom>
              <a:avLst/>
              <a:gdLst>
                <a:gd name="T0" fmla="*/ 2147483646 w 102"/>
                <a:gd name="T1" fmla="*/ 2147483646 h 344"/>
                <a:gd name="T2" fmla="*/ 2147483646 w 102"/>
                <a:gd name="T3" fmla="*/ 2147483646 h 344"/>
                <a:gd name="T4" fmla="*/ 2147483646 w 102"/>
                <a:gd name="T5" fmla="*/ 2147483646 h 344"/>
                <a:gd name="T6" fmla="*/ 2147483646 w 102"/>
                <a:gd name="T7" fmla="*/ 2147483646 h 344"/>
                <a:gd name="T8" fmla="*/ 2147483646 w 102"/>
                <a:gd name="T9" fmla="*/ 2147483646 h 344"/>
                <a:gd name="T10" fmla="*/ 2147483646 w 102"/>
                <a:gd name="T11" fmla="*/ 2147483646 h 344"/>
                <a:gd name="T12" fmla="*/ 2147483646 w 102"/>
                <a:gd name="T13" fmla="*/ 2147483646 h 344"/>
                <a:gd name="T14" fmla="*/ 2147483646 w 102"/>
                <a:gd name="T15" fmla="*/ 2147483646 h 344"/>
                <a:gd name="T16" fmla="*/ 2147483646 w 102"/>
                <a:gd name="T17" fmla="*/ 2147483646 h 344"/>
                <a:gd name="T18" fmla="*/ 2147483646 w 102"/>
                <a:gd name="T19" fmla="*/ 2147483646 h 344"/>
                <a:gd name="T20" fmla="*/ 2147483646 w 102"/>
                <a:gd name="T21" fmla="*/ 2147483646 h 344"/>
                <a:gd name="T22" fmla="*/ 2147483646 w 102"/>
                <a:gd name="T23" fmla="*/ 2147483646 h 344"/>
                <a:gd name="T24" fmla="*/ 2147483646 w 102"/>
                <a:gd name="T25" fmla="*/ 2147483646 h 344"/>
                <a:gd name="T26" fmla="*/ 2147483646 w 102"/>
                <a:gd name="T27" fmla="*/ 2147483646 h 344"/>
                <a:gd name="T28" fmla="*/ 2147483646 w 102"/>
                <a:gd name="T29" fmla="*/ 2147483646 h 344"/>
                <a:gd name="T30" fmla="*/ 2147483646 w 102"/>
                <a:gd name="T31" fmla="*/ 2147483646 h 344"/>
                <a:gd name="T32" fmla="*/ 2147483646 w 102"/>
                <a:gd name="T33" fmla="*/ 2147483646 h 344"/>
                <a:gd name="T34" fmla="*/ 2147483646 w 102"/>
                <a:gd name="T35" fmla="*/ 2147483646 h 344"/>
                <a:gd name="T36" fmla="*/ 2147483646 w 102"/>
                <a:gd name="T37" fmla="*/ 2147483646 h 344"/>
                <a:gd name="T38" fmla="*/ 2147483646 w 102"/>
                <a:gd name="T39" fmla="*/ 2147483646 h 344"/>
                <a:gd name="T40" fmla="*/ 2147483646 w 102"/>
                <a:gd name="T41" fmla="*/ 2147483646 h 344"/>
                <a:gd name="T42" fmla="*/ 2147483646 w 102"/>
                <a:gd name="T43" fmla="*/ 2147483646 h 344"/>
                <a:gd name="T44" fmla="*/ 2147483646 w 102"/>
                <a:gd name="T45" fmla="*/ 2147483646 h 344"/>
                <a:gd name="T46" fmla="*/ 2147483646 w 102"/>
                <a:gd name="T47" fmla="*/ 2147483646 h 344"/>
                <a:gd name="T48" fmla="*/ 2147483646 w 102"/>
                <a:gd name="T49" fmla="*/ 2147483646 h 344"/>
                <a:gd name="T50" fmla="*/ 2147483646 w 102"/>
                <a:gd name="T51" fmla="*/ 2147483646 h 344"/>
                <a:gd name="T52" fmla="*/ 2147483646 w 102"/>
                <a:gd name="T53" fmla="*/ 2147483646 h 344"/>
                <a:gd name="T54" fmla="*/ 2147483646 w 102"/>
                <a:gd name="T55" fmla="*/ 2147483646 h 344"/>
                <a:gd name="T56" fmla="*/ 2147483646 w 102"/>
                <a:gd name="T57" fmla="*/ 2147483646 h 344"/>
                <a:gd name="T58" fmla="*/ 2147483646 w 102"/>
                <a:gd name="T59" fmla="*/ 2147483646 h 344"/>
                <a:gd name="T60" fmla="*/ 2147483646 w 102"/>
                <a:gd name="T61" fmla="*/ 2147483646 h 344"/>
                <a:gd name="T62" fmla="*/ 2147483646 w 102"/>
                <a:gd name="T63" fmla="*/ 2147483646 h 344"/>
                <a:gd name="T64" fmla="*/ 2147483646 w 102"/>
                <a:gd name="T65" fmla="*/ 2147483646 h 344"/>
                <a:gd name="T66" fmla="*/ 2147483646 w 102"/>
                <a:gd name="T67" fmla="*/ 2147483646 h 344"/>
                <a:gd name="T68" fmla="*/ 2147483646 w 102"/>
                <a:gd name="T69" fmla="*/ 2147483646 h 344"/>
                <a:gd name="T70" fmla="*/ 2147483646 w 102"/>
                <a:gd name="T71" fmla="*/ 2147483646 h 344"/>
                <a:gd name="T72" fmla="*/ 2147483646 w 102"/>
                <a:gd name="T73" fmla="*/ 2147483646 h 344"/>
                <a:gd name="T74" fmla="*/ 2147483646 w 102"/>
                <a:gd name="T75" fmla="*/ 2147483646 h 344"/>
                <a:gd name="T76" fmla="*/ 2147483646 w 102"/>
                <a:gd name="T77" fmla="*/ 2147483646 h 344"/>
                <a:gd name="T78" fmla="*/ 2147483646 w 102"/>
                <a:gd name="T79" fmla="*/ 2147483646 h 344"/>
                <a:gd name="T80" fmla="*/ 2147483646 w 102"/>
                <a:gd name="T81" fmla="*/ 2147483646 h 344"/>
                <a:gd name="T82" fmla="*/ 2147483646 w 102"/>
                <a:gd name="T83" fmla="*/ 2147483646 h 344"/>
                <a:gd name="T84" fmla="*/ 2147483646 w 102"/>
                <a:gd name="T85" fmla="*/ 2147483646 h 344"/>
                <a:gd name="T86" fmla="*/ 2147483646 w 102"/>
                <a:gd name="T87" fmla="*/ 2147483646 h 344"/>
                <a:gd name="T88" fmla="*/ 2147483646 w 102"/>
                <a:gd name="T89" fmla="*/ 2147483646 h 344"/>
                <a:gd name="T90" fmla="*/ 2147483646 w 102"/>
                <a:gd name="T91" fmla="*/ 2147483646 h 344"/>
                <a:gd name="T92" fmla="*/ 2147483646 w 102"/>
                <a:gd name="T93" fmla="*/ 2147483646 h 344"/>
                <a:gd name="T94" fmla="*/ 2147483646 w 102"/>
                <a:gd name="T95" fmla="*/ 2147483646 h 344"/>
                <a:gd name="T96" fmla="*/ 2147483646 w 102"/>
                <a:gd name="T97" fmla="*/ 2147483646 h 344"/>
                <a:gd name="T98" fmla="*/ 2147483646 w 102"/>
                <a:gd name="T99" fmla="*/ 2147483646 h 344"/>
                <a:gd name="T100" fmla="*/ 2147483646 w 102"/>
                <a:gd name="T101" fmla="*/ 2147483646 h 344"/>
                <a:gd name="T102" fmla="*/ 2147483646 w 102"/>
                <a:gd name="T103" fmla="*/ 2147483646 h 344"/>
                <a:gd name="T104" fmla="*/ 2147483646 w 102"/>
                <a:gd name="T105" fmla="*/ 2147483646 h 344"/>
                <a:gd name="T106" fmla="*/ 2147483646 w 102"/>
                <a:gd name="T107" fmla="*/ 2147483646 h 344"/>
                <a:gd name="T108" fmla="*/ 2147483646 w 102"/>
                <a:gd name="T109" fmla="*/ 2147483646 h 344"/>
                <a:gd name="T110" fmla="*/ 2147483646 w 102"/>
                <a:gd name="T111" fmla="*/ 2147483646 h 344"/>
                <a:gd name="T112" fmla="*/ 2147483646 w 102"/>
                <a:gd name="T113" fmla="*/ 2147483646 h 3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4"/>
                <a:gd name="T173" fmla="*/ 102 w 102"/>
                <a:gd name="T174" fmla="*/ 344 h 3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4">
                  <a:moveTo>
                    <a:pt x="0" y="0"/>
                  </a:moveTo>
                  <a:lnTo>
                    <a:pt x="3" y="3"/>
                  </a:lnTo>
                  <a:lnTo>
                    <a:pt x="4" y="8"/>
                  </a:lnTo>
                  <a:lnTo>
                    <a:pt x="5" y="10"/>
                  </a:lnTo>
                  <a:lnTo>
                    <a:pt x="8" y="13"/>
                  </a:lnTo>
                  <a:lnTo>
                    <a:pt x="10" y="16"/>
                  </a:lnTo>
                  <a:lnTo>
                    <a:pt x="11" y="19"/>
                  </a:lnTo>
                  <a:lnTo>
                    <a:pt x="13" y="22"/>
                  </a:lnTo>
                  <a:lnTo>
                    <a:pt x="14" y="25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30"/>
                  </a:lnTo>
                  <a:lnTo>
                    <a:pt x="18" y="32"/>
                  </a:lnTo>
                  <a:lnTo>
                    <a:pt x="20" y="35"/>
                  </a:lnTo>
                  <a:lnTo>
                    <a:pt x="20" y="36"/>
                  </a:lnTo>
                  <a:lnTo>
                    <a:pt x="21" y="38"/>
                  </a:lnTo>
                  <a:lnTo>
                    <a:pt x="21" y="39"/>
                  </a:lnTo>
                  <a:lnTo>
                    <a:pt x="23" y="41"/>
                  </a:lnTo>
                  <a:lnTo>
                    <a:pt x="23" y="42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6" y="46"/>
                  </a:lnTo>
                  <a:lnTo>
                    <a:pt x="26" y="48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8" y="52"/>
                  </a:lnTo>
                  <a:lnTo>
                    <a:pt x="28" y="55"/>
                  </a:lnTo>
                  <a:lnTo>
                    <a:pt x="30" y="56"/>
                  </a:lnTo>
                  <a:lnTo>
                    <a:pt x="30" y="58"/>
                  </a:lnTo>
                  <a:lnTo>
                    <a:pt x="31" y="59"/>
                  </a:lnTo>
                  <a:lnTo>
                    <a:pt x="31" y="61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4" y="66"/>
                  </a:lnTo>
                  <a:lnTo>
                    <a:pt x="34" y="68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7" y="74"/>
                  </a:lnTo>
                  <a:lnTo>
                    <a:pt x="37" y="75"/>
                  </a:lnTo>
                  <a:lnTo>
                    <a:pt x="38" y="76"/>
                  </a:lnTo>
                  <a:lnTo>
                    <a:pt x="38" y="78"/>
                  </a:lnTo>
                  <a:lnTo>
                    <a:pt x="40" y="79"/>
                  </a:lnTo>
                  <a:lnTo>
                    <a:pt x="40" y="81"/>
                  </a:lnTo>
                  <a:lnTo>
                    <a:pt x="40" y="82"/>
                  </a:lnTo>
                  <a:lnTo>
                    <a:pt x="41" y="82"/>
                  </a:lnTo>
                  <a:lnTo>
                    <a:pt x="41" y="84"/>
                  </a:lnTo>
                  <a:lnTo>
                    <a:pt x="41" y="85"/>
                  </a:lnTo>
                  <a:lnTo>
                    <a:pt x="43" y="87"/>
                  </a:lnTo>
                  <a:lnTo>
                    <a:pt x="43" y="88"/>
                  </a:lnTo>
                  <a:lnTo>
                    <a:pt x="43" y="89"/>
                  </a:lnTo>
                  <a:lnTo>
                    <a:pt x="44" y="91"/>
                  </a:lnTo>
                  <a:lnTo>
                    <a:pt x="44" y="92"/>
                  </a:lnTo>
                  <a:lnTo>
                    <a:pt x="46" y="94"/>
                  </a:lnTo>
                  <a:lnTo>
                    <a:pt x="46" y="95"/>
                  </a:lnTo>
                  <a:lnTo>
                    <a:pt x="46" y="97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4"/>
                  </a:lnTo>
                  <a:lnTo>
                    <a:pt x="50" y="105"/>
                  </a:lnTo>
                  <a:lnTo>
                    <a:pt x="50" y="108"/>
                  </a:lnTo>
                  <a:lnTo>
                    <a:pt x="51" y="111"/>
                  </a:lnTo>
                  <a:lnTo>
                    <a:pt x="53" y="112"/>
                  </a:lnTo>
                  <a:lnTo>
                    <a:pt x="53" y="115"/>
                  </a:lnTo>
                  <a:lnTo>
                    <a:pt x="54" y="117"/>
                  </a:lnTo>
                  <a:lnTo>
                    <a:pt x="54" y="120"/>
                  </a:lnTo>
                  <a:lnTo>
                    <a:pt x="56" y="121"/>
                  </a:lnTo>
                  <a:lnTo>
                    <a:pt x="56" y="122"/>
                  </a:lnTo>
                  <a:lnTo>
                    <a:pt x="57" y="124"/>
                  </a:lnTo>
                  <a:lnTo>
                    <a:pt x="57" y="125"/>
                  </a:lnTo>
                  <a:lnTo>
                    <a:pt x="57" y="127"/>
                  </a:lnTo>
                  <a:lnTo>
                    <a:pt x="59" y="128"/>
                  </a:lnTo>
                  <a:lnTo>
                    <a:pt x="59" y="130"/>
                  </a:lnTo>
                  <a:lnTo>
                    <a:pt x="60" y="131"/>
                  </a:lnTo>
                  <a:lnTo>
                    <a:pt x="60" y="133"/>
                  </a:lnTo>
                  <a:lnTo>
                    <a:pt x="60" y="134"/>
                  </a:lnTo>
                  <a:lnTo>
                    <a:pt x="60" y="135"/>
                  </a:lnTo>
                  <a:lnTo>
                    <a:pt x="61" y="137"/>
                  </a:lnTo>
                  <a:lnTo>
                    <a:pt x="61" y="138"/>
                  </a:lnTo>
                  <a:lnTo>
                    <a:pt x="61" y="140"/>
                  </a:lnTo>
                  <a:lnTo>
                    <a:pt x="63" y="140"/>
                  </a:lnTo>
                  <a:lnTo>
                    <a:pt x="63" y="141"/>
                  </a:lnTo>
                  <a:lnTo>
                    <a:pt x="63" y="143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4" y="147"/>
                  </a:lnTo>
                  <a:lnTo>
                    <a:pt x="64" y="148"/>
                  </a:lnTo>
                  <a:lnTo>
                    <a:pt x="66" y="150"/>
                  </a:lnTo>
                  <a:lnTo>
                    <a:pt x="66" y="153"/>
                  </a:lnTo>
                  <a:lnTo>
                    <a:pt x="67" y="154"/>
                  </a:lnTo>
                  <a:lnTo>
                    <a:pt x="67" y="156"/>
                  </a:lnTo>
                  <a:lnTo>
                    <a:pt x="69" y="158"/>
                  </a:lnTo>
                  <a:lnTo>
                    <a:pt x="69" y="160"/>
                  </a:lnTo>
                  <a:lnTo>
                    <a:pt x="69" y="163"/>
                  </a:lnTo>
                  <a:lnTo>
                    <a:pt x="70" y="164"/>
                  </a:lnTo>
                  <a:lnTo>
                    <a:pt x="70" y="167"/>
                  </a:lnTo>
                  <a:lnTo>
                    <a:pt x="72" y="170"/>
                  </a:lnTo>
                  <a:lnTo>
                    <a:pt x="72" y="171"/>
                  </a:lnTo>
                  <a:lnTo>
                    <a:pt x="73" y="173"/>
                  </a:lnTo>
                  <a:lnTo>
                    <a:pt x="73" y="174"/>
                  </a:lnTo>
                  <a:lnTo>
                    <a:pt x="73" y="177"/>
                  </a:lnTo>
                  <a:lnTo>
                    <a:pt x="74" y="179"/>
                  </a:lnTo>
                  <a:lnTo>
                    <a:pt x="74" y="180"/>
                  </a:lnTo>
                  <a:lnTo>
                    <a:pt x="74" y="181"/>
                  </a:lnTo>
                  <a:lnTo>
                    <a:pt x="76" y="183"/>
                  </a:lnTo>
                  <a:lnTo>
                    <a:pt x="76" y="184"/>
                  </a:lnTo>
                  <a:lnTo>
                    <a:pt x="77" y="186"/>
                  </a:lnTo>
                  <a:lnTo>
                    <a:pt x="77" y="187"/>
                  </a:lnTo>
                  <a:lnTo>
                    <a:pt x="77" y="189"/>
                  </a:lnTo>
                  <a:lnTo>
                    <a:pt x="77" y="190"/>
                  </a:lnTo>
                  <a:lnTo>
                    <a:pt x="79" y="191"/>
                  </a:lnTo>
                  <a:lnTo>
                    <a:pt x="79" y="193"/>
                  </a:lnTo>
                  <a:lnTo>
                    <a:pt x="79" y="194"/>
                  </a:lnTo>
                  <a:lnTo>
                    <a:pt x="80" y="196"/>
                  </a:lnTo>
                  <a:lnTo>
                    <a:pt x="80" y="197"/>
                  </a:lnTo>
                  <a:lnTo>
                    <a:pt x="80" y="199"/>
                  </a:lnTo>
                  <a:lnTo>
                    <a:pt x="82" y="202"/>
                  </a:lnTo>
                  <a:lnTo>
                    <a:pt x="82" y="203"/>
                  </a:lnTo>
                  <a:lnTo>
                    <a:pt x="82" y="204"/>
                  </a:lnTo>
                  <a:lnTo>
                    <a:pt x="83" y="206"/>
                  </a:lnTo>
                  <a:lnTo>
                    <a:pt x="83" y="209"/>
                  </a:lnTo>
                  <a:lnTo>
                    <a:pt x="84" y="210"/>
                  </a:lnTo>
                  <a:lnTo>
                    <a:pt x="84" y="213"/>
                  </a:lnTo>
                  <a:lnTo>
                    <a:pt x="86" y="214"/>
                  </a:lnTo>
                  <a:lnTo>
                    <a:pt x="86" y="217"/>
                  </a:lnTo>
                  <a:lnTo>
                    <a:pt x="87" y="219"/>
                  </a:lnTo>
                  <a:lnTo>
                    <a:pt x="87" y="222"/>
                  </a:lnTo>
                  <a:lnTo>
                    <a:pt x="89" y="223"/>
                  </a:lnTo>
                  <a:lnTo>
                    <a:pt x="89" y="225"/>
                  </a:lnTo>
                  <a:lnTo>
                    <a:pt x="89" y="227"/>
                  </a:lnTo>
                  <a:lnTo>
                    <a:pt x="90" y="229"/>
                  </a:lnTo>
                  <a:lnTo>
                    <a:pt x="90" y="230"/>
                  </a:lnTo>
                  <a:lnTo>
                    <a:pt x="90" y="232"/>
                  </a:lnTo>
                  <a:lnTo>
                    <a:pt x="92" y="233"/>
                  </a:lnTo>
                  <a:lnTo>
                    <a:pt x="92" y="235"/>
                  </a:lnTo>
                  <a:lnTo>
                    <a:pt x="92" y="236"/>
                  </a:lnTo>
                  <a:lnTo>
                    <a:pt x="92" y="237"/>
                  </a:lnTo>
                  <a:lnTo>
                    <a:pt x="93" y="239"/>
                  </a:lnTo>
                  <a:lnTo>
                    <a:pt x="93" y="240"/>
                  </a:lnTo>
                  <a:lnTo>
                    <a:pt x="93" y="242"/>
                  </a:lnTo>
                  <a:lnTo>
                    <a:pt x="93" y="243"/>
                  </a:lnTo>
                  <a:lnTo>
                    <a:pt x="93" y="245"/>
                  </a:lnTo>
                  <a:lnTo>
                    <a:pt x="93" y="246"/>
                  </a:lnTo>
                  <a:lnTo>
                    <a:pt x="95" y="248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5" y="252"/>
                  </a:lnTo>
                  <a:lnTo>
                    <a:pt x="95" y="255"/>
                  </a:lnTo>
                  <a:lnTo>
                    <a:pt x="95" y="256"/>
                  </a:lnTo>
                  <a:lnTo>
                    <a:pt x="95" y="258"/>
                  </a:lnTo>
                  <a:lnTo>
                    <a:pt x="95" y="259"/>
                  </a:lnTo>
                  <a:lnTo>
                    <a:pt x="96" y="260"/>
                  </a:lnTo>
                  <a:lnTo>
                    <a:pt x="96" y="263"/>
                  </a:lnTo>
                  <a:lnTo>
                    <a:pt x="96" y="265"/>
                  </a:lnTo>
                  <a:lnTo>
                    <a:pt x="96" y="268"/>
                  </a:lnTo>
                  <a:lnTo>
                    <a:pt x="96" y="269"/>
                  </a:lnTo>
                  <a:lnTo>
                    <a:pt x="96" y="270"/>
                  </a:lnTo>
                  <a:lnTo>
                    <a:pt x="96" y="272"/>
                  </a:lnTo>
                  <a:lnTo>
                    <a:pt x="96" y="273"/>
                  </a:lnTo>
                  <a:lnTo>
                    <a:pt x="96" y="275"/>
                  </a:lnTo>
                  <a:lnTo>
                    <a:pt x="96" y="276"/>
                  </a:lnTo>
                  <a:lnTo>
                    <a:pt x="96" y="278"/>
                  </a:lnTo>
                  <a:lnTo>
                    <a:pt x="97" y="279"/>
                  </a:lnTo>
                  <a:lnTo>
                    <a:pt x="97" y="281"/>
                  </a:lnTo>
                  <a:lnTo>
                    <a:pt x="97" y="282"/>
                  </a:lnTo>
                  <a:lnTo>
                    <a:pt x="97" y="283"/>
                  </a:lnTo>
                  <a:lnTo>
                    <a:pt x="97" y="285"/>
                  </a:lnTo>
                  <a:lnTo>
                    <a:pt x="97" y="286"/>
                  </a:lnTo>
                  <a:lnTo>
                    <a:pt x="97" y="288"/>
                  </a:lnTo>
                  <a:lnTo>
                    <a:pt x="97" y="289"/>
                  </a:lnTo>
                  <a:lnTo>
                    <a:pt x="99" y="291"/>
                  </a:lnTo>
                  <a:lnTo>
                    <a:pt x="99" y="292"/>
                  </a:lnTo>
                  <a:lnTo>
                    <a:pt x="99" y="293"/>
                  </a:lnTo>
                  <a:lnTo>
                    <a:pt x="99" y="295"/>
                  </a:lnTo>
                  <a:lnTo>
                    <a:pt x="99" y="296"/>
                  </a:lnTo>
                  <a:lnTo>
                    <a:pt x="100" y="298"/>
                  </a:lnTo>
                  <a:lnTo>
                    <a:pt x="100" y="299"/>
                  </a:lnTo>
                  <a:lnTo>
                    <a:pt x="100" y="301"/>
                  </a:lnTo>
                  <a:lnTo>
                    <a:pt x="100" y="302"/>
                  </a:lnTo>
                  <a:lnTo>
                    <a:pt x="100" y="304"/>
                  </a:lnTo>
                  <a:lnTo>
                    <a:pt x="100" y="305"/>
                  </a:lnTo>
                  <a:lnTo>
                    <a:pt x="102" y="305"/>
                  </a:lnTo>
                  <a:lnTo>
                    <a:pt x="102" y="306"/>
                  </a:lnTo>
                  <a:lnTo>
                    <a:pt x="102" y="308"/>
                  </a:lnTo>
                  <a:lnTo>
                    <a:pt x="102" y="309"/>
                  </a:lnTo>
                  <a:lnTo>
                    <a:pt x="102" y="311"/>
                  </a:lnTo>
                  <a:lnTo>
                    <a:pt x="102" y="312"/>
                  </a:lnTo>
                  <a:lnTo>
                    <a:pt x="102" y="314"/>
                  </a:lnTo>
                  <a:lnTo>
                    <a:pt x="102" y="315"/>
                  </a:lnTo>
                  <a:lnTo>
                    <a:pt x="102" y="316"/>
                  </a:lnTo>
                  <a:lnTo>
                    <a:pt x="102" y="318"/>
                  </a:lnTo>
                  <a:lnTo>
                    <a:pt x="102" y="319"/>
                  </a:lnTo>
                  <a:lnTo>
                    <a:pt x="102" y="321"/>
                  </a:lnTo>
                  <a:lnTo>
                    <a:pt x="102" y="322"/>
                  </a:lnTo>
                  <a:lnTo>
                    <a:pt x="102" y="324"/>
                  </a:lnTo>
                  <a:lnTo>
                    <a:pt x="102" y="325"/>
                  </a:lnTo>
                  <a:lnTo>
                    <a:pt x="102" y="327"/>
                  </a:lnTo>
                  <a:lnTo>
                    <a:pt x="102" y="329"/>
                  </a:lnTo>
                  <a:lnTo>
                    <a:pt x="102" y="331"/>
                  </a:lnTo>
                  <a:lnTo>
                    <a:pt x="102" y="334"/>
                  </a:lnTo>
                  <a:lnTo>
                    <a:pt x="102" y="335"/>
                  </a:lnTo>
                  <a:lnTo>
                    <a:pt x="102" y="338"/>
                  </a:lnTo>
                  <a:lnTo>
                    <a:pt x="100" y="341"/>
                  </a:lnTo>
                  <a:lnTo>
                    <a:pt x="100" y="34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5">
              <a:extLst>
                <a:ext uri="{FF2B5EF4-FFF2-40B4-BE49-F238E27FC236}">
                  <a16:creationId xmlns:a16="http://schemas.microsoft.com/office/drawing/2014/main" id="{EF467949-C363-41C0-819A-8CB536EE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400" y="5527675"/>
              <a:ext cx="80962" cy="273050"/>
            </a:xfrm>
            <a:custGeom>
              <a:avLst/>
              <a:gdLst>
                <a:gd name="T0" fmla="*/ 2147483646 w 102"/>
                <a:gd name="T1" fmla="*/ 2147483646 h 343"/>
                <a:gd name="T2" fmla="*/ 2147483646 w 102"/>
                <a:gd name="T3" fmla="*/ 2147483646 h 343"/>
                <a:gd name="T4" fmla="*/ 2147483646 w 102"/>
                <a:gd name="T5" fmla="*/ 2147483646 h 343"/>
                <a:gd name="T6" fmla="*/ 2147483646 w 102"/>
                <a:gd name="T7" fmla="*/ 2147483646 h 343"/>
                <a:gd name="T8" fmla="*/ 2147483646 w 102"/>
                <a:gd name="T9" fmla="*/ 2147483646 h 343"/>
                <a:gd name="T10" fmla="*/ 2147483646 w 102"/>
                <a:gd name="T11" fmla="*/ 2147483646 h 343"/>
                <a:gd name="T12" fmla="*/ 2147483646 w 102"/>
                <a:gd name="T13" fmla="*/ 2147483646 h 343"/>
                <a:gd name="T14" fmla="*/ 2147483646 w 102"/>
                <a:gd name="T15" fmla="*/ 2147483646 h 343"/>
                <a:gd name="T16" fmla="*/ 2147483646 w 102"/>
                <a:gd name="T17" fmla="*/ 2147483646 h 343"/>
                <a:gd name="T18" fmla="*/ 2147483646 w 102"/>
                <a:gd name="T19" fmla="*/ 2147483646 h 343"/>
                <a:gd name="T20" fmla="*/ 2147483646 w 102"/>
                <a:gd name="T21" fmla="*/ 2147483646 h 343"/>
                <a:gd name="T22" fmla="*/ 2147483646 w 102"/>
                <a:gd name="T23" fmla="*/ 2147483646 h 343"/>
                <a:gd name="T24" fmla="*/ 2147483646 w 102"/>
                <a:gd name="T25" fmla="*/ 2147483646 h 343"/>
                <a:gd name="T26" fmla="*/ 2147483646 w 102"/>
                <a:gd name="T27" fmla="*/ 2147483646 h 343"/>
                <a:gd name="T28" fmla="*/ 2147483646 w 102"/>
                <a:gd name="T29" fmla="*/ 2147483646 h 343"/>
                <a:gd name="T30" fmla="*/ 2147483646 w 102"/>
                <a:gd name="T31" fmla="*/ 2147483646 h 343"/>
                <a:gd name="T32" fmla="*/ 2147483646 w 102"/>
                <a:gd name="T33" fmla="*/ 2147483646 h 343"/>
                <a:gd name="T34" fmla="*/ 2147483646 w 102"/>
                <a:gd name="T35" fmla="*/ 2147483646 h 343"/>
                <a:gd name="T36" fmla="*/ 2147483646 w 102"/>
                <a:gd name="T37" fmla="*/ 2147483646 h 343"/>
                <a:gd name="T38" fmla="*/ 2147483646 w 102"/>
                <a:gd name="T39" fmla="*/ 2147483646 h 343"/>
                <a:gd name="T40" fmla="*/ 2147483646 w 102"/>
                <a:gd name="T41" fmla="*/ 2147483646 h 343"/>
                <a:gd name="T42" fmla="*/ 2147483646 w 102"/>
                <a:gd name="T43" fmla="*/ 2147483646 h 343"/>
                <a:gd name="T44" fmla="*/ 2147483646 w 102"/>
                <a:gd name="T45" fmla="*/ 2147483646 h 343"/>
                <a:gd name="T46" fmla="*/ 2147483646 w 102"/>
                <a:gd name="T47" fmla="*/ 2147483646 h 343"/>
                <a:gd name="T48" fmla="*/ 2147483646 w 102"/>
                <a:gd name="T49" fmla="*/ 2147483646 h 343"/>
                <a:gd name="T50" fmla="*/ 2147483646 w 102"/>
                <a:gd name="T51" fmla="*/ 2147483646 h 343"/>
                <a:gd name="T52" fmla="*/ 2147483646 w 102"/>
                <a:gd name="T53" fmla="*/ 2147483646 h 343"/>
                <a:gd name="T54" fmla="*/ 2147483646 w 102"/>
                <a:gd name="T55" fmla="*/ 2147483646 h 343"/>
                <a:gd name="T56" fmla="*/ 2147483646 w 102"/>
                <a:gd name="T57" fmla="*/ 2147483646 h 343"/>
                <a:gd name="T58" fmla="*/ 2147483646 w 102"/>
                <a:gd name="T59" fmla="*/ 2147483646 h 343"/>
                <a:gd name="T60" fmla="*/ 2147483646 w 102"/>
                <a:gd name="T61" fmla="*/ 2147483646 h 343"/>
                <a:gd name="T62" fmla="*/ 2147483646 w 102"/>
                <a:gd name="T63" fmla="*/ 2147483646 h 343"/>
                <a:gd name="T64" fmla="*/ 2147483646 w 102"/>
                <a:gd name="T65" fmla="*/ 2147483646 h 343"/>
                <a:gd name="T66" fmla="*/ 2147483646 w 102"/>
                <a:gd name="T67" fmla="*/ 2147483646 h 343"/>
                <a:gd name="T68" fmla="*/ 2147483646 w 102"/>
                <a:gd name="T69" fmla="*/ 2147483646 h 343"/>
                <a:gd name="T70" fmla="*/ 2147483646 w 102"/>
                <a:gd name="T71" fmla="*/ 2147483646 h 343"/>
                <a:gd name="T72" fmla="*/ 2147483646 w 102"/>
                <a:gd name="T73" fmla="*/ 2147483646 h 343"/>
                <a:gd name="T74" fmla="*/ 2147483646 w 102"/>
                <a:gd name="T75" fmla="*/ 2147483646 h 343"/>
                <a:gd name="T76" fmla="*/ 2147483646 w 102"/>
                <a:gd name="T77" fmla="*/ 2147483646 h 343"/>
                <a:gd name="T78" fmla="*/ 2147483646 w 102"/>
                <a:gd name="T79" fmla="*/ 2147483646 h 343"/>
                <a:gd name="T80" fmla="*/ 2147483646 w 102"/>
                <a:gd name="T81" fmla="*/ 2147483646 h 343"/>
                <a:gd name="T82" fmla="*/ 2147483646 w 102"/>
                <a:gd name="T83" fmla="*/ 2147483646 h 343"/>
                <a:gd name="T84" fmla="*/ 2147483646 w 102"/>
                <a:gd name="T85" fmla="*/ 2147483646 h 343"/>
                <a:gd name="T86" fmla="*/ 2147483646 w 102"/>
                <a:gd name="T87" fmla="*/ 2147483646 h 343"/>
                <a:gd name="T88" fmla="*/ 2147483646 w 102"/>
                <a:gd name="T89" fmla="*/ 2147483646 h 343"/>
                <a:gd name="T90" fmla="*/ 2147483646 w 102"/>
                <a:gd name="T91" fmla="*/ 2147483646 h 343"/>
                <a:gd name="T92" fmla="*/ 2147483646 w 102"/>
                <a:gd name="T93" fmla="*/ 2147483646 h 343"/>
                <a:gd name="T94" fmla="*/ 2147483646 w 102"/>
                <a:gd name="T95" fmla="*/ 2147483646 h 343"/>
                <a:gd name="T96" fmla="*/ 2147483646 w 102"/>
                <a:gd name="T97" fmla="*/ 2147483646 h 343"/>
                <a:gd name="T98" fmla="*/ 2147483646 w 102"/>
                <a:gd name="T99" fmla="*/ 2147483646 h 343"/>
                <a:gd name="T100" fmla="*/ 2147483646 w 102"/>
                <a:gd name="T101" fmla="*/ 2147483646 h 343"/>
                <a:gd name="T102" fmla="*/ 2147483646 w 102"/>
                <a:gd name="T103" fmla="*/ 2147483646 h 343"/>
                <a:gd name="T104" fmla="*/ 2147483646 w 102"/>
                <a:gd name="T105" fmla="*/ 2147483646 h 343"/>
                <a:gd name="T106" fmla="*/ 2147483646 w 102"/>
                <a:gd name="T107" fmla="*/ 2147483646 h 343"/>
                <a:gd name="T108" fmla="*/ 2147483646 w 102"/>
                <a:gd name="T109" fmla="*/ 2147483646 h 343"/>
                <a:gd name="T110" fmla="*/ 2147483646 w 102"/>
                <a:gd name="T111" fmla="*/ 2147483646 h 343"/>
                <a:gd name="T112" fmla="*/ 2147483646 w 102"/>
                <a:gd name="T113" fmla="*/ 2147483646 h 34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2"/>
                <a:gd name="T172" fmla="*/ 0 h 343"/>
                <a:gd name="T173" fmla="*/ 102 w 102"/>
                <a:gd name="T174" fmla="*/ 343 h 343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2" h="343">
                  <a:moveTo>
                    <a:pt x="0" y="343"/>
                  </a:moveTo>
                  <a:lnTo>
                    <a:pt x="3" y="339"/>
                  </a:lnTo>
                  <a:lnTo>
                    <a:pt x="4" y="336"/>
                  </a:lnTo>
                  <a:lnTo>
                    <a:pt x="5" y="333"/>
                  </a:lnTo>
                  <a:lnTo>
                    <a:pt x="8" y="329"/>
                  </a:lnTo>
                  <a:lnTo>
                    <a:pt x="10" y="326"/>
                  </a:lnTo>
                  <a:lnTo>
                    <a:pt x="11" y="325"/>
                  </a:lnTo>
                  <a:lnTo>
                    <a:pt x="13" y="322"/>
                  </a:lnTo>
                  <a:lnTo>
                    <a:pt x="14" y="319"/>
                  </a:lnTo>
                  <a:lnTo>
                    <a:pt x="15" y="318"/>
                  </a:lnTo>
                  <a:lnTo>
                    <a:pt x="17" y="315"/>
                  </a:lnTo>
                  <a:lnTo>
                    <a:pt x="17" y="313"/>
                  </a:lnTo>
                  <a:lnTo>
                    <a:pt x="18" y="310"/>
                  </a:lnTo>
                  <a:lnTo>
                    <a:pt x="20" y="309"/>
                  </a:lnTo>
                  <a:lnTo>
                    <a:pt x="20" y="307"/>
                  </a:lnTo>
                  <a:lnTo>
                    <a:pt x="21" y="306"/>
                  </a:lnTo>
                  <a:lnTo>
                    <a:pt x="21" y="305"/>
                  </a:lnTo>
                  <a:lnTo>
                    <a:pt x="23" y="303"/>
                  </a:lnTo>
                  <a:lnTo>
                    <a:pt x="23" y="302"/>
                  </a:lnTo>
                  <a:lnTo>
                    <a:pt x="24" y="300"/>
                  </a:lnTo>
                  <a:lnTo>
                    <a:pt x="24" y="299"/>
                  </a:lnTo>
                  <a:lnTo>
                    <a:pt x="26" y="297"/>
                  </a:lnTo>
                  <a:lnTo>
                    <a:pt x="26" y="296"/>
                  </a:lnTo>
                  <a:lnTo>
                    <a:pt x="27" y="295"/>
                  </a:lnTo>
                  <a:lnTo>
                    <a:pt x="27" y="293"/>
                  </a:lnTo>
                  <a:lnTo>
                    <a:pt x="27" y="292"/>
                  </a:lnTo>
                  <a:lnTo>
                    <a:pt x="28" y="290"/>
                  </a:lnTo>
                  <a:lnTo>
                    <a:pt x="28" y="289"/>
                  </a:lnTo>
                  <a:lnTo>
                    <a:pt x="30" y="287"/>
                  </a:lnTo>
                  <a:lnTo>
                    <a:pt x="30" y="286"/>
                  </a:lnTo>
                  <a:lnTo>
                    <a:pt x="31" y="284"/>
                  </a:lnTo>
                  <a:lnTo>
                    <a:pt x="31" y="283"/>
                  </a:lnTo>
                  <a:lnTo>
                    <a:pt x="33" y="280"/>
                  </a:lnTo>
                  <a:lnTo>
                    <a:pt x="33" y="279"/>
                  </a:lnTo>
                  <a:lnTo>
                    <a:pt x="34" y="277"/>
                  </a:lnTo>
                  <a:lnTo>
                    <a:pt x="34" y="274"/>
                  </a:lnTo>
                  <a:lnTo>
                    <a:pt x="36" y="273"/>
                  </a:lnTo>
                  <a:lnTo>
                    <a:pt x="36" y="272"/>
                  </a:lnTo>
                  <a:lnTo>
                    <a:pt x="37" y="270"/>
                  </a:lnTo>
                  <a:lnTo>
                    <a:pt x="37" y="269"/>
                  </a:lnTo>
                  <a:lnTo>
                    <a:pt x="38" y="267"/>
                  </a:lnTo>
                  <a:lnTo>
                    <a:pt x="38" y="266"/>
                  </a:lnTo>
                  <a:lnTo>
                    <a:pt x="40" y="264"/>
                  </a:lnTo>
                  <a:lnTo>
                    <a:pt x="40" y="263"/>
                  </a:lnTo>
                  <a:lnTo>
                    <a:pt x="40" y="261"/>
                  </a:lnTo>
                  <a:lnTo>
                    <a:pt x="41" y="260"/>
                  </a:lnTo>
                  <a:lnTo>
                    <a:pt x="41" y="259"/>
                  </a:lnTo>
                  <a:lnTo>
                    <a:pt x="43" y="257"/>
                  </a:lnTo>
                  <a:lnTo>
                    <a:pt x="43" y="256"/>
                  </a:lnTo>
                  <a:lnTo>
                    <a:pt x="43" y="254"/>
                  </a:lnTo>
                  <a:lnTo>
                    <a:pt x="44" y="253"/>
                  </a:lnTo>
                  <a:lnTo>
                    <a:pt x="44" y="251"/>
                  </a:lnTo>
                  <a:lnTo>
                    <a:pt x="46" y="250"/>
                  </a:lnTo>
                  <a:lnTo>
                    <a:pt x="46" y="249"/>
                  </a:lnTo>
                  <a:lnTo>
                    <a:pt x="46" y="247"/>
                  </a:lnTo>
                  <a:lnTo>
                    <a:pt x="47" y="246"/>
                  </a:lnTo>
                  <a:lnTo>
                    <a:pt x="47" y="243"/>
                  </a:lnTo>
                  <a:lnTo>
                    <a:pt x="49" y="241"/>
                  </a:lnTo>
                  <a:lnTo>
                    <a:pt x="49" y="240"/>
                  </a:lnTo>
                  <a:lnTo>
                    <a:pt x="50" y="237"/>
                  </a:lnTo>
                  <a:lnTo>
                    <a:pt x="50" y="236"/>
                  </a:lnTo>
                  <a:lnTo>
                    <a:pt x="51" y="233"/>
                  </a:lnTo>
                  <a:lnTo>
                    <a:pt x="53" y="231"/>
                  </a:lnTo>
                  <a:lnTo>
                    <a:pt x="53" y="228"/>
                  </a:lnTo>
                  <a:lnTo>
                    <a:pt x="54" y="227"/>
                  </a:lnTo>
                  <a:lnTo>
                    <a:pt x="54" y="224"/>
                  </a:lnTo>
                  <a:lnTo>
                    <a:pt x="56" y="223"/>
                  </a:lnTo>
                  <a:lnTo>
                    <a:pt x="56" y="221"/>
                  </a:lnTo>
                  <a:lnTo>
                    <a:pt x="57" y="220"/>
                  </a:lnTo>
                  <a:lnTo>
                    <a:pt x="57" y="217"/>
                  </a:lnTo>
                  <a:lnTo>
                    <a:pt x="57" y="215"/>
                  </a:lnTo>
                  <a:lnTo>
                    <a:pt x="59" y="214"/>
                  </a:lnTo>
                  <a:lnTo>
                    <a:pt x="59" y="213"/>
                  </a:lnTo>
                  <a:lnTo>
                    <a:pt x="60" y="213"/>
                  </a:lnTo>
                  <a:lnTo>
                    <a:pt x="60" y="211"/>
                  </a:lnTo>
                  <a:lnTo>
                    <a:pt x="60" y="210"/>
                  </a:lnTo>
                  <a:lnTo>
                    <a:pt x="60" y="208"/>
                  </a:lnTo>
                  <a:lnTo>
                    <a:pt x="61" y="207"/>
                  </a:lnTo>
                  <a:lnTo>
                    <a:pt x="61" y="205"/>
                  </a:lnTo>
                  <a:lnTo>
                    <a:pt x="61" y="204"/>
                  </a:lnTo>
                  <a:lnTo>
                    <a:pt x="63" y="203"/>
                  </a:lnTo>
                  <a:lnTo>
                    <a:pt x="63" y="201"/>
                  </a:lnTo>
                  <a:lnTo>
                    <a:pt x="64" y="200"/>
                  </a:lnTo>
                  <a:lnTo>
                    <a:pt x="64" y="198"/>
                  </a:lnTo>
                  <a:lnTo>
                    <a:pt x="64" y="197"/>
                  </a:lnTo>
                  <a:lnTo>
                    <a:pt x="64" y="195"/>
                  </a:lnTo>
                  <a:lnTo>
                    <a:pt x="66" y="192"/>
                  </a:lnTo>
                  <a:lnTo>
                    <a:pt x="66" y="191"/>
                  </a:lnTo>
                  <a:lnTo>
                    <a:pt x="67" y="190"/>
                  </a:lnTo>
                  <a:lnTo>
                    <a:pt x="67" y="188"/>
                  </a:lnTo>
                  <a:lnTo>
                    <a:pt x="69" y="185"/>
                  </a:lnTo>
                  <a:lnTo>
                    <a:pt x="69" y="182"/>
                  </a:lnTo>
                  <a:lnTo>
                    <a:pt x="69" y="181"/>
                  </a:lnTo>
                  <a:lnTo>
                    <a:pt x="70" y="178"/>
                  </a:lnTo>
                  <a:lnTo>
                    <a:pt x="70" y="177"/>
                  </a:lnTo>
                  <a:lnTo>
                    <a:pt x="72" y="174"/>
                  </a:lnTo>
                  <a:lnTo>
                    <a:pt x="72" y="172"/>
                  </a:lnTo>
                  <a:lnTo>
                    <a:pt x="73" y="171"/>
                  </a:lnTo>
                  <a:lnTo>
                    <a:pt x="73" y="168"/>
                  </a:lnTo>
                  <a:lnTo>
                    <a:pt x="73" y="167"/>
                  </a:lnTo>
                  <a:lnTo>
                    <a:pt x="74" y="165"/>
                  </a:lnTo>
                  <a:lnTo>
                    <a:pt x="74" y="164"/>
                  </a:lnTo>
                  <a:lnTo>
                    <a:pt x="74" y="162"/>
                  </a:lnTo>
                  <a:lnTo>
                    <a:pt x="76" y="161"/>
                  </a:lnTo>
                  <a:lnTo>
                    <a:pt x="76" y="159"/>
                  </a:lnTo>
                  <a:lnTo>
                    <a:pt x="76" y="158"/>
                  </a:lnTo>
                  <a:lnTo>
                    <a:pt x="77" y="158"/>
                  </a:lnTo>
                  <a:lnTo>
                    <a:pt x="77" y="157"/>
                  </a:lnTo>
                  <a:lnTo>
                    <a:pt x="77" y="155"/>
                  </a:lnTo>
                  <a:lnTo>
                    <a:pt x="77" y="154"/>
                  </a:lnTo>
                  <a:lnTo>
                    <a:pt x="79" y="152"/>
                  </a:lnTo>
                  <a:lnTo>
                    <a:pt x="79" y="151"/>
                  </a:lnTo>
                  <a:lnTo>
                    <a:pt x="79" y="149"/>
                  </a:lnTo>
                  <a:lnTo>
                    <a:pt x="79" y="148"/>
                  </a:lnTo>
                  <a:lnTo>
                    <a:pt x="80" y="147"/>
                  </a:lnTo>
                  <a:lnTo>
                    <a:pt x="80" y="145"/>
                  </a:lnTo>
                  <a:lnTo>
                    <a:pt x="80" y="144"/>
                  </a:lnTo>
                  <a:lnTo>
                    <a:pt x="82" y="142"/>
                  </a:lnTo>
                  <a:lnTo>
                    <a:pt x="82" y="141"/>
                  </a:lnTo>
                  <a:lnTo>
                    <a:pt x="82" y="139"/>
                  </a:lnTo>
                  <a:lnTo>
                    <a:pt x="83" y="138"/>
                  </a:lnTo>
                  <a:lnTo>
                    <a:pt x="83" y="135"/>
                  </a:lnTo>
                  <a:lnTo>
                    <a:pt x="84" y="134"/>
                  </a:lnTo>
                  <a:lnTo>
                    <a:pt x="84" y="131"/>
                  </a:lnTo>
                  <a:lnTo>
                    <a:pt x="86" y="129"/>
                  </a:lnTo>
                  <a:lnTo>
                    <a:pt x="86" y="126"/>
                  </a:lnTo>
                  <a:lnTo>
                    <a:pt x="87" y="124"/>
                  </a:lnTo>
                  <a:lnTo>
                    <a:pt x="87" y="122"/>
                  </a:lnTo>
                  <a:lnTo>
                    <a:pt x="89" y="121"/>
                  </a:lnTo>
                  <a:lnTo>
                    <a:pt x="89" y="118"/>
                  </a:lnTo>
                  <a:lnTo>
                    <a:pt x="89" y="116"/>
                  </a:lnTo>
                  <a:lnTo>
                    <a:pt x="90" y="115"/>
                  </a:lnTo>
                  <a:lnTo>
                    <a:pt x="90" y="113"/>
                  </a:lnTo>
                  <a:lnTo>
                    <a:pt x="90" y="112"/>
                  </a:lnTo>
                  <a:lnTo>
                    <a:pt x="92" y="111"/>
                  </a:lnTo>
                  <a:lnTo>
                    <a:pt x="92" y="109"/>
                  </a:lnTo>
                  <a:lnTo>
                    <a:pt x="92" y="108"/>
                  </a:lnTo>
                  <a:lnTo>
                    <a:pt x="92" y="106"/>
                  </a:lnTo>
                  <a:lnTo>
                    <a:pt x="93" y="105"/>
                  </a:lnTo>
                  <a:lnTo>
                    <a:pt x="93" y="103"/>
                  </a:lnTo>
                  <a:lnTo>
                    <a:pt x="93" y="102"/>
                  </a:lnTo>
                  <a:lnTo>
                    <a:pt x="93" y="101"/>
                  </a:lnTo>
                  <a:lnTo>
                    <a:pt x="93" y="99"/>
                  </a:lnTo>
                  <a:lnTo>
                    <a:pt x="93" y="98"/>
                  </a:lnTo>
                  <a:lnTo>
                    <a:pt x="95" y="96"/>
                  </a:lnTo>
                  <a:lnTo>
                    <a:pt x="95" y="95"/>
                  </a:lnTo>
                  <a:lnTo>
                    <a:pt x="95" y="93"/>
                  </a:lnTo>
                  <a:lnTo>
                    <a:pt x="95" y="92"/>
                  </a:lnTo>
                  <a:lnTo>
                    <a:pt x="95" y="90"/>
                  </a:lnTo>
                  <a:lnTo>
                    <a:pt x="95" y="89"/>
                  </a:lnTo>
                  <a:lnTo>
                    <a:pt x="95" y="88"/>
                  </a:lnTo>
                  <a:lnTo>
                    <a:pt x="95" y="86"/>
                  </a:lnTo>
                  <a:lnTo>
                    <a:pt x="95" y="85"/>
                  </a:lnTo>
                  <a:lnTo>
                    <a:pt x="96" y="82"/>
                  </a:lnTo>
                  <a:lnTo>
                    <a:pt x="96" y="80"/>
                  </a:lnTo>
                  <a:lnTo>
                    <a:pt x="96" y="78"/>
                  </a:lnTo>
                  <a:lnTo>
                    <a:pt x="96" y="76"/>
                  </a:lnTo>
                  <a:lnTo>
                    <a:pt x="96" y="75"/>
                  </a:lnTo>
                  <a:lnTo>
                    <a:pt x="96" y="73"/>
                  </a:lnTo>
                  <a:lnTo>
                    <a:pt x="96" y="72"/>
                  </a:lnTo>
                  <a:lnTo>
                    <a:pt x="96" y="70"/>
                  </a:lnTo>
                  <a:lnTo>
                    <a:pt x="96" y="69"/>
                  </a:lnTo>
                  <a:lnTo>
                    <a:pt x="96" y="67"/>
                  </a:lnTo>
                  <a:lnTo>
                    <a:pt x="96" y="66"/>
                  </a:lnTo>
                  <a:lnTo>
                    <a:pt x="97" y="65"/>
                  </a:lnTo>
                  <a:lnTo>
                    <a:pt x="97" y="63"/>
                  </a:lnTo>
                  <a:lnTo>
                    <a:pt x="97" y="62"/>
                  </a:lnTo>
                  <a:lnTo>
                    <a:pt x="97" y="60"/>
                  </a:lnTo>
                  <a:lnTo>
                    <a:pt x="97" y="59"/>
                  </a:lnTo>
                  <a:lnTo>
                    <a:pt x="97" y="57"/>
                  </a:lnTo>
                  <a:lnTo>
                    <a:pt x="97" y="56"/>
                  </a:lnTo>
                  <a:lnTo>
                    <a:pt x="97" y="55"/>
                  </a:lnTo>
                  <a:lnTo>
                    <a:pt x="99" y="53"/>
                  </a:lnTo>
                  <a:lnTo>
                    <a:pt x="99" y="52"/>
                  </a:lnTo>
                  <a:lnTo>
                    <a:pt x="99" y="50"/>
                  </a:lnTo>
                  <a:lnTo>
                    <a:pt x="99" y="49"/>
                  </a:lnTo>
                  <a:lnTo>
                    <a:pt x="99" y="47"/>
                  </a:lnTo>
                  <a:lnTo>
                    <a:pt x="99" y="46"/>
                  </a:lnTo>
                  <a:lnTo>
                    <a:pt x="100" y="46"/>
                  </a:lnTo>
                  <a:lnTo>
                    <a:pt x="100" y="44"/>
                  </a:lnTo>
                  <a:lnTo>
                    <a:pt x="100" y="43"/>
                  </a:lnTo>
                  <a:lnTo>
                    <a:pt x="100" y="42"/>
                  </a:lnTo>
                  <a:lnTo>
                    <a:pt x="100" y="40"/>
                  </a:lnTo>
                  <a:lnTo>
                    <a:pt x="100" y="39"/>
                  </a:lnTo>
                  <a:lnTo>
                    <a:pt x="102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2" y="33"/>
                  </a:lnTo>
                  <a:lnTo>
                    <a:pt x="102" y="32"/>
                  </a:lnTo>
                  <a:lnTo>
                    <a:pt x="102" y="30"/>
                  </a:lnTo>
                  <a:lnTo>
                    <a:pt x="102" y="29"/>
                  </a:lnTo>
                  <a:lnTo>
                    <a:pt x="102" y="27"/>
                  </a:lnTo>
                  <a:lnTo>
                    <a:pt x="102" y="26"/>
                  </a:lnTo>
                  <a:lnTo>
                    <a:pt x="102" y="24"/>
                  </a:lnTo>
                  <a:lnTo>
                    <a:pt x="102" y="23"/>
                  </a:lnTo>
                  <a:lnTo>
                    <a:pt x="102" y="21"/>
                  </a:lnTo>
                  <a:lnTo>
                    <a:pt x="102" y="20"/>
                  </a:lnTo>
                  <a:lnTo>
                    <a:pt x="102" y="19"/>
                  </a:lnTo>
                  <a:lnTo>
                    <a:pt x="102" y="17"/>
                  </a:lnTo>
                  <a:lnTo>
                    <a:pt x="102" y="14"/>
                  </a:lnTo>
                  <a:lnTo>
                    <a:pt x="102" y="13"/>
                  </a:lnTo>
                  <a:lnTo>
                    <a:pt x="102" y="10"/>
                  </a:lnTo>
                  <a:lnTo>
                    <a:pt x="102" y="9"/>
                  </a:lnTo>
                  <a:lnTo>
                    <a:pt x="102" y="6"/>
                  </a:lnTo>
                  <a:lnTo>
                    <a:pt x="100" y="3"/>
                  </a:lnTo>
                  <a:lnTo>
                    <a:pt x="1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86">
              <a:extLst>
                <a:ext uri="{FF2B5EF4-FFF2-40B4-BE49-F238E27FC236}">
                  <a16:creationId xmlns:a16="http://schemas.microsoft.com/office/drawing/2014/main" id="{CF866C1D-F34A-48B1-8C05-10816E975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875" y="5656262"/>
              <a:ext cx="70643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87">
              <a:extLst>
                <a:ext uri="{FF2B5EF4-FFF2-40B4-BE49-F238E27FC236}">
                  <a16:creationId xmlns:a16="http://schemas.microsoft.com/office/drawing/2014/main" id="{1F36B819-FF3E-41BB-AD8D-199D3DAB9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962" y="5381625"/>
              <a:ext cx="387350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88">
              <a:extLst>
                <a:ext uri="{FF2B5EF4-FFF2-40B4-BE49-F238E27FC236}">
                  <a16:creationId xmlns:a16="http://schemas.microsoft.com/office/drawing/2014/main" id="{DC432225-44CF-4461-BAE2-524D5F297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037" y="4721225"/>
              <a:ext cx="1368425" cy="250825"/>
            </a:xfrm>
            <a:custGeom>
              <a:avLst/>
              <a:gdLst>
                <a:gd name="T0" fmla="*/ 0 w 1725"/>
                <a:gd name="T1" fmla="*/ 0 h 317"/>
                <a:gd name="T2" fmla="*/ 2147483646 w 1725"/>
                <a:gd name="T3" fmla="*/ 0 h 317"/>
                <a:gd name="T4" fmla="*/ 2147483646 w 1725"/>
                <a:gd name="T5" fmla="*/ 2147483646 h 317"/>
                <a:gd name="T6" fmla="*/ 2147483646 w 1725"/>
                <a:gd name="T7" fmla="*/ 2147483646 h 3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317"/>
                <a:gd name="T14" fmla="*/ 1725 w 1725"/>
                <a:gd name="T15" fmla="*/ 317 h 3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317">
                  <a:moveTo>
                    <a:pt x="0" y="0"/>
                  </a:moveTo>
                  <a:lnTo>
                    <a:pt x="661" y="0"/>
                  </a:lnTo>
                  <a:lnTo>
                    <a:pt x="661" y="317"/>
                  </a:lnTo>
                  <a:lnTo>
                    <a:pt x="1725" y="31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89">
              <a:extLst>
                <a:ext uri="{FF2B5EF4-FFF2-40B4-BE49-F238E27FC236}">
                  <a16:creationId xmlns:a16="http://schemas.microsoft.com/office/drawing/2014/main" id="{C813B90A-2E7B-4C66-888C-94E58AC04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262" y="5291137"/>
              <a:ext cx="1346200" cy="228600"/>
            </a:xfrm>
            <a:custGeom>
              <a:avLst/>
              <a:gdLst>
                <a:gd name="T0" fmla="*/ 0 w 1697"/>
                <a:gd name="T1" fmla="*/ 2147483646 h 287"/>
                <a:gd name="T2" fmla="*/ 2147483646 w 1697"/>
                <a:gd name="T3" fmla="*/ 2147483646 h 287"/>
                <a:gd name="T4" fmla="*/ 2147483646 w 1697"/>
                <a:gd name="T5" fmla="*/ 0 h 287"/>
                <a:gd name="T6" fmla="*/ 2147483646 w 1697"/>
                <a:gd name="T7" fmla="*/ 0 h 2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7"/>
                <a:gd name="T13" fmla="*/ 0 h 287"/>
                <a:gd name="T14" fmla="*/ 1697 w 1697"/>
                <a:gd name="T15" fmla="*/ 287 h 2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7" h="287">
                  <a:moveTo>
                    <a:pt x="0" y="287"/>
                  </a:moveTo>
                  <a:lnTo>
                    <a:pt x="633" y="287"/>
                  </a:lnTo>
                  <a:lnTo>
                    <a:pt x="633" y="0"/>
                  </a:lnTo>
                  <a:lnTo>
                    <a:pt x="169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90">
              <a:extLst>
                <a:ext uri="{FF2B5EF4-FFF2-40B4-BE49-F238E27FC236}">
                  <a16:creationId xmlns:a16="http://schemas.microsoft.com/office/drawing/2014/main" id="{D8CB111E-05BF-4975-81D2-B1D3252F7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5962" y="4857750"/>
              <a:ext cx="1588" cy="523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91">
              <a:extLst>
                <a:ext uri="{FF2B5EF4-FFF2-40B4-BE49-F238E27FC236}">
                  <a16:creationId xmlns:a16="http://schemas.microsoft.com/office/drawing/2014/main" id="{E906EB38-87F2-45A4-A83B-230A4C7A5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6875" y="4583112"/>
              <a:ext cx="1587" cy="10731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92">
              <a:extLst>
                <a:ext uri="{FF2B5EF4-FFF2-40B4-BE49-F238E27FC236}">
                  <a16:creationId xmlns:a16="http://schemas.microsoft.com/office/drawing/2014/main" id="{519C627E-FD0F-4571-B466-786626600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062" y="4560887"/>
              <a:ext cx="46038" cy="46038"/>
            </a:xfrm>
            <a:custGeom>
              <a:avLst/>
              <a:gdLst>
                <a:gd name="T0" fmla="*/ 2147483646 w 58"/>
                <a:gd name="T1" fmla="*/ 0 h 58"/>
                <a:gd name="T2" fmla="*/ 2147483646 w 58"/>
                <a:gd name="T3" fmla="*/ 2147483646 h 58"/>
                <a:gd name="T4" fmla="*/ 2147483646 w 58"/>
                <a:gd name="T5" fmla="*/ 2147483646 h 58"/>
                <a:gd name="T6" fmla="*/ 2147483646 w 58"/>
                <a:gd name="T7" fmla="*/ 2147483646 h 58"/>
                <a:gd name="T8" fmla="*/ 2147483646 w 58"/>
                <a:gd name="T9" fmla="*/ 2147483646 h 58"/>
                <a:gd name="T10" fmla="*/ 2147483646 w 58"/>
                <a:gd name="T11" fmla="*/ 2147483646 h 58"/>
                <a:gd name="T12" fmla="*/ 2147483646 w 58"/>
                <a:gd name="T13" fmla="*/ 2147483646 h 58"/>
                <a:gd name="T14" fmla="*/ 2147483646 w 58"/>
                <a:gd name="T15" fmla="*/ 2147483646 h 58"/>
                <a:gd name="T16" fmla="*/ 2147483646 w 58"/>
                <a:gd name="T17" fmla="*/ 2147483646 h 58"/>
                <a:gd name="T18" fmla="*/ 2147483646 w 58"/>
                <a:gd name="T19" fmla="*/ 2147483646 h 58"/>
                <a:gd name="T20" fmla="*/ 0 w 58"/>
                <a:gd name="T21" fmla="*/ 2147483646 h 58"/>
                <a:gd name="T22" fmla="*/ 0 w 58"/>
                <a:gd name="T23" fmla="*/ 2147483646 h 58"/>
                <a:gd name="T24" fmla="*/ 2147483646 w 58"/>
                <a:gd name="T25" fmla="*/ 2147483646 h 58"/>
                <a:gd name="T26" fmla="*/ 2147483646 w 58"/>
                <a:gd name="T27" fmla="*/ 2147483646 h 58"/>
                <a:gd name="T28" fmla="*/ 2147483646 w 58"/>
                <a:gd name="T29" fmla="*/ 2147483646 h 58"/>
                <a:gd name="T30" fmla="*/ 2147483646 w 58"/>
                <a:gd name="T31" fmla="*/ 2147483646 h 58"/>
                <a:gd name="T32" fmla="*/ 2147483646 w 58"/>
                <a:gd name="T33" fmla="*/ 2147483646 h 58"/>
                <a:gd name="T34" fmla="*/ 2147483646 w 58"/>
                <a:gd name="T35" fmla="*/ 2147483646 h 58"/>
                <a:gd name="T36" fmla="*/ 2147483646 w 58"/>
                <a:gd name="T37" fmla="*/ 2147483646 h 58"/>
                <a:gd name="T38" fmla="*/ 2147483646 w 58"/>
                <a:gd name="T39" fmla="*/ 2147483646 h 58"/>
                <a:gd name="T40" fmla="*/ 2147483646 w 58"/>
                <a:gd name="T41" fmla="*/ 2147483646 h 58"/>
                <a:gd name="T42" fmla="*/ 2147483646 w 58"/>
                <a:gd name="T43" fmla="*/ 2147483646 h 58"/>
                <a:gd name="T44" fmla="*/ 2147483646 w 58"/>
                <a:gd name="T45" fmla="*/ 2147483646 h 58"/>
                <a:gd name="T46" fmla="*/ 2147483646 w 58"/>
                <a:gd name="T47" fmla="*/ 2147483646 h 58"/>
                <a:gd name="T48" fmla="*/ 2147483646 w 58"/>
                <a:gd name="T49" fmla="*/ 2147483646 h 58"/>
                <a:gd name="T50" fmla="*/ 2147483646 w 58"/>
                <a:gd name="T51" fmla="*/ 2147483646 h 58"/>
                <a:gd name="T52" fmla="*/ 2147483646 w 58"/>
                <a:gd name="T53" fmla="*/ 2147483646 h 58"/>
                <a:gd name="T54" fmla="*/ 2147483646 w 58"/>
                <a:gd name="T55" fmla="*/ 2147483646 h 58"/>
                <a:gd name="T56" fmla="*/ 2147483646 w 58"/>
                <a:gd name="T57" fmla="*/ 2147483646 h 58"/>
                <a:gd name="T58" fmla="*/ 2147483646 w 58"/>
                <a:gd name="T59" fmla="*/ 2147483646 h 58"/>
                <a:gd name="T60" fmla="*/ 2147483646 w 58"/>
                <a:gd name="T61" fmla="*/ 2147483646 h 58"/>
                <a:gd name="T62" fmla="*/ 2147483646 w 58"/>
                <a:gd name="T63" fmla="*/ 2147483646 h 58"/>
                <a:gd name="T64" fmla="*/ 2147483646 w 58"/>
                <a:gd name="T65" fmla="*/ 2147483646 h 58"/>
                <a:gd name="T66" fmla="*/ 2147483646 w 58"/>
                <a:gd name="T67" fmla="*/ 2147483646 h 58"/>
                <a:gd name="T68" fmla="*/ 2147483646 w 58"/>
                <a:gd name="T69" fmla="*/ 2147483646 h 58"/>
                <a:gd name="T70" fmla="*/ 2147483646 w 58"/>
                <a:gd name="T71" fmla="*/ 2147483646 h 58"/>
                <a:gd name="T72" fmla="*/ 2147483646 w 58"/>
                <a:gd name="T73" fmla="*/ 2147483646 h 58"/>
                <a:gd name="T74" fmla="*/ 2147483646 w 58"/>
                <a:gd name="T75" fmla="*/ 2147483646 h 58"/>
                <a:gd name="T76" fmla="*/ 2147483646 w 58"/>
                <a:gd name="T77" fmla="*/ 2147483646 h 58"/>
                <a:gd name="T78" fmla="*/ 2147483646 w 58"/>
                <a:gd name="T79" fmla="*/ 2147483646 h 58"/>
                <a:gd name="T80" fmla="*/ 2147483646 w 58"/>
                <a:gd name="T81" fmla="*/ 2147483646 h 58"/>
                <a:gd name="T82" fmla="*/ 2147483646 w 58"/>
                <a:gd name="T83" fmla="*/ 2147483646 h 58"/>
                <a:gd name="T84" fmla="*/ 2147483646 w 58"/>
                <a:gd name="T85" fmla="*/ 2147483646 h 58"/>
                <a:gd name="T86" fmla="*/ 2147483646 w 58"/>
                <a:gd name="T87" fmla="*/ 0 h 58"/>
                <a:gd name="T88" fmla="*/ 2147483646 w 58"/>
                <a:gd name="T89" fmla="*/ 2147483646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8"/>
                <a:gd name="T136" fmla="*/ 0 h 58"/>
                <a:gd name="T137" fmla="*/ 58 w 58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8" h="58">
                  <a:moveTo>
                    <a:pt x="29" y="29"/>
                  </a:moveTo>
                  <a:lnTo>
                    <a:pt x="29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5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2" y="7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10"/>
                  </a:lnTo>
                  <a:lnTo>
                    <a:pt x="7" y="12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3" y="17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2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3" y="39"/>
                  </a:lnTo>
                  <a:lnTo>
                    <a:pt x="3" y="40"/>
                  </a:lnTo>
                  <a:lnTo>
                    <a:pt x="3" y="42"/>
                  </a:lnTo>
                  <a:lnTo>
                    <a:pt x="5" y="43"/>
                  </a:lnTo>
                  <a:lnTo>
                    <a:pt x="5" y="45"/>
                  </a:lnTo>
                  <a:lnTo>
                    <a:pt x="6" y="45"/>
                  </a:lnTo>
                  <a:lnTo>
                    <a:pt x="6" y="46"/>
                  </a:lnTo>
                  <a:lnTo>
                    <a:pt x="7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10" y="51"/>
                  </a:lnTo>
                  <a:lnTo>
                    <a:pt x="12" y="52"/>
                  </a:lnTo>
                  <a:lnTo>
                    <a:pt x="13" y="53"/>
                  </a:lnTo>
                  <a:lnTo>
                    <a:pt x="15" y="53"/>
                  </a:lnTo>
                  <a:lnTo>
                    <a:pt x="16" y="55"/>
                  </a:lnTo>
                  <a:lnTo>
                    <a:pt x="18" y="55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5" y="58"/>
                  </a:lnTo>
                  <a:lnTo>
                    <a:pt x="26" y="58"/>
                  </a:lnTo>
                  <a:lnTo>
                    <a:pt x="28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5" y="58"/>
                  </a:lnTo>
                  <a:lnTo>
                    <a:pt x="36" y="58"/>
                  </a:lnTo>
                  <a:lnTo>
                    <a:pt x="38" y="56"/>
                  </a:lnTo>
                  <a:lnTo>
                    <a:pt x="39" y="56"/>
                  </a:lnTo>
                  <a:lnTo>
                    <a:pt x="41" y="56"/>
                  </a:lnTo>
                  <a:lnTo>
                    <a:pt x="42" y="55"/>
                  </a:lnTo>
                  <a:lnTo>
                    <a:pt x="43" y="55"/>
                  </a:lnTo>
                  <a:lnTo>
                    <a:pt x="45" y="53"/>
                  </a:lnTo>
                  <a:lnTo>
                    <a:pt x="46" y="52"/>
                  </a:lnTo>
                  <a:lnTo>
                    <a:pt x="48" y="52"/>
                  </a:lnTo>
                  <a:lnTo>
                    <a:pt x="49" y="51"/>
                  </a:lnTo>
                  <a:lnTo>
                    <a:pt x="49" y="49"/>
                  </a:lnTo>
                  <a:lnTo>
                    <a:pt x="51" y="49"/>
                  </a:lnTo>
                  <a:lnTo>
                    <a:pt x="52" y="48"/>
                  </a:lnTo>
                  <a:lnTo>
                    <a:pt x="52" y="46"/>
                  </a:lnTo>
                  <a:lnTo>
                    <a:pt x="53" y="45"/>
                  </a:lnTo>
                  <a:lnTo>
                    <a:pt x="55" y="43"/>
                  </a:lnTo>
                  <a:lnTo>
                    <a:pt x="55" y="42"/>
                  </a:lnTo>
                  <a:lnTo>
                    <a:pt x="56" y="40"/>
                  </a:lnTo>
                  <a:lnTo>
                    <a:pt x="56" y="39"/>
                  </a:lnTo>
                  <a:lnTo>
                    <a:pt x="56" y="38"/>
                  </a:lnTo>
                  <a:lnTo>
                    <a:pt x="58" y="36"/>
                  </a:lnTo>
                  <a:lnTo>
                    <a:pt x="58" y="35"/>
                  </a:lnTo>
                  <a:lnTo>
                    <a:pt x="58" y="33"/>
                  </a:lnTo>
                  <a:lnTo>
                    <a:pt x="58" y="32"/>
                  </a:lnTo>
                  <a:lnTo>
                    <a:pt x="58" y="30"/>
                  </a:lnTo>
                  <a:lnTo>
                    <a:pt x="58" y="29"/>
                  </a:lnTo>
                  <a:lnTo>
                    <a:pt x="58" y="28"/>
                  </a:lnTo>
                  <a:lnTo>
                    <a:pt x="58" y="26"/>
                  </a:lnTo>
                  <a:lnTo>
                    <a:pt x="58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56" y="20"/>
                  </a:lnTo>
                  <a:lnTo>
                    <a:pt x="56" y="19"/>
                  </a:lnTo>
                  <a:lnTo>
                    <a:pt x="56" y="17"/>
                  </a:lnTo>
                  <a:lnTo>
                    <a:pt x="55" y="17"/>
                  </a:lnTo>
                  <a:lnTo>
                    <a:pt x="55" y="16"/>
                  </a:lnTo>
                  <a:lnTo>
                    <a:pt x="53" y="15"/>
                  </a:lnTo>
                  <a:lnTo>
                    <a:pt x="53" y="13"/>
                  </a:lnTo>
                  <a:lnTo>
                    <a:pt x="52" y="12"/>
                  </a:lnTo>
                  <a:lnTo>
                    <a:pt x="51" y="10"/>
                  </a:lnTo>
                  <a:lnTo>
                    <a:pt x="49" y="9"/>
                  </a:lnTo>
                  <a:lnTo>
                    <a:pt x="49" y="7"/>
                  </a:lnTo>
                  <a:lnTo>
                    <a:pt x="48" y="7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5" y="5"/>
                  </a:lnTo>
                  <a:lnTo>
                    <a:pt x="43" y="5"/>
                  </a:lnTo>
                  <a:lnTo>
                    <a:pt x="42" y="3"/>
                  </a:lnTo>
                  <a:lnTo>
                    <a:pt x="41" y="3"/>
                  </a:lnTo>
                  <a:lnTo>
                    <a:pt x="39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3">
              <a:extLst>
                <a:ext uri="{FF2B5EF4-FFF2-40B4-BE49-F238E27FC236}">
                  <a16:creationId xmlns:a16="http://schemas.microsoft.com/office/drawing/2014/main" id="{5EEEC082-92C3-492B-A1A6-52DCF5E3A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587" y="4546600"/>
              <a:ext cx="55563" cy="57150"/>
            </a:xfrm>
            <a:custGeom>
              <a:avLst/>
              <a:gdLst>
                <a:gd name="T0" fmla="*/ 2147483646 w 70"/>
                <a:gd name="T1" fmla="*/ 0 h 70"/>
                <a:gd name="T2" fmla="*/ 2147483646 w 70"/>
                <a:gd name="T3" fmla="*/ 2147483646 h 70"/>
                <a:gd name="T4" fmla="*/ 2147483646 w 70"/>
                <a:gd name="T5" fmla="*/ 2147483646 h 70"/>
                <a:gd name="T6" fmla="*/ 2147483646 w 70"/>
                <a:gd name="T7" fmla="*/ 2147483646 h 70"/>
                <a:gd name="T8" fmla="*/ 2147483646 w 70"/>
                <a:gd name="T9" fmla="*/ 2147483646 h 70"/>
                <a:gd name="T10" fmla="*/ 2147483646 w 70"/>
                <a:gd name="T11" fmla="*/ 2147483646 h 70"/>
                <a:gd name="T12" fmla="*/ 2147483646 w 70"/>
                <a:gd name="T13" fmla="*/ 2147483646 h 70"/>
                <a:gd name="T14" fmla="*/ 2147483646 w 70"/>
                <a:gd name="T15" fmla="*/ 2147483646 h 70"/>
                <a:gd name="T16" fmla="*/ 2147483646 w 70"/>
                <a:gd name="T17" fmla="*/ 2147483646 h 70"/>
                <a:gd name="T18" fmla="*/ 0 w 70"/>
                <a:gd name="T19" fmla="*/ 2147483646 h 70"/>
                <a:gd name="T20" fmla="*/ 0 w 70"/>
                <a:gd name="T21" fmla="*/ 2147483646 h 70"/>
                <a:gd name="T22" fmla="*/ 0 w 70"/>
                <a:gd name="T23" fmla="*/ 2147483646 h 70"/>
                <a:gd name="T24" fmla="*/ 2147483646 w 70"/>
                <a:gd name="T25" fmla="*/ 2147483646 h 70"/>
                <a:gd name="T26" fmla="*/ 2147483646 w 70"/>
                <a:gd name="T27" fmla="*/ 2147483646 h 70"/>
                <a:gd name="T28" fmla="*/ 2147483646 w 70"/>
                <a:gd name="T29" fmla="*/ 2147483646 h 70"/>
                <a:gd name="T30" fmla="*/ 2147483646 w 70"/>
                <a:gd name="T31" fmla="*/ 2147483646 h 70"/>
                <a:gd name="T32" fmla="*/ 2147483646 w 70"/>
                <a:gd name="T33" fmla="*/ 2147483646 h 70"/>
                <a:gd name="T34" fmla="*/ 2147483646 w 70"/>
                <a:gd name="T35" fmla="*/ 2147483646 h 70"/>
                <a:gd name="T36" fmla="*/ 2147483646 w 70"/>
                <a:gd name="T37" fmla="*/ 2147483646 h 70"/>
                <a:gd name="T38" fmla="*/ 2147483646 w 70"/>
                <a:gd name="T39" fmla="*/ 2147483646 h 70"/>
                <a:gd name="T40" fmla="*/ 2147483646 w 70"/>
                <a:gd name="T41" fmla="*/ 2147483646 h 70"/>
                <a:gd name="T42" fmla="*/ 2147483646 w 70"/>
                <a:gd name="T43" fmla="*/ 2147483646 h 70"/>
                <a:gd name="T44" fmla="*/ 2147483646 w 70"/>
                <a:gd name="T45" fmla="*/ 2147483646 h 70"/>
                <a:gd name="T46" fmla="*/ 2147483646 w 70"/>
                <a:gd name="T47" fmla="*/ 2147483646 h 70"/>
                <a:gd name="T48" fmla="*/ 2147483646 w 70"/>
                <a:gd name="T49" fmla="*/ 2147483646 h 70"/>
                <a:gd name="T50" fmla="*/ 2147483646 w 70"/>
                <a:gd name="T51" fmla="*/ 2147483646 h 70"/>
                <a:gd name="T52" fmla="*/ 2147483646 w 70"/>
                <a:gd name="T53" fmla="*/ 2147483646 h 70"/>
                <a:gd name="T54" fmla="*/ 2147483646 w 70"/>
                <a:gd name="T55" fmla="*/ 2147483646 h 70"/>
                <a:gd name="T56" fmla="*/ 2147483646 w 70"/>
                <a:gd name="T57" fmla="*/ 2147483646 h 70"/>
                <a:gd name="T58" fmla="*/ 2147483646 w 70"/>
                <a:gd name="T59" fmla="*/ 2147483646 h 70"/>
                <a:gd name="T60" fmla="*/ 2147483646 w 70"/>
                <a:gd name="T61" fmla="*/ 2147483646 h 70"/>
                <a:gd name="T62" fmla="*/ 2147483646 w 70"/>
                <a:gd name="T63" fmla="*/ 2147483646 h 70"/>
                <a:gd name="T64" fmla="*/ 2147483646 w 70"/>
                <a:gd name="T65" fmla="*/ 2147483646 h 70"/>
                <a:gd name="T66" fmla="*/ 2147483646 w 70"/>
                <a:gd name="T67" fmla="*/ 2147483646 h 70"/>
                <a:gd name="T68" fmla="*/ 2147483646 w 70"/>
                <a:gd name="T69" fmla="*/ 2147483646 h 70"/>
                <a:gd name="T70" fmla="*/ 2147483646 w 70"/>
                <a:gd name="T71" fmla="*/ 2147483646 h 70"/>
                <a:gd name="T72" fmla="*/ 2147483646 w 70"/>
                <a:gd name="T73" fmla="*/ 2147483646 h 70"/>
                <a:gd name="T74" fmla="*/ 2147483646 w 70"/>
                <a:gd name="T75" fmla="*/ 2147483646 h 70"/>
                <a:gd name="T76" fmla="*/ 2147483646 w 70"/>
                <a:gd name="T77" fmla="*/ 2147483646 h 70"/>
                <a:gd name="T78" fmla="*/ 2147483646 w 70"/>
                <a:gd name="T79" fmla="*/ 2147483646 h 70"/>
                <a:gd name="T80" fmla="*/ 2147483646 w 70"/>
                <a:gd name="T81" fmla="*/ 2147483646 h 70"/>
                <a:gd name="T82" fmla="*/ 2147483646 w 70"/>
                <a:gd name="T83" fmla="*/ 2147483646 h 70"/>
                <a:gd name="T84" fmla="*/ 2147483646 w 70"/>
                <a:gd name="T85" fmla="*/ 0 h 70"/>
                <a:gd name="T86" fmla="*/ 2147483646 w 70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0"/>
                <a:gd name="T133" fmla="*/ 0 h 70"/>
                <a:gd name="T134" fmla="*/ 70 w 70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0" h="70">
                  <a:moveTo>
                    <a:pt x="34" y="0"/>
                  </a:move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9" y="1"/>
                  </a:lnTo>
                  <a:lnTo>
                    <a:pt x="26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7" y="6"/>
                  </a:lnTo>
                  <a:lnTo>
                    <a:pt x="16" y="6"/>
                  </a:lnTo>
                  <a:lnTo>
                    <a:pt x="14" y="7"/>
                  </a:lnTo>
                  <a:lnTo>
                    <a:pt x="13" y="9"/>
                  </a:lnTo>
                  <a:lnTo>
                    <a:pt x="11" y="9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8" y="13"/>
                  </a:lnTo>
                  <a:lnTo>
                    <a:pt x="7" y="14"/>
                  </a:lnTo>
                  <a:lnTo>
                    <a:pt x="6" y="16"/>
                  </a:lnTo>
                  <a:lnTo>
                    <a:pt x="6" y="17"/>
                  </a:lnTo>
                  <a:lnTo>
                    <a:pt x="4" y="19"/>
                  </a:lnTo>
                  <a:lnTo>
                    <a:pt x="3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1" y="24"/>
                  </a:lnTo>
                  <a:lnTo>
                    <a:pt x="1" y="26"/>
                  </a:lnTo>
                  <a:lnTo>
                    <a:pt x="1" y="29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39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1" y="45"/>
                  </a:lnTo>
                  <a:lnTo>
                    <a:pt x="1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3" y="50"/>
                  </a:lnTo>
                  <a:lnTo>
                    <a:pt x="4" y="52"/>
                  </a:lnTo>
                  <a:lnTo>
                    <a:pt x="6" y="53"/>
                  </a:lnTo>
                  <a:lnTo>
                    <a:pt x="6" y="55"/>
                  </a:lnTo>
                  <a:lnTo>
                    <a:pt x="7" y="56"/>
                  </a:lnTo>
                  <a:lnTo>
                    <a:pt x="8" y="57"/>
                  </a:lnTo>
                  <a:lnTo>
                    <a:pt x="8" y="59"/>
                  </a:lnTo>
                  <a:lnTo>
                    <a:pt x="10" y="60"/>
                  </a:lnTo>
                  <a:lnTo>
                    <a:pt x="11" y="60"/>
                  </a:lnTo>
                  <a:lnTo>
                    <a:pt x="13" y="62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17" y="65"/>
                  </a:lnTo>
                  <a:lnTo>
                    <a:pt x="18" y="66"/>
                  </a:lnTo>
                  <a:lnTo>
                    <a:pt x="20" y="66"/>
                  </a:lnTo>
                  <a:lnTo>
                    <a:pt x="21" y="68"/>
                  </a:lnTo>
                  <a:lnTo>
                    <a:pt x="23" y="68"/>
                  </a:lnTo>
                  <a:lnTo>
                    <a:pt x="24" y="69"/>
                  </a:lnTo>
                  <a:lnTo>
                    <a:pt x="26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1" y="70"/>
                  </a:lnTo>
                  <a:lnTo>
                    <a:pt x="33" y="70"/>
                  </a:lnTo>
                  <a:lnTo>
                    <a:pt x="34" y="70"/>
                  </a:lnTo>
                  <a:lnTo>
                    <a:pt x="37" y="70"/>
                  </a:lnTo>
                  <a:lnTo>
                    <a:pt x="39" y="70"/>
                  </a:lnTo>
                  <a:lnTo>
                    <a:pt x="40" y="70"/>
                  </a:lnTo>
                  <a:lnTo>
                    <a:pt x="41" y="69"/>
                  </a:lnTo>
                  <a:lnTo>
                    <a:pt x="44" y="69"/>
                  </a:lnTo>
                  <a:lnTo>
                    <a:pt x="46" y="69"/>
                  </a:lnTo>
                  <a:lnTo>
                    <a:pt x="47" y="68"/>
                  </a:lnTo>
                  <a:lnTo>
                    <a:pt x="49" y="68"/>
                  </a:lnTo>
                  <a:lnTo>
                    <a:pt x="50" y="66"/>
                  </a:lnTo>
                  <a:lnTo>
                    <a:pt x="52" y="66"/>
                  </a:lnTo>
                  <a:lnTo>
                    <a:pt x="53" y="65"/>
                  </a:lnTo>
                  <a:lnTo>
                    <a:pt x="54" y="65"/>
                  </a:lnTo>
                  <a:lnTo>
                    <a:pt x="56" y="63"/>
                  </a:lnTo>
                  <a:lnTo>
                    <a:pt x="57" y="62"/>
                  </a:lnTo>
                  <a:lnTo>
                    <a:pt x="59" y="60"/>
                  </a:lnTo>
                  <a:lnTo>
                    <a:pt x="60" y="60"/>
                  </a:lnTo>
                  <a:lnTo>
                    <a:pt x="62" y="59"/>
                  </a:lnTo>
                  <a:lnTo>
                    <a:pt x="62" y="57"/>
                  </a:lnTo>
                  <a:lnTo>
                    <a:pt x="63" y="56"/>
                  </a:lnTo>
                  <a:lnTo>
                    <a:pt x="64" y="55"/>
                  </a:lnTo>
                  <a:lnTo>
                    <a:pt x="64" y="53"/>
                  </a:lnTo>
                  <a:lnTo>
                    <a:pt x="66" y="52"/>
                  </a:lnTo>
                  <a:lnTo>
                    <a:pt x="66" y="50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6"/>
                  </a:lnTo>
                  <a:lnTo>
                    <a:pt x="69" y="45"/>
                  </a:lnTo>
                  <a:lnTo>
                    <a:pt x="69" y="42"/>
                  </a:lnTo>
                  <a:lnTo>
                    <a:pt x="70" y="40"/>
                  </a:lnTo>
                  <a:lnTo>
                    <a:pt x="70" y="39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70" y="33"/>
                  </a:lnTo>
                  <a:lnTo>
                    <a:pt x="70" y="32"/>
                  </a:lnTo>
                  <a:lnTo>
                    <a:pt x="70" y="30"/>
                  </a:lnTo>
                  <a:lnTo>
                    <a:pt x="69" y="29"/>
                  </a:lnTo>
                  <a:lnTo>
                    <a:pt x="69" y="26"/>
                  </a:lnTo>
                  <a:lnTo>
                    <a:pt x="69" y="24"/>
                  </a:lnTo>
                  <a:lnTo>
                    <a:pt x="67" y="23"/>
                  </a:lnTo>
                  <a:lnTo>
                    <a:pt x="67" y="22"/>
                  </a:lnTo>
                  <a:lnTo>
                    <a:pt x="66" y="20"/>
                  </a:lnTo>
                  <a:lnTo>
                    <a:pt x="66" y="19"/>
                  </a:lnTo>
                  <a:lnTo>
                    <a:pt x="64" y="17"/>
                  </a:lnTo>
                  <a:lnTo>
                    <a:pt x="64" y="16"/>
                  </a:lnTo>
                  <a:lnTo>
                    <a:pt x="63" y="14"/>
                  </a:lnTo>
                  <a:lnTo>
                    <a:pt x="62" y="13"/>
                  </a:lnTo>
                  <a:lnTo>
                    <a:pt x="62" y="11"/>
                  </a:lnTo>
                  <a:lnTo>
                    <a:pt x="60" y="10"/>
                  </a:lnTo>
                  <a:lnTo>
                    <a:pt x="59" y="9"/>
                  </a:lnTo>
                  <a:lnTo>
                    <a:pt x="57" y="9"/>
                  </a:lnTo>
                  <a:lnTo>
                    <a:pt x="56" y="7"/>
                  </a:lnTo>
                  <a:lnTo>
                    <a:pt x="54" y="6"/>
                  </a:lnTo>
                  <a:lnTo>
                    <a:pt x="53" y="6"/>
                  </a:lnTo>
                  <a:lnTo>
                    <a:pt x="52" y="4"/>
                  </a:lnTo>
                  <a:lnTo>
                    <a:pt x="50" y="3"/>
                  </a:lnTo>
                  <a:lnTo>
                    <a:pt x="49" y="3"/>
                  </a:lnTo>
                  <a:lnTo>
                    <a:pt x="47" y="3"/>
                  </a:lnTo>
                  <a:lnTo>
                    <a:pt x="46" y="1"/>
                  </a:lnTo>
                  <a:lnTo>
                    <a:pt x="44" y="1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94">
              <a:extLst>
                <a:ext uri="{FF2B5EF4-FFF2-40B4-BE49-F238E27FC236}">
                  <a16:creationId xmlns:a16="http://schemas.microsoft.com/office/drawing/2014/main" id="{A76D8BB3-6B59-459F-BAA4-5716A35C1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812" y="4537075"/>
              <a:ext cx="12382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300" b="0">
                  <a:solidFill>
                    <a:srgbClr val="000000"/>
                  </a:solidFill>
                  <a:latin typeface="Times-Roman" charset="0"/>
                </a:rPr>
                <a:t>2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4" name="AutoShape 197">
              <a:extLst>
                <a:ext uri="{FF2B5EF4-FFF2-40B4-BE49-F238E27FC236}">
                  <a16:creationId xmlns:a16="http://schemas.microsoft.com/office/drawing/2014/main" id="{FA77B04E-4871-4C4D-B5B3-FB05190E2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087" y="4449762"/>
              <a:ext cx="615950" cy="53498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C49A787B-679E-4824-B1B3-5765FAB88B55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47BF6E-EE72-467C-938D-72238E983581}"/>
                  </a:ext>
                </a:extLst>
              </p14:cNvPr>
              <p14:cNvContentPartPr/>
              <p14:nvPr/>
            </p14:nvContentPartPr>
            <p14:xfrm>
              <a:off x="1466640" y="3074040"/>
              <a:ext cx="7534800" cy="86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47BF6E-EE72-467C-938D-72238E9835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57280" y="3064680"/>
                <a:ext cx="7553520" cy="88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0960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Title 1">
            <a:extLst>
              <a:ext uri="{FF2B5EF4-FFF2-40B4-BE49-F238E27FC236}">
                <a16:creationId xmlns:a16="http://schemas.microsoft.com/office/drawing/2014/main" id="{AD1016D3-7B90-477B-8D1A-7030F92B0FB2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Shannon’s Expansion Theorem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/>
              <a:t>(In terms of more than one variable)</a:t>
            </a:r>
          </a:p>
        </p:txBody>
      </p:sp>
      <p:pic>
        <p:nvPicPr>
          <p:cNvPr id="119810" name="Picture 5" descr="Screen shot 2013-10-14 at 3.17.43 PM.png">
            <a:extLst>
              <a:ext uri="{FF2B5EF4-FFF2-40B4-BE49-F238E27FC236}">
                <a16:creationId xmlns:a16="http://schemas.microsoft.com/office/drawing/2014/main" id="{8E0F4C86-A3CF-4F41-9CFC-6BB5B1454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1" name="TextBox 9">
            <a:extLst>
              <a:ext uri="{FF2B5EF4-FFF2-40B4-BE49-F238E27FC236}">
                <a16:creationId xmlns:a16="http://schemas.microsoft.com/office/drawing/2014/main" id="{58F30575-3B2D-4AC2-888C-7B7D72C8B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29200"/>
            <a:ext cx="8023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latin typeface="Times" panose="02020603050405020304" pitchFamily="18" charset="0"/>
              </a:rPr>
              <a:t>This form is suitable for implementation with a 4x1 multiplexer.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0E781B72-C4A6-A241-BA1B-3EFC4F31C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Another Example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>
            <a:extLst>
              <a:ext uri="{FF2B5EF4-FFF2-40B4-BE49-F238E27FC236}">
                <a16:creationId xmlns:a16="http://schemas.microsoft.com/office/drawing/2014/main" id="{D560D1AF-0616-4029-8661-F7E7AD2C3819}"/>
              </a:ext>
            </a:extLst>
          </p:cNvPr>
          <p:cNvSpPr txBox="1">
            <a:spLocks/>
          </p:cNvSpPr>
          <p:nvPr/>
        </p:nvSpPr>
        <p:spPr bwMode="auto">
          <a:xfrm>
            <a:off x="1534" y="56766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solidFill>
                  <a:srgbClr val="FF0000"/>
                </a:solidFill>
                <a:latin typeface="+mn-lt"/>
              </a:rPr>
              <a:t>Lecture 17: Test Q1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2x1 multiplexer</a:t>
            </a:r>
          </a:p>
        </p:txBody>
      </p:sp>
      <p:pic>
        <p:nvPicPr>
          <p:cNvPr id="121858" name="Picture 5" descr="Screen shot 2013-10-14 at 3.19.49 PM.png">
            <a:extLst>
              <a:ext uri="{FF2B5EF4-FFF2-40B4-BE49-F238E27FC236}">
                <a16:creationId xmlns:a16="http://schemas.microsoft.com/office/drawing/2014/main" id="{75C672D5-5908-42E1-B709-298F5317D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>
            <a:extLst>
              <a:ext uri="{FF2B5EF4-FFF2-40B4-BE49-F238E27FC236}">
                <a16:creationId xmlns:a16="http://schemas.microsoft.com/office/drawing/2014/main" id="{D560D1AF-0616-4029-8661-F7E7AD2C381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2x1 multiplexer</a:t>
            </a:r>
          </a:p>
        </p:txBody>
      </p:sp>
      <p:pic>
        <p:nvPicPr>
          <p:cNvPr id="121858" name="Picture 5" descr="Screen shot 2013-10-14 at 3.19.49 PM.png">
            <a:extLst>
              <a:ext uri="{FF2B5EF4-FFF2-40B4-BE49-F238E27FC236}">
                <a16:creationId xmlns:a16="http://schemas.microsoft.com/office/drawing/2014/main" id="{75C672D5-5908-42E1-B709-298F5317D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C8E6C9-0460-4B3E-9F8D-39E9A036A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86000"/>
            <a:ext cx="3860799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484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>
            <a:extLst>
              <a:ext uri="{FF2B5EF4-FFF2-40B4-BE49-F238E27FC236}">
                <a16:creationId xmlns:a16="http://schemas.microsoft.com/office/drawing/2014/main" id="{35A3B088-42C3-4012-8E87-0FE3F40A8B0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2x1 multiplexer</a:t>
            </a:r>
          </a:p>
        </p:txBody>
      </p:sp>
      <p:pic>
        <p:nvPicPr>
          <p:cNvPr id="122883" name="Picture 9" descr="Screen shot 2013-10-14 at 3.19.56 PM.png">
            <a:extLst>
              <a:ext uri="{FF2B5EF4-FFF2-40B4-BE49-F238E27FC236}">
                <a16:creationId xmlns:a16="http://schemas.microsoft.com/office/drawing/2014/main" id="{E1BEA584-7CA1-4BB2-8A9C-E98E837B2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133600"/>
            <a:ext cx="6197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Screen shot 2013-10-14 at 3.19.49 PM.png">
            <a:extLst>
              <a:ext uri="{FF2B5EF4-FFF2-40B4-BE49-F238E27FC236}">
                <a16:creationId xmlns:a16="http://schemas.microsoft.com/office/drawing/2014/main" id="{BF701BB1-A518-4388-83E5-1A3D9F1DC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Title 1">
            <a:extLst>
              <a:ext uri="{FF2B5EF4-FFF2-40B4-BE49-F238E27FC236}">
                <a16:creationId xmlns:a16="http://schemas.microsoft.com/office/drawing/2014/main" id="{35A3B088-42C3-4012-8E87-0FE3F40A8B0F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2x1 multiplexer</a:t>
            </a:r>
          </a:p>
        </p:txBody>
      </p:sp>
      <p:pic>
        <p:nvPicPr>
          <p:cNvPr id="122883" name="Picture 9" descr="Screen shot 2013-10-14 at 3.19.56 PM.png">
            <a:extLst>
              <a:ext uri="{FF2B5EF4-FFF2-40B4-BE49-F238E27FC236}">
                <a16:creationId xmlns:a16="http://schemas.microsoft.com/office/drawing/2014/main" id="{E1BEA584-7CA1-4BB2-8A9C-E98E837B2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133600"/>
            <a:ext cx="6197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Screen shot 2013-10-14 at 3.19.49 PM.png">
            <a:extLst>
              <a:ext uri="{FF2B5EF4-FFF2-40B4-BE49-F238E27FC236}">
                <a16:creationId xmlns:a16="http://schemas.microsoft.com/office/drawing/2014/main" id="{BF701BB1-A518-4388-83E5-1A3D9F1DC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ED4B88CB-9F0C-4D29-A1EF-10E35FC620DB}"/>
              </a:ext>
            </a:extLst>
          </p:cNvPr>
          <p:cNvGrpSpPr>
            <a:grpSpLocks/>
          </p:cNvGrpSpPr>
          <p:nvPr/>
        </p:nvGrpSpPr>
        <p:grpSpPr bwMode="auto">
          <a:xfrm>
            <a:off x="1771650" y="4133568"/>
            <a:ext cx="5765800" cy="2106613"/>
            <a:chOff x="1688220" y="1828800"/>
            <a:chExt cx="5766476" cy="2107159"/>
          </a:xfrm>
        </p:grpSpPr>
        <p:pic>
          <p:nvPicPr>
            <p:cNvPr id="7" name="Picture 1" descr="Screen shot 2013-10-14 at 3.22.54 PM.png">
              <a:extLst>
                <a:ext uri="{FF2B5EF4-FFF2-40B4-BE49-F238E27FC236}">
                  <a16:creationId xmlns:a16="http://schemas.microsoft.com/office/drawing/2014/main" id="{98953132-A8AB-4AC4-A33F-113D055EB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1828800"/>
              <a:ext cx="5257800" cy="210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7BE4A83E-36EA-4F32-9C46-74C81D4BE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220" y="3342294"/>
              <a:ext cx="472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w</a:t>
              </a: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F2754F34-D7A6-4106-BDC9-3F0C6D171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1345" y="2667000"/>
              <a:ext cx="3833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f</a:t>
              </a:r>
            </a:p>
          </p:txBody>
        </p:sp>
      </p:grpSp>
      <p:sp>
        <p:nvSpPr>
          <p:cNvPr id="10" name="TextBox 125">
            <a:extLst>
              <a:ext uri="{FF2B5EF4-FFF2-40B4-BE49-F238E27FC236}">
                <a16:creationId xmlns:a16="http://schemas.microsoft.com/office/drawing/2014/main" id="{3ACB86A1-F015-4C70-A626-91F9AB59E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36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4.11a from the textbook ]</a:t>
            </a:r>
          </a:p>
        </p:txBody>
      </p:sp>
    </p:spTree>
    <p:extLst>
      <p:ext uri="{BB962C8B-B14F-4D97-AF65-F5344CB8AC3E}">
        <p14:creationId xmlns:p14="http://schemas.microsoft.com/office/powerpoint/2010/main" val="1318388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3" name="Picture 9" descr="Screen shot 2013-10-14 at 3.19.56 PM.png">
            <a:extLst>
              <a:ext uri="{FF2B5EF4-FFF2-40B4-BE49-F238E27FC236}">
                <a16:creationId xmlns:a16="http://schemas.microsoft.com/office/drawing/2014/main" id="{E1BEA584-7CA1-4BB2-8A9C-E98E837B2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555823"/>
            <a:ext cx="5575300" cy="1645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Screen shot 2013-10-14 at 3.19.49 PM.png">
            <a:extLst>
              <a:ext uri="{FF2B5EF4-FFF2-40B4-BE49-F238E27FC236}">
                <a16:creationId xmlns:a16="http://schemas.microsoft.com/office/drawing/2014/main" id="{BF701BB1-A518-4388-83E5-1A3D9F1DC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850545"/>
            <a:ext cx="5575300" cy="77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ED4B88CB-9F0C-4D29-A1EF-10E35FC620DB}"/>
              </a:ext>
            </a:extLst>
          </p:cNvPr>
          <p:cNvGrpSpPr>
            <a:grpSpLocks/>
          </p:cNvGrpSpPr>
          <p:nvPr/>
        </p:nvGrpSpPr>
        <p:grpSpPr bwMode="auto">
          <a:xfrm>
            <a:off x="150994" y="3900843"/>
            <a:ext cx="4954406" cy="1828800"/>
            <a:chOff x="1688220" y="1828800"/>
            <a:chExt cx="5766476" cy="2107159"/>
          </a:xfrm>
        </p:grpSpPr>
        <p:pic>
          <p:nvPicPr>
            <p:cNvPr id="7" name="Picture 1" descr="Screen shot 2013-10-14 at 3.22.54 PM.png">
              <a:extLst>
                <a:ext uri="{FF2B5EF4-FFF2-40B4-BE49-F238E27FC236}">
                  <a16:creationId xmlns:a16="http://schemas.microsoft.com/office/drawing/2014/main" id="{98953132-A8AB-4AC4-A33F-113D055EB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1828800"/>
              <a:ext cx="5257800" cy="2107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7BE4A83E-36EA-4F32-9C46-74C81D4BE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8220" y="3342294"/>
              <a:ext cx="4724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w</a:t>
              </a: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F2754F34-D7A6-4106-BDC9-3F0C6D171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1345" y="2667000"/>
              <a:ext cx="38335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b="0" i="1">
                  <a:latin typeface="Times" panose="02020603050405020304" pitchFamily="18" charset="0"/>
                </a:rPr>
                <a:t>f</a:t>
              </a:r>
            </a:p>
          </p:txBody>
        </p:sp>
      </p:grpSp>
      <p:sp>
        <p:nvSpPr>
          <p:cNvPr id="10" name="TextBox 125">
            <a:extLst>
              <a:ext uri="{FF2B5EF4-FFF2-40B4-BE49-F238E27FC236}">
                <a16:creationId xmlns:a16="http://schemas.microsoft.com/office/drawing/2014/main" id="{3ACB86A1-F015-4C70-A626-91F9AB59E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36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4.11a from the textbook 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61E229-E93D-4DF6-BC68-002F1FF73D6F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</p:spTree>
    <p:extLst>
      <p:ext uri="{BB962C8B-B14F-4D97-AF65-F5344CB8AC3E}">
        <p14:creationId xmlns:p14="http://schemas.microsoft.com/office/powerpoint/2010/main" val="10961381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>
            <a:extLst>
              <a:ext uri="{FF2B5EF4-FFF2-40B4-BE49-F238E27FC236}">
                <a16:creationId xmlns:a16="http://schemas.microsoft.com/office/drawing/2014/main" id="{AE86A2F4-9A14-4444-9A0B-26E1E474C78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4x1 multiplexer</a:t>
            </a:r>
          </a:p>
        </p:txBody>
      </p:sp>
      <p:pic>
        <p:nvPicPr>
          <p:cNvPr id="124930" name="Picture 5" descr="Screen shot 2013-10-14 at 3.19.49 PM.png">
            <a:extLst>
              <a:ext uri="{FF2B5EF4-FFF2-40B4-BE49-F238E27FC236}">
                <a16:creationId xmlns:a16="http://schemas.microsoft.com/office/drawing/2014/main" id="{7E67B5BB-CA88-4EC6-9155-5E14A9654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Title 1">
            <a:extLst>
              <a:ext uri="{FF2B5EF4-FFF2-40B4-BE49-F238E27FC236}">
                <a16:creationId xmlns:a16="http://schemas.microsoft.com/office/drawing/2014/main" id="{AE86A2F4-9A14-4444-9A0B-26E1E474C78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4x1 multiplexer</a:t>
            </a:r>
          </a:p>
        </p:txBody>
      </p:sp>
      <p:pic>
        <p:nvPicPr>
          <p:cNvPr id="124930" name="Picture 5" descr="Screen shot 2013-10-14 at 3.19.49 PM.png">
            <a:extLst>
              <a:ext uri="{FF2B5EF4-FFF2-40B4-BE49-F238E27FC236}">
                <a16:creationId xmlns:a16="http://schemas.microsoft.com/office/drawing/2014/main" id="{7E67B5BB-CA88-4EC6-9155-5E14A9654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2E6F7A-44F1-4616-8D6A-48CDA8EC9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33600"/>
            <a:ext cx="8763000" cy="7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552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Title 1">
            <a:extLst>
              <a:ext uri="{FF2B5EF4-FFF2-40B4-BE49-F238E27FC236}">
                <a16:creationId xmlns:a16="http://schemas.microsoft.com/office/drawing/2014/main" id="{A79707F1-7B5A-4E23-A58B-E44C129D26F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400" dirty="0">
                <a:latin typeface="+mn-lt"/>
              </a:rPr>
              <a:t>Factor and implement the following function with a 4x1 multiplexer</a:t>
            </a:r>
          </a:p>
        </p:txBody>
      </p:sp>
      <p:pic>
        <p:nvPicPr>
          <p:cNvPr id="125954" name="Picture 5" descr="Screen shot 2013-10-14 at 3.19.49 PM.png">
            <a:extLst>
              <a:ext uri="{FF2B5EF4-FFF2-40B4-BE49-F238E27FC236}">
                <a16:creationId xmlns:a16="http://schemas.microsoft.com/office/drawing/2014/main" id="{5D67F3C4-D957-460B-A8F8-D185C795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066800"/>
            <a:ext cx="64135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55" name="Picture 1" descr="Screen shot 2013-10-14 at 3.26.30 PM.png">
            <a:extLst>
              <a:ext uri="{FF2B5EF4-FFF2-40B4-BE49-F238E27FC236}">
                <a16:creationId xmlns:a16="http://schemas.microsoft.com/office/drawing/2014/main" id="{A3097465-4200-498D-9998-1E0C86080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7400"/>
            <a:ext cx="9144000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Screen shot 2013-10-14 at 3.23.10 PM.png">
            <a:extLst>
              <a:ext uri="{FF2B5EF4-FFF2-40B4-BE49-F238E27FC236}">
                <a16:creationId xmlns:a16="http://schemas.microsoft.com/office/drawing/2014/main" id="{79AD1257-8BBE-4B69-B650-CDE2C9CCB8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429000"/>
            <a:ext cx="4495800" cy="269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25">
            <a:extLst>
              <a:ext uri="{FF2B5EF4-FFF2-40B4-BE49-F238E27FC236}">
                <a16:creationId xmlns:a16="http://schemas.microsoft.com/office/drawing/2014/main" id="{4FAE6862-04D5-4277-A5A2-85A74545E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477000"/>
            <a:ext cx="2636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4.11b from the textbook ]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FB68B0AC-5475-9E40-A947-6FC3E18CB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Yet Another Example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E1AB20-7935-475A-85D4-78CD0B0BFACE}"/>
                  </a:ext>
                </a:extLst>
              </p14:cNvPr>
              <p14:cNvContentPartPr/>
              <p14:nvPr/>
            </p14:nvContentPartPr>
            <p14:xfrm>
              <a:off x="3966840" y="542880"/>
              <a:ext cx="4754880" cy="1851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E1AB20-7935-475A-85D4-78CD0B0BFA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7480" y="533520"/>
                <a:ext cx="4773600" cy="18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982458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14:cNvPr>
              <p14:cNvContentPartPr/>
              <p14:nvPr/>
            </p14:nvContentPartPr>
            <p14:xfrm>
              <a:off x="2464560" y="1765800"/>
              <a:ext cx="5003640" cy="44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200" y="1756440"/>
                <a:ext cx="5022360" cy="46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5392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14:cNvPr>
              <p14:cNvContentPartPr/>
              <p14:nvPr/>
            </p14:nvContentPartPr>
            <p14:xfrm>
              <a:off x="2464560" y="1765800"/>
              <a:ext cx="5003640" cy="44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200" y="1756440"/>
                <a:ext cx="502236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14:cNvPr>
              <p14:cNvContentPartPr/>
              <p14:nvPr/>
            </p14:nvContentPartPr>
            <p14:xfrm>
              <a:off x="2790360" y="1019160"/>
              <a:ext cx="6235920" cy="185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81000" y="1009800"/>
                <a:ext cx="6254640" cy="18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4263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14:cNvPr>
              <p14:cNvContentPartPr/>
              <p14:nvPr/>
            </p14:nvContentPartPr>
            <p14:xfrm>
              <a:off x="2464560" y="1765800"/>
              <a:ext cx="5003640" cy="44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200" y="1756440"/>
                <a:ext cx="502236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14:cNvPr>
              <p14:cNvContentPartPr/>
              <p14:nvPr/>
            </p14:nvContentPartPr>
            <p14:xfrm>
              <a:off x="2790360" y="1019160"/>
              <a:ext cx="6235920" cy="185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81000" y="1009800"/>
                <a:ext cx="6254640" cy="18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9B86926-EAFF-46DF-8E7A-7D77A078F0AF}"/>
              </a:ext>
            </a:extLst>
          </p:cNvPr>
          <p:cNvGrpSpPr/>
          <p:nvPr/>
        </p:nvGrpSpPr>
        <p:grpSpPr>
          <a:xfrm>
            <a:off x="4729162" y="4694947"/>
            <a:ext cx="1039813" cy="1049337"/>
            <a:chOff x="4729162" y="4694947"/>
            <a:chExt cx="1039813" cy="104933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0F86D7-D656-49B7-8CA8-9CE7DB60E969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16" name="Line 164">
                <a:extLst>
                  <a:ext uri="{FF2B5EF4-FFF2-40B4-BE49-F238E27FC236}">
                    <a16:creationId xmlns:a16="http://schemas.microsoft.com/office/drawing/2014/main" id="{00E89226-4538-476D-B41E-6B88F00FA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7" name="Freeform 165">
                <a:extLst>
                  <a:ext uri="{FF2B5EF4-FFF2-40B4-BE49-F238E27FC236}">
                    <a16:creationId xmlns:a16="http://schemas.microsoft.com/office/drawing/2014/main" id="{5CFD0F4E-F179-4F33-8DC8-7D864DD95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Line 166">
                <a:extLst>
                  <a:ext uri="{FF2B5EF4-FFF2-40B4-BE49-F238E27FC236}">
                    <a16:creationId xmlns:a16="http://schemas.microsoft.com/office/drawing/2014/main" id="{78C6CACA-B7FD-4313-BC6D-13F9F5D8C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" name="Line 164">
              <a:extLst>
                <a:ext uri="{FF2B5EF4-FFF2-40B4-BE49-F238E27FC236}">
                  <a16:creationId xmlns:a16="http://schemas.microsoft.com/office/drawing/2014/main" id="{01E12D9C-65D0-4323-B322-A41E758544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Line 164">
              <a:extLst>
                <a:ext uri="{FF2B5EF4-FFF2-40B4-BE49-F238E27FC236}">
                  <a16:creationId xmlns:a16="http://schemas.microsoft.com/office/drawing/2014/main" id="{EE2CF904-8C39-4CCA-8F82-499F516A7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4763A0-C2C2-48C0-A48C-257E935798F0}"/>
              </a:ext>
            </a:extLst>
          </p:cNvPr>
          <p:cNvGrpSpPr/>
          <p:nvPr/>
        </p:nvGrpSpPr>
        <p:grpSpPr>
          <a:xfrm>
            <a:off x="7074076" y="3993915"/>
            <a:ext cx="1039813" cy="1049337"/>
            <a:chOff x="4729162" y="4694947"/>
            <a:chExt cx="1039813" cy="104933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3EE1E89-3135-4602-9982-77EC3A41E15F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30" name="Line 164">
                <a:extLst>
                  <a:ext uri="{FF2B5EF4-FFF2-40B4-BE49-F238E27FC236}">
                    <a16:creationId xmlns:a16="http://schemas.microsoft.com/office/drawing/2014/main" id="{6B470719-81C8-4D8C-82D9-A6E510643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Freeform 165">
                <a:extLst>
                  <a:ext uri="{FF2B5EF4-FFF2-40B4-BE49-F238E27FC236}">
                    <a16:creationId xmlns:a16="http://schemas.microsoft.com/office/drawing/2014/main" id="{854C9FB0-4B7B-41EE-B666-8F37E851E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Line 166">
                <a:extLst>
                  <a:ext uri="{FF2B5EF4-FFF2-40B4-BE49-F238E27FC236}">
                    <a16:creationId xmlns:a16="http://schemas.microsoft.com/office/drawing/2014/main" id="{24D2C883-9E9B-4D02-9414-58A0FF5C5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" name="Line 164">
              <a:extLst>
                <a:ext uri="{FF2B5EF4-FFF2-40B4-BE49-F238E27FC236}">
                  <a16:creationId xmlns:a16="http://schemas.microsoft.com/office/drawing/2014/main" id="{374156ED-E494-4A82-BAA4-4F0B1353B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164">
              <a:extLst>
                <a:ext uri="{FF2B5EF4-FFF2-40B4-BE49-F238E27FC236}">
                  <a16:creationId xmlns:a16="http://schemas.microsoft.com/office/drawing/2014/main" id="{2A07C0A7-24C4-4E5C-B074-607630A2D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ACF343-7FF2-406F-9911-04376CF71C6C}"/>
              </a:ext>
            </a:extLst>
          </p:cNvPr>
          <p:cNvGrpSpPr/>
          <p:nvPr/>
        </p:nvGrpSpPr>
        <p:grpSpPr>
          <a:xfrm>
            <a:off x="4740274" y="3296147"/>
            <a:ext cx="1039813" cy="1049337"/>
            <a:chOff x="4729162" y="4694947"/>
            <a:chExt cx="1039813" cy="10493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3D3CDD-7BF8-4978-B25F-EAEEC149D215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37" name="Line 164">
                <a:extLst>
                  <a:ext uri="{FF2B5EF4-FFF2-40B4-BE49-F238E27FC236}">
                    <a16:creationId xmlns:a16="http://schemas.microsoft.com/office/drawing/2014/main" id="{82AB0B5B-DC46-4C6E-A7CD-F837E5BB4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Freeform 165">
                <a:extLst>
                  <a:ext uri="{FF2B5EF4-FFF2-40B4-BE49-F238E27FC236}">
                    <a16:creationId xmlns:a16="http://schemas.microsoft.com/office/drawing/2014/main" id="{92D955F4-31B4-4EE4-BC4E-ADDC379D6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Line 166">
                <a:extLst>
                  <a:ext uri="{FF2B5EF4-FFF2-40B4-BE49-F238E27FC236}">
                    <a16:creationId xmlns:a16="http://schemas.microsoft.com/office/drawing/2014/main" id="{A5FB5065-C6AE-4D32-9A64-8D1B0D675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Line 164">
              <a:extLst>
                <a:ext uri="{FF2B5EF4-FFF2-40B4-BE49-F238E27FC236}">
                  <a16:creationId xmlns:a16="http://schemas.microsoft.com/office/drawing/2014/main" id="{8907E123-3421-40FA-9F7D-2E2237FE55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Line 164">
              <a:extLst>
                <a:ext uri="{FF2B5EF4-FFF2-40B4-BE49-F238E27FC236}">
                  <a16:creationId xmlns:a16="http://schemas.microsoft.com/office/drawing/2014/main" id="{C0BFC88C-21DD-4007-9393-4C1E223CDC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37889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1: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2-to-1 MUX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14:cNvPr>
              <p14:cNvContentPartPr/>
              <p14:nvPr/>
            </p14:nvContentPartPr>
            <p14:xfrm>
              <a:off x="2464560" y="1765800"/>
              <a:ext cx="5003640" cy="447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25F9C6-01E7-4C85-AD54-D5533F4D3D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5200" y="1756440"/>
                <a:ext cx="502236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14:cNvPr>
              <p14:cNvContentPartPr/>
              <p14:nvPr/>
            </p14:nvContentPartPr>
            <p14:xfrm>
              <a:off x="2790360" y="1019160"/>
              <a:ext cx="6235920" cy="185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7C9F7D-865E-45E7-882D-9E2B269C49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81000" y="1009800"/>
                <a:ext cx="6254640" cy="18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9B86926-EAFF-46DF-8E7A-7D77A078F0AF}"/>
              </a:ext>
            </a:extLst>
          </p:cNvPr>
          <p:cNvGrpSpPr/>
          <p:nvPr/>
        </p:nvGrpSpPr>
        <p:grpSpPr>
          <a:xfrm>
            <a:off x="4729162" y="4694947"/>
            <a:ext cx="1039813" cy="1049337"/>
            <a:chOff x="4729162" y="4694947"/>
            <a:chExt cx="1039813" cy="104933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0F86D7-D656-49B7-8CA8-9CE7DB60E969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16" name="Line 164">
                <a:extLst>
                  <a:ext uri="{FF2B5EF4-FFF2-40B4-BE49-F238E27FC236}">
                    <a16:creationId xmlns:a16="http://schemas.microsoft.com/office/drawing/2014/main" id="{00E89226-4538-476D-B41E-6B88F00FAE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7" name="Freeform 165">
                <a:extLst>
                  <a:ext uri="{FF2B5EF4-FFF2-40B4-BE49-F238E27FC236}">
                    <a16:creationId xmlns:a16="http://schemas.microsoft.com/office/drawing/2014/main" id="{5CFD0F4E-F179-4F33-8DC8-7D864DD95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Line 166">
                <a:extLst>
                  <a:ext uri="{FF2B5EF4-FFF2-40B4-BE49-F238E27FC236}">
                    <a16:creationId xmlns:a16="http://schemas.microsoft.com/office/drawing/2014/main" id="{78C6CACA-B7FD-4313-BC6D-13F9F5D8C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" name="Line 164">
              <a:extLst>
                <a:ext uri="{FF2B5EF4-FFF2-40B4-BE49-F238E27FC236}">
                  <a16:creationId xmlns:a16="http://schemas.microsoft.com/office/drawing/2014/main" id="{01E12D9C-65D0-4323-B322-A41E758544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Line 164">
              <a:extLst>
                <a:ext uri="{FF2B5EF4-FFF2-40B4-BE49-F238E27FC236}">
                  <a16:creationId xmlns:a16="http://schemas.microsoft.com/office/drawing/2014/main" id="{EE2CF904-8C39-4CCA-8F82-499F516A7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4763A0-C2C2-48C0-A48C-257E935798F0}"/>
              </a:ext>
            </a:extLst>
          </p:cNvPr>
          <p:cNvGrpSpPr/>
          <p:nvPr/>
        </p:nvGrpSpPr>
        <p:grpSpPr>
          <a:xfrm>
            <a:off x="7074076" y="3993915"/>
            <a:ext cx="1039813" cy="1049337"/>
            <a:chOff x="4729162" y="4694947"/>
            <a:chExt cx="1039813" cy="104933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3EE1E89-3135-4602-9982-77EC3A41E15F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30" name="Line 164">
                <a:extLst>
                  <a:ext uri="{FF2B5EF4-FFF2-40B4-BE49-F238E27FC236}">
                    <a16:creationId xmlns:a16="http://schemas.microsoft.com/office/drawing/2014/main" id="{6B470719-81C8-4D8C-82D9-A6E510643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Freeform 165">
                <a:extLst>
                  <a:ext uri="{FF2B5EF4-FFF2-40B4-BE49-F238E27FC236}">
                    <a16:creationId xmlns:a16="http://schemas.microsoft.com/office/drawing/2014/main" id="{854C9FB0-4B7B-41EE-B666-8F37E851E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Line 166">
                <a:extLst>
                  <a:ext uri="{FF2B5EF4-FFF2-40B4-BE49-F238E27FC236}">
                    <a16:creationId xmlns:a16="http://schemas.microsoft.com/office/drawing/2014/main" id="{24D2C883-9E9B-4D02-9414-58A0FF5C5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" name="Line 164">
              <a:extLst>
                <a:ext uri="{FF2B5EF4-FFF2-40B4-BE49-F238E27FC236}">
                  <a16:creationId xmlns:a16="http://schemas.microsoft.com/office/drawing/2014/main" id="{374156ED-E494-4A82-BAA4-4F0B1353B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164">
              <a:extLst>
                <a:ext uri="{FF2B5EF4-FFF2-40B4-BE49-F238E27FC236}">
                  <a16:creationId xmlns:a16="http://schemas.microsoft.com/office/drawing/2014/main" id="{2A07C0A7-24C4-4E5C-B074-607630A2D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ACF343-7FF2-406F-9911-04376CF71C6C}"/>
              </a:ext>
            </a:extLst>
          </p:cNvPr>
          <p:cNvGrpSpPr/>
          <p:nvPr/>
        </p:nvGrpSpPr>
        <p:grpSpPr>
          <a:xfrm>
            <a:off x="4740274" y="3296147"/>
            <a:ext cx="1039813" cy="1049337"/>
            <a:chOff x="4729162" y="4694947"/>
            <a:chExt cx="1039813" cy="104933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3D3CDD-7BF8-4978-B25F-EAEEC149D215}"/>
                </a:ext>
              </a:extLst>
            </p:cNvPr>
            <p:cNvGrpSpPr/>
            <p:nvPr/>
          </p:nvGrpSpPr>
          <p:grpSpPr>
            <a:xfrm>
              <a:off x="5083175" y="4694947"/>
              <a:ext cx="685800" cy="1049337"/>
              <a:chOff x="5605462" y="4470400"/>
              <a:chExt cx="685800" cy="1049337"/>
            </a:xfrm>
          </p:grpSpPr>
          <p:sp>
            <p:nvSpPr>
              <p:cNvPr id="37" name="Line 164">
                <a:extLst>
                  <a:ext uri="{FF2B5EF4-FFF2-40B4-BE49-F238E27FC236}">
                    <a16:creationId xmlns:a16="http://schemas.microsoft.com/office/drawing/2014/main" id="{82AB0B5B-DC46-4C6E-A7CD-F837E5BB4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6137" y="5130800"/>
                <a:ext cx="365125" cy="158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Freeform 165">
                <a:extLst>
                  <a:ext uri="{FF2B5EF4-FFF2-40B4-BE49-F238E27FC236}">
                    <a16:creationId xmlns:a16="http://schemas.microsoft.com/office/drawing/2014/main" id="{92D955F4-31B4-4EE4-BC4E-ADDC379D6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5462" y="4721225"/>
                <a:ext cx="320675" cy="798512"/>
              </a:xfrm>
              <a:custGeom>
                <a:avLst/>
                <a:gdLst>
                  <a:gd name="T0" fmla="*/ 2147483646 w 402"/>
                  <a:gd name="T1" fmla="*/ 2147483646 h 1006"/>
                  <a:gd name="T2" fmla="*/ 2147483646 w 402"/>
                  <a:gd name="T3" fmla="*/ 2147483646 h 1006"/>
                  <a:gd name="T4" fmla="*/ 0 w 402"/>
                  <a:gd name="T5" fmla="*/ 0 h 1006"/>
                  <a:gd name="T6" fmla="*/ 0 w 402"/>
                  <a:gd name="T7" fmla="*/ 2147483646 h 1006"/>
                  <a:gd name="T8" fmla="*/ 2147483646 w 402"/>
                  <a:gd name="T9" fmla="*/ 2147483646 h 10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2"/>
                  <a:gd name="T16" fmla="*/ 0 h 1006"/>
                  <a:gd name="T17" fmla="*/ 402 w 402"/>
                  <a:gd name="T18" fmla="*/ 1006 h 10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2" h="1006">
                    <a:moveTo>
                      <a:pt x="402" y="805"/>
                    </a:moveTo>
                    <a:lnTo>
                      <a:pt x="402" y="202"/>
                    </a:lnTo>
                    <a:lnTo>
                      <a:pt x="0" y="0"/>
                    </a:lnTo>
                    <a:lnTo>
                      <a:pt x="0" y="1006"/>
                    </a:lnTo>
                    <a:lnTo>
                      <a:pt x="402" y="805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Line 166">
                <a:extLst>
                  <a:ext uri="{FF2B5EF4-FFF2-40B4-BE49-F238E27FC236}">
                    <a16:creationId xmlns:a16="http://schemas.microsoft.com/office/drawing/2014/main" id="{A5FB5065-C6AE-4D32-9A64-8D1B0D675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5006" y="4470400"/>
                <a:ext cx="1587" cy="341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Line 164">
              <a:extLst>
                <a:ext uri="{FF2B5EF4-FFF2-40B4-BE49-F238E27FC236}">
                  <a16:creationId xmlns:a16="http://schemas.microsoft.com/office/drawing/2014/main" id="{8907E123-3421-40FA-9F7D-2E2237FE55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0274" y="5056015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Line 164">
              <a:extLst>
                <a:ext uri="{FF2B5EF4-FFF2-40B4-BE49-F238E27FC236}">
                  <a16:creationId xmlns:a16="http://schemas.microsoft.com/office/drawing/2014/main" id="{C0BFC88C-21DD-4007-9393-4C1E223CDC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162" y="5643169"/>
              <a:ext cx="36512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A9058F-8487-4A47-A7C6-771C2166B79A}"/>
              </a:ext>
            </a:extLst>
          </p:cNvPr>
          <p:cNvGrpSpPr/>
          <p:nvPr/>
        </p:nvGrpSpPr>
        <p:grpSpPr>
          <a:xfrm>
            <a:off x="5727791" y="3950444"/>
            <a:ext cx="1472040" cy="450000"/>
            <a:chOff x="5727791" y="3950444"/>
            <a:chExt cx="14720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D74F63-1F05-4EF8-9171-B9E148CA2EF9}"/>
                    </a:ext>
                  </a:extLst>
                </p14:cNvPr>
                <p14:cNvContentPartPr/>
                <p14:nvPr/>
              </p14:nvContentPartPr>
              <p14:xfrm>
                <a:off x="5740391" y="3950444"/>
                <a:ext cx="20880" cy="415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D74F63-1F05-4EF8-9171-B9E148CA2EF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31391" y="3941444"/>
                  <a:ext cx="385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01538A8-3AC8-4F55-9BD8-15B4D46CB665}"/>
                    </a:ext>
                  </a:extLst>
                </p14:cNvPr>
                <p14:cNvContentPartPr/>
                <p14:nvPr/>
              </p14:nvContentPartPr>
              <p14:xfrm>
                <a:off x="5727791" y="4355444"/>
                <a:ext cx="1472040" cy="45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01538A8-3AC8-4F55-9BD8-15B4D46CB66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18791" y="4346444"/>
                  <a:ext cx="148968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14B32CA-9121-4473-AD99-68C28F921585}"/>
                  </a:ext>
                </a:extLst>
              </p14:cNvPr>
              <p14:cNvContentPartPr/>
              <p14:nvPr/>
            </p14:nvContentPartPr>
            <p14:xfrm>
              <a:off x="5710151" y="3956924"/>
              <a:ext cx="55080" cy="71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14B32CA-9121-4473-AD99-68C28F9215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01151" y="3947924"/>
                <a:ext cx="7272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607BC93A-FBDF-40CF-A0EB-7DFA622AB6FC}"/>
              </a:ext>
            </a:extLst>
          </p:cNvPr>
          <p:cNvGrpSpPr/>
          <p:nvPr/>
        </p:nvGrpSpPr>
        <p:grpSpPr>
          <a:xfrm>
            <a:off x="5717711" y="4968884"/>
            <a:ext cx="1366200" cy="401760"/>
            <a:chOff x="5717711" y="4968884"/>
            <a:chExt cx="136620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776F22-F07C-416D-8627-76FC28EF4D93}"/>
                    </a:ext>
                  </a:extLst>
                </p14:cNvPr>
                <p14:cNvContentPartPr/>
                <p14:nvPr/>
              </p14:nvContentPartPr>
              <p14:xfrm>
                <a:off x="5721311" y="5130884"/>
                <a:ext cx="28800" cy="239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776F22-F07C-416D-8627-76FC28EF4D9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12311" y="5121897"/>
                  <a:ext cx="46440" cy="257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A3B54B-BA30-41C0-BBB0-74BF33348157}"/>
                    </a:ext>
                  </a:extLst>
                </p14:cNvPr>
                <p14:cNvContentPartPr/>
                <p14:nvPr/>
              </p14:nvContentPartPr>
              <p14:xfrm>
                <a:off x="5725991" y="4968884"/>
                <a:ext cx="1357920" cy="212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A3B54B-BA30-41C0-BBB0-74BF3334815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16991" y="4959884"/>
                  <a:ext cx="1375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B7E35B-8012-43CD-AC00-A22DF4FF5B8F}"/>
                    </a:ext>
                  </a:extLst>
                </p14:cNvPr>
                <p14:cNvContentPartPr/>
                <p14:nvPr/>
              </p14:nvContentPartPr>
              <p14:xfrm>
                <a:off x="5717711" y="5129084"/>
                <a:ext cx="36360" cy="33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B7E35B-8012-43CD-AC00-A22DF4FF5B8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08711" y="5119985"/>
                  <a:ext cx="54000" cy="5095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286FA8-3523-4CCB-9D4C-653BAB47C51E}"/>
              </a:ext>
            </a:extLst>
          </p:cNvPr>
          <p:cNvGrpSpPr/>
          <p:nvPr/>
        </p:nvGrpSpPr>
        <p:grpSpPr>
          <a:xfrm>
            <a:off x="7655951" y="3823724"/>
            <a:ext cx="275760" cy="247680"/>
            <a:chOff x="7655951" y="3823724"/>
            <a:chExt cx="27576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E82CA85-3744-4FD4-B1A1-7D557DC49BD7}"/>
                    </a:ext>
                  </a:extLst>
                </p14:cNvPr>
                <p14:cNvContentPartPr/>
                <p14:nvPr/>
              </p14:nvContentPartPr>
              <p14:xfrm>
                <a:off x="7655951" y="3823724"/>
                <a:ext cx="184320" cy="13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E82CA85-3744-4FD4-B1A1-7D557DC49BD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646951" y="3814748"/>
                  <a:ext cx="201960" cy="1547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B538D0-372E-47A9-A721-6ABF7FAE15A6}"/>
                    </a:ext>
                  </a:extLst>
                </p14:cNvPr>
                <p14:cNvContentPartPr/>
                <p14:nvPr/>
              </p14:nvContentPartPr>
              <p14:xfrm>
                <a:off x="7885991" y="3912284"/>
                <a:ext cx="45720" cy="15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B538D0-372E-47A9-A721-6ABF7FAE15A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76920" y="3903284"/>
                  <a:ext cx="6350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4830B7-A976-4A85-A4F8-124630CD359A}"/>
              </a:ext>
            </a:extLst>
          </p:cNvPr>
          <p:cNvGrpSpPr/>
          <p:nvPr/>
        </p:nvGrpSpPr>
        <p:grpSpPr>
          <a:xfrm>
            <a:off x="5310551" y="3121724"/>
            <a:ext cx="282240" cy="222480"/>
            <a:chOff x="5310551" y="3121724"/>
            <a:chExt cx="28224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1E7A16-DF06-48B9-9086-34905C2D4239}"/>
                    </a:ext>
                  </a:extLst>
                </p14:cNvPr>
                <p14:cNvContentPartPr/>
                <p14:nvPr/>
              </p14:nvContentPartPr>
              <p14:xfrm>
                <a:off x="5310551" y="3121724"/>
                <a:ext cx="147240" cy="149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1E7A16-DF06-48B9-9086-34905C2D42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301551" y="3112724"/>
                  <a:ext cx="164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2B92C45-20CC-4F2C-A8EA-BA06B8556E78}"/>
                    </a:ext>
                  </a:extLst>
                </p14:cNvPr>
                <p14:cNvContentPartPr/>
                <p14:nvPr/>
              </p14:nvContentPartPr>
              <p14:xfrm>
                <a:off x="5494151" y="3209564"/>
                <a:ext cx="98640" cy="134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2B92C45-20CC-4F2C-A8EA-BA06B8556E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485151" y="3200564"/>
                  <a:ext cx="1162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67BDA45-288F-454A-B0FD-9AF25E6CDB39}"/>
              </a:ext>
            </a:extLst>
          </p:cNvPr>
          <p:cNvGrpSpPr/>
          <p:nvPr/>
        </p:nvGrpSpPr>
        <p:grpSpPr>
          <a:xfrm>
            <a:off x="5335031" y="4660004"/>
            <a:ext cx="257400" cy="216000"/>
            <a:chOff x="5335031" y="4660004"/>
            <a:chExt cx="25740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25E3F2-71A1-4BA3-970A-593F8CE9A905}"/>
                    </a:ext>
                  </a:extLst>
                </p14:cNvPr>
                <p14:cNvContentPartPr/>
                <p14:nvPr/>
              </p14:nvContentPartPr>
              <p14:xfrm>
                <a:off x="5335031" y="4660004"/>
                <a:ext cx="118080" cy="137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25E3F2-71A1-4BA3-970A-593F8CE9A90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26031" y="4651004"/>
                  <a:ext cx="135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8904BDD-9A2D-4695-B60C-079A8220F5F0}"/>
                    </a:ext>
                  </a:extLst>
                </p14:cNvPr>
                <p14:cNvContentPartPr/>
                <p14:nvPr/>
              </p14:nvContentPartPr>
              <p14:xfrm>
                <a:off x="5498831" y="4742084"/>
                <a:ext cx="93600" cy="133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8904BDD-9A2D-4695-B60C-079A8220F5F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89831" y="4733084"/>
                  <a:ext cx="11124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7A6EA5C-9AE8-49DA-8871-EA2C9552D0BD}"/>
                  </a:ext>
                </a:extLst>
              </p14:cNvPr>
              <p14:cNvContentPartPr/>
              <p14:nvPr/>
            </p14:nvContentPartPr>
            <p14:xfrm>
              <a:off x="4535471" y="3601964"/>
              <a:ext cx="84240" cy="118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7A6EA5C-9AE8-49DA-8871-EA2C9552D0B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26471" y="3592964"/>
                <a:ext cx="10188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40FEE76F-8913-465C-8FC7-2F42E93BC22E}"/>
              </a:ext>
            </a:extLst>
          </p:cNvPr>
          <p:cNvGrpSpPr/>
          <p:nvPr/>
        </p:nvGrpSpPr>
        <p:grpSpPr>
          <a:xfrm>
            <a:off x="4434311" y="4191284"/>
            <a:ext cx="230760" cy="277920"/>
            <a:chOff x="4434311" y="4191284"/>
            <a:chExt cx="2307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60E8C79-777F-4FAA-B1F4-0D143C175942}"/>
                    </a:ext>
                  </a:extLst>
                </p14:cNvPr>
                <p14:cNvContentPartPr/>
                <p14:nvPr/>
              </p14:nvContentPartPr>
              <p14:xfrm>
                <a:off x="4434311" y="4191284"/>
                <a:ext cx="123480" cy="136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60E8C79-777F-4FAA-B1F4-0D143C1759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425311" y="4182284"/>
                  <a:ext cx="141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EF23374-5318-4A64-99DE-7593E3E710D8}"/>
                    </a:ext>
                  </a:extLst>
                </p14:cNvPr>
                <p14:cNvContentPartPr/>
                <p14:nvPr/>
              </p14:nvContentPartPr>
              <p14:xfrm>
                <a:off x="4585511" y="4291724"/>
                <a:ext cx="79560" cy="177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EF23374-5318-4A64-99DE-7593E3E710D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6511" y="4282724"/>
                  <a:ext cx="9720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6139578-BFAD-4652-99A8-71B5968E2D0F}"/>
              </a:ext>
            </a:extLst>
          </p:cNvPr>
          <p:cNvGrpSpPr/>
          <p:nvPr/>
        </p:nvGrpSpPr>
        <p:grpSpPr>
          <a:xfrm>
            <a:off x="4356191" y="5033324"/>
            <a:ext cx="240840" cy="244800"/>
            <a:chOff x="4356191" y="5033324"/>
            <a:chExt cx="24084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87F2F2-CEF5-4604-9114-02F12D94D7A1}"/>
                    </a:ext>
                  </a:extLst>
                </p14:cNvPr>
                <p14:cNvContentPartPr/>
                <p14:nvPr/>
              </p14:nvContentPartPr>
              <p14:xfrm>
                <a:off x="4356191" y="5033324"/>
                <a:ext cx="141480" cy="122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87F2F2-CEF5-4604-9114-02F12D94D7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47191" y="5024324"/>
                  <a:ext cx="159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10BDF68-25DE-4DE7-9AF7-A3910A7CF8A3}"/>
                    </a:ext>
                  </a:extLst>
                </p14:cNvPr>
                <p14:cNvContentPartPr/>
                <p14:nvPr/>
              </p14:nvContentPartPr>
              <p14:xfrm>
                <a:off x="4521071" y="5091644"/>
                <a:ext cx="75960" cy="18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10BDF68-25DE-4DE7-9AF7-A3910A7CF8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12071" y="5082644"/>
                  <a:ext cx="9360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5C09C2A-78E6-471F-AA09-429BCA709F12}"/>
                  </a:ext>
                </a:extLst>
              </p14:cNvPr>
              <p14:cNvContentPartPr/>
              <p14:nvPr/>
            </p14:nvContentPartPr>
            <p14:xfrm>
              <a:off x="4614671" y="5622284"/>
              <a:ext cx="18000" cy="1836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5C09C2A-78E6-471F-AA09-429BCA709F1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605671" y="5613284"/>
                <a:ext cx="356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9373343-C5B0-438F-A2AA-DD129C87D3CA}"/>
                  </a:ext>
                </a:extLst>
              </p14:cNvPr>
              <p14:cNvContentPartPr/>
              <p14:nvPr/>
            </p14:nvContentPartPr>
            <p14:xfrm>
              <a:off x="5140631" y="3686564"/>
              <a:ext cx="80280" cy="77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9373343-C5B0-438F-A2AA-DD129C87D3C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31671" y="3677606"/>
                <a:ext cx="97841" cy="94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99C3F6E-7850-4A76-8E40-18A7483EEE98}"/>
                  </a:ext>
                </a:extLst>
              </p14:cNvPr>
              <p14:cNvContentPartPr/>
              <p14:nvPr/>
            </p14:nvContentPartPr>
            <p14:xfrm>
              <a:off x="5143511" y="4128284"/>
              <a:ext cx="5400" cy="142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99C3F6E-7850-4A76-8E40-18A7483EEE9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34511" y="4119284"/>
                <a:ext cx="230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0E87459-B4D5-4E07-B7AE-35AD338F8843}"/>
                  </a:ext>
                </a:extLst>
              </p14:cNvPr>
              <p14:cNvContentPartPr/>
              <p14:nvPr/>
            </p14:nvContentPartPr>
            <p14:xfrm>
              <a:off x="5124791" y="5093444"/>
              <a:ext cx="72360" cy="81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0E87459-B4D5-4E07-B7AE-35AD338F884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115791" y="5084444"/>
                <a:ext cx="900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13303B0-3CD3-4C71-BEFF-A486DE0F6616}"/>
                  </a:ext>
                </a:extLst>
              </p14:cNvPr>
              <p14:cNvContentPartPr/>
              <p14:nvPr/>
            </p14:nvContentPartPr>
            <p14:xfrm>
              <a:off x="5139911" y="5551004"/>
              <a:ext cx="15480" cy="1209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13303B0-3CD3-4C71-BEFF-A486DE0F661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130911" y="5541977"/>
                <a:ext cx="33120" cy="138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181BD04-861A-48F1-B079-C3134F7AD999}"/>
                  </a:ext>
                </a:extLst>
              </p14:cNvPr>
              <p14:cNvContentPartPr/>
              <p14:nvPr/>
            </p14:nvContentPartPr>
            <p14:xfrm>
              <a:off x="7477391" y="4409804"/>
              <a:ext cx="55800" cy="86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181BD04-861A-48F1-B079-C3134F7AD99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468391" y="4400766"/>
                <a:ext cx="73440" cy="1041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5B4C523-2982-4C89-AD04-4706AEB62D74}"/>
                  </a:ext>
                </a:extLst>
              </p14:cNvPr>
              <p14:cNvContentPartPr/>
              <p14:nvPr/>
            </p14:nvContentPartPr>
            <p14:xfrm>
              <a:off x="7507271" y="4808684"/>
              <a:ext cx="14040" cy="1108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5B4C523-2982-4C89-AD04-4706AEB62D7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498271" y="4799684"/>
                <a:ext cx="3168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2F05A05-31A0-4F74-8CD9-93349377646F}"/>
              </a:ext>
            </a:extLst>
          </p:cNvPr>
          <p:cNvGrpSpPr/>
          <p:nvPr/>
        </p:nvGrpSpPr>
        <p:grpSpPr>
          <a:xfrm>
            <a:off x="8280551" y="4497284"/>
            <a:ext cx="127440" cy="407880"/>
            <a:chOff x="8280551" y="4497284"/>
            <a:chExt cx="12744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F72BAD4-9991-4499-B776-F4CBE3B8A3F7}"/>
                    </a:ext>
                  </a:extLst>
                </p14:cNvPr>
                <p14:cNvContentPartPr/>
                <p14:nvPr/>
              </p14:nvContentPartPr>
              <p14:xfrm>
                <a:off x="8316191" y="4497284"/>
                <a:ext cx="91800" cy="407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F72BAD4-9991-4499-B776-F4CBE3B8A3F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7226" y="4488284"/>
                  <a:ext cx="109371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EE15FFA-93D6-4E26-913C-C56863E24A58}"/>
                    </a:ext>
                  </a:extLst>
                </p14:cNvPr>
                <p14:cNvContentPartPr/>
                <p14:nvPr/>
              </p14:nvContentPartPr>
              <p14:xfrm>
                <a:off x="8280551" y="4739204"/>
                <a:ext cx="101880" cy="46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EE15FFA-93D6-4E26-913C-C56863E24A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71551" y="4730274"/>
                  <a:ext cx="119520" cy="63583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312461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2: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4-to-1 MUX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2869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2: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4-to-1 MUX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3A6BBE-902E-42C0-A4B7-7ED1C9B5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763000" cy="7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873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2: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4-to-1 MUX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3A6BBE-902E-42C0-A4B7-7ED1C9B5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763000" cy="70802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1CA7F85-16D6-4A51-BC0C-B402C7245CBF}"/>
              </a:ext>
            </a:extLst>
          </p:cNvPr>
          <p:cNvGrpSpPr/>
          <p:nvPr/>
        </p:nvGrpSpPr>
        <p:grpSpPr>
          <a:xfrm>
            <a:off x="899471" y="2501444"/>
            <a:ext cx="1090080" cy="339120"/>
            <a:chOff x="899471" y="2501444"/>
            <a:chExt cx="10900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0CFF05-EB4F-44D7-82B0-5F5916A0BFC2}"/>
                    </a:ext>
                  </a:extLst>
                </p14:cNvPr>
                <p14:cNvContentPartPr/>
                <p14:nvPr/>
              </p14:nvContentPartPr>
              <p14:xfrm>
                <a:off x="899471" y="2590004"/>
                <a:ext cx="16380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0CFF05-EB4F-44D7-82B0-5F5916A0BF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0471" y="2581004"/>
                  <a:ext cx="181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6AAB40-1102-4381-B6BD-A3C0ECECB6C4}"/>
                    </a:ext>
                  </a:extLst>
                </p14:cNvPr>
                <p14:cNvContentPartPr/>
                <p14:nvPr/>
              </p14:nvContentPartPr>
              <p14:xfrm>
                <a:off x="909911" y="2700524"/>
                <a:ext cx="135720" cy="1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6AAB40-1102-4381-B6BD-A3C0ECECB6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911" y="2691524"/>
                  <a:ext cx="153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CAC45-1BF1-4C60-96D6-C6E3BBCBB1E6}"/>
                    </a:ext>
                  </a:extLst>
                </p14:cNvPr>
                <p14:cNvContentPartPr/>
                <p14:nvPr/>
              </p14:nvContentPartPr>
              <p14:xfrm>
                <a:off x="1148591" y="2560124"/>
                <a:ext cx="151920" cy="18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CAC45-1BF1-4C60-96D6-C6E3BBCBB1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9591" y="2551107"/>
                  <a:ext cx="169560" cy="206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638073-D4C4-4902-8A64-8582D9ACFCBC}"/>
                    </a:ext>
                  </a:extLst>
                </p14:cNvPr>
                <p14:cNvContentPartPr/>
                <p14:nvPr/>
              </p14:nvContentPartPr>
              <p14:xfrm>
                <a:off x="1344791" y="2678564"/>
                <a:ext cx="17280" cy="14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638073-D4C4-4902-8A64-8582D9ACFC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5791" y="2669564"/>
                  <a:ext cx="34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C677F0-AAC1-4D8B-8EB1-B75538AAF00F}"/>
                    </a:ext>
                  </a:extLst>
                </p14:cNvPr>
                <p14:cNvContentPartPr/>
                <p14:nvPr/>
              </p14:nvContentPartPr>
              <p14:xfrm>
                <a:off x="1168391" y="2501444"/>
                <a:ext cx="197640" cy="17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C677F0-AAC1-4D8B-8EB1-B75538AAF0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9375" y="2492444"/>
                  <a:ext cx="215312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E29418-E7BE-4512-806D-9F73BF8A3D8B}"/>
                    </a:ext>
                  </a:extLst>
                </p14:cNvPr>
                <p14:cNvContentPartPr/>
                <p14:nvPr/>
              </p14:nvContentPartPr>
              <p14:xfrm>
                <a:off x="1483391" y="2580644"/>
                <a:ext cx="151560" cy="145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29418-E7BE-4512-806D-9F73BF8A3D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4391" y="2571622"/>
                  <a:ext cx="169200" cy="162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68D6A9-5A2E-4B6D-98AE-A0DCAFEFA231}"/>
                    </a:ext>
                  </a:extLst>
                </p14:cNvPr>
                <p14:cNvContentPartPr/>
                <p14:nvPr/>
              </p14:nvContentPartPr>
              <p14:xfrm>
                <a:off x="1681031" y="2678204"/>
                <a:ext cx="65880" cy="12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68D6A9-5A2E-4B6D-98AE-A0DCAFEFA2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2080" y="2669204"/>
                  <a:ext cx="83424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F36A3C-E8AB-4687-B2CC-BF53FB6312CE}"/>
                    </a:ext>
                  </a:extLst>
                </p14:cNvPr>
                <p14:cNvContentPartPr/>
                <p14:nvPr/>
              </p14:nvContentPartPr>
              <p14:xfrm>
                <a:off x="1466471" y="2501444"/>
                <a:ext cx="150120" cy="2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F36A3C-E8AB-4687-B2CC-BF53FB6312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7471" y="2492592"/>
                  <a:ext cx="167760" cy="38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6073A5-B677-42E5-A3D8-6BA25F1E29D6}"/>
                    </a:ext>
                  </a:extLst>
                </p14:cNvPr>
                <p14:cNvContentPartPr/>
                <p14:nvPr/>
              </p14:nvContentPartPr>
              <p14:xfrm>
                <a:off x="1853471" y="2508644"/>
                <a:ext cx="136080" cy="33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6073A5-B677-42E5-A3D8-6BA25F1E29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44447" y="2499644"/>
                  <a:ext cx="153767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8FD53C-42CF-4D62-9CAF-70CC38BF52FC}"/>
              </a:ext>
            </a:extLst>
          </p:cNvPr>
          <p:cNvGrpSpPr/>
          <p:nvPr/>
        </p:nvGrpSpPr>
        <p:grpSpPr>
          <a:xfrm>
            <a:off x="1983071" y="2474804"/>
            <a:ext cx="292320" cy="312480"/>
            <a:chOff x="1983071" y="2474804"/>
            <a:chExt cx="2923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6D7575-BB00-48AA-9F33-F9CC720BD8DE}"/>
                    </a:ext>
                  </a:extLst>
                </p14:cNvPr>
                <p14:cNvContentPartPr/>
                <p14:nvPr/>
              </p14:nvContentPartPr>
              <p14:xfrm>
                <a:off x="1983071" y="2564084"/>
                <a:ext cx="108360" cy="132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6D7575-BB00-48AA-9F33-F9CC720BD8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74071" y="2555084"/>
                  <a:ext cx="126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951BF0-4977-4E20-BD5A-B33FB6BBCED8}"/>
                    </a:ext>
                  </a:extLst>
                </p14:cNvPr>
                <p14:cNvContentPartPr/>
                <p14:nvPr/>
              </p14:nvContentPartPr>
              <p14:xfrm>
                <a:off x="2152631" y="2474804"/>
                <a:ext cx="122760" cy="31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951BF0-4977-4E20-BD5A-B33FB6BBCE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657" y="2465804"/>
                  <a:ext cx="140348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998FC8-F51A-4A77-BDAF-6BC1929A5E08}"/>
              </a:ext>
            </a:extLst>
          </p:cNvPr>
          <p:cNvGrpSpPr/>
          <p:nvPr/>
        </p:nvGrpSpPr>
        <p:grpSpPr>
          <a:xfrm>
            <a:off x="2449631" y="2604044"/>
            <a:ext cx="207720" cy="154440"/>
            <a:chOff x="2449631" y="2604044"/>
            <a:chExt cx="20772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5A1059-13B9-4BB7-B0FF-F6C3235CF848}"/>
                    </a:ext>
                  </a:extLst>
                </p14:cNvPr>
                <p14:cNvContentPartPr/>
                <p14:nvPr/>
              </p14:nvContentPartPr>
              <p14:xfrm>
                <a:off x="2449631" y="2653724"/>
                <a:ext cx="207720" cy="32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5A1059-13B9-4BB7-B0FF-F6C3235CF8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0631" y="2644724"/>
                  <a:ext cx="225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ABE803-29BC-4994-8BFA-B032D6B4D493}"/>
                    </a:ext>
                  </a:extLst>
                </p14:cNvPr>
                <p14:cNvContentPartPr/>
                <p14:nvPr/>
              </p14:nvContentPartPr>
              <p14:xfrm>
                <a:off x="2550791" y="2604044"/>
                <a:ext cx="27720" cy="154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ABE803-29BC-4994-8BFA-B032D6B4D4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41791" y="2595044"/>
                  <a:ext cx="4536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03764C-FD59-43C0-BA01-961CC905E592}"/>
              </a:ext>
            </a:extLst>
          </p:cNvPr>
          <p:cNvGrpSpPr/>
          <p:nvPr/>
        </p:nvGrpSpPr>
        <p:grpSpPr>
          <a:xfrm>
            <a:off x="3807911" y="2505044"/>
            <a:ext cx="420840" cy="329760"/>
            <a:chOff x="3807911" y="2505044"/>
            <a:chExt cx="42084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A3DD1D-5E8B-4375-8CE4-B2C95FF89547}"/>
                    </a:ext>
                  </a:extLst>
                </p14:cNvPr>
                <p14:cNvContentPartPr/>
                <p14:nvPr/>
              </p14:nvContentPartPr>
              <p14:xfrm>
                <a:off x="3807911" y="2567324"/>
                <a:ext cx="171000" cy="149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A3DD1D-5E8B-4375-8CE4-B2C95FF895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98911" y="2558324"/>
                  <a:ext cx="188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3BC23FE-09ED-4F24-BE3E-93548DAFADE1}"/>
                    </a:ext>
                  </a:extLst>
                </p14:cNvPr>
                <p14:cNvContentPartPr/>
                <p14:nvPr/>
              </p14:nvContentPartPr>
              <p14:xfrm>
                <a:off x="4033991" y="2630324"/>
                <a:ext cx="93600" cy="16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3BC23FE-09ED-4F24-BE3E-93548DAFAD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4991" y="2621324"/>
                  <a:ext cx="111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5F0154-ECBF-4EA6-A906-11BE83CB7458}"/>
                    </a:ext>
                  </a:extLst>
                </p14:cNvPr>
                <p14:cNvContentPartPr/>
                <p14:nvPr/>
              </p14:nvContentPartPr>
              <p14:xfrm>
                <a:off x="4099871" y="2505044"/>
                <a:ext cx="128880" cy="329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5F0154-ECBF-4EA6-A906-11BE83CB74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0871" y="2496044"/>
                  <a:ext cx="14652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0B6F6D-06E4-4404-971E-AADAADB6C23E}"/>
              </a:ext>
            </a:extLst>
          </p:cNvPr>
          <p:cNvGrpSpPr/>
          <p:nvPr/>
        </p:nvGrpSpPr>
        <p:grpSpPr>
          <a:xfrm>
            <a:off x="4389311" y="2654804"/>
            <a:ext cx="234720" cy="204120"/>
            <a:chOff x="4389311" y="2654804"/>
            <a:chExt cx="2347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FCEC03-A792-4354-89A5-0D39A81B48A2}"/>
                    </a:ext>
                  </a:extLst>
                </p14:cNvPr>
                <p14:cNvContentPartPr/>
                <p14:nvPr/>
              </p14:nvContentPartPr>
              <p14:xfrm>
                <a:off x="4389311" y="2718884"/>
                <a:ext cx="234720" cy="15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FCEC03-A792-4354-89A5-0D39A81B48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0325" y="2709884"/>
                  <a:ext cx="252333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C81E88-5F45-4C49-BC20-0A7F40F70A2D}"/>
                    </a:ext>
                  </a:extLst>
                </p14:cNvPr>
                <p14:cNvContentPartPr/>
                <p14:nvPr/>
              </p14:nvContentPartPr>
              <p14:xfrm>
                <a:off x="4486511" y="2654804"/>
                <a:ext cx="17280" cy="20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C81E88-5F45-4C49-BC20-0A7F40F70A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7511" y="2645804"/>
                  <a:ext cx="3492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B77066-8851-4F0C-BE1B-8F516D67A3E2}"/>
              </a:ext>
            </a:extLst>
          </p:cNvPr>
          <p:cNvGrpSpPr/>
          <p:nvPr/>
        </p:nvGrpSpPr>
        <p:grpSpPr>
          <a:xfrm>
            <a:off x="2943191" y="2458604"/>
            <a:ext cx="926280" cy="359280"/>
            <a:chOff x="2943191" y="2458604"/>
            <a:chExt cx="9262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DBCE57-151D-4974-A084-26BB84DBD55D}"/>
                    </a:ext>
                  </a:extLst>
                </p14:cNvPr>
                <p14:cNvContentPartPr/>
                <p14:nvPr/>
              </p14:nvContentPartPr>
              <p14:xfrm>
                <a:off x="2953631" y="2585684"/>
                <a:ext cx="186480" cy="13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DBCE57-151D-4974-A084-26BB84DBD5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44614" y="2576684"/>
                  <a:ext cx="204154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C650FCA-7C97-402C-84E1-A617958E7A20}"/>
                    </a:ext>
                  </a:extLst>
                </p14:cNvPr>
                <p14:cNvContentPartPr/>
                <p14:nvPr/>
              </p14:nvContentPartPr>
              <p14:xfrm>
                <a:off x="2943191" y="2498924"/>
                <a:ext cx="194400" cy="1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C650FCA-7C97-402C-84E1-A617958E7A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34208" y="2489924"/>
                  <a:ext cx="212007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D81B0C3-07B9-43F3-9427-D79D54CB2CFA}"/>
                    </a:ext>
                  </a:extLst>
                </p14:cNvPr>
                <p14:cNvContentPartPr/>
                <p14:nvPr/>
              </p14:nvContentPartPr>
              <p14:xfrm>
                <a:off x="3287351" y="2511524"/>
                <a:ext cx="15660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D81B0C3-07B9-43F3-9427-D79D54CB2C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78351" y="2502524"/>
                  <a:ext cx="174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386391-73B0-4680-8D7B-B2FC81A83FF0}"/>
                    </a:ext>
                  </a:extLst>
                </p14:cNvPr>
                <p14:cNvContentPartPr/>
                <p14:nvPr/>
              </p14:nvContentPartPr>
              <p14:xfrm>
                <a:off x="3501191" y="2606924"/>
                <a:ext cx="97200" cy="13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386391-73B0-4680-8D7B-B2FC81A83F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92191" y="2597924"/>
                  <a:ext cx="114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CA3C5B3-629A-4279-9372-A9BECECAC1D0}"/>
                    </a:ext>
                  </a:extLst>
                </p14:cNvPr>
                <p14:cNvContentPartPr/>
                <p14:nvPr/>
              </p14:nvContentPartPr>
              <p14:xfrm>
                <a:off x="3710711" y="2458604"/>
                <a:ext cx="158760" cy="35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CA3C5B3-629A-4279-9372-A9BECECAC1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1711" y="2449604"/>
                  <a:ext cx="1764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9EC67B-1F4A-4F3B-A03E-13002961F311}"/>
                    </a:ext>
                  </a:extLst>
                </p14:cNvPr>
                <p14:cNvContentPartPr/>
                <p14:nvPr/>
              </p14:nvContentPartPr>
              <p14:xfrm>
                <a:off x="3165311" y="2705204"/>
                <a:ext cx="12960" cy="99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9EC67B-1F4A-4F3B-A03E-13002961F3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56311" y="2696204"/>
                  <a:ext cx="30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EDFF829-64B5-4267-B65E-72F52E27DCCD}"/>
              </a:ext>
            </a:extLst>
          </p:cNvPr>
          <p:cNvGrpSpPr/>
          <p:nvPr/>
        </p:nvGrpSpPr>
        <p:grpSpPr>
          <a:xfrm>
            <a:off x="4792151" y="2542844"/>
            <a:ext cx="782640" cy="354960"/>
            <a:chOff x="4792151" y="2542844"/>
            <a:chExt cx="78264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CFDBBF-6E30-44FB-A6D0-BF3AA1E9FA8A}"/>
                    </a:ext>
                  </a:extLst>
                </p14:cNvPr>
                <p14:cNvContentPartPr/>
                <p14:nvPr/>
              </p14:nvContentPartPr>
              <p14:xfrm>
                <a:off x="4792151" y="2644364"/>
                <a:ext cx="166680" cy="167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CFDBBF-6E30-44FB-A6D0-BF3AA1E9FA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83151" y="2635364"/>
                  <a:ext cx="184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58E1877-40F4-4CF7-BA52-F102AB2B0FB5}"/>
                    </a:ext>
                  </a:extLst>
                </p14:cNvPr>
                <p14:cNvContentPartPr/>
                <p14:nvPr/>
              </p14:nvContentPartPr>
              <p14:xfrm>
                <a:off x="4987991" y="2753804"/>
                <a:ext cx="21240" cy="124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58E1877-40F4-4CF7-BA52-F102AB2B0F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8991" y="2744804"/>
                  <a:ext cx="38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0EE691A-0B38-4462-9F8F-A5EF3223FBC1}"/>
                    </a:ext>
                  </a:extLst>
                </p14:cNvPr>
                <p14:cNvContentPartPr/>
                <p14:nvPr/>
              </p14:nvContentPartPr>
              <p14:xfrm>
                <a:off x="5076911" y="2641844"/>
                <a:ext cx="157680" cy="177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0EE691A-0B38-4462-9F8F-A5EF3223FB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67911" y="2632844"/>
                  <a:ext cx="175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27AF9C-7094-4A18-A1E0-ABAF87F707D6}"/>
                    </a:ext>
                  </a:extLst>
                </p14:cNvPr>
                <p14:cNvContentPartPr/>
                <p14:nvPr/>
              </p14:nvContentPartPr>
              <p14:xfrm>
                <a:off x="5265911" y="2790164"/>
                <a:ext cx="98280" cy="107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27AF9C-7094-4A18-A1E0-ABAF87F707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56911" y="2781164"/>
                  <a:ext cx="115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C98CA7-735D-4007-962E-336D48696E27}"/>
                    </a:ext>
                  </a:extLst>
                </p14:cNvPr>
                <p14:cNvContentPartPr/>
                <p14:nvPr/>
              </p14:nvContentPartPr>
              <p14:xfrm>
                <a:off x="5048111" y="2570564"/>
                <a:ext cx="259560" cy="28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C98CA7-735D-4007-962E-336D48696E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9111" y="2561564"/>
                  <a:ext cx="277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747AD2-E4B7-46E6-B9F7-6617DBD89120}"/>
                    </a:ext>
                  </a:extLst>
                </p14:cNvPr>
                <p14:cNvContentPartPr/>
                <p14:nvPr/>
              </p14:nvContentPartPr>
              <p14:xfrm>
                <a:off x="5423591" y="2542844"/>
                <a:ext cx="151200" cy="34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747AD2-E4B7-46E6-B9F7-6617DBD891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14591" y="2533835"/>
                  <a:ext cx="168840" cy="3632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F9DE9B-6FE1-4CE7-A3A0-8C1222349EBA}"/>
              </a:ext>
            </a:extLst>
          </p:cNvPr>
          <p:cNvGrpSpPr/>
          <p:nvPr/>
        </p:nvGrpSpPr>
        <p:grpSpPr>
          <a:xfrm>
            <a:off x="5581271" y="2568404"/>
            <a:ext cx="767520" cy="324720"/>
            <a:chOff x="5581271" y="2568404"/>
            <a:chExt cx="76752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3DFD59-5D0E-4625-9048-25E114D63917}"/>
                    </a:ext>
                  </a:extLst>
                </p14:cNvPr>
                <p14:cNvContentPartPr/>
                <p14:nvPr/>
              </p14:nvContentPartPr>
              <p14:xfrm>
                <a:off x="5581271" y="2641484"/>
                <a:ext cx="157680" cy="12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3DFD59-5D0E-4625-9048-25E114D639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72271" y="2632484"/>
                  <a:ext cx="175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46ECEFC-9801-4FBC-AC83-C2E3B0769592}"/>
                    </a:ext>
                  </a:extLst>
                </p14:cNvPr>
                <p14:cNvContentPartPr/>
                <p14:nvPr/>
              </p14:nvContentPartPr>
              <p14:xfrm>
                <a:off x="5771351" y="2687564"/>
                <a:ext cx="106920" cy="148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46ECEFC-9801-4FBC-AC83-C2E3B07695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62351" y="2678564"/>
                  <a:ext cx="124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B6045F-E043-47E3-AD8B-86998E6385D8}"/>
                    </a:ext>
                  </a:extLst>
                </p14:cNvPr>
                <p14:cNvContentPartPr/>
                <p14:nvPr/>
              </p14:nvContentPartPr>
              <p14:xfrm>
                <a:off x="5856311" y="2568404"/>
                <a:ext cx="141840" cy="324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B6045F-E043-47E3-AD8B-86998E6385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7334" y="2559404"/>
                  <a:ext cx="159435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D1801D-50AA-41DA-916B-FB4FEA3844BC}"/>
                    </a:ext>
                  </a:extLst>
                </p14:cNvPr>
                <p14:cNvContentPartPr/>
                <p14:nvPr/>
              </p14:nvContentPartPr>
              <p14:xfrm>
                <a:off x="6095711" y="2702684"/>
                <a:ext cx="253080" cy="38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D1801D-50AA-41DA-916B-FB4FEA3844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86711" y="2693684"/>
                  <a:ext cx="270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2779A2-C975-401B-9638-E0B77CBCB375}"/>
                    </a:ext>
                  </a:extLst>
                </p14:cNvPr>
                <p14:cNvContentPartPr/>
                <p14:nvPr/>
              </p14:nvContentPartPr>
              <p14:xfrm>
                <a:off x="6223871" y="2660564"/>
                <a:ext cx="39960" cy="18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2779A2-C975-401B-9638-E0B77CBCB3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14871" y="2651564"/>
                  <a:ext cx="576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0872896-EA9F-44B3-9132-79A22B3C034F}"/>
              </a:ext>
            </a:extLst>
          </p:cNvPr>
          <p:cNvGrpSpPr/>
          <p:nvPr/>
        </p:nvGrpSpPr>
        <p:grpSpPr>
          <a:xfrm>
            <a:off x="6495671" y="2538884"/>
            <a:ext cx="971280" cy="334800"/>
            <a:chOff x="6495671" y="2538884"/>
            <a:chExt cx="97128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48560CB-7D8B-4C11-9992-C41CC826D1BC}"/>
                    </a:ext>
                  </a:extLst>
                </p14:cNvPr>
                <p14:cNvContentPartPr/>
                <p14:nvPr/>
              </p14:nvContentPartPr>
              <p14:xfrm>
                <a:off x="6495671" y="2610164"/>
                <a:ext cx="181080" cy="167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48560CB-7D8B-4C11-9992-C41CC826D1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86671" y="2601164"/>
                  <a:ext cx="198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DCE75E-9343-4D71-875F-F28E3B908958}"/>
                    </a:ext>
                  </a:extLst>
                </p14:cNvPr>
                <p14:cNvContentPartPr/>
                <p14:nvPr/>
              </p14:nvContentPartPr>
              <p14:xfrm>
                <a:off x="6750911" y="2744444"/>
                <a:ext cx="10440" cy="129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DCE75E-9343-4D71-875F-F28E3B9089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42211" y="2735469"/>
                  <a:ext cx="27492" cy="146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9F3DCD-5B05-4C38-9890-7EB42D85DF4D}"/>
                    </a:ext>
                  </a:extLst>
                </p14:cNvPr>
                <p14:cNvContentPartPr/>
                <p14:nvPr/>
              </p14:nvContentPartPr>
              <p14:xfrm>
                <a:off x="6863231" y="2548964"/>
                <a:ext cx="196560" cy="217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9F3DCD-5B05-4C38-9890-7EB42D85DF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54231" y="2539964"/>
                  <a:ext cx="214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9235E5-FAF3-4CB2-8C91-8A699405DEA1}"/>
                    </a:ext>
                  </a:extLst>
                </p14:cNvPr>
                <p14:cNvContentPartPr/>
                <p14:nvPr/>
              </p14:nvContentPartPr>
              <p14:xfrm>
                <a:off x="7095071" y="2692244"/>
                <a:ext cx="130680" cy="124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9235E5-FAF3-4CB2-8C91-8A699405DE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6071" y="2683244"/>
                  <a:ext cx="148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BBC53B-341B-4352-A426-65DAEBD6DA49}"/>
                    </a:ext>
                  </a:extLst>
                </p14:cNvPr>
                <p14:cNvContentPartPr/>
                <p14:nvPr/>
              </p14:nvContentPartPr>
              <p14:xfrm>
                <a:off x="7311791" y="2538884"/>
                <a:ext cx="155160" cy="320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BBC53B-341B-4352-A426-65DAEBD6DA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02791" y="2529894"/>
                  <a:ext cx="172800" cy="3380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1A86F3D-1DA7-4922-940B-17F923CD73CB}"/>
              </a:ext>
            </a:extLst>
          </p:cNvPr>
          <p:cNvGrpSpPr/>
          <p:nvPr/>
        </p:nvGrpSpPr>
        <p:grpSpPr>
          <a:xfrm>
            <a:off x="7496831" y="2534564"/>
            <a:ext cx="212760" cy="296280"/>
            <a:chOff x="7496831" y="2534564"/>
            <a:chExt cx="212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828C571-5CAF-4BBF-BABB-B9ACF4510BFA}"/>
                    </a:ext>
                  </a:extLst>
                </p14:cNvPr>
                <p14:cNvContentPartPr/>
                <p14:nvPr/>
              </p14:nvContentPartPr>
              <p14:xfrm>
                <a:off x="7496831" y="2568404"/>
                <a:ext cx="31680" cy="15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828C571-5CAF-4BBF-BABB-B9ACF4510B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87728" y="2559404"/>
                  <a:ext cx="49523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4B7DFE-0CC8-42CF-8D2E-8DC14D590A86}"/>
                    </a:ext>
                  </a:extLst>
                </p14:cNvPr>
                <p14:cNvContentPartPr/>
                <p14:nvPr/>
              </p14:nvContentPartPr>
              <p14:xfrm>
                <a:off x="7576391" y="2534564"/>
                <a:ext cx="133200" cy="296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4B7DFE-0CC8-42CF-8D2E-8DC14D590A8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67391" y="2525564"/>
                  <a:ext cx="15084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ECD81F2-8FCF-4FBE-977A-36B4AB8E9E1C}"/>
              </a:ext>
            </a:extLst>
          </p:cNvPr>
          <p:cNvGrpSpPr/>
          <p:nvPr/>
        </p:nvGrpSpPr>
        <p:grpSpPr>
          <a:xfrm>
            <a:off x="7099391" y="2962964"/>
            <a:ext cx="1556280" cy="459000"/>
            <a:chOff x="7099391" y="2962964"/>
            <a:chExt cx="155628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C2D68DA-6FBD-4868-AF03-63BD5B73DCB5}"/>
                    </a:ext>
                  </a:extLst>
                </p14:cNvPr>
                <p14:cNvContentPartPr/>
                <p14:nvPr/>
              </p14:nvContentPartPr>
              <p14:xfrm>
                <a:off x="7099391" y="3072044"/>
                <a:ext cx="150120" cy="34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C2D68DA-6FBD-4868-AF03-63BD5B73DC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90391" y="3063044"/>
                  <a:ext cx="1677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50BB1D-BBEC-4352-82D5-E942FFB96737}"/>
                    </a:ext>
                  </a:extLst>
                </p14:cNvPr>
                <p14:cNvContentPartPr/>
                <p14:nvPr/>
              </p14:nvContentPartPr>
              <p14:xfrm>
                <a:off x="7315031" y="3131084"/>
                <a:ext cx="183600" cy="147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50BB1D-BBEC-4352-82D5-E942FFB967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06031" y="3122084"/>
                  <a:ext cx="201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EDD88D-0A5A-4B54-B736-6C845A980940}"/>
                    </a:ext>
                  </a:extLst>
                </p14:cNvPr>
                <p14:cNvContentPartPr/>
                <p14:nvPr/>
              </p14:nvContentPartPr>
              <p14:xfrm>
                <a:off x="7538951" y="3180044"/>
                <a:ext cx="137520" cy="181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EDD88D-0A5A-4B54-B736-6C845A9809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29927" y="3171062"/>
                  <a:ext cx="155206" cy="1986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2AC3235-5BF9-4EEA-A606-ABB4A2B0FE76}"/>
                    </a:ext>
                  </a:extLst>
                </p14:cNvPr>
                <p14:cNvContentPartPr/>
                <p14:nvPr/>
              </p14:nvContentPartPr>
              <p14:xfrm>
                <a:off x="7717511" y="3156284"/>
                <a:ext cx="198360" cy="32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2AC3235-5BF9-4EEA-A606-ABB4A2B0FE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08511" y="3147284"/>
                  <a:ext cx="216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65D0DF-8812-4910-AA04-C7FCC66E63AF}"/>
                    </a:ext>
                  </a:extLst>
                </p14:cNvPr>
                <p14:cNvContentPartPr/>
                <p14:nvPr/>
              </p14:nvContentPartPr>
              <p14:xfrm>
                <a:off x="7810751" y="3124964"/>
                <a:ext cx="35280" cy="141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65D0DF-8812-4910-AA04-C7FCC66E63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01842" y="3115964"/>
                  <a:ext cx="52742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CCB82E-8ED7-4974-ABD5-8E6EFCED2094}"/>
                    </a:ext>
                  </a:extLst>
                </p14:cNvPr>
                <p14:cNvContentPartPr/>
                <p14:nvPr/>
              </p14:nvContentPartPr>
              <p14:xfrm>
                <a:off x="7967711" y="3056924"/>
                <a:ext cx="173880" cy="13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CCB82E-8ED7-4974-ABD5-8E6EFCED20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58711" y="3047924"/>
                  <a:ext cx="191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93B003-D1C6-4EE2-85D6-0CCACA048F07}"/>
                    </a:ext>
                  </a:extLst>
                </p14:cNvPr>
                <p14:cNvContentPartPr/>
                <p14:nvPr/>
              </p14:nvContentPartPr>
              <p14:xfrm>
                <a:off x="8143391" y="3151964"/>
                <a:ext cx="93600" cy="168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93B003-D1C6-4EE2-85D6-0CCACA048F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34391" y="3142945"/>
                  <a:ext cx="111240" cy="186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0671919-79F4-49F1-927A-7E452C296C11}"/>
                    </a:ext>
                  </a:extLst>
                </p14:cNvPr>
                <p14:cNvContentPartPr/>
                <p14:nvPr/>
              </p14:nvContentPartPr>
              <p14:xfrm>
                <a:off x="7291271" y="3093644"/>
                <a:ext cx="241200" cy="46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0671919-79F4-49F1-927A-7E452C296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82271" y="3084644"/>
                  <a:ext cx="258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3F3EC4-98AB-4376-8316-608DB63EF348}"/>
                    </a:ext>
                  </a:extLst>
                </p14:cNvPr>
                <p14:cNvContentPartPr/>
                <p14:nvPr/>
              </p14:nvContentPartPr>
              <p14:xfrm>
                <a:off x="8312231" y="3115964"/>
                <a:ext cx="120600" cy="2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3F3EC4-98AB-4376-8316-608DB63EF3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03231" y="3106964"/>
                  <a:ext cx="138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80D4EFE-8E7F-4DA1-9584-73BA7A7CCE2D}"/>
                    </a:ext>
                  </a:extLst>
                </p14:cNvPr>
                <p14:cNvContentPartPr/>
                <p14:nvPr/>
              </p14:nvContentPartPr>
              <p14:xfrm>
                <a:off x="8328431" y="3159164"/>
                <a:ext cx="116280" cy="34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80D4EFE-8E7F-4DA1-9584-73BA7A7CCE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19431" y="3150164"/>
                  <a:ext cx="133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5145C8-C2DA-46B6-826D-6583B03FA08E}"/>
                    </a:ext>
                  </a:extLst>
                </p14:cNvPr>
                <p14:cNvContentPartPr/>
                <p14:nvPr/>
              </p14:nvContentPartPr>
              <p14:xfrm>
                <a:off x="8534351" y="3044324"/>
                <a:ext cx="23400" cy="155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5145C8-C2DA-46B6-826D-6583B03FA0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5351" y="3035303"/>
                  <a:ext cx="41040" cy="1728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8EAED4-47BF-4C9E-A8C1-B4342611D3F2}"/>
                    </a:ext>
                  </a:extLst>
                </p14:cNvPr>
                <p14:cNvContentPartPr/>
                <p14:nvPr/>
              </p14:nvContentPartPr>
              <p14:xfrm>
                <a:off x="8512031" y="2962964"/>
                <a:ext cx="143640" cy="350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8EAED4-47BF-4C9E-A8C1-B4342611D3F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03031" y="2953964"/>
                  <a:ext cx="161280" cy="36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13809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27B099-081B-4C22-929A-615B2E3B3838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Example 2: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Implement f using only a minimal number of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4-to-1 MUX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and no other gates (NOT gates are not allowed, either)</a:t>
            </a:r>
          </a:p>
        </p:txBody>
      </p:sp>
      <p:pic>
        <p:nvPicPr>
          <p:cNvPr id="5" name="Picture 1" descr="Screen shot 2013-10-14 at 2.55.17 PM.png">
            <a:extLst>
              <a:ext uri="{FF2B5EF4-FFF2-40B4-BE49-F238E27FC236}">
                <a16:creationId xmlns:a16="http://schemas.microsoft.com/office/drawing/2014/main" id="{11CB232F-2884-4250-9637-378B60D15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7772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3A6BBE-902E-42C0-A4B7-7ED1C9B5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763000" cy="70802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1CA7F85-16D6-4A51-BC0C-B402C7245CBF}"/>
              </a:ext>
            </a:extLst>
          </p:cNvPr>
          <p:cNvGrpSpPr/>
          <p:nvPr/>
        </p:nvGrpSpPr>
        <p:grpSpPr>
          <a:xfrm>
            <a:off x="899471" y="2501444"/>
            <a:ext cx="1090080" cy="339120"/>
            <a:chOff x="899471" y="2501444"/>
            <a:chExt cx="10900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0CFF05-EB4F-44D7-82B0-5F5916A0BFC2}"/>
                    </a:ext>
                  </a:extLst>
                </p14:cNvPr>
                <p14:cNvContentPartPr/>
                <p14:nvPr/>
              </p14:nvContentPartPr>
              <p14:xfrm>
                <a:off x="899471" y="2590004"/>
                <a:ext cx="16380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0CFF05-EB4F-44D7-82B0-5F5916A0BFC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0471" y="2581004"/>
                  <a:ext cx="181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6AAB40-1102-4381-B6BD-A3C0ECECB6C4}"/>
                    </a:ext>
                  </a:extLst>
                </p14:cNvPr>
                <p14:cNvContentPartPr/>
                <p14:nvPr/>
              </p14:nvContentPartPr>
              <p14:xfrm>
                <a:off x="909911" y="2700524"/>
                <a:ext cx="135720" cy="14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6AAB40-1102-4381-B6BD-A3C0ECECB6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911" y="2691524"/>
                  <a:ext cx="153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21CAC45-1BF1-4C60-96D6-C6E3BBCBB1E6}"/>
                    </a:ext>
                  </a:extLst>
                </p14:cNvPr>
                <p14:cNvContentPartPr/>
                <p14:nvPr/>
              </p14:nvContentPartPr>
              <p14:xfrm>
                <a:off x="1148591" y="2560124"/>
                <a:ext cx="151920" cy="189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21CAC45-1BF1-4C60-96D6-C6E3BBCBB1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9591" y="2551107"/>
                  <a:ext cx="169560" cy="206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638073-D4C4-4902-8A64-8582D9ACFCBC}"/>
                    </a:ext>
                  </a:extLst>
                </p14:cNvPr>
                <p14:cNvContentPartPr/>
                <p14:nvPr/>
              </p14:nvContentPartPr>
              <p14:xfrm>
                <a:off x="1344791" y="2678564"/>
                <a:ext cx="17280" cy="14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638073-D4C4-4902-8A64-8582D9ACFC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5791" y="2669564"/>
                  <a:ext cx="34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C677F0-AAC1-4D8B-8EB1-B75538AAF00F}"/>
                    </a:ext>
                  </a:extLst>
                </p14:cNvPr>
                <p14:cNvContentPartPr/>
                <p14:nvPr/>
              </p14:nvContentPartPr>
              <p14:xfrm>
                <a:off x="1168391" y="2501444"/>
                <a:ext cx="197640" cy="17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C677F0-AAC1-4D8B-8EB1-B75538AAF0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9375" y="2492444"/>
                  <a:ext cx="215312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E29418-E7BE-4512-806D-9F73BF8A3D8B}"/>
                    </a:ext>
                  </a:extLst>
                </p14:cNvPr>
                <p14:cNvContentPartPr/>
                <p14:nvPr/>
              </p14:nvContentPartPr>
              <p14:xfrm>
                <a:off x="1483391" y="2580644"/>
                <a:ext cx="151560" cy="145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E29418-E7BE-4512-806D-9F73BF8A3D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4391" y="2571622"/>
                  <a:ext cx="169200" cy="162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68D6A9-5A2E-4B6D-98AE-A0DCAFEFA231}"/>
                    </a:ext>
                  </a:extLst>
                </p14:cNvPr>
                <p14:cNvContentPartPr/>
                <p14:nvPr/>
              </p14:nvContentPartPr>
              <p14:xfrm>
                <a:off x="1681031" y="2678204"/>
                <a:ext cx="65880" cy="12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68D6A9-5A2E-4B6D-98AE-A0DCAFEFA2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72080" y="2669204"/>
                  <a:ext cx="83424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F36A3C-E8AB-4687-B2CC-BF53FB6312CE}"/>
                    </a:ext>
                  </a:extLst>
                </p14:cNvPr>
                <p14:cNvContentPartPr/>
                <p14:nvPr/>
              </p14:nvContentPartPr>
              <p14:xfrm>
                <a:off x="1466471" y="2501444"/>
                <a:ext cx="150120" cy="2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F36A3C-E8AB-4687-B2CC-BF53FB6312C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57471" y="2492592"/>
                  <a:ext cx="167760" cy="38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76073A5-B677-42E5-A3D8-6BA25F1E29D6}"/>
                    </a:ext>
                  </a:extLst>
                </p14:cNvPr>
                <p14:cNvContentPartPr/>
                <p14:nvPr/>
              </p14:nvContentPartPr>
              <p14:xfrm>
                <a:off x="1853471" y="2508644"/>
                <a:ext cx="136080" cy="33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76073A5-B677-42E5-A3D8-6BA25F1E29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44447" y="2499644"/>
                  <a:ext cx="153767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8FD53C-42CF-4D62-9CAF-70CC38BF52FC}"/>
              </a:ext>
            </a:extLst>
          </p:cNvPr>
          <p:cNvGrpSpPr/>
          <p:nvPr/>
        </p:nvGrpSpPr>
        <p:grpSpPr>
          <a:xfrm>
            <a:off x="1983071" y="2474804"/>
            <a:ext cx="292320" cy="312480"/>
            <a:chOff x="1983071" y="2474804"/>
            <a:chExt cx="2923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86D7575-BB00-48AA-9F33-F9CC720BD8DE}"/>
                    </a:ext>
                  </a:extLst>
                </p14:cNvPr>
                <p14:cNvContentPartPr/>
                <p14:nvPr/>
              </p14:nvContentPartPr>
              <p14:xfrm>
                <a:off x="1983071" y="2564084"/>
                <a:ext cx="108360" cy="132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86D7575-BB00-48AA-9F33-F9CC720BD8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74071" y="2555084"/>
                  <a:ext cx="126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951BF0-4977-4E20-BD5A-B33FB6BBCED8}"/>
                    </a:ext>
                  </a:extLst>
                </p14:cNvPr>
                <p14:cNvContentPartPr/>
                <p14:nvPr/>
              </p14:nvContentPartPr>
              <p14:xfrm>
                <a:off x="2152631" y="2474804"/>
                <a:ext cx="122760" cy="31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951BF0-4977-4E20-BD5A-B33FB6BBCE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3657" y="2465804"/>
                  <a:ext cx="140348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998FC8-F51A-4A77-BDAF-6BC1929A5E08}"/>
              </a:ext>
            </a:extLst>
          </p:cNvPr>
          <p:cNvGrpSpPr/>
          <p:nvPr/>
        </p:nvGrpSpPr>
        <p:grpSpPr>
          <a:xfrm>
            <a:off x="2449631" y="2604044"/>
            <a:ext cx="207720" cy="154440"/>
            <a:chOff x="2449631" y="2604044"/>
            <a:chExt cx="20772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5A1059-13B9-4BB7-B0FF-F6C3235CF848}"/>
                    </a:ext>
                  </a:extLst>
                </p14:cNvPr>
                <p14:cNvContentPartPr/>
                <p14:nvPr/>
              </p14:nvContentPartPr>
              <p14:xfrm>
                <a:off x="2449631" y="2653724"/>
                <a:ext cx="207720" cy="32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5A1059-13B9-4BB7-B0FF-F6C3235CF84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0631" y="2644724"/>
                  <a:ext cx="225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ABE803-29BC-4994-8BFA-B032D6B4D493}"/>
                    </a:ext>
                  </a:extLst>
                </p14:cNvPr>
                <p14:cNvContentPartPr/>
                <p14:nvPr/>
              </p14:nvContentPartPr>
              <p14:xfrm>
                <a:off x="2550791" y="2604044"/>
                <a:ext cx="27720" cy="154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ABE803-29BC-4994-8BFA-B032D6B4D4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41791" y="2595044"/>
                  <a:ext cx="4536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03764C-FD59-43C0-BA01-961CC905E592}"/>
              </a:ext>
            </a:extLst>
          </p:cNvPr>
          <p:cNvGrpSpPr/>
          <p:nvPr/>
        </p:nvGrpSpPr>
        <p:grpSpPr>
          <a:xfrm>
            <a:off x="3807911" y="2505044"/>
            <a:ext cx="420840" cy="329760"/>
            <a:chOff x="3807911" y="2505044"/>
            <a:chExt cx="42084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A3DD1D-5E8B-4375-8CE4-B2C95FF89547}"/>
                    </a:ext>
                  </a:extLst>
                </p14:cNvPr>
                <p14:cNvContentPartPr/>
                <p14:nvPr/>
              </p14:nvContentPartPr>
              <p14:xfrm>
                <a:off x="3807911" y="2567324"/>
                <a:ext cx="171000" cy="149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A3DD1D-5E8B-4375-8CE4-B2C95FF895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98911" y="2558324"/>
                  <a:ext cx="188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3BC23FE-09ED-4F24-BE3E-93548DAFADE1}"/>
                    </a:ext>
                  </a:extLst>
                </p14:cNvPr>
                <p14:cNvContentPartPr/>
                <p14:nvPr/>
              </p14:nvContentPartPr>
              <p14:xfrm>
                <a:off x="4033991" y="2630324"/>
                <a:ext cx="93600" cy="16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3BC23FE-09ED-4F24-BE3E-93548DAFAD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4991" y="2621324"/>
                  <a:ext cx="111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5F0154-ECBF-4EA6-A906-11BE83CB7458}"/>
                    </a:ext>
                  </a:extLst>
                </p14:cNvPr>
                <p14:cNvContentPartPr/>
                <p14:nvPr/>
              </p14:nvContentPartPr>
              <p14:xfrm>
                <a:off x="4099871" y="2505044"/>
                <a:ext cx="128880" cy="329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5F0154-ECBF-4EA6-A906-11BE83CB74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0871" y="2496044"/>
                  <a:ext cx="14652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0B6F6D-06E4-4404-971E-AADAADB6C23E}"/>
              </a:ext>
            </a:extLst>
          </p:cNvPr>
          <p:cNvGrpSpPr/>
          <p:nvPr/>
        </p:nvGrpSpPr>
        <p:grpSpPr>
          <a:xfrm>
            <a:off x="4389311" y="2654804"/>
            <a:ext cx="234720" cy="204120"/>
            <a:chOff x="4389311" y="2654804"/>
            <a:chExt cx="2347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FCEC03-A792-4354-89A5-0D39A81B48A2}"/>
                    </a:ext>
                  </a:extLst>
                </p14:cNvPr>
                <p14:cNvContentPartPr/>
                <p14:nvPr/>
              </p14:nvContentPartPr>
              <p14:xfrm>
                <a:off x="4389311" y="2718884"/>
                <a:ext cx="234720" cy="15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FCEC03-A792-4354-89A5-0D39A81B48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0325" y="2709884"/>
                  <a:ext cx="252333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C81E88-5F45-4C49-BC20-0A7F40F70A2D}"/>
                    </a:ext>
                  </a:extLst>
                </p14:cNvPr>
                <p14:cNvContentPartPr/>
                <p14:nvPr/>
              </p14:nvContentPartPr>
              <p14:xfrm>
                <a:off x="4486511" y="2654804"/>
                <a:ext cx="17280" cy="20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C81E88-5F45-4C49-BC20-0A7F40F70A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7511" y="2645804"/>
                  <a:ext cx="3492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CB77066-8851-4F0C-BE1B-8F516D67A3E2}"/>
              </a:ext>
            </a:extLst>
          </p:cNvPr>
          <p:cNvGrpSpPr/>
          <p:nvPr/>
        </p:nvGrpSpPr>
        <p:grpSpPr>
          <a:xfrm>
            <a:off x="2943191" y="2458604"/>
            <a:ext cx="926280" cy="359280"/>
            <a:chOff x="2943191" y="2458604"/>
            <a:chExt cx="9262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0DBCE57-151D-4974-A084-26BB84DBD55D}"/>
                    </a:ext>
                  </a:extLst>
                </p14:cNvPr>
                <p14:cNvContentPartPr/>
                <p14:nvPr/>
              </p14:nvContentPartPr>
              <p14:xfrm>
                <a:off x="2953631" y="2585684"/>
                <a:ext cx="186480" cy="13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0DBCE57-151D-4974-A084-26BB84DBD5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44614" y="2576684"/>
                  <a:ext cx="204154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C650FCA-7C97-402C-84E1-A617958E7A20}"/>
                    </a:ext>
                  </a:extLst>
                </p14:cNvPr>
                <p14:cNvContentPartPr/>
                <p14:nvPr/>
              </p14:nvContentPartPr>
              <p14:xfrm>
                <a:off x="2943191" y="2498924"/>
                <a:ext cx="194400" cy="12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C650FCA-7C97-402C-84E1-A617958E7A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34208" y="2489924"/>
                  <a:ext cx="212007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D81B0C3-07B9-43F3-9427-D79D54CB2CFA}"/>
                    </a:ext>
                  </a:extLst>
                </p14:cNvPr>
                <p14:cNvContentPartPr/>
                <p14:nvPr/>
              </p14:nvContentPartPr>
              <p14:xfrm>
                <a:off x="3287351" y="2511524"/>
                <a:ext cx="156600" cy="160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D81B0C3-07B9-43F3-9427-D79D54CB2C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78351" y="2502524"/>
                  <a:ext cx="174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386391-73B0-4680-8D7B-B2FC81A83FF0}"/>
                    </a:ext>
                  </a:extLst>
                </p14:cNvPr>
                <p14:cNvContentPartPr/>
                <p14:nvPr/>
              </p14:nvContentPartPr>
              <p14:xfrm>
                <a:off x="3501191" y="2606924"/>
                <a:ext cx="97200" cy="138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386391-73B0-4680-8D7B-B2FC81A83FF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92191" y="2597924"/>
                  <a:ext cx="114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CA3C5B3-629A-4279-9372-A9BECECAC1D0}"/>
                    </a:ext>
                  </a:extLst>
                </p14:cNvPr>
                <p14:cNvContentPartPr/>
                <p14:nvPr/>
              </p14:nvContentPartPr>
              <p14:xfrm>
                <a:off x="3710711" y="2458604"/>
                <a:ext cx="158760" cy="359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CA3C5B3-629A-4279-9372-A9BECECAC1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1711" y="2449604"/>
                  <a:ext cx="1764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9EC67B-1F4A-4F3B-A03E-13002961F311}"/>
                    </a:ext>
                  </a:extLst>
                </p14:cNvPr>
                <p14:cNvContentPartPr/>
                <p14:nvPr/>
              </p14:nvContentPartPr>
              <p14:xfrm>
                <a:off x="3165311" y="2705204"/>
                <a:ext cx="12960" cy="99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9EC67B-1F4A-4F3B-A03E-13002961F3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56311" y="2696204"/>
                  <a:ext cx="30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EDFF829-64B5-4267-B65E-72F52E27DCCD}"/>
              </a:ext>
            </a:extLst>
          </p:cNvPr>
          <p:cNvGrpSpPr/>
          <p:nvPr/>
        </p:nvGrpSpPr>
        <p:grpSpPr>
          <a:xfrm>
            <a:off x="4792151" y="2542844"/>
            <a:ext cx="782640" cy="354960"/>
            <a:chOff x="4792151" y="2542844"/>
            <a:chExt cx="78264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CFDBBF-6E30-44FB-A6D0-BF3AA1E9FA8A}"/>
                    </a:ext>
                  </a:extLst>
                </p14:cNvPr>
                <p14:cNvContentPartPr/>
                <p14:nvPr/>
              </p14:nvContentPartPr>
              <p14:xfrm>
                <a:off x="4792151" y="2644364"/>
                <a:ext cx="166680" cy="167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CFDBBF-6E30-44FB-A6D0-BF3AA1E9FA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83151" y="2635364"/>
                  <a:ext cx="184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58E1877-40F4-4CF7-BA52-F102AB2B0FB5}"/>
                    </a:ext>
                  </a:extLst>
                </p14:cNvPr>
                <p14:cNvContentPartPr/>
                <p14:nvPr/>
              </p14:nvContentPartPr>
              <p14:xfrm>
                <a:off x="4987991" y="2753804"/>
                <a:ext cx="21240" cy="124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58E1877-40F4-4CF7-BA52-F102AB2B0F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8991" y="2744804"/>
                  <a:ext cx="38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0EE691A-0B38-4462-9F8F-A5EF3223FBC1}"/>
                    </a:ext>
                  </a:extLst>
                </p14:cNvPr>
                <p14:cNvContentPartPr/>
                <p14:nvPr/>
              </p14:nvContentPartPr>
              <p14:xfrm>
                <a:off x="5076911" y="2641844"/>
                <a:ext cx="157680" cy="177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0EE691A-0B38-4462-9F8F-A5EF3223FBC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67911" y="2632844"/>
                  <a:ext cx="175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227AF9C-7094-4A18-A1E0-ABAF87F707D6}"/>
                    </a:ext>
                  </a:extLst>
                </p14:cNvPr>
                <p14:cNvContentPartPr/>
                <p14:nvPr/>
              </p14:nvContentPartPr>
              <p14:xfrm>
                <a:off x="5265911" y="2790164"/>
                <a:ext cx="98280" cy="107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227AF9C-7094-4A18-A1E0-ABAF87F707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56911" y="2781164"/>
                  <a:ext cx="115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C98CA7-735D-4007-962E-336D48696E27}"/>
                    </a:ext>
                  </a:extLst>
                </p14:cNvPr>
                <p14:cNvContentPartPr/>
                <p14:nvPr/>
              </p14:nvContentPartPr>
              <p14:xfrm>
                <a:off x="5048111" y="2570564"/>
                <a:ext cx="259560" cy="28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C98CA7-735D-4007-962E-336D48696E2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9111" y="2561564"/>
                  <a:ext cx="277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747AD2-E4B7-46E6-B9F7-6617DBD89120}"/>
                    </a:ext>
                  </a:extLst>
                </p14:cNvPr>
                <p14:cNvContentPartPr/>
                <p14:nvPr/>
              </p14:nvContentPartPr>
              <p14:xfrm>
                <a:off x="5423591" y="2542844"/>
                <a:ext cx="151200" cy="34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747AD2-E4B7-46E6-B9F7-6617DBD8912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14591" y="2533835"/>
                  <a:ext cx="168840" cy="3632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F9DE9B-6FE1-4CE7-A3A0-8C1222349EBA}"/>
              </a:ext>
            </a:extLst>
          </p:cNvPr>
          <p:cNvGrpSpPr/>
          <p:nvPr/>
        </p:nvGrpSpPr>
        <p:grpSpPr>
          <a:xfrm>
            <a:off x="5581271" y="2568404"/>
            <a:ext cx="767520" cy="324720"/>
            <a:chOff x="5581271" y="2568404"/>
            <a:chExt cx="76752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3DFD59-5D0E-4625-9048-25E114D63917}"/>
                    </a:ext>
                  </a:extLst>
                </p14:cNvPr>
                <p14:cNvContentPartPr/>
                <p14:nvPr/>
              </p14:nvContentPartPr>
              <p14:xfrm>
                <a:off x="5581271" y="2641484"/>
                <a:ext cx="157680" cy="12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3DFD59-5D0E-4625-9048-25E114D639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72271" y="2632484"/>
                  <a:ext cx="175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46ECEFC-9801-4FBC-AC83-C2E3B0769592}"/>
                    </a:ext>
                  </a:extLst>
                </p14:cNvPr>
                <p14:cNvContentPartPr/>
                <p14:nvPr/>
              </p14:nvContentPartPr>
              <p14:xfrm>
                <a:off x="5771351" y="2687564"/>
                <a:ext cx="106920" cy="148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46ECEFC-9801-4FBC-AC83-C2E3B07695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62351" y="2678564"/>
                  <a:ext cx="124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B6045F-E043-47E3-AD8B-86998E6385D8}"/>
                    </a:ext>
                  </a:extLst>
                </p14:cNvPr>
                <p14:cNvContentPartPr/>
                <p14:nvPr/>
              </p14:nvContentPartPr>
              <p14:xfrm>
                <a:off x="5856311" y="2568404"/>
                <a:ext cx="141840" cy="324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B6045F-E043-47E3-AD8B-86998E6385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7334" y="2559404"/>
                  <a:ext cx="159435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D1801D-50AA-41DA-916B-FB4FEA3844BC}"/>
                    </a:ext>
                  </a:extLst>
                </p14:cNvPr>
                <p14:cNvContentPartPr/>
                <p14:nvPr/>
              </p14:nvContentPartPr>
              <p14:xfrm>
                <a:off x="6095711" y="2702684"/>
                <a:ext cx="253080" cy="38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D1801D-50AA-41DA-916B-FB4FEA3844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86711" y="2693684"/>
                  <a:ext cx="2707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92779A2-C975-401B-9638-E0B77CBCB375}"/>
                    </a:ext>
                  </a:extLst>
                </p14:cNvPr>
                <p14:cNvContentPartPr/>
                <p14:nvPr/>
              </p14:nvContentPartPr>
              <p14:xfrm>
                <a:off x="6223871" y="2660564"/>
                <a:ext cx="39960" cy="18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92779A2-C975-401B-9638-E0B77CBCB3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14871" y="2651564"/>
                  <a:ext cx="5760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0872896-EA9F-44B3-9132-79A22B3C034F}"/>
              </a:ext>
            </a:extLst>
          </p:cNvPr>
          <p:cNvGrpSpPr/>
          <p:nvPr/>
        </p:nvGrpSpPr>
        <p:grpSpPr>
          <a:xfrm>
            <a:off x="6495671" y="2538884"/>
            <a:ext cx="971280" cy="334800"/>
            <a:chOff x="6495671" y="2538884"/>
            <a:chExt cx="97128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48560CB-7D8B-4C11-9992-C41CC826D1BC}"/>
                    </a:ext>
                  </a:extLst>
                </p14:cNvPr>
                <p14:cNvContentPartPr/>
                <p14:nvPr/>
              </p14:nvContentPartPr>
              <p14:xfrm>
                <a:off x="6495671" y="2610164"/>
                <a:ext cx="181080" cy="167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48560CB-7D8B-4C11-9992-C41CC826D1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86671" y="2601164"/>
                  <a:ext cx="198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DCE75E-9343-4D71-875F-F28E3B908958}"/>
                    </a:ext>
                  </a:extLst>
                </p14:cNvPr>
                <p14:cNvContentPartPr/>
                <p14:nvPr/>
              </p14:nvContentPartPr>
              <p14:xfrm>
                <a:off x="6750911" y="2744444"/>
                <a:ext cx="10440" cy="129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DCE75E-9343-4D71-875F-F28E3B9089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42211" y="2735469"/>
                  <a:ext cx="27492" cy="146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A9F3DCD-5B05-4C38-9890-7EB42D85DF4D}"/>
                    </a:ext>
                  </a:extLst>
                </p14:cNvPr>
                <p14:cNvContentPartPr/>
                <p14:nvPr/>
              </p14:nvContentPartPr>
              <p14:xfrm>
                <a:off x="6863231" y="2548964"/>
                <a:ext cx="196560" cy="217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A9F3DCD-5B05-4C38-9890-7EB42D85DF4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54231" y="2539964"/>
                  <a:ext cx="214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A9235E5-FAF3-4CB2-8C91-8A699405DEA1}"/>
                    </a:ext>
                  </a:extLst>
                </p14:cNvPr>
                <p14:cNvContentPartPr/>
                <p14:nvPr/>
              </p14:nvContentPartPr>
              <p14:xfrm>
                <a:off x="7095071" y="2692244"/>
                <a:ext cx="130680" cy="124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A9235E5-FAF3-4CB2-8C91-8A699405DE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6071" y="2683244"/>
                  <a:ext cx="148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BBC53B-341B-4352-A426-65DAEBD6DA49}"/>
                    </a:ext>
                  </a:extLst>
                </p14:cNvPr>
                <p14:cNvContentPartPr/>
                <p14:nvPr/>
              </p14:nvContentPartPr>
              <p14:xfrm>
                <a:off x="7311791" y="2538884"/>
                <a:ext cx="155160" cy="320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BBC53B-341B-4352-A426-65DAEBD6DA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02791" y="2529894"/>
                  <a:ext cx="172800" cy="3380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1A86F3D-1DA7-4922-940B-17F923CD73CB}"/>
              </a:ext>
            </a:extLst>
          </p:cNvPr>
          <p:cNvGrpSpPr/>
          <p:nvPr/>
        </p:nvGrpSpPr>
        <p:grpSpPr>
          <a:xfrm>
            <a:off x="7496831" y="2534564"/>
            <a:ext cx="212760" cy="296280"/>
            <a:chOff x="7496831" y="2534564"/>
            <a:chExt cx="2127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828C571-5CAF-4BBF-BABB-B9ACF4510BFA}"/>
                    </a:ext>
                  </a:extLst>
                </p14:cNvPr>
                <p14:cNvContentPartPr/>
                <p14:nvPr/>
              </p14:nvContentPartPr>
              <p14:xfrm>
                <a:off x="7496831" y="2568404"/>
                <a:ext cx="31680" cy="154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828C571-5CAF-4BBF-BABB-B9ACF4510B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87728" y="2559404"/>
                  <a:ext cx="49523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4B7DFE-0CC8-42CF-8D2E-8DC14D590A86}"/>
                    </a:ext>
                  </a:extLst>
                </p14:cNvPr>
                <p14:cNvContentPartPr/>
                <p14:nvPr/>
              </p14:nvContentPartPr>
              <p14:xfrm>
                <a:off x="7576391" y="2534564"/>
                <a:ext cx="133200" cy="296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4B7DFE-0CC8-42CF-8D2E-8DC14D590A8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67391" y="2525564"/>
                  <a:ext cx="15084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ECD81F2-8FCF-4FBE-977A-36B4AB8E9E1C}"/>
              </a:ext>
            </a:extLst>
          </p:cNvPr>
          <p:cNvGrpSpPr/>
          <p:nvPr/>
        </p:nvGrpSpPr>
        <p:grpSpPr>
          <a:xfrm>
            <a:off x="7099391" y="2962964"/>
            <a:ext cx="1556280" cy="459000"/>
            <a:chOff x="7099391" y="2962964"/>
            <a:chExt cx="1556280" cy="4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C2D68DA-6FBD-4868-AF03-63BD5B73DCB5}"/>
                    </a:ext>
                  </a:extLst>
                </p14:cNvPr>
                <p14:cNvContentPartPr/>
                <p14:nvPr/>
              </p14:nvContentPartPr>
              <p14:xfrm>
                <a:off x="7099391" y="3072044"/>
                <a:ext cx="150120" cy="34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C2D68DA-6FBD-4868-AF03-63BD5B73DC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90391" y="3063044"/>
                  <a:ext cx="1677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50BB1D-BBEC-4352-82D5-E942FFB96737}"/>
                    </a:ext>
                  </a:extLst>
                </p14:cNvPr>
                <p14:cNvContentPartPr/>
                <p14:nvPr/>
              </p14:nvContentPartPr>
              <p14:xfrm>
                <a:off x="7315031" y="3131084"/>
                <a:ext cx="183600" cy="147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50BB1D-BBEC-4352-82D5-E942FFB967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06031" y="3122084"/>
                  <a:ext cx="201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EDD88D-0A5A-4B54-B736-6C845A980940}"/>
                    </a:ext>
                  </a:extLst>
                </p14:cNvPr>
                <p14:cNvContentPartPr/>
                <p14:nvPr/>
              </p14:nvContentPartPr>
              <p14:xfrm>
                <a:off x="7538951" y="3180044"/>
                <a:ext cx="137520" cy="181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EDD88D-0A5A-4B54-B736-6C845A9809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29927" y="3171062"/>
                  <a:ext cx="155206" cy="1986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2AC3235-5BF9-4EEA-A606-ABB4A2B0FE76}"/>
                    </a:ext>
                  </a:extLst>
                </p14:cNvPr>
                <p14:cNvContentPartPr/>
                <p14:nvPr/>
              </p14:nvContentPartPr>
              <p14:xfrm>
                <a:off x="7717511" y="3156284"/>
                <a:ext cx="198360" cy="32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2AC3235-5BF9-4EEA-A606-ABB4A2B0FE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08511" y="3147284"/>
                  <a:ext cx="2160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D65D0DF-8812-4910-AA04-C7FCC66E63AF}"/>
                    </a:ext>
                  </a:extLst>
                </p14:cNvPr>
                <p14:cNvContentPartPr/>
                <p14:nvPr/>
              </p14:nvContentPartPr>
              <p14:xfrm>
                <a:off x="7810751" y="3124964"/>
                <a:ext cx="35280" cy="141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D65D0DF-8812-4910-AA04-C7FCC66E63A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01842" y="3115964"/>
                  <a:ext cx="52742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CCB82E-8ED7-4974-ABD5-8E6EFCED2094}"/>
                    </a:ext>
                  </a:extLst>
                </p14:cNvPr>
                <p14:cNvContentPartPr/>
                <p14:nvPr/>
              </p14:nvContentPartPr>
              <p14:xfrm>
                <a:off x="7967711" y="3056924"/>
                <a:ext cx="173880" cy="13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CCB82E-8ED7-4974-ABD5-8E6EFCED209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958711" y="3047924"/>
                  <a:ext cx="191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193B003-D1C6-4EE2-85D6-0CCACA048F07}"/>
                    </a:ext>
                  </a:extLst>
                </p14:cNvPr>
                <p14:cNvContentPartPr/>
                <p14:nvPr/>
              </p14:nvContentPartPr>
              <p14:xfrm>
                <a:off x="8143391" y="3151964"/>
                <a:ext cx="93600" cy="168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193B003-D1C6-4EE2-85D6-0CCACA048F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34391" y="3142945"/>
                  <a:ext cx="111240" cy="186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0671919-79F4-49F1-927A-7E452C296C11}"/>
                    </a:ext>
                  </a:extLst>
                </p14:cNvPr>
                <p14:cNvContentPartPr/>
                <p14:nvPr/>
              </p14:nvContentPartPr>
              <p14:xfrm>
                <a:off x="7291271" y="3093644"/>
                <a:ext cx="241200" cy="46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0671919-79F4-49F1-927A-7E452C296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82271" y="3084644"/>
                  <a:ext cx="258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83F3EC4-98AB-4376-8316-608DB63EF348}"/>
                    </a:ext>
                  </a:extLst>
                </p14:cNvPr>
                <p14:cNvContentPartPr/>
                <p14:nvPr/>
              </p14:nvContentPartPr>
              <p14:xfrm>
                <a:off x="8312231" y="3115964"/>
                <a:ext cx="120600" cy="22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83F3EC4-98AB-4376-8316-608DB63EF3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03231" y="3106964"/>
                  <a:ext cx="138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80D4EFE-8E7F-4DA1-9584-73BA7A7CCE2D}"/>
                    </a:ext>
                  </a:extLst>
                </p14:cNvPr>
                <p14:cNvContentPartPr/>
                <p14:nvPr/>
              </p14:nvContentPartPr>
              <p14:xfrm>
                <a:off x="8328431" y="3159164"/>
                <a:ext cx="116280" cy="34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80D4EFE-8E7F-4DA1-9584-73BA7A7CCE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19431" y="3150164"/>
                  <a:ext cx="133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5145C8-C2DA-46B6-826D-6583B03FA08E}"/>
                    </a:ext>
                  </a:extLst>
                </p14:cNvPr>
                <p14:cNvContentPartPr/>
                <p14:nvPr/>
              </p14:nvContentPartPr>
              <p14:xfrm>
                <a:off x="8534351" y="3044324"/>
                <a:ext cx="23400" cy="155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5145C8-C2DA-46B6-826D-6583B03FA0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5351" y="3035303"/>
                  <a:ext cx="41040" cy="1728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8EAED4-47BF-4C9E-A8C1-B4342611D3F2}"/>
                    </a:ext>
                  </a:extLst>
                </p14:cNvPr>
                <p14:cNvContentPartPr/>
                <p14:nvPr/>
              </p14:nvContentPartPr>
              <p14:xfrm>
                <a:off x="8512031" y="2962964"/>
                <a:ext cx="143640" cy="350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8EAED4-47BF-4C9E-A8C1-B4342611D3F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03031" y="2953964"/>
                  <a:ext cx="161280" cy="36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E4E3326-5071-4B5A-9EA1-47579585C4E8}"/>
              </a:ext>
            </a:extLst>
          </p:cNvPr>
          <p:cNvGrpSpPr/>
          <p:nvPr/>
        </p:nvGrpSpPr>
        <p:grpSpPr>
          <a:xfrm>
            <a:off x="4020671" y="3291644"/>
            <a:ext cx="2889360" cy="2354400"/>
            <a:chOff x="4020671" y="3291644"/>
            <a:chExt cx="2889360" cy="23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BA3B15A-54C8-46F3-B3D7-893C73316B34}"/>
                    </a:ext>
                  </a:extLst>
                </p14:cNvPr>
                <p14:cNvContentPartPr/>
                <p14:nvPr/>
              </p14:nvContentPartPr>
              <p14:xfrm>
                <a:off x="5456711" y="4020284"/>
                <a:ext cx="38160" cy="1489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BA3B15A-54C8-46F3-B3D7-893C73316B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47711" y="4011282"/>
                  <a:ext cx="55800" cy="15073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E74B3D2-28E1-45CD-9960-0D78CD4EA99D}"/>
                    </a:ext>
                  </a:extLst>
                </p14:cNvPr>
                <p14:cNvContentPartPr/>
                <p14:nvPr/>
              </p14:nvContentPartPr>
              <p14:xfrm>
                <a:off x="5475431" y="4028204"/>
                <a:ext cx="376560" cy="28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E74B3D2-28E1-45CD-9960-0D78CD4EA9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466431" y="4019193"/>
                  <a:ext cx="394200" cy="2999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855930B-6FA5-40BE-A22F-8D0E9A8CD3A9}"/>
                    </a:ext>
                  </a:extLst>
                </p14:cNvPr>
                <p14:cNvContentPartPr/>
                <p14:nvPr/>
              </p14:nvContentPartPr>
              <p14:xfrm>
                <a:off x="5837231" y="4310084"/>
                <a:ext cx="61200" cy="98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855930B-6FA5-40BE-A22F-8D0E9A8CD3A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28231" y="4301084"/>
                  <a:ext cx="78840" cy="10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911995-98B4-4094-8A55-70E2FC183CF0}"/>
                    </a:ext>
                  </a:extLst>
                </p14:cNvPr>
                <p14:cNvContentPartPr/>
                <p14:nvPr/>
              </p14:nvContentPartPr>
              <p14:xfrm>
                <a:off x="5510351" y="5310884"/>
                <a:ext cx="399240" cy="335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911995-98B4-4094-8A55-70E2FC183CF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01351" y="5301874"/>
                  <a:ext cx="416880" cy="3528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16C6326-52BE-4140-A495-39222AC44AE0}"/>
                    </a:ext>
                  </a:extLst>
                </p14:cNvPr>
                <p14:cNvContentPartPr/>
                <p14:nvPr/>
              </p14:nvContentPartPr>
              <p14:xfrm>
                <a:off x="5469311" y="5476844"/>
                <a:ext cx="36720" cy="160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16C6326-52BE-4140-A495-39222AC44A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60311" y="5467864"/>
                  <a:ext cx="54360" cy="1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51C7888-9920-4484-AE8B-7846931F474A}"/>
                    </a:ext>
                  </a:extLst>
                </p14:cNvPr>
                <p14:cNvContentPartPr/>
                <p14:nvPr/>
              </p14:nvContentPartPr>
              <p14:xfrm>
                <a:off x="5856311" y="4818404"/>
                <a:ext cx="1053720" cy="67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51C7888-9920-4484-AE8B-7846931F47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47311" y="4809452"/>
                  <a:ext cx="1071360" cy="848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16CE62E-B34C-40BB-94B6-D76B26F52E56}"/>
                    </a:ext>
                  </a:extLst>
                </p14:cNvPr>
                <p14:cNvContentPartPr/>
                <p14:nvPr/>
              </p14:nvContentPartPr>
              <p14:xfrm>
                <a:off x="6472271" y="4334204"/>
                <a:ext cx="87120" cy="424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16CE62E-B34C-40BB-94B6-D76B26F52E5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63271" y="4325212"/>
                  <a:ext cx="104760" cy="4420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5B8F8ED-2796-4EA7-AF3B-3379CF2287F4}"/>
                    </a:ext>
                  </a:extLst>
                </p14:cNvPr>
                <p14:cNvContentPartPr/>
                <p14:nvPr/>
              </p14:nvContentPartPr>
              <p14:xfrm>
                <a:off x="6410711" y="4582964"/>
                <a:ext cx="161280" cy="40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5B8F8ED-2796-4EA7-AF3B-3379CF2287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01711" y="4573964"/>
                  <a:ext cx="178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1605A6-7CB8-4EAF-A3F0-C609CA41096C}"/>
                    </a:ext>
                  </a:extLst>
                </p14:cNvPr>
                <p14:cNvContentPartPr/>
                <p14:nvPr/>
              </p14:nvContentPartPr>
              <p14:xfrm>
                <a:off x="5582711" y="3579644"/>
                <a:ext cx="29880" cy="548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1605A6-7CB8-4EAF-A3F0-C609CA41096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73711" y="3570644"/>
                  <a:ext cx="475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E541270-B144-48BC-BC7A-1FFD7EEDCC9A}"/>
                    </a:ext>
                  </a:extLst>
                </p14:cNvPr>
                <p14:cNvContentPartPr/>
                <p14:nvPr/>
              </p14:nvContentPartPr>
              <p14:xfrm>
                <a:off x="5760551" y="3566324"/>
                <a:ext cx="43200" cy="629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E541270-B144-48BC-BC7A-1FFD7EEDCC9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51475" y="3557319"/>
                  <a:ext cx="60988" cy="647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C3A9EE7-5C0C-4692-891C-E7CD39931ACD}"/>
                    </a:ext>
                  </a:extLst>
                </p14:cNvPr>
                <p14:cNvContentPartPr/>
                <p14:nvPr/>
              </p14:nvContentPartPr>
              <p14:xfrm>
                <a:off x="5763071" y="4189844"/>
                <a:ext cx="6840" cy="4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C3A9EE7-5C0C-4692-891C-E7CD39931A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54071" y="4180844"/>
                  <a:ext cx="24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3964516-CD77-475F-A125-51C8ECDAB7AE}"/>
                    </a:ext>
                  </a:extLst>
                </p14:cNvPr>
                <p14:cNvContentPartPr/>
                <p14:nvPr/>
              </p14:nvContentPartPr>
              <p14:xfrm>
                <a:off x="5220191" y="3354284"/>
                <a:ext cx="173520" cy="159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3964516-CD77-475F-A125-51C8ECDAB7A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11191" y="3345284"/>
                  <a:ext cx="191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BA1C9D6-B663-4FA4-A9E4-64696010312A}"/>
                    </a:ext>
                  </a:extLst>
                </p14:cNvPr>
                <p14:cNvContentPartPr/>
                <p14:nvPr/>
              </p14:nvContentPartPr>
              <p14:xfrm>
                <a:off x="5426111" y="3439244"/>
                <a:ext cx="29880" cy="133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BA1C9D6-B663-4FA4-A9E4-6469601031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17218" y="3430268"/>
                  <a:ext cx="47310" cy="1507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290335-7D85-43B9-8896-761675A9010C}"/>
                    </a:ext>
                  </a:extLst>
                </p14:cNvPr>
                <p14:cNvContentPartPr/>
                <p14:nvPr/>
              </p14:nvContentPartPr>
              <p14:xfrm>
                <a:off x="5771351" y="3291644"/>
                <a:ext cx="191880" cy="15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290335-7D85-43B9-8896-761675A9010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762351" y="3282623"/>
                  <a:ext cx="209520" cy="1706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1F80B17-A58C-41B2-A9C6-6B5CF793F316}"/>
                    </a:ext>
                  </a:extLst>
                </p14:cNvPr>
                <p14:cNvContentPartPr/>
                <p14:nvPr/>
              </p14:nvContentPartPr>
              <p14:xfrm>
                <a:off x="6002471" y="3373004"/>
                <a:ext cx="151920" cy="156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1F80B17-A58C-41B2-A9C6-6B5CF793F3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93471" y="3364004"/>
                  <a:ext cx="169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DE45FB-4242-4E61-8AC8-06753E8D490A}"/>
                    </a:ext>
                  </a:extLst>
                </p14:cNvPr>
                <p14:cNvContentPartPr/>
                <p14:nvPr/>
              </p14:nvContentPartPr>
              <p14:xfrm>
                <a:off x="4360151" y="4256084"/>
                <a:ext cx="1134360" cy="4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DE45FB-4242-4E61-8AC8-06753E8D49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51151" y="4247084"/>
                  <a:ext cx="1152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8CD5BE2-0BE6-4378-A38B-1264BA56AC7B}"/>
                    </a:ext>
                  </a:extLst>
                </p14:cNvPr>
                <p14:cNvContentPartPr/>
                <p14:nvPr/>
              </p14:nvContentPartPr>
              <p14:xfrm>
                <a:off x="4175831" y="4191284"/>
                <a:ext cx="154800" cy="168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8CD5BE2-0BE6-4378-A38B-1264BA56AC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66831" y="4182284"/>
                  <a:ext cx="172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C6094E2-E520-4D85-9D13-F1F118565392}"/>
                    </a:ext>
                  </a:extLst>
                </p14:cNvPr>
                <p14:cNvContentPartPr/>
                <p14:nvPr/>
              </p14:nvContentPartPr>
              <p14:xfrm>
                <a:off x="5525831" y="4250324"/>
                <a:ext cx="60480" cy="99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C6094E2-E520-4D85-9D13-F1F11856539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16831" y="4241324"/>
                  <a:ext cx="78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14D2AEA-122E-4B9B-BC09-4C4291B16198}"/>
                    </a:ext>
                  </a:extLst>
                </p14:cNvPr>
                <p14:cNvContentPartPr/>
                <p14:nvPr/>
              </p14:nvContentPartPr>
              <p14:xfrm>
                <a:off x="5616911" y="4249964"/>
                <a:ext cx="70200" cy="84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14D2AEA-122E-4B9B-BC09-4C4291B161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07911" y="4240964"/>
                  <a:ext cx="87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6E9485-3DA9-45FE-AD4F-0CE6CEC39368}"/>
                    </a:ext>
                  </a:extLst>
                </p14:cNvPr>
                <p14:cNvContentPartPr/>
                <p14:nvPr/>
              </p14:nvContentPartPr>
              <p14:xfrm>
                <a:off x="4469591" y="4735964"/>
                <a:ext cx="1010880" cy="42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6E9485-3DA9-45FE-AD4F-0CE6CEC393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60591" y="4726964"/>
                  <a:ext cx="1028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12D69B1-62A3-47A5-AFCE-98E9DA3B1FE9}"/>
                    </a:ext>
                  </a:extLst>
                </p14:cNvPr>
                <p14:cNvContentPartPr/>
                <p14:nvPr/>
              </p14:nvContentPartPr>
              <p14:xfrm>
                <a:off x="4020671" y="4716164"/>
                <a:ext cx="179280" cy="160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12D69B1-62A3-47A5-AFCE-98E9DA3B1FE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11653" y="4707164"/>
                  <a:ext cx="196955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A0EC32B-87B7-4C08-B5BA-29EBA3FA9429}"/>
                    </a:ext>
                  </a:extLst>
                </p14:cNvPr>
                <p14:cNvContentPartPr/>
                <p14:nvPr/>
              </p14:nvContentPartPr>
              <p14:xfrm>
                <a:off x="4226951" y="4801844"/>
                <a:ext cx="112320" cy="154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A0EC32B-87B7-4C08-B5BA-29EBA3FA94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17951" y="4792823"/>
                  <a:ext cx="129960" cy="172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62677A6-F9D3-47C9-B323-EA52B15498C9}"/>
                    </a:ext>
                  </a:extLst>
                </p14:cNvPr>
                <p14:cNvContentPartPr/>
                <p14:nvPr/>
              </p14:nvContentPartPr>
              <p14:xfrm>
                <a:off x="4873151" y="4786724"/>
                <a:ext cx="626040" cy="236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62677A6-F9D3-47C9-B323-EA52B15498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64151" y="4777724"/>
                  <a:ext cx="643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6C014A9-D77E-44D2-9248-0004485577FA}"/>
                    </a:ext>
                  </a:extLst>
                </p14:cNvPr>
                <p14:cNvContentPartPr/>
                <p14:nvPr/>
              </p14:nvContentPartPr>
              <p14:xfrm>
                <a:off x="5534831" y="4678724"/>
                <a:ext cx="75600" cy="108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6C014A9-D77E-44D2-9248-0004485577F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25831" y="4669724"/>
                  <a:ext cx="93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0A91BD7-2675-45ED-8559-99AAA2A72A71}"/>
                    </a:ext>
                  </a:extLst>
                </p14:cNvPr>
                <p14:cNvContentPartPr/>
                <p14:nvPr/>
              </p14:nvContentPartPr>
              <p14:xfrm>
                <a:off x="5647151" y="4629404"/>
                <a:ext cx="35280" cy="1598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0A91BD7-2675-45ED-8559-99AAA2A72A7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38151" y="4620404"/>
                  <a:ext cx="52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0E1C5B7-968B-4BAE-B74D-02833F8BAA4C}"/>
                    </a:ext>
                  </a:extLst>
                </p14:cNvPr>
                <p14:cNvContentPartPr/>
                <p14:nvPr/>
              </p14:nvContentPartPr>
              <p14:xfrm>
                <a:off x="5565071" y="4914524"/>
                <a:ext cx="36000" cy="150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0E1C5B7-968B-4BAE-B74D-02833F8BAA4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56071" y="4905524"/>
                  <a:ext cx="53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D9A2E4-8032-4452-A98E-0DBA435DEAEC}"/>
                    </a:ext>
                  </a:extLst>
                </p14:cNvPr>
                <p14:cNvContentPartPr/>
                <p14:nvPr/>
              </p14:nvContentPartPr>
              <p14:xfrm>
                <a:off x="5611871" y="4932164"/>
                <a:ext cx="147240" cy="97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D9A2E4-8032-4452-A98E-0DBA435DEAE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02871" y="4923164"/>
                  <a:ext cx="164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8CD30D-C83E-42D1-9473-0D6C03A7AF6D}"/>
                    </a:ext>
                  </a:extLst>
                </p14:cNvPr>
                <p14:cNvContentPartPr/>
                <p14:nvPr/>
              </p14:nvContentPartPr>
              <p14:xfrm>
                <a:off x="4637351" y="5472524"/>
                <a:ext cx="876960" cy="43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8CD30D-C83E-42D1-9473-0D6C03A7AF6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28347" y="5463524"/>
                  <a:ext cx="894607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E3765DE-7BBA-4A5A-A1D4-6965C0C93057}"/>
                    </a:ext>
                  </a:extLst>
                </p14:cNvPr>
                <p14:cNvContentPartPr/>
                <p14:nvPr/>
              </p14:nvContentPartPr>
              <p14:xfrm>
                <a:off x="4405511" y="5347964"/>
                <a:ext cx="53280" cy="243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E3765DE-7BBA-4A5A-A1D4-6965C0C9305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96511" y="5338964"/>
                  <a:ext cx="70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023292B-D3ED-49BF-9583-5417F5A814E3}"/>
                    </a:ext>
                  </a:extLst>
                </p14:cNvPr>
                <p14:cNvContentPartPr/>
                <p14:nvPr/>
              </p14:nvContentPartPr>
              <p14:xfrm>
                <a:off x="5544191" y="5353724"/>
                <a:ext cx="23040" cy="135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023292B-D3ED-49BF-9583-5417F5A814E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35048" y="5344724"/>
                  <a:ext cx="40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DEFAD00-41E6-43AE-A570-18F233AE593A}"/>
                    </a:ext>
                  </a:extLst>
                </p14:cNvPr>
                <p14:cNvContentPartPr/>
                <p14:nvPr/>
              </p14:nvContentPartPr>
              <p14:xfrm>
                <a:off x="5646431" y="5344724"/>
                <a:ext cx="44640" cy="156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DEFAD00-41E6-43AE-A570-18F233AE593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37431" y="5335724"/>
                  <a:ext cx="6228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A21296-06A9-4117-8010-12F290302B74}"/>
                  </a:ext>
                </a:extLst>
              </p14:cNvPr>
              <p14:cNvContentPartPr/>
              <p14:nvPr/>
            </p14:nvContentPartPr>
            <p14:xfrm>
              <a:off x="6482880" y="5237280"/>
              <a:ext cx="1895040" cy="586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A21296-06A9-4117-8010-12F290302B7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473520" y="5227920"/>
                <a:ext cx="1913760" cy="60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44125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2545ccdc-34fc-4cec-a48d-ba29d7877a9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9773</TotalTime>
  <Words>3064</Words>
  <Application>Microsoft Office PowerPoint</Application>
  <PresentationFormat>On-screen Show (4:3)</PresentationFormat>
  <Paragraphs>1565</Paragraphs>
  <Slides>101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2" baseType="lpstr">
      <vt:lpstr>MS Mincho</vt:lpstr>
      <vt:lpstr>MS PGothic</vt:lpstr>
      <vt:lpstr>MS PGothic</vt:lpstr>
      <vt:lpstr>Arial</vt:lpstr>
      <vt:lpstr>Calibri</vt:lpstr>
      <vt:lpstr>Helvetica</vt:lpstr>
      <vt:lpstr>Symbol</vt:lpstr>
      <vt:lpstr>Times</vt:lpstr>
      <vt:lpstr>Times New Roman</vt:lpstr>
      <vt:lpstr>Times-Roman</vt:lpstr>
      <vt:lpstr>Default Design</vt:lpstr>
      <vt:lpstr>PowerPoint Presentation</vt:lpstr>
      <vt:lpstr>Administrative Stuff</vt:lpstr>
      <vt:lpstr>18–Multiplexers </vt:lpstr>
      <vt:lpstr>Conversion of fractions from binary to decimal.</vt:lpstr>
      <vt:lpstr>PowerPoint Presentation</vt:lpstr>
      <vt:lpstr>PowerPoint Presentation</vt:lpstr>
      <vt:lpstr>Sample Midterm2 Problem</vt:lpstr>
      <vt:lpstr>PowerPoint Presentation</vt:lpstr>
      <vt:lpstr>2-1 Multiplexer (Definition)</vt:lpstr>
      <vt:lpstr>More Compact Truth-Table Representation</vt:lpstr>
      <vt:lpstr>4-1 Multiplexer: Graphical Symbol and Truth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NOT Gate with 4-to-1 Mux</vt:lpstr>
      <vt:lpstr>Building a NOT Gate with 4-to-1 Mux</vt:lpstr>
      <vt:lpstr>Building a NOT Gate with 4-to-1 Mux</vt:lpstr>
      <vt:lpstr>Building a NOT Gate with 4-to-1 Mux</vt:lpstr>
      <vt:lpstr>PowerPoint Presentation</vt:lpstr>
      <vt:lpstr>Implications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NOT Gate with 2-to-1 Mux</vt:lpstr>
      <vt:lpstr>Building a NOT Gate with 2-to-1 Mux</vt:lpstr>
      <vt:lpstr>PowerPoint Presentation</vt:lpstr>
      <vt:lpstr>Implications</vt:lpstr>
      <vt:lpstr>PowerPoint Presentation</vt:lpstr>
      <vt:lpstr>2 x 2 Crossbar switch</vt:lpstr>
      <vt:lpstr>2 x 2 Crossbar switch</vt:lpstr>
      <vt:lpstr>PowerPoint Presentation</vt:lpstr>
      <vt:lpstr>PowerPoint Presentation</vt:lpstr>
      <vt:lpstr>PowerPoint Presentation</vt:lpstr>
      <vt:lpstr>PowerPoint Presentation</vt:lpstr>
      <vt:lpstr>Implementation of a logic function with a 4x1 multiplexer </vt:lpstr>
      <vt:lpstr>Implementation of a logic function with a 4x1 multiplexer </vt:lpstr>
      <vt:lpstr>Implementation of a logic function with a 4x1 multiplexer </vt:lpstr>
      <vt:lpstr>Implementation of a logic function with a 2x1 multiplexer </vt:lpstr>
      <vt:lpstr>Implementation of the same logic function  with a 2x1 multiplexer </vt:lpstr>
      <vt:lpstr>Implementation of the same logic function  with a 2x1 multiplexer only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 (3-input XOR)</vt:lpstr>
      <vt:lpstr>Implementation of 3-input XOR with 2-to-1 Multiplexers</vt:lpstr>
      <vt:lpstr>Implementation of 3-input XOR with 2-to-1 Multiplexers</vt:lpstr>
      <vt:lpstr>Implementation of 3-input XOR with 2-to-1 Multiplexers</vt:lpstr>
      <vt:lpstr>Implementation of 3-input XOR with 2-to-1 Multiplexers only</vt:lpstr>
      <vt:lpstr>Implementation of 3-input XOR with 2-to-1 Multiplexers only</vt:lpstr>
      <vt:lpstr>Implementation of 3-input XOR with 2-to-1 Multiplexers only</vt:lpstr>
      <vt:lpstr>PowerPoint Presentation</vt:lpstr>
      <vt:lpstr>PowerPoint Presentation</vt:lpstr>
      <vt:lpstr>PowerPoint Presentation</vt:lpstr>
      <vt:lpstr>PowerPoint Presentation</vt:lpstr>
      <vt:lpstr>Multiplexer Synthesis  Using Shannon’s Expansion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Yet 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232</cp:revision>
  <dcterms:created xsi:type="dcterms:W3CDTF">2003-05-23T15:49:24Z</dcterms:created>
  <dcterms:modified xsi:type="dcterms:W3CDTF">2022-03-02T23:19:39Z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