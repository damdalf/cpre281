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  <p:sldMasterId id="2147483660" r:id="rId5"/>
  </p:sldMasterIdLst>
  <p:notesMasterIdLst>
    <p:notesMasterId r:id="rId89"/>
  </p:notesMasterIdLst>
  <p:handoutMasterIdLst>
    <p:handoutMasterId r:id="rId90"/>
  </p:handoutMasterIdLst>
  <p:sldIdLst>
    <p:sldId id="788" r:id="rId6"/>
    <p:sldId id="773" r:id="rId7"/>
    <p:sldId id="774" r:id="rId8"/>
    <p:sldId id="607" r:id="rId9"/>
    <p:sldId id="796" r:id="rId10"/>
    <p:sldId id="608" r:id="rId11"/>
    <p:sldId id="622" r:id="rId12"/>
    <p:sldId id="625" r:id="rId13"/>
    <p:sldId id="624" r:id="rId14"/>
    <p:sldId id="623" r:id="rId15"/>
    <p:sldId id="626" r:id="rId16"/>
    <p:sldId id="659" r:id="rId17"/>
    <p:sldId id="660" r:id="rId18"/>
    <p:sldId id="663" r:id="rId19"/>
    <p:sldId id="563" r:id="rId20"/>
    <p:sldId id="629" r:id="rId21"/>
    <p:sldId id="628" r:id="rId22"/>
    <p:sldId id="627" r:id="rId23"/>
    <p:sldId id="662" r:id="rId24"/>
    <p:sldId id="564" r:id="rId25"/>
    <p:sldId id="631" r:id="rId26"/>
    <p:sldId id="630" r:id="rId27"/>
    <p:sldId id="565" r:id="rId28"/>
    <p:sldId id="566" r:id="rId29"/>
    <p:sldId id="797" r:id="rId30"/>
    <p:sldId id="649" r:id="rId31"/>
    <p:sldId id="661" r:id="rId32"/>
    <p:sldId id="645" r:id="rId33"/>
    <p:sldId id="648" r:id="rId34"/>
    <p:sldId id="657" r:id="rId35"/>
    <p:sldId id="656" r:id="rId36"/>
    <p:sldId id="646" r:id="rId37"/>
    <p:sldId id="647" r:id="rId38"/>
    <p:sldId id="651" r:id="rId39"/>
    <p:sldId id="655" r:id="rId40"/>
    <p:sldId id="652" r:id="rId41"/>
    <p:sldId id="653" r:id="rId42"/>
    <p:sldId id="654" r:id="rId43"/>
    <p:sldId id="569" r:id="rId44"/>
    <p:sldId id="798" r:id="rId45"/>
    <p:sldId id="570" r:id="rId46"/>
    <p:sldId id="568" r:id="rId47"/>
    <p:sldId id="567" r:id="rId48"/>
    <p:sldId id="789" r:id="rId49"/>
    <p:sldId id="632" r:id="rId50"/>
    <p:sldId id="571" r:id="rId51"/>
    <p:sldId id="572" r:id="rId52"/>
    <p:sldId id="792" r:id="rId53"/>
    <p:sldId id="633" r:id="rId54"/>
    <p:sldId id="635" r:id="rId55"/>
    <p:sldId id="634" r:id="rId56"/>
    <p:sldId id="790" r:id="rId57"/>
    <p:sldId id="636" r:id="rId58"/>
    <p:sldId id="793" r:id="rId59"/>
    <p:sldId id="637" r:id="rId60"/>
    <p:sldId id="638" r:id="rId61"/>
    <p:sldId id="573" r:id="rId62"/>
    <p:sldId id="574" r:id="rId63"/>
    <p:sldId id="577" r:id="rId64"/>
    <p:sldId id="578" r:id="rId65"/>
    <p:sldId id="575" r:id="rId66"/>
    <p:sldId id="794" r:id="rId67"/>
    <p:sldId id="576" r:id="rId68"/>
    <p:sldId id="640" r:id="rId69"/>
    <p:sldId id="641" r:id="rId70"/>
    <p:sldId id="643" r:id="rId71"/>
    <p:sldId id="791" r:id="rId72"/>
    <p:sldId id="642" r:id="rId73"/>
    <p:sldId id="795" r:id="rId74"/>
    <p:sldId id="580" r:id="rId75"/>
    <p:sldId id="579" r:id="rId76"/>
    <p:sldId id="799" r:id="rId77"/>
    <p:sldId id="471" r:id="rId78"/>
    <p:sldId id="456" r:id="rId79"/>
    <p:sldId id="457" r:id="rId80"/>
    <p:sldId id="473" r:id="rId81"/>
    <p:sldId id="644" r:id="rId82"/>
    <p:sldId id="594" r:id="rId83"/>
    <p:sldId id="595" r:id="rId84"/>
    <p:sldId id="596" r:id="rId85"/>
    <p:sldId id="597" r:id="rId86"/>
    <p:sldId id="598" r:id="rId87"/>
    <p:sldId id="772" r:id="rId8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68F1BC-53C2-4E8F-98EE-E820C4565BB7}" v="9" dt="2022-01-21T16:33:09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0"/>
  </p:normalViewPr>
  <p:slideViewPr>
    <p:cSldViewPr>
      <p:cViewPr varScale="1">
        <p:scale>
          <a:sx n="83" d="100"/>
          <a:sy n="83" d="100"/>
        </p:scale>
        <p:origin x="933" y="51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handoutMaster" Target="handoutMasters/handout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 Ahamed" userId="6f647de5-aeca-43cd-b76c-e84c6089bcf4" providerId="ADAL" clId="{F768F1BC-53C2-4E8F-98EE-E820C4565BB7}"/>
    <pc:docChg chg="undo custSel addSld modSld">
      <pc:chgData name="Md Maruf Ahamed" userId="6f647de5-aeca-43cd-b76c-e84c6089bcf4" providerId="ADAL" clId="{F768F1BC-53C2-4E8F-98EE-E820C4565BB7}" dt="2022-01-21T16:33:09.014" v="89"/>
      <pc:docMkLst>
        <pc:docMk/>
      </pc:docMkLst>
      <pc:sldChg chg="delSp modSp mod">
        <pc:chgData name="Md Maruf Ahamed" userId="6f647de5-aeca-43cd-b76c-e84c6089bcf4" providerId="ADAL" clId="{F768F1BC-53C2-4E8F-98EE-E820C4565BB7}" dt="2022-01-21T16:17:41.283" v="87" actId="20577"/>
        <pc:sldMkLst>
          <pc:docMk/>
          <pc:sldMk cId="0" sldId="569"/>
        </pc:sldMkLst>
        <pc:spChg chg="mod">
          <ac:chgData name="Md Maruf Ahamed" userId="6f647de5-aeca-43cd-b76c-e84c6089bcf4" providerId="ADAL" clId="{F768F1BC-53C2-4E8F-98EE-E820C4565BB7}" dt="2022-01-21T16:17:41.283" v="87" actId="20577"/>
          <ac:spMkLst>
            <pc:docMk/>
            <pc:sldMk cId="0" sldId="569"/>
            <ac:spMk id="48129" creationId="{120F0B85-F1B9-4402-A608-B30AE56A815B}"/>
          </ac:spMkLst>
        </pc:spChg>
        <pc:picChg chg="del">
          <ac:chgData name="Md Maruf Ahamed" userId="6f647de5-aeca-43cd-b76c-e84c6089bcf4" providerId="ADAL" clId="{F768F1BC-53C2-4E8F-98EE-E820C4565BB7}" dt="2022-01-21T16:17:30.876" v="76" actId="478"/>
          <ac:picMkLst>
            <pc:docMk/>
            <pc:sldMk cId="0" sldId="569"/>
            <ac:picMk id="48130" creationId="{AE366645-EB86-4608-8A30-7BC16474E2CA}"/>
          </ac:picMkLst>
        </pc:picChg>
      </pc:sldChg>
      <pc:sldChg chg="delSp modSp mod">
        <pc:chgData name="Md Maruf Ahamed" userId="6f647de5-aeca-43cd-b76c-e84c6089bcf4" providerId="ADAL" clId="{F768F1BC-53C2-4E8F-98EE-E820C4565BB7}" dt="2022-01-21T15:45:27.764" v="12" actId="14100"/>
        <pc:sldMkLst>
          <pc:docMk/>
          <pc:sldMk cId="0" sldId="607"/>
        </pc:sldMkLst>
        <pc:spChg chg="mod">
          <ac:chgData name="Md Maruf Ahamed" userId="6f647de5-aeca-43cd-b76c-e84c6089bcf4" providerId="ADAL" clId="{F768F1BC-53C2-4E8F-98EE-E820C4565BB7}" dt="2022-01-21T15:45:27.764" v="12" actId="14100"/>
          <ac:spMkLst>
            <pc:docMk/>
            <pc:sldMk cId="0" sldId="607"/>
            <ac:spMk id="13313" creationId="{BB8DFABC-E5E6-4A12-BF19-7B63B6AFDFC9}"/>
          </ac:spMkLst>
        </pc:spChg>
        <pc:picChg chg="del">
          <ac:chgData name="Md Maruf Ahamed" userId="6f647de5-aeca-43cd-b76c-e84c6089bcf4" providerId="ADAL" clId="{F768F1BC-53C2-4E8F-98EE-E820C4565BB7}" dt="2022-01-21T15:45:10.750" v="2" actId="478"/>
          <ac:picMkLst>
            <pc:docMk/>
            <pc:sldMk cId="0" sldId="607"/>
            <ac:picMk id="13314" creationId="{F700EC13-68E1-4259-A8CF-D6559B381BF7}"/>
          </ac:picMkLst>
        </pc:picChg>
      </pc:sldChg>
      <pc:sldChg chg="modAnim">
        <pc:chgData name="Md Maruf Ahamed" userId="6f647de5-aeca-43cd-b76c-e84c6089bcf4" providerId="ADAL" clId="{F768F1BC-53C2-4E8F-98EE-E820C4565BB7}" dt="2022-01-21T16:10:33.212" v="50"/>
        <pc:sldMkLst>
          <pc:docMk/>
          <pc:sldMk cId="0" sldId="647"/>
        </pc:sldMkLst>
      </pc:sldChg>
      <pc:sldChg chg="modSp mod">
        <pc:chgData name="Md Maruf Ahamed" userId="6f647de5-aeca-43cd-b76c-e84c6089bcf4" providerId="ADAL" clId="{F768F1BC-53C2-4E8F-98EE-E820C4565BB7}" dt="2022-01-21T16:10:58.132" v="74" actId="20577"/>
        <pc:sldMkLst>
          <pc:docMk/>
          <pc:sldMk cId="0" sldId="651"/>
        </pc:sldMkLst>
        <pc:spChg chg="mod">
          <ac:chgData name="Md Maruf Ahamed" userId="6f647de5-aeca-43cd-b76c-e84c6089bcf4" providerId="ADAL" clId="{F768F1BC-53C2-4E8F-98EE-E820C4565BB7}" dt="2022-01-21T16:10:58.132" v="74" actId="20577"/>
          <ac:spMkLst>
            <pc:docMk/>
            <pc:sldMk cId="0" sldId="651"/>
            <ac:spMk id="246786" creationId="{231A7C10-2354-554B-A0BB-98C014DDA814}"/>
          </ac:spMkLst>
        </pc:spChg>
      </pc:sldChg>
      <pc:sldChg chg="modSp mod">
        <pc:chgData name="Md Maruf Ahamed" userId="6f647de5-aeca-43cd-b76c-e84c6089bcf4" providerId="ADAL" clId="{F768F1BC-53C2-4E8F-98EE-E820C4565BB7}" dt="2022-01-21T15:42:50.478" v="0"/>
        <pc:sldMkLst>
          <pc:docMk/>
          <pc:sldMk cId="1865281566" sldId="774"/>
        </pc:sldMkLst>
        <pc:spChg chg="mod">
          <ac:chgData name="Md Maruf Ahamed" userId="6f647de5-aeca-43cd-b76c-e84c6089bcf4" providerId="ADAL" clId="{F768F1BC-53C2-4E8F-98EE-E820C4565BB7}" dt="2022-01-21T15:42:50.478" v="0"/>
          <ac:spMkLst>
            <pc:docMk/>
            <pc:sldMk cId="1865281566" sldId="774"/>
            <ac:spMk id="207875" creationId="{D583FDE5-0A59-BD41-A182-AC71C16B0812}"/>
          </ac:spMkLst>
        </pc:spChg>
      </pc:sldChg>
      <pc:sldChg chg="delSp">
        <pc:chgData name="Md Maruf Ahamed" userId="6f647de5-aeca-43cd-b76c-e84c6089bcf4" providerId="ADAL" clId="{F768F1BC-53C2-4E8F-98EE-E820C4565BB7}" dt="2022-01-21T16:29:02.518" v="88"/>
        <pc:sldMkLst>
          <pc:docMk/>
          <pc:sldMk cId="1640206872" sldId="793"/>
        </pc:sldMkLst>
        <pc:inkChg chg="del">
          <ac:chgData name="Md Maruf Ahamed" userId="6f647de5-aeca-43cd-b76c-e84c6089bcf4" providerId="ADAL" clId="{F768F1BC-53C2-4E8F-98EE-E820C4565BB7}" dt="2022-01-21T16:29:02.518" v="88"/>
          <ac:inkMkLst>
            <pc:docMk/>
            <pc:sldMk cId="1640206872" sldId="793"/>
            <ac:inkMk id="2" creationId="{97396C1C-77AB-4912-B614-98A11D976AB6}"/>
          </ac:inkMkLst>
        </pc:inkChg>
      </pc:sldChg>
      <pc:sldChg chg="delSp">
        <pc:chgData name="Md Maruf Ahamed" userId="6f647de5-aeca-43cd-b76c-e84c6089bcf4" providerId="ADAL" clId="{F768F1BC-53C2-4E8F-98EE-E820C4565BB7}" dt="2022-01-21T16:33:09.014" v="89"/>
        <pc:sldMkLst>
          <pc:docMk/>
          <pc:sldMk cId="2952451718" sldId="795"/>
        </pc:sldMkLst>
        <pc:inkChg chg="del">
          <ac:chgData name="Md Maruf Ahamed" userId="6f647de5-aeca-43cd-b76c-e84c6089bcf4" providerId="ADAL" clId="{F768F1BC-53C2-4E8F-98EE-E820C4565BB7}" dt="2022-01-21T16:33:09.014" v="89"/>
          <ac:inkMkLst>
            <pc:docMk/>
            <pc:sldMk cId="2952451718" sldId="795"/>
            <ac:inkMk id="2" creationId="{8D383AC2-E244-4165-A991-0EAE29D7B39B}"/>
          </ac:inkMkLst>
        </pc:inkChg>
      </pc:sldChg>
      <pc:sldChg chg="add">
        <pc:chgData name="Md Maruf Ahamed" userId="6f647de5-aeca-43cd-b76c-e84c6089bcf4" providerId="ADAL" clId="{F768F1BC-53C2-4E8F-98EE-E820C4565BB7}" dt="2022-01-21T15:45:07.995" v="1" actId="2890"/>
        <pc:sldMkLst>
          <pc:docMk/>
          <pc:sldMk cId="155475375" sldId="796"/>
        </pc:sldMkLst>
      </pc:sldChg>
      <pc:sldChg chg="delSp modSp add mod">
        <pc:chgData name="Md Maruf Ahamed" userId="6f647de5-aeca-43cd-b76c-e84c6089bcf4" providerId="ADAL" clId="{F768F1BC-53C2-4E8F-98EE-E820C4565BB7}" dt="2022-01-21T16:07:46.599" v="49" actId="20577"/>
        <pc:sldMkLst>
          <pc:docMk/>
          <pc:sldMk cId="74035686" sldId="797"/>
        </pc:sldMkLst>
        <pc:spChg chg="mod">
          <ac:chgData name="Md Maruf Ahamed" userId="6f647de5-aeca-43cd-b76c-e84c6089bcf4" providerId="ADAL" clId="{F768F1BC-53C2-4E8F-98EE-E820C4565BB7}" dt="2022-01-21T16:07:46.599" v="49" actId="20577"/>
          <ac:spMkLst>
            <pc:docMk/>
            <pc:sldMk cId="74035686" sldId="797"/>
            <ac:spMk id="33793" creationId="{17E19463-2273-48F9-96EC-4E202001DF03}"/>
          </ac:spMkLst>
        </pc:spChg>
        <pc:picChg chg="del">
          <ac:chgData name="Md Maruf Ahamed" userId="6f647de5-aeca-43cd-b76c-e84c6089bcf4" providerId="ADAL" clId="{F768F1BC-53C2-4E8F-98EE-E820C4565BB7}" dt="2022-01-21T16:07:17.579" v="14" actId="478"/>
          <ac:picMkLst>
            <pc:docMk/>
            <pc:sldMk cId="74035686" sldId="797"/>
            <ac:picMk id="33794" creationId="{01692289-2EAE-4AC7-95EC-C618021B2456}"/>
          </ac:picMkLst>
        </pc:picChg>
      </pc:sldChg>
      <pc:sldChg chg="add">
        <pc:chgData name="Md Maruf Ahamed" userId="6f647de5-aeca-43cd-b76c-e84c6089bcf4" providerId="ADAL" clId="{F768F1BC-53C2-4E8F-98EE-E820C4565BB7}" dt="2022-01-21T16:17:27.943" v="75" actId="2890"/>
        <pc:sldMkLst>
          <pc:docMk/>
          <pc:sldMk cId="2007437090" sldId="798"/>
        </pc:sldMkLst>
      </pc:sldChg>
    </pc:docChg>
  </pc:docChgLst>
  <pc:docChgLst>
    <pc:chgData name="Ahamed, Md Maruf [E CPE]" userId="6f647de5-aeca-43cd-b76c-e84c6089bcf4" providerId="ADAL" clId="{D0B64582-16BB-49E8-8BFC-A044DD84DEB8}"/>
    <pc:docChg chg="custSel addSld modSld">
      <pc:chgData name="Ahamed, Md Maruf [E CPE]" userId="6f647de5-aeca-43cd-b76c-e84c6089bcf4" providerId="ADAL" clId="{D0B64582-16BB-49E8-8BFC-A044DD84DEB8}" dt="2022-01-21T23:21:55.627" v="39"/>
      <pc:docMkLst>
        <pc:docMk/>
      </pc:docMkLst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64"/>
        </pc:sldMkLst>
        <pc:inkChg chg="del">
          <ac:chgData name="Ahamed, Md Maruf [E CPE]" userId="6f647de5-aeca-43cd-b76c-e84c6089bcf4" providerId="ADAL" clId="{D0B64582-16BB-49E8-8BFC-A044DD84DEB8}" dt="2022-01-20T18:48:09.187" v="9" actId="478"/>
          <ac:inkMkLst>
            <pc:docMk/>
            <pc:sldMk cId="0" sldId="564"/>
            <ac:inkMk id="2" creationId="{69E1C10B-69E6-4165-8C64-D7337F45ADAA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64"/>
            <ac:inkMk id="2" creationId="{739AF5C5-1C4A-4EF8-9CC7-2FECAD3AD8CF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67"/>
        </pc:sldMkLst>
        <pc:inkChg chg="del">
          <ac:chgData name="Ahamed, Md Maruf [E CPE]" userId="6f647de5-aeca-43cd-b76c-e84c6089bcf4" providerId="ADAL" clId="{D0B64582-16BB-49E8-8BFC-A044DD84DEB8}" dt="2022-01-20T18:49:11.362" v="17" actId="478"/>
          <ac:inkMkLst>
            <pc:docMk/>
            <pc:sldMk cId="0" sldId="567"/>
            <ac:inkMk id="2" creationId="{9D17D188-E17D-4428-8062-552904476D63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67"/>
            <ac:inkMk id="2" creationId="{B09D520C-95A4-43EC-8FC6-FC1D4FF42077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68"/>
        </pc:sldMkLst>
        <pc:inkChg chg="del">
          <ac:chgData name="Ahamed, Md Maruf [E CPE]" userId="6f647de5-aeca-43cd-b76c-e84c6089bcf4" providerId="ADAL" clId="{D0B64582-16BB-49E8-8BFC-A044DD84DEB8}" dt="2022-01-20T18:49:02.787" v="16" actId="478"/>
          <ac:inkMkLst>
            <pc:docMk/>
            <pc:sldMk cId="0" sldId="568"/>
            <ac:inkMk id="2" creationId="{1EE85712-4079-4119-89B5-8F592972654A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68"/>
            <ac:inkMk id="2" creationId="{F6ECC5C9-7B40-4E40-98EE-1743FEEC3454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8:33.553" v="15" actId="478"/>
        <pc:sldMkLst>
          <pc:docMk/>
          <pc:sldMk cId="0" sldId="569"/>
        </pc:sldMkLst>
        <pc:inkChg chg="del">
          <ac:chgData name="Ahamed, Md Maruf [E CPE]" userId="6f647de5-aeca-43cd-b76c-e84c6089bcf4" providerId="ADAL" clId="{D0B64582-16BB-49E8-8BFC-A044DD84DEB8}" dt="2022-01-20T18:48:33.553" v="15" actId="478"/>
          <ac:inkMkLst>
            <pc:docMk/>
            <pc:sldMk cId="0" sldId="569"/>
            <ac:inkMk id="2" creationId="{F6066DB0-34BA-415B-BB0B-A0C2F5E774A3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1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1"/>
            <ac:inkMk id="2" creationId="{2D6086B3-5895-4E00-BE83-33ED0BBB6B1A}"/>
          </ac:inkMkLst>
        </pc:inkChg>
        <pc:inkChg chg="del">
          <ac:chgData name="Ahamed, Md Maruf [E CPE]" userId="6f647de5-aeca-43cd-b76c-e84c6089bcf4" providerId="ADAL" clId="{D0B64582-16BB-49E8-8BFC-A044DD84DEB8}" dt="2022-01-20T18:49:16.618" v="18" actId="478"/>
          <ac:inkMkLst>
            <pc:docMk/>
            <pc:sldMk cId="0" sldId="571"/>
            <ac:inkMk id="2" creationId="{923F8A81-EBD0-4814-8032-B107A9F343BA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2"/>
        </pc:sldMkLst>
        <pc:inkChg chg="del">
          <ac:chgData name="Ahamed, Md Maruf [E CPE]" userId="6f647de5-aeca-43cd-b76c-e84c6089bcf4" providerId="ADAL" clId="{D0B64582-16BB-49E8-8BFC-A044DD84DEB8}" dt="2022-01-20T18:49:19.377" v="19" actId="478"/>
          <ac:inkMkLst>
            <pc:docMk/>
            <pc:sldMk cId="0" sldId="572"/>
            <ac:inkMk id="3" creationId="{4D87A5EF-7AA2-4674-9734-26DDE922E706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2"/>
            <ac:inkMk id="3" creationId="{E2341CC8-6D4D-45DE-A144-AA314BE0D966}"/>
          </ac:inkMkLst>
        </pc:inkChg>
      </pc:sldChg>
      <pc:sldChg chg="addSp delSp mo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3"/>
        </pc:sldMkLst>
        <pc:picChg chg="mod">
          <ac:chgData name="Ahamed, Md Maruf [E CPE]" userId="6f647de5-aeca-43cd-b76c-e84c6089bcf4" providerId="ADAL" clId="{D0B64582-16BB-49E8-8BFC-A044DD84DEB8}" dt="2022-01-20T18:49:40.619" v="26" actId="1037"/>
          <ac:picMkLst>
            <pc:docMk/>
            <pc:sldMk cId="0" sldId="573"/>
            <ac:picMk id="59394" creationId="{02DE1305-F236-419A-9351-700564D9C582}"/>
          </ac:picMkLst>
        </pc:picChg>
        <pc:inkChg chg="del">
          <ac:chgData name="Ahamed, Md Maruf [E CPE]" userId="6f647de5-aeca-43cd-b76c-e84c6089bcf4" providerId="ADAL" clId="{D0B64582-16BB-49E8-8BFC-A044DD84DEB8}" dt="2022-01-20T18:49:38.314" v="22" actId="478"/>
          <ac:inkMkLst>
            <pc:docMk/>
            <pc:sldMk cId="0" sldId="573"/>
            <ac:inkMk id="2" creationId="{0E00E9A7-7133-45E4-86A2-F9F27941341A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3"/>
            <ac:inkMk id="2" creationId="{C3910114-CF84-4E84-B52D-1DA0DD832ECE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4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4"/>
            <ac:inkMk id="2" creationId="{0F5F5463-E3A1-4C8A-9246-FA5C8C630A3E}"/>
          </ac:inkMkLst>
        </pc:inkChg>
        <pc:inkChg chg="del">
          <ac:chgData name="Ahamed, Md Maruf [E CPE]" userId="6f647de5-aeca-43cd-b76c-e84c6089bcf4" providerId="ADAL" clId="{D0B64582-16BB-49E8-8BFC-A044DD84DEB8}" dt="2022-01-20T18:49:43.338" v="27" actId="478"/>
          <ac:inkMkLst>
            <pc:docMk/>
            <pc:sldMk cId="0" sldId="574"/>
            <ac:inkMk id="2" creationId="{E53177B3-1882-421B-BEA6-41260732273B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5"/>
        </pc:sldMkLst>
        <pc:inkChg chg="del">
          <ac:chgData name="Ahamed, Md Maruf [E CPE]" userId="6f647de5-aeca-43cd-b76c-e84c6089bcf4" providerId="ADAL" clId="{D0B64582-16BB-49E8-8BFC-A044DD84DEB8}" dt="2022-01-20T18:49:48.513" v="29" actId="478"/>
          <ac:inkMkLst>
            <pc:docMk/>
            <pc:sldMk cId="0" sldId="575"/>
            <ac:inkMk id="2" creationId="{595E66A9-4EEE-44E7-9132-96226ACF9B69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5"/>
            <ac:inkMk id="2" creationId="{EA778BF6-0885-4C47-A689-95E6EDE551DD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6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6"/>
            <ac:inkMk id="2" creationId="{C9F91D95-4628-4A76-9F3F-A184FC8C50ED}"/>
          </ac:inkMkLst>
        </pc:inkChg>
        <pc:inkChg chg="del">
          <ac:chgData name="Ahamed, Md Maruf [E CPE]" userId="6f647de5-aeca-43cd-b76c-e84c6089bcf4" providerId="ADAL" clId="{D0B64582-16BB-49E8-8BFC-A044DD84DEB8}" dt="2022-01-20T18:49:50.999" v="30" actId="478"/>
          <ac:inkMkLst>
            <pc:docMk/>
            <pc:sldMk cId="0" sldId="576"/>
            <ac:inkMk id="2" creationId="{EE7DEBE8-B1C1-4ADE-8ADF-6BB3BC2036DB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7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7"/>
            <ac:inkMk id="2" creationId="{3406076E-7C8F-430A-BE0E-A10AF2EADE45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9:46.506" v="28" actId="478"/>
        <pc:sldMkLst>
          <pc:docMk/>
          <pc:sldMk cId="0" sldId="578"/>
        </pc:sldMkLst>
        <pc:inkChg chg="del">
          <ac:chgData name="Ahamed, Md Maruf [E CPE]" userId="6f647de5-aeca-43cd-b76c-e84c6089bcf4" providerId="ADAL" clId="{D0B64582-16BB-49E8-8BFC-A044DD84DEB8}" dt="2022-01-20T18:49:46.506" v="28" actId="478"/>
          <ac:inkMkLst>
            <pc:docMk/>
            <pc:sldMk cId="0" sldId="578"/>
            <ac:inkMk id="2" creationId="{414521AB-B984-44BF-BFC5-1971245F58EC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79"/>
        </pc:sldMkLst>
        <pc:inkChg chg="del">
          <ac:chgData name="Ahamed, Md Maruf [E CPE]" userId="6f647de5-aeca-43cd-b76c-e84c6089bcf4" providerId="ADAL" clId="{D0B64582-16BB-49E8-8BFC-A044DD84DEB8}" dt="2022-01-20T18:50:03.123" v="32" actId="478"/>
          <ac:inkMkLst>
            <pc:docMk/>
            <pc:sldMk cId="0" sldId="579"/>
            <ac:inkMk id="2" creationId="{348DFA9E-A21E-435C-868B-1737B5E7B70B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79"/>
            <ac:inkMk id="2" creationId="{4F24AE78-E7D8-4295-B17E-7F655C70B9B7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580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580"/>
            <ac:inkMk id="2" creationId="{F1D22C1D-B235-489B-AD15-47E3F8993EA8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50:12.603" v="33" actId="478"/>
        <pc:sldMkLst>
          <pc:docMk/>
          <pc:sldMk cId="0" sldId="594"/>
        </pc:sldMkLst>
        <pc:inkChg chg="del">
          <ac:chgData name="Ahamed, Md Maruf [E CPE]" userId="6f647de5-aeca-43cd-b76c-e84c6089bcf4" providerId="ADAL" clId="{D0B64582-16BB-49E8-8BFC-A044DD84DEB8}" dt="2022-01-20T18:50:12.603" v="33" actId="478"/>
          <ac:inkMkLst>
            <pc:docMk/>
            <pc:sldMk cId="0" sldId="594"/>
            <ac:inkMk id="2" creationId="{ECE8E269-DE68-48F8-9F22-3378DFB3BDF2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7:50.118" v="3" actId="478"/>
        <pc:sldMkLst>
          <pc:docMk/>
          <pc:sldMk cId="0" sldId="607"/>
        </pc:sldMkLst>
        <pc:inkChg chg="del">
          <ac:chgData name="Ahamed, Md Maruf [E CPE]" userId="6f647de5-aeca-43cd-b76c-e84c6089bcf4" providerId="ADAL" clId="{D0B64582-16BB-49E8-8BFC-A044DD84DEB8}" dt="2022-01-20T18:47:50.118" v="3" actId="478"/>
          <ac:inkMkLst>
            <pc:docMk/>
            <pc:sldMk cId="0" sldId="607"/>
            <ac:inkMk id="2" creationId="{EB1886B2-7F85-4546-BA14-1DF9A23FDF91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08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08"/>
            <ac:inkMk id="2" creationId="{78D01B0F-E5B8-43C6-A14C-91EF6BCA9A72}"/>
          </ac:inkMkLst>
        </pc:inkChg>
        <pc:inkChg chg="del">
          <ac:chgData name="Ahamed, Md Maruf [E CPE]" userId="6f647de5-aeca-43cd-b76c-e84c6089bcf4" providerId="ADAL" clId="{D0B64582-16BB-49E8-8BFC-A044DD84DEB8}" dt="2022-01-20T18:47:51.599" v="4" actId="478"/>
          <ac:inkMkLst>
            <pc:docMk/>
            <pc:sldMk cId="0" sldId="608"/>
            <ac:inkMk id="2" creationId="{C466139F-98D5-4650-A21C-F260FE3BBC66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22"/>
        </pc:sldMkLst>
        <pc:inkChg chg="del">
          <ac:chgData name="Ahamed, Md Maruf [E CPE]" userId="6f647de5-aeca-43cd-b76c-e84c6089bcf4" providerId="ADAL" clId="{D0B64582-16BB-49E8-8BFC-A044DD84DEB8}" dt="2022-01-20T18:47:53.030" v="5" actId="478"/>
          <ac:inkMkLst>
            <pc:docMk/>
            <pc:sldMk cId="0" sldId="622"/>
            <ac:inkMk id="2" creationId="{81691516-3699-455B-B856-7403E7231EBF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22"/>
            <ac:inkMk id="2" creationId="{BA8D680A-D090-400C-AE95-660A7BEC2931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7:56.903" v="6" actId="478"/>
        <pc:sldMkLst>
          <pc:docMk/>
          <pc:sldMk cId="0" sldId="626"/>
        </pc:sldMkLst>
        <pc:inkChg chg="del">
          <ac:chgData name="Ahamed, Md Maruf [E CPE]" userId="6f647de5-aeca-43cd-b76c-e84c6089bcf4" providerId="ADAL" clId="{D0B64582-16BB-49E8-8BFC-A044DD84DEB8}" dt="2022-01-20T18:47:56.903" v="6" actId="478"/>
          <ac:inkMkLst>
            <pc:docMk/>
            <pc:sldMk cId="0" sldId="626"/>
            <ac:inkMk id="2" creationId="{87E7B63F-3E6B-4448-A670-F5B0C83C5884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8:04.158" v="7" actId="478"/>
        <pc:sldMkLst>
          <pc:docMk/>
          <pc:sldMk cId="0" sldId="627"/>
        </pc:sldMkLst>
        <pc:inkChg chg="del">
          <ac:chgData name="Ahamed, Md Maruf [E CPE]" userId="6f647de5-aeca-43cd-b76c-e84c6089bcf4" providerId="ADAL" clId="{D0B64582-16BB-49E8-8BFC-A044DD84DEB8}" dt="2022-01-20T18:48:04.158" v="7" actId="478"/>
          <ac:inkMkLst>
            <pc:docMk/>
            <pc:sldMk cId="0" sldId="627"/>
            <ac:inkMk id="2" creationId="{E2BED1BA-FD4B-4B06-A8CE-81331F0A42C9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8:11.785" v="10" actId="478"/>
        <pc:sldMkLst>
          <pc:docMk/>
          <pc:sldMk cId="0" sldId="630"/>
        </pc:sldMkLst>
        <pc:inkChg chg="del">
          <ac:chgData name="Ahamed, Md Maruf [E CPE]" userId="6f647de5-aeca-43cd-b76c-e84c6089bcf4" providerId="ADAL" clId="{D0B64582-16BB-49E8-8BFC-A044DD84DEB8}" dt="2022-01-20T18:48:11.785" v="10" actId="478"/>
          <ac:inkMkLst>
            <pc:docMk/>
            <pc:sldMk cId="0" sldId="630"/>
            <ac:inkMk id="2" creationId="{4FA0889C-3057-49CB-AD5F-DF5A9DCBEFDF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33"/>
        </pc:sldMkLst>
        <pc:inkChg chg="del">
          <ac:chgData name="Ahamed, Md Maruf [E CPE]" userId="6f647de5-aeca-43cd-b76c-e84c6089bcf4" providerId="ADAL" clId="{D0B64582-16BB-49E8-8BFC-A044DD84DEB8}" dt="2022-01-20T18:49:23.186" v="20" actId="478"/>
          <ac:inkMkLst>
            <pc:docMk/>
            <pc:sldMk cId="0" sldId="633"/>
            <ac:inkMk id="2" creationId="{8D80576C-1545-46E1-AC53-F0869B20D406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33"/>
            <ac:inkMk id="2" creationId="{B060A762-D7AB-481F-B7AF-6F7EF63CCD43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35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35"/>
            <ac:inkMk id="2" creationId="{8F8C8D76-250C-4F1C-86D3-4BAED26279C7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38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38"/>
            <ac:inkMk id="2" creationId="{435BCF6C-7959-4F9D-A072-3766AD79C913}"/>
          </ac:inkMkLst>
        </pc:inkChg>
        <pc:inkChg chg="del">
          <ac:chgData name="Ahamed, Md Maruf [E CPE]" userId="6f647de5-aeca-43cd-b76c-e84c6089bcf4" providerId="ADAL" clId="{D0B64582-16BB-49E8-8BFC-A044DD84DEB8}" dt="2022-01-20T18:49:32.833" v="21" actId="478"/>
          <ac:inkMkLst>
            <pc:docMk/>
            <pc:sldMk cId="0" sldId="638"/>
            <ac:inkMk id="2" creationId="{FF4DEE9B-DB08-403F-AFB6-8F623EB426BF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40"/>
        </pc:sldMkLst>
        <pc:inkChg chg="del">
          <ac:chgData name="Ahamed, Md Maruf [E CPE]" userId="6f647de5-aeca-43cd-b76c-e84c6089bcf4" providerId="ADAL" clId="{D0B64582-16BB-49E8-8BFC-A044DD84DEB8}" dt="2022-01-20T18:49:54.465" v="31" actId="478"/>
          <ac:inkMkLst>
            <pc:docMk/>
            <pc:sldMk cId="0" sldId="640"/>
            <ac:inkMk id="2" creationId="{1B033A7A-1C22-4CEC-8E38-95354AE6F493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40"/>
            <ac:inkMk id="2" creationId="{6F96A7A3-0473-467D-863F-B2F495F0717E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41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41"/>
            <ac:inkMk id="3" creationId="{9C319627-BCFC-4E33-AC1A-943CCCD134F6}"/>
          </ac:inkMkLst>
        </pc:inkChg>
      </pc:sldChg>
      <pc:sldChg chg="delSp">
        <pc:chgData name="Ahamed, Md Maruf [E CPE]" userId="6f647de5-aeca-43cd-b76c-e84c6089bcf4" providerId="ADAL" clId="{D0B64582-16BB-49E8-8BFC-A044DD84DEB8}" dt="2022-01-20T18:48:23.618" v="12" actId="478"/>
        <pc:sldMkLst>
          <pc:docMk/>
          <pc:sldMk cId="0" sldId="647"/>
        </pc:sldMkLst>
        <pc:inkChg chg="del">
          <ac:chgData name="Ahamed, Md Maruf [E CPE]" userId="6f647de5-aeca-43cd-b76c-e84c6089bcf4" providerId="ADAL" clId="{D0B64582-16BB-49E8-8BFC-A044DD84DEB8}" dt="2022-01-20T18:48:23.618" v="12" actId="478"/>
          <ac:inkMkLst>
            <pc:docMk/>
            <pc:sldMk cId="0" sldId="647"/>
            <ac:inkMk id="2" creationId="{B17B9D86-6710-400D-8733-99FF615BF9E2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49"/>
        </pc:sldMkLst>
        <pc:inkChg chg="del">
          <ac:chgData name="Ahamed, Md Maruf [E CPE]" userId="6f647de5-aeca-43cd-b76c-e84c6089bcf4" providerId="ADAL" clId="{D0B64582-16BB-49E8-8BFC-A044DD84DEB8}" dt="2022-01-20T18:48:14.906" v="11" actId="478"/>
          <ac:inkMkLst>
            <pc:docMk/>
            <pc:sldMk cId="0" sldId="649"/>
            <ac:inkMk id="2" creationId="{72B0AEE2-2590-4B52-B588-7483B444A5BA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49"/>
            <ac:inkMk id="2" creationId="{E2B13292-F612-4A41-A08C-2CFF3398BAE4}"/>
          </ac:inkMkLst>
        </pc:inkChg>
      </pc:sldChg>
      <pc:sldChg chg="addSp delSp mo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51"/>
        </pc:sldMkLst>
        <pc:spChg chg="mod">
          <ac:chgData name="Ahamed, Md Maruf [E CPE]" userId="6f647de5-aeca-43cd-b76c-e84c6089bcf4" providerId="ADAL" clId="{D0B64582-16BB-49E8-8BFC-A044DD84DEB8}" dt="2022-01-21T21:55:32.725" v="35" actId="207"/>
          <ac:spMkLst>
            <pc:docMk/>
            <pc:sldMk cId="0" sldId="651"/>
            <ac:spMk id="246786" creationId="{231A7C10-2354-554B-A0BB-98C014DDA814}"/>
          </ac:spMkLst>
        </pc:spChg>
        <pc:inkChg chg="del">
          <ac:chgData name="Ahamed, Md Maruf [E CPE]" userId="6f647de5-aeca-43cd-b76c-e84c6089bcf4" providerId="ADAL" clId="{D0B64582-16BB-49E8-8BFC-A044DD84DEB8}" dt="2022-01-20T18:48:26.217" v="13" actId="478"/>
          <ac:inkMkLst>
            <pc:docMk/>
            <pc:sldMk cId="0" sldId="651"/>
            <ac:inkMk id="2" creationId="{24582F88-76F0-474A-AA57-436D944CDA85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51"/>
            <ac:inkMk id="2" creationId="{F42325AF-CF07-496E-9209-74BE65310FA7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52"/>
        </pc:sldMkLst>
        <pc:inkChg chg="del">
          <ac:chgData name="Ahamed, Md Maruf [E CPE]" userId="6f647de5-aeca-43cd-b76c-e84c6089bcf4" providerId="ADAL" clId="{D0B64582-16BB-49E8-8BFC-A044DD84DEB8}" dt="2022-01-20T18:48:30.362" v="14" actId="478"/>
          <ac:inkMkLst>
            <pc:docMk/>
            <pc:sldMk cId="0" sldId="652"/>
            <ac:inkMk id="2" creationId="{54050528-316E-4AAB-A200-5A33724DB181}"/>
          </ac:inkMkLst>
        </pc:inkChg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52"/>
            <ac:inkMk id="2" creationId="{E3D3A904-81BE-4AE3-94A6-AB54697A6F7E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53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53"/>
            <ac:inkMk id="2" creationId="{70F23D0A-EA65-46F6-826C-684BD477277A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55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55"/>
            <ac:inkMk id="2" creationId="{30F2833F-DECC-43C4-8E17-0602986DB2CA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61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61"/>
            <ac:inkMk id="3" creationId="{F3209C74-2232-4168-BCEC-5733CC782475}"/>
          </ac:inkMkLst>
        </pc:inkChg>
      </pc:sldChg>
      <pc:sldChg chg="addSp del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62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62"/>
            <ac:inkMk id="2" creationId="{5DCDD5FD-E99C-4DFA-A852-E15A6C38BA89}"/>
          </ac:inkMkLst>
        </pc:inkChg>
        <pc:inkChg chg="del">
          <ac:chgData name="Ahamed, Md Maruf [E CPE]" userId="6f647de5-aeca-43cd-b76c-e84c6089bcf4" providerId="ADAL" clId="{D0B64582-16BB-49E8-8BFC-A044DD84DEB8}" dt="2022-01-20T18:48:06.817" v="8" actId="478"/>
          <ac:inkMkLst>
            <pc:docMk/>
            <pc:sldMk cId="0" sldId="662"/>
            <ac:inkMk id="2" creationId="{75B939EF-3357-42C1-9337-617A662E7F3F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0" sldId="663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0" sldId="663"/>
            <ac:inkMk id="2" creationId="{3CCF2A60-1AA9-46F9-B1E7-AFD31AA0BAA7}"/>
          </ac:inkMkLst>
        </pc:inkChg>
      </pc:sldChg>
      <pc:sldChg chg="modSp">
        <pc:chgData name="Ahamed, Md Maruf [E CPE]" userId="6f647de5-aeca-43cd-b76c-e84c6089bcf4" providerId="ADAL" clId="{D0B64582-16BB-49E8-8BFC-A044DD84DEB8}" dt="2022-01-20T18:47:21.095" v="2" actId="20577"/>
        <pc:sldMkLst>
          <pc:docMk/>
          <pc:sldMk cId="1865281566" sldId="774"/>
        </pc:sldMkLst>
        <pc:spChg chg="mod">
          <ac:chgData name="Ahamed, Md Maruf [E CPE]" userId="6f647de5-aeca-43cd-b76c-e84c6089bcf4" providerId="ADAL" clId="{D0B64582-16BB-49E8-8BFC-A044DD84DEB8}" dt="2022-01-20T18:47:21.095" v="2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1640206872" sldId="793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1640206872" sldId="793"/>
            <ac:inkMk id="2" creationId="{65E59942-017A-4FFE-B33F-7D08AB51F36B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2952451718" sldId="795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2952451718" sldId="795"/>
            <ac:inkMk id="2" creationId="{105022EC-1B1D-40ED-9225-59264E4FDB4D}"/>
          </ac:inkMkLst>
        </pc:ink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155475375" sldId="796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155475375" sldId="796"/>
            <ac:inkMk id="2" creationId="{D1CDB138-3E54-4818-91D7-89DB3DDAE828}"/>
          </ac:inkMkLst>
        </pc:inkChg>
      </pc:sldChg>
      <pc:sldChg chg="modSp">
        <pc:chgData name="Ahamed, Md Maruf [E CPE]" userId="6f647de5-aeca-43cd-b76c-e84c6089bcf4" providerId="ADAL" clId="{D0B64582-16BB-49E8-8BFC-A044DD84DEB8}" dt="2022-01-21T21:55:15.369" v="34" actId="207"/>
        <pc:sldMkLst>
          <pc:docMk/>
          <pc:sldMk cId="74035686" sldId="797"/>
        </pc:sldMkLst>
        <pc:spChg chg="mod">
          <ac:chgData name="Ahamed, Md Maruf [E CPE]" userId="6f647de5-aeca-43cd-b76c-e84c6089bcf4" providerId="ADAL" clId="{D0B64582-16BB-49E8-8BFC-A044DD84DEB8}" dt="2022-01-21T21:55:15.369" v="34" actId="207"/>
          <ac:spMkLst>
            <pc:docMk/>
            <pc:sldMk cId="74035686" sldId="797"/>
            <ac:spMk id="33793" creationId="{17E19463-2273-48F9-96EC-4E202001DF03}"/>
          </ac:spMkLst>
        </pc:spChg>
      </pc:sldChg>
      <pc:sldChg chg="addSp">
        <pc:chgData name="Ahamed, Md Maruf [E CPE]" userId="6f647de5-aeca-43cd-b76c-e84c6089bcf4" providerId="ADAL" clId="{D0B64582-16BB-49E8-8BFC-A044DD84DEB8}" dt="2022-01-21T23:21:55.627" v="39"/>
        <pc:sldMkLst>
          <pc:docMk/>
          <pc:sldMk cId="2007437090" sldId="798"/>
        </pc:sldMkLst>
        <pc:inkChg chg="add">
          <ac:chgData name="Ahamed, Md Maruf [E CPE]" userId="6f647de5-aeca-43cd-b76c-e84c6089bcf4" providerId="ADAL" clId="{D0B64582-16BB-49E8-8BFC-A044DD84DEB8}" dt="2022-01-21T23:21:55.627" v="39"/>
          <ac:inkMkLst>
            <pc:docMk/>
            <pc:sldMk cId="2007437090" sldId="798"/>
            <ac:inkMk id="2" creationId="{2D2E1EB7-8368-47B7-A4E2-617643147BBF}"/>
          </ac:inkMkLst>
        </pc:inkChg>
      </pc:sldChg>
      <pc:sldChg chg="modSp add">
        <pc:chgData name="Ahamed, Md Maruf [E CPE]" userId="6f647de5-aeca-43cd-b76c-e84c6089bcf4" providerId="ADAL" clId="{D0B64582-16BB-49E8-8BFC-A044DD84DEB8}" dt="2022-01-21T21:57:22.482" v="38" actId="20577"/>
        <pc:sldMkLst>
          <pc:docMk/>
          <pc:sldMk cId="2467142422" sldId="799"/>
        </pc:sldMkLst>
        <pc:spChg chg="mod">
          <ac:chgData name="Ahamed, Md Maruf [E CPE]" userId="6f647de5-aeca-43cd-b76c-e84c6089bcf4" providerId="ADAL" clId="{D0B64582-16BB-49E8-8BFC-A044DD84DEB8}" dt="2022-01-21T21:57:22.482" v="38" actId="20577"/>
          <ac:spMkLst>
            <pc:docMk/>
            <pc:sldMk cId="2467142422" sldId="799"/>
            <ac:spMk id="33793" creationId="{17E19463-2273-48F9-96EC-4E202001DF0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30:17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21336 990 1436 0,'0'0'32'0,"0"0"6"0,0 0 2 0,0-6 0 0,3 1-32 0,-3 2-8 15,0-5 0-15,0 8 0 0,0-5 82 0,0 5 15 16,0-8 3-16,0 8 1 0,-3-2-26 0,3 2-6 16,-3-6-1-16,3 6 0 0,-6-5-12 0,0 5-4 15,6 0 0-15,-6 0 0 0,-3 5-12 0,3-5-2 16,-3 8-1-16,3-3 0 0,-3 3-14 0,0 0-3 16,3 6-1-16,-3-4 0 0,3 3-9 0,1 3-2 15,-1-2 0-15,0 1 0 0,3-1-8 0,-3 2 0 16,6-3 0-16,-3 3 0 0,6-3 0 0,0-3 0 0,0 4 0 0,0-1 0 15,3-5 0-15,2 2 0 16,-2 4 0-16,3-9 0 0,0 3 0 0,3-5-9 16,0 2 9-16,0 3 0 0,3-8-11 0,3 0 11 0,-3 0-10 15,0 0 10-15,-1 0 0 0,1-6 0 16,0 4 0-16,-3-6 0 0,3 3 0 0,0-3 15 0,-3 0-2 16,0 0 0-16,0-5 30 0,-1-1 5 0,-2 4 2 0,0-6 0 15,-3-3-3-15,0 3-1 0,0-5 0 0,-3 0 0 16,-3 3-20-16,3-4-4 0,-3 1-1 0,-3-3 0 15,0 9-11-15,0-7-2 0,-3 4-8 0,0 7 12 16,0-2-12-16,-3-3 0 0,1 8 8 0,-1 0-8 16,3 0-9-16,-3-2-5 0,0 7-1 0,0-5 0 15,0 8-39-15,0-5-8 0,0 2-2 0</inkml:trace>
  <inkml:trace contextRef="#ctx0" brushRef="#br0" timeOffset="666.985">21452 1566 1728 0,'0'0'38'0,"0"0"8"0,0 0 2 0,0 0 0 0,0 0-39 0,0 0-9 16,0 0 0-16,0 0 0 0,0 0 98 0,0 0 18 16,0 0 3-16,0 0 1 0,0 0-44 0,0 0-9 15,0 0-2-15,0 0 0 0,0 0-17 0,0 0-3 16,0 8-1-16,0 0 0 0,3 0-22 0,-3-2-5 15,0 1-1-15,3 1 0 0,-3 0-8 0,0 0-8 0,3 0 12 0,-3 5-12 16,0-5 9-16,0 6-9 16,0 2 0-16,0-3 9 0,-3 3-9 0,3 5 0 0,0-5 9 0,-3 0-9 15,3 5 0-15,0-5 0 0,0-1 0 16,0 4 0-16,0-3 0 0,0-3 8 0,0 3-8 16,0-5 0-16,0-1 0 0,0 1-10 0,0 2 1 0,3 0 0 31,-3-5-87-31,3 0-16 0,0 0-4 0,-6 0-936 0</inkml:trace>
  <inkml:trace contextRef="#ctx0" brushRef="#br0" timeOffset="2046.922">21443 2453 1051 0,'0'0'23'0,"-3"0"5"0,-3 2 0 0,0 4 2 0,3-4-30 0,3-2 0 0,-6 3 0 0,3 0 0 15,-3 2 93-15,6-5 13 16,-3 0 2-16,3 0 1 0,0 0-9 0,0 0-3 0,0 0 0 0,0 0 0 16,0 0-17-16,0 0-4 0,-6-5-1 0,6 2 0 15,0-2-24-15,3-1-5 0,0 4-1 0,3-6 0 16,0 3-1-16,0 2 0 0,3-5 0 0,3 5 0 15,-3 1-2-15,6-6-1 0,-3 3 0 0,3 2 0 16,-1-5-17-16,1 8-4 0,3-5-1 0,-3 5 0 16,0-6-19-16,-3 6 8 0,0 0-8 0,-3 6 0 15,0-6 9-15,-1 5-9 0,-5-5 0 0,0 8 9 16,0-5-9-16,-3 4 12 0,-3 1-12 0,0 3 12 16,-2 0-12-16,-4 2 0 0,0 0 0 0,-3 3 0 15,0 0-24-15,0 5 2 0,-3-5 1 0,0 5 0 16,3 0 5-16,0-2 0 0,0-1 1 0,1 1 0 15,2-1 15-15,0-5-12 0,0 3 12 0,3 0-12 16,3-3 12-16,0-2 0 0,0-3 0 0,0 3-9 16,3-4 9-16,0 1 0 0,0 0 0 0,3 0 0 15,3-2 0-15,-3 2 0 0,3-6 0 0,3 3 0 16,0-5 0-16,0 0 0 0,-1 3 0 0,4-3 0 0,-3 0 0 0,3 0 0 16,0-3-9-16,0 3 9 15,0 0-36-15,0-5-4 0,0 5 0 0,0-2-665 16,0 2-134-16</inkml:trace>
  <inkml:trace contextRef="#ctx0" brushRef="#br0" timeOffset="2538.835">21508 3276 1566 0,'0'0'34'0,"0"0"7"0,0 0 2 0,0 0 1 0,0 0-35 0,0 0-9 16,0 0 0-16,0 0 0 0,0 0 123 0,0 0 22 16,0 0 5-16,0 0 1 0,0 0-74 0,0 0-14 15,0 0-3-15,0 0-1 0,0 5-35 0,0-5-8 16,0 8 0-16,0-3-1 0,0 3-15 0,0-5 0 16,0 5-9-16,0 2 9 15,3-7-140-15,-3 5-21 0,0 3-5 0</inkml:trace>
  <inkml:trace contextRef="#ctx0" brushRef="#br0" timeOffset="2690.873">21482 3755 2012 0,'0'0'44'0,"0"0"10"0,-3 5 2 0,3 3 0 0,-3-3-45 0,3-5-11 0,0 8 0 0,0-8 0 16,0 0 35-16,0 8 5 0,0-8 0 0,0 3 1 15,0-3-51-15,3 5-10 0,0 0-3 0,-3-5 0 16</inkml:trace>
  <inkml:trace contextRef="#ctx0" brushRef="#br0" timeOffset="2829.514">21550 4099 2041 0,'0'0'44'0,"0"0"10"0,-3 8 2 0,0-6 2 0,0 4-46 0,0-1-12 15,3-5 0-15,0 0 0 0,0 8-16 0,0-8-6 16,-3 2-1-16,3-2-568 16,0 6-113-16</inkml:trace>
  <inkml:trace contextRef="#ctx0" brushRef="#br0" timeOffset="3706.914">21610 4625 1515 0,'0'0'33'0,"0"0"7"0,0 0 2 0,3 5 1 0,3-5-35 0,-6 0-8 0,3 3 0 0,-1 2 0 15,1 1 111-15,0-1 20 0,-3 6 4 0,0-6 1 16,0 3-68-16,-3 0-14 0,0 2-2 0,1 1-1 16,-4 0-2-16,0-1 0 0,-3 1 0 0,-3-1 0 15,0 1-25-15,0-1-6 0,-3-2-1 0,-3 3 0 16,0-3-17-16,3 0 0 0,-2-3 0 0,2 0 0 15,-3-2 14-15,3 2 6 0,0-5 0 0,0-2 1 16,0 2-21-16,3-3 9 0,1-2-9 0,2-1 0 16,0-1-12-16,3-1-10 0,0 0-2 0,3 0 0 15,3-5 38-15,3 2 7 0,3-2 2 0,0-1 0 16,0 1-23-16,3 3 0 0,-1-9 0 0,4 6 0 0,0 0-14 0,3-1-7 16,0 1-2-16,3 0 0 15,0 2 70-15,0 3 13 0,2 1 4 0,-2 4 0 0,3-2-36 0,0 5-8 16,-3 0 0-16,0 5-1 0,0 0 7 0,-4 0 2 15,-2 3 0-15,0 3 0 0,-3 2-16 0,-3 3-2 16,0 3-1-16,-3-1 0 0,0 1-1 0,-3-1 0 16,-3 3 0-16,0-2 0 0,-3 2-8 0,0 3 8 15,-3-6-8-15,-3 4 8 0,3-1-8 0,-5 0 0 16,-1 3 9-16,0-3-9 0,0 3 0 0,-3-3 0 16,0 3-12-16,3-3 4 0,-3-3 8 0,4 1 0 0,-1-3 0 0,0 2 0 15,0-5 8-15,0-2 4 0,3-3 1 16,0 0 0-1,0 0-72-15,0-5-14 0,3-1-3 0,-2-2-1148 0</inkml:trace>
  <inkml:trace contextRef="#ctx0" brushRef="#br0" timeOffset="5775.523">19937 5824 1497 0,'0'0'32'0,"0"0"8"0,0 0 0 0,0 0 4 0,-6 0-36 0,6 0-8 0,-6 0 0 0,6 0 0 16,-6 2 104-16,6-2 20 0,-3 6 3 0,-3-1 1 15,3-2-52-15,3 5-9 0,-3 0-3 0,0 2 0 16,3 3-51-16,0 1-13 0,0-1 0 0,0 3 0 15,3 0 0-15,-3 2 0 0,3-2 0 0,0 3 0 16,-3-1 0-16,3 1 0 0,0-1 0 0,-3 3 0 16,3-2 0-16,-3-1 0 0,0 3 0 0,0 3 0 15,0 0 0-15,0 0 0 0,0 0 0 0,0 0 0 32,0-1-48-32,0-4-13 0,0-1-3 0,-3 1 0 0,3-6-102 0,0 3-21 0,0-8-4 15,0 3-1-15</inkml:trace>
  <inkml:trace contextRef="#ctx0" brushRef="#br0" timeOffset="6025.691">20225 5766 1698 0,'0'0'48'0,"0"0"11"0,-5-3-47 0,2-2-12 15,0 2 0-15,3 3 0 0,0 0 116 0,0 0 20 16,-6 0 5-16,0 3 1 0,6-3-58 0,-6 5-12 15,3 3-3-15,-3 3 0 0,3-1-50 0,0 6-11 16,3-3-8-16,-3 6 12 0,3 2-12 0,-3 0 0 16,3 0 0-16,-3 6 0 0,3-4 53 0,-3 4 9 0,-3-1 2 0,3 1 0 31,0-3-103-31,-3 0-20 0,3-1-4 0,-3 4-1 16,0-3 2-16,0-1 0 0,0 1 0 0,0 0 0 15,0 0-92-15,0-3-18 0,0-2-4 0,1-1-624 0</inkml:trace>
  <inkml:trace contextRef="#ctx0" brushRef="#br0" timeOffset="6328.611">19782 6147 1497 0,'-15'-3'32'0,"9"0"8"0,0 3 0 0,-3-2 4 0,0-1-36 0,3 0-8 15,3 1 0-15,-3-1 0 0,3 0 104 16,3 3 20-16,0 0 3 0,0 0 1 16,0-5-70-16,0 3-14 0,6-4-2 0,0 4-1 0,6-1-14 15,-3 0-3-15,0-2-1 0,3 2 0 0,0 1-23 0,3-1 0 16,3 0 0-16,0-2 0 0,2 3 56 0,4-4 6 16,0 1 2-16,6 0 0 15,3-1-52-15,-1 1-12 0,1 0 0 0,3-1 0 0,-7-1 0 0,1 1 0 16,-3-2 0-16,-3 3 0 15,0 0-48-15,-6 2-13 0,2 0-3 0,-5 1 0 16,0-1 0-16,-3 3-1 0,-6-3 0 0,0 3-545 0,-6 0-109 0</inkml:trace>
  <inkml:trace contextRef="#ctx0" brushRef="#br0" timeOffset="6575.655">19812 6231 1839 0,'0'0'40'0,"0"0"9"16,0 0 2-16,0 0 1 0,0 0-42 0,0 0-10 0,0 0 0 0,0 0 0 15,0 0 95-15,0 0 17 0,0 0 3 0,6 0 1 16,3-2-32-16,0 2-7 0,-1-6-1 0,7 4 0 16,-3-1-34-16,3 0-7 0,0 1-2 0,3-1 0 15,3 1-33-15,0-1 0 0,-1 0 0 0,4 1 0 16,3 2 0-16,-3 0 0 0,6-3 0 0,-4 3 0 15,-2-3 0-15,0 1 0 0,3-1 0 0,0 0-778 16,-1-2-162-16</inkml:trace>
  <inkml:trace contextRef="#ctx0" brushRef="#br0" timeOffset="7875.637">20868 5750 1580 0,'0'0'35'0,"3"-6"7"0,3 4 2 0,-3-3 0 0,0 2-36 0,3-2-8 15,-3 2 0-15,3-2 0 16,-3 2 115-16,3 0 21 0,-3-2 4 0,-3 5 0 16,3 0-52-16,-3 0-10 0,0 0-2 0,0 0-1 15,0 0-39-15,3 5-7 0,-3 3-1 0,0 3-1 16,0 5-11-16,-3 0-1 0,3 5-1 0,-3 3 0 16,-3 5-6-16,3 0 0 0,0 3-8 0,-3-1 12 0,-3 1-12 0,3-3 0 15,0 0 0-15,0 0 0 0,1-2 32 0,2-1 0 16,-3 1 0-16,3-1 0 15,0-2-64-15,0-3-12 0,0 3-2 0,0-3-1 0,0-2 32 0,3-3 7 16,0-3 8-16,0 0-13 0,0-5 13 0,3 0 0 0,-3-3-10 0,0-5 10 16,0 0-8-16,0 0 8 0,6-5-10 0,-3 0 10 15,3-6 0-15,-3-2 10 16,0 0 0-16,-3-6 0 0,3 1 12 0,-3-1 2 0,0 1 1 16,0-1 0-16,-3 3-2 0,0 0-1 0,-3 0 0 0,0 3 0 15,-3 0-14-15,0 2-8 0,0 1 10 0,0-1-10 16,-3 3 27-16,0 0-1 0,0 3 0 0,0 0 0 31,0-1-42-31,3 4-8 0,-2-1-1 0,2 3-1 0,-3 3 26 0,3-1 0 0,0 1 0 0,0 0 0 16,0 2 16-16,3 0 9 0,0 3 2 0,3 0 0 15,-3 0-27-15,3 0 0 0,3 3 0 0,0-1-11 16,0 3-3-16,3 1-1 0,0-4 0 0,3 6 0 16,0-3-10-16,3 1-3 0,0-1 0 0,3-3 0 31,3 1-6-31,-3 0-2 0,5-4 0 0,1-1 0 0,0-4 4 0,3 1 1 0,3-3 0 0,0-3 0 0,-1 1 18 0,1-4 3 15,0 1 1-15,-3-3 0 16,0 0 9-16,-3 0 0 0,-1-2 0 0,-2-3 0 0,0 2 24 0,-3 0 8 16,0-2 0-16,-3 5 1 15,-3-2 25-15,0-1 5 0,0 3 1 0,-3 0 0 0,0 0 0 0,0 0 0 16,0 3 0-16,-3 0 0 16,0-1-52-16,0 6-12 0,0 0 0 0,0 0 0 0,0 0 44 0,0 0 7 15,0 0 1-15,0 0 0 0,0 0-35 0,0 0-6 16,0 6-2-16,-3 2 0 0,3 0-9 0,-3 0 0 15,3 2 0-15,-3 1 0 0,0-1 0 0,0 4 0 16,0-1 8-16,0 3-8 0,0-6 0 0,0 3 0 16,0 1-10-16,0-4 10 15,0 1-47-15,3-6-3 0,-3 3-1 0,3-8 0 16,0 0-148-16,0 0-29 0,6-5-7 0,-3-3-1 0</inkml:trace>
  <inkml:trace contextRef="#ctx0" brushRef="#br0" timeOffset="8000.83">21229 5882 1958 0,'0'0'43'0,"-3"-5"9"0,-3-3 1 0,3 0 3 0,0 3-45 0,-3-3-11 0,3 2 0 0,-3 1 0 16,3 2 48-16,3 3 7 0,0 0 1 0,0 0 1 15,0 0-57-15,0 0 0 0,0 0 0 0,0 0-14 16,0 6-158-16,6-1-31 0</inkml:trace>
  <inkml:trace contextRef="#ctx0" brushRef="#br0" timeOffset="9133.282">21428 6057 1497 0,'0'0'32'0,"-9"0"8"0,3 0 0 0,-3 0 4 0,3 0-36 0,-3 2-8 15,3 1 0-15,-3 2 0 0,-2-2 104 0,2 0 20 16,-3 2 3-16,0 0 1 0,0 3-42 0,3-3-8 15,-3 3-2-15,3 3 0 0,-3-3-39 0,3 2-8 16,0 1-1-16,3 2-1 0,0-2-18 0,3 2-9 16,3 0 10-16,0 1-10 0,3-4 0 0,0 1 0 15,3-1 0-15,3 1 0 0,0-3 0 0,3-3 0 16,0 0 0-16,3-5 0 0,0 0 0 0,0-2 0 16,0-1 0-16,-1-2 0 0,1-3 17 0,-3 3-2 0,3-6-1 0,0 0 0 15,-3-2 28-15,0 3 6 0,0-4 0 0,0 1 1 16,-6 0 29-16,0 0 6 0,0 2 0 0,-3 0 1 15,-1 1-68-15,-4-1-17 0,-1 3 0 0,0 0 0 16,-3 1 0-16,-3 1 0 0,3 1 0 0,-3 2 0 16,0-2 0-16,0 2 0 0,-3 3 0 0,3 0 0 15,3 0 0-15,-3 3 0 0,3 2 0 0,-3 1 0 16,6-1 20-16,-3 3 0 0,3 0 0 0,3 0 0 16,0 2-20-16,3 1 0 0,0 2-13 0,3 0 5 15,0 3 8-15,0 0 0 0,3 3-9 0,3-1 9 16,0 1 0-16,-3 2 0 0,3 0-9 0,0 0 9 15,0-2 0-15,0 2 0 0,-4-5 0 0,1 2 0 16,-3-5-11-16,0 1 11 0,-3-1-10 0,0 0 10 16,-3 0 0-16,0 1-9 0,-3-4 9 0,-3-2 0 15,0 3-16-15,0-3 3 0,-3-3 0 0,1 3 0 16,-1-3 2-16,0 0 1 0,0-2 0 0,-3 2 0 16,3-2-2-16,-3 0 0 0,3-3 0 0,0 0 0 0,0-3 12 0,3-2 0 15,0 2-9-15,0-5 9 0,3 3-9 0,0-3 9 16,0-3-12-16,3 1 12 0,0-3-23 0,3-1 3 15,0 1 0-15,3-3 0 0,0 0 20 0,0 0 0 16,3-2 0-16,0 2 0 0,3-2 0 0,0 2 0 16,0-3 0-16,3 3 0 0,0 0 0 0,-1 0 0 0,4 3 0 0,-3 0 0 15,3 0 23-15,-3 2 9 0,0 3 1 16,-3 3 1-16,3 0-24 0,-3-1-10 0,-1 1 8 16,-2 2-8-16,0 3 16 0,0-2-3 15,0 2 0-15,-3 2 0 0,0-2 3 0,0 6 1 0,0-4 0 16,-3 4 0-16,3 2-5 0,-3 0 0 0,0 2-1 15,-3 1 0-15,3-1-21 0,0 4-4 0,-3 1-1 0,0-1 0 16,0-1 29-16,0 3 6 0,0-3 0 0,0 0 1 16,-3-2-21-16,3 2 0 0,-3-2 0 0,0-3 0 15,3 0-16-15,-3-1-7 0,-3-1-1 0,3-1-1 32,-3-2-99-32,0-3-20 0,0 0-4 0</inkml:trace>
  <inkml:trace contextRef="#ctx0" brushRef="#br0" timeOffset="9276.901">21767 5948 1947 0,'-12'-5'43'0,"7"2"9"0,2 1 1 0,-3-1 2 0,3-2-44 16,0 2-11-16,0-5 0 0,0 3 0 0,3-3 56 0,0 0 8 16,3 0 3-16,0-3-684 15,6 1-137-15</inkml:trace>
  <inkml:trace contextRef="#ctx0" brushRef="#br0" timeOffset="9536.411">22074 5628 2188 0,'0'0'48'0,"-9"0"11"0,3 3 1 0,-3-1 1 0,3 1-49 0,-3 0-12 16,0 2 0-16,3 3 0 0,-3-3 105 0,4 3 19 16,-1 0 3-16,0 3 1 0,3 2-52 0,0 5-9 0,3-2-3 0,-3 8 0 15,3 3 0-15,0 2 0 0,3 2 0 0,-3 4 0 16,0-1-51-16,0-2-13 0,0-3 0 0,0 3 0 15,0-3 0-15,0 0 0 0,0 0 0 0,0 5 0 16,0 4 0-16,-3-1 0 16,3 0 0-16,-3 0 0 15,3 0-48-15,-3-6-13 0,0-1-3 0,0-1 0 0,-3-3 52 0,0-2 12 0,0 0 0 0,-3-3 0 16,3 0-54-16,-3-5-8 0,3 2-2 0,-3-2 0 16,3-2-153-16,0-4-31 0,3-2-7 15,-6-3-1-15</inkml:trace>
  <inkml:trace contextRef="#ctx0" brushRef="#br0" timeOffset="9905.063">21946 6342 1958 0,'-3'-7'43'0,"0"1"9"0,0-2 1 0,-3 0 3 16,0-2-45-16,3 2-11 0,-3 0 0 0,3-3 0 16,0 3 104-16,0 0 20 0,3 0 3 0,0 1 1 15,3-1-52-15,0 2-9 0,3-2-3 0,3 0 0 0,3 3-51 0,3-3-13 16,6 0 0-16,0 3 0 15,5 0-19-15,1-1-6 0,6 1-2 0,0-3 0 0,-4 3 27 0,-2 0 0 16,3-3 0-16,0 0 0 0,-1 0 16 16,1 2 9-16,-6-1 2 0,0 1 0 0,-3-2-27 0,-3 3 0 15,-1 2 0-15,-8-2 0 0,-3-3 0 0,-3 6 0 16,-6-4 0-16,-3 4 0 0,-6-1 56 0,1 3 7 16,-7 0 1-16,3 3 0 0,-3-1-52 0,0 4-12 15,3-1 0-15,-3 0 0 0,6 3 0 0,1 3 0 16,2-1 0-16,0 1 0 0,6-1 0 0,0 4 0 0,3 1 0 0,0 1 0 15,3 3 0-15,0-1 0 0,3 1 0 16,0-1 0-16,0 4 0 0,2-4 0 16,-2 1 0-16,0 2 0 0,3-5 0 0,-6 0 0 0,0-3 0 0,-3 3 0 15,-3-3 0-15,0 0 0 0,-3 0 0 0,0 1 0 32,-6-4-48-32,1 1-13 0,-1-1-3 0,-6 1 0 0,0-3-88 15,-6 0-17-15,0-3-4 0</inkml:trace>
  <inkml:trace contextRef="#ctx0" brushRef="#br0" timeOffset="10304.284">22842 6176 1728 0,'0'0'38'0,"0"0"8"0,0 0 2 0,0 0 0 0,0 0-39 0,6 0-9 0,3 0 0 0,-3 0 0 15,6 0 103-15,0 0 18 0,-1 0 4 0,4 2 1 16,3-2-38-16,0 0-8 0,0 0-2 0,0 0 0 16,0-2-18-16,0 2-4 0,2-6-1 0,4 4 0 15,0-1-47-15,0 1-8 0,3-4 0 0,-1 4 0 16,1 2 0-16,-3-3 0 0,0 0 0 0,0 3 0 16,-4-2 0-16,-5 2 16 0,0 0-3 0,-3 2 0 15,0-2-53 1,-6 0-10-16,0 3-2 0,-6-3-1 15,0 0-109-15,0 0-22 0,-6 5-4 0</inkml:trace>
  <inkml:trace contextRef="#ctx0" brushRef="#br0" timeOffset="10504.353">23000 6327 1587 0,'-18'5'35'0,"12"-2"7"0,-3 2 2 0,3-3 0 0,0 1-35 0,0 0-9 0,3 2 0 0,3-5 0 15,0 0 118-15,0 0 22 0,0 0 4 0,3 3 0 0,3 2-51 0,0-2-10 16,3-3-3-16,-3 2 0 0,6-2-28 0,-3 0-7 15,0 0-1-15,0 0 0 0,2 0-21 0,1-2-5 16,0 2-1-16,3-3 0 0,0 3-6 16,3-3-2-16,0 1 0 0,6-1 0 0,-1-2-9 0,1-1 0 15,3 4 0-15,0-6 0 16,0 0-100-16,-1 0-23 0,1 0-4 0</inkml:trace>
  <inkml:trace contextRef="#ctx0" brushRef="#br0" timeOffset="10771.271">23759 5983 2188 0,'-6'2'48'0,"0"-2"11"0,0 3 1 0,-3 2 1 0,3-2-49 0,-3-1-12 0,3 4 0 0,0-1 0 16,0 0 105-16,0 1 19 0,0-1 3 0,0 3 1 15,3 2-52-15,0-2-9 0,3 0-3 0,-3 0 0 16,3 0-51-16,0 3-13 0,0-3 0 0,0 2 0 15,3 4 0-15,-3-4 0 0,0 3 0 0,3 3 0 16,-3 0 0-16,3 0 0 0,-3 3 0 0,3-1 0 16,-3 1 0-16,3 2 0 0,-3 0 0 0,0-3 0 15,0 1 0-15,0-3 0 0,0-3 0 0,-3 0 0 16,3-2-48-16,0 2-13 0,0-5-3 0,0 0 0 16,0 0-102-16,0-8-21 15,0 0-4-15,0 0-794 0</inkml:trace>
  <inkml:trace contextRef="#ctx0" brushRef="#br0" timeOffset="11117.255">23925 6147 2649 0,'0'0'58'0,"0"0"12"0,0 0 2 0,0-6 4 0,0 6-61 0,0 0-15 16,0 0 0-16,0 0 0 0,0 0 54 0,0 0 8 16,0 0 2-16,0 0 0 0,-9 0-52 0,4 6-12 15,2-4 0-15,-3 6 0 0,0 0 0 0,3 0-12 16,0 3 3-16,0 2 0 0,0 0 9 0,0 3 12 0,3 0-2 0,0 2-1 31,0-2-58-31,3 3-12 0,0-3-3 0,0-3 0 16,3 3 0-16,3-3 0 0,-3-2 0 0,2-1 0 15,1-2 0-15,0 0-1 0,0-3 0 0,3-2 0 16,0 0 23-16,0-3 5 0,3 2 1 0,0-4 0 16,0-1 7-16,0-2 1 0,-1 2 1 0,1-5 0 0,0 3 73 0,0-3 14 0,0-3 4 15,-3 1 0-15,0-3 0 0,0-1 0 0,-3 1 0 0,0-3 0 16,-1 0 0-16,-2 0 0 0,0 1 0 0,-6-1 0 15,3 0 0-15,-6 3 0 0,0-1 0 0,-3 1 0 16,0 3-52-16,-2-4-12 0,-1 6 0 0,-3 0 0 16,0-2 0-16,-3 5 0 0,0-3 0 0,-6 2 0 31,0 4-100-31,1-1-22 0,-4 0-5 0,-3 1-1 0</inkml:trace>
  <inkml:trace contextRef="#ctx0" brushRef="#br0" timeOffset="21393.355">19958 7200 1965 0,'0'0'43'0,"0"0"9"0,-3-6 1 0,3 1 3 0,-3 0-44 0,3 5-12 0,0 0 0 0,0 0 0 16,0 0 64-16,0 0 10 0,0 0 2 0,0 0 1 15,0 0-29-15,0 0-7 0,0 0-1 0,0 8 0 16,0 2-25-16,0 1-6 0,0 2-1 0,0 0 0 16,0 3-8-16,0 0 0 0,-3 3 9 0,3-1-9 15,0 1 0-15,0-1 0 0,0 3 0 0,-3 1 0 0,0 1-9 0,3-1-3 16,0-1-1-16,-3 0 0 0,3-3-3 16,-3 1 0-16,0-3 0 0,3 0 0 0,-3-3 16 0,3-2 0 15,-3-1 0-15,3-2-9 0,0 0 9 0,0-8 0 16,0 0 0-16,0 0 0 0,0 0 0 0,0 0 14 15,0 0-3-15,3 0-1 0,3-5 10 0,-3-1 1 16,3 1 1-16,0-3 0 0,3 0 6 0,-3-2 0 16,5-1 1-16,-2 1 0 0,3-1 1 0,0 0 0 15,0 1 0-15,0 2 0 0,3 0-6 0,0 0-2 16,-3 3 0-16,3-1 0 0,-1 4-6 0,1-1 0 16,0 3-1-16,-3 0 0 0,0 3-7 0,0-1 0 15,0 4-8-15,-3 2 12 0,-3-3-12 0,0 3 8 16,0 0-8-16,-3 0 0 0,0 0 8 0,-3 0-8 0,0 0 0 0,0-1 9 15,-3 4-9-15,0-3 0 16,-3-3 0-16,0 3 8 0,-3-3 6 0,0 3 1 0,0-2 0 0,-3 2 0 16,-3-3-15-16,3-2 0 0,-3 2 0 0,0 0 0 31,1-2-20-31,2-3-6 0,-3 0-2 0,3 0 0 16,0-3-57-16,3 1-12 0,-3-1-3 0,3-2 0 0,3-1-125 0,0 1-26 0</inkml:trace>
  <inkml:trace contextRef="#ctx0" brushRef="#br0" timeOffset="22371.29">20532 7504 1541 0,'0'0'44'0,"3"-5"9"0,0-1-42 16,0 4-11-16,3-6 0 0,-3 3 0 0,3-3 128 0,-3 0 23 0,0 2 5 0,0-2 0 16,0 1-54-16,0-1-11 0,0 2-3 0,-3-2 0 15,0 6-21-15,0-4-5 0,-3 4-1 0,3 2 0 16,-6-5-13-16,0 2-4 0,0 3 0 0,-3 0 0 15,0 0-19-15,0 0-4 0,-3 3-1 0,0 2 0 16,-3 3-12-16,1 0-8 0,-1 0 8 0,0 5-8 16,-3 0 0-16,3 0 0 0,0 6 0 0,3-3 0 15,0 0-26-15,6-1 0 0,0-1 0 0,0 2 0 16,6-3-25-16,0-3-5 0,3 1 0 16,3-3-1-16,0 0 6 0,3-3 2 0,0-2 0 0,3-1 0 15,0 1 27-15,0-3 6 0,0 0 0 0,3-3 1 16,-3 1 15-16,0-1 0 0,-1-2 0 0,1 0 0 0,-3-3 29 0,0 2-1 15,0 1 0-15,-3 0 0 0,0-3 11 0,0 2 1 16,-3 1 1-16,3 0 0 0,-3 0-8 16,-3 5-1-16,0 0-1 0,0 0 0 0,0 0-12 0,0 0-3 15,0 0 0-15,0 0 0 16,0 0-16-16,0 0 0 0,0 0 0 0,3 5-9 0,-3 0 9 0,0 0 0 16,3 3 0-16,0 0-8 0,-3 0-10 0,3 0-2 15,0 0 0-15,-3 0 0 16,3 0-18-16,0 0-4 0,0-3-1 0,0 1 0 15,3-1-5-15,-3 0-2 0,3 0 0 0,-3-2 0 0,3-3 26 0,-1 0 6 0,1 0 1 0,0 0 0 16,0-3 17-16,3-2 0 0,0 0 0 0,0 0 0 16,0-1 25-16,0-2-1 0,3 0 0 0,-3 0 0 15,3 1 27-15,0-4 5 0,-3 0 0 0,2-2 1 16,-2 0-6-16,-3 0-2 0,3-1 0 0,-3 4 0 16,0-3-17-16,0 2-3 0,0 0-1 0,-6 4 0 15,3 1-5-15,-3-2-2 0,0 6 0 0,0 2 0 16,0 0-8-16,0 0-1 0,0 0-1 0,0 0 0 15,0 0-11-15,0 0 8 0,0 0-8 0,-6 5 8 16,3 0-8-16,3 3 0 0,0-3 0 0,3 6 0 16,0-3 0-16,0 3 0 0,3-1 0 0,3 1 0 15,-3-1 0-15,3 1 0 0,-3 2-9 0,3-2 9 16,0 2 0-16,-3-5 0 0,0 2 0 0,0 1 0 16,-4-3 0-16,1 3 0 0,0-1 0 0,-3-2 0 15,3 0 0-15,-3 0 0 0,-3 0 8 0,0 0-8 16,0 0 0-16,-2-3 8 0,-1 3-8 0,0-3 0 0,-3 1 0 0,0-1 0 15,0 0 0-15,-3 0-10 0,0 1-1 0,3-4 0 16,-3 4 0-16,3-4 0 16,0 1-15-16,0-3-3 0,0 0-1 0,4 0 0 15,5 0-103-15,0 0-21 0,0 0-4 0,-3-5-922 16</inkml:trace>
  <inkml:trace contextRef="#ctx0" brushRef="#br0" timeOffset="22721.092">20955 7602 2293 0,'0'0'50'0,"0"0"10"0,0 0 3 0,0 0 2 0,0 0-52 0,0 0-13 16,0 0 0-16,6 3 0 0,-3-3 65 0,3 2 11 15,3-2 1-15,0 3 1 0,-1-3-42 0,1 0-9 0,3 0-2 0,-3 0 0 16,3-3-14-16,0 3-3 16,3-2-8-16,-3-1 12 0,3 0-12 0,3-2 8 0,-4 0-8 0,4-1 0 15,-3-2 16-15,0 3-4 0,-3-3 0 0,0 0 0 16,0-2 13-16,-3 2 3 0,0 0 0 0,-6 0 0 15,0-3 8-15,-3 6 3 0,-3-3 0 0,-3 3 0 16,0 2-6-16,-6 1-1 0,3-1 0 0,-6 0 0 16,0 6-12-16,0 0-4 0,-3-1 0 0,1 3 0 15,2 1-16-15,-3 2 0 0,6 0 8 0,0 2-8 16,0 1 0-16,3 2 0 0,0-2 0 0,3 2 0 0,3 0-9 16,0 0 1-16,0 1 0 0,3-1 0 15,0 0-9-15,3-2-2 0,0 2 0 0,3-3 0 0,0 1 3 0,0-3 0 16,3 0 0-16,0-3 0 15,3 0-1-15,0-2 0 0,0-3 0 0,3 0 0 16,2-3-103-16,1 1-20 16,3-1-4-16</inkml:trace>
  <inkml:trace contextRef="#ctx0" brushRef="#br0" timeOffset="23171.19">21684 7570 1818 0,'0'0'40'0,"0"0"8"0,0 0 1 0,0 0 3 0,6 0-42 0,0 0-10 0,0 0 0 0,3 0 0 0,0 0 101 0,0 0 19 16,0 0 3-16,3-2 1 15,2 2-47-15,-2 0-9 0,0-3-1 0,0 3-1 0,3 0-25 0,0-3-5 16,0 3 0-16,3-2-1 0,-1 2-19 0,1 0-3 16,3-3-1-16,0 3 0 0,0 0-12 15,3 0 0-15,-3 0 0 0,-4 0 0 0,1 0 0 0,-3 3 0 16,-3-3 0-16,0 2 0 16,-3 1-48-16,-3 0-4 0,-6-3 0 0,0 0 0 15,0 0-73-15,-3 5-15 0,0 0-4 0,-3 3-811 0</inkml:trace>
  <inkml:trace contextRef="#ctx0" brushRef="#br0" timeOffset="23376.652">21750 7734 1558 0,'0'0'34'0,"0"0"7"0,0 0 2 0,0 0 1 0,0 0-35 0,0 0-9 0,0 0 0 0,0 0 0 16,0 0 87-16,5 3 15 15,4-3 3-15,-3 0 1 0,3 0-26 0,0 0-4 0,0 0-2 0,0 0 0 16,0 0-14-16,0 0-2 0,3 0-1 0,0-3 0 15,0 3-14-15,0 0-3 0,-1-2-1 0,4 2 0 16,0-3-21-16,0 3-4 0,0-3-1 0,3 3 0 16,-3 0-13-16,3-2 8 0,-4 2-8 0,4 0 0 15,0 0 0-15,0-3-20 0,0 3 4 0,3 0 0 32,-3-3-141-32,-3-2-28 0</inkml:trace>
  <inkml:trace contextRef="#ctx0" brushRef="#br0" timeOffset="23691.278">22428 7427 2224 0,'0'0'49'0,"-6"0"11"0,0-2 1 0,0 2 1 0,0-3-50 0,6 3-12 16,-6-3 0-16,6 3 0 0,0 0 76 0,0 0 13 15,0 0 3-15,0 0 0 0,0 0-46 0,-3 6-9 16,3-6-1-16,-3 10-1 0,3-2-12 0,3 0-3 15,-3 3 0-15,0-3 0 0,3 5-6 0,-3-3-2 0,3 4 0 0,-3 2 0 16,0-1-4-16,0 1-8 0,0 0 11 0,0 3-11 16,0-3 0-16,0-1 0 0,0 1 0 0,0 3 0 15,3-3 0-15,-3 0 0 0,0-3 0 0,0 3 0 16,0 0 0-16,0-3 0 0,0 3 0 0,0 0 0 16,0-3 0-16,0 0-14 0,3 0 1 0,-3-2 0 31,0-1-19-31,3-2-3 0,-3 0-1 0,3 0 0 15,0-5-123-15,-3-3-25 0,6 3-4 0,3-6-2 0</inkml:trace>
  <inkml:trace contextRef="#ctx0" brushRef="#br0" timeOffset="24075.908">22678 7570 2340 0,'0'0'52'0,"0"0"10"0,0 0 2 0,0 0 1 16,0 0-52-16,0 0-13 0,0 0 0 0,-6 3 0 0,6-3 68 0,-6 2 10 15,6-2 2-15,-6 6 1 0,3-1-53 16,0 0-10-16,0 3-2 0,0 0-1 0,0 0-15 0,3 3 0 16,-3-1 0-16,1 1 0 0,2 2 9 0,-3-2-9 15,3 2 8-15,0 0-8 0,-3-2 0 16,3 2-12-16,0-2 0 0,0 2 1 0,3-3-1 0,-3 4-1 16,3-4 0-16,-3 1 0 15,2-1-11-15,4 1-3 0,-3-3 0 0,3 0 0 16,0 0-8-16,0-3-1 0,0 0-1 0,3-2 0 0,0-3 37 15,3 0 0-15,0-3 14 0,3 1-4 16,-3-4-30-16,3 1-5 0,-1 0-2 0,1-3 0 0,3 0 27 0,-3 0 19 16,0 0-3-16,0 0-1 0,0-2 30 0,-3 2 7 15,0-3 0-15,-4-2 1 0,4 2 8 0,-3-2 2 16,0-3 0-16,-3 3 0 0,0 0-12 0,-3-3-3 0,-3 3 0 0,0-1 0 16,0 1-16-16,-3 3-4 0,-3-4-1 0,0 4 0 15,0-1-13-15,-6 3-2 0,0 0-1 0,-2 0 0 16,-4 3-11-16,0 0-9 0,0-1 9 0,-3 4-13 31,0-3-91-31,-2 5-19 0,2 0-3 0,-3 0-1115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31:13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19895 2699 2084 0,'0'0'46'0,"0"0"10"0,0 0 1 0,-6 0 1 0,0 0-46 0,0 0-12 0,0 0 0 0,0 5 0 16,0-5 72-16,0 0 12 0,0 3 2 0,1 2 1 15,-1 0-40-15,3-2-8 0,-3 5-2 0,3 0 0 16,0 0-20-16,-3 5-4 0,3 0-1 0,0-2 0 16,3 2-12-16,-3 0 0 0,3-2 0 0,0 2 0 15,0 0 0-15,0 1 0 0,3-4 0 0,0 3 0 16,3 1 0-16,0-4 0 0,3 4 0 0,0-9 0 0,2 3 0 15,4 0 0-15,0-6 0 0,3 4 0 16,0-6 0-16,3 0 0 0,0 0 0 0,-1 0 0 0,4-8 20 0,-3 2-3 16,0-2 0-16,0 1 0 0,-3-1 33 0,-1 0 6 15,-2-6 2-15,-3 1 0 0,0 3-4 0,-3-6-1 16,-3 3 0-16,0-6 0 0,-3 0-16 0,-3 1-3 16,0-1-1-16,-3 1 0 0,-3 2-20 0,0-2-4 15,-3 4-1-15,0-4 0 0,-3 7-8 0,-3-5 0 0,1 6 0 0,-4-1 0 16,-3 3 0-16,0 3-20 0,0 2 3 0,-3 3 1 31,4 0-70-31,-4 0-14 0,3 8-2 0,3 0-764 0,0 0-153 0</inkml:trace>
  <inkml:trace contextRef="#ctx0" brushRef="#br0" timeOffset="495.674">20002 3315 1958 0,'0'0'43'0,"0"0"9"0,0 0 1 0,0 0 3 0,0 0-45 0,0 0-11 0,3 8 0 0,0-5 0 16,0 2 156-16,-3 1 28 0,3-1 7 0,0 0 1 15,0 3-103-15,-3 5-20 0,3-7-4 0,-3 4-1 16,3 3 0-16,-3-2 0 0,3 2 0 0,-3 3 0 16,0 0-52-16,0 3-12 0,0-6 0 0,0 5 0 15,0-2 0-15,0 3 0 0,-3-3 0 16,0 5 0-16,3-8 0 0,-3 3 0 0,0-3 0 0,3 0 0 15,-3 1 0-15,0-4 0 0,3 6 0 0,-3-5 0 32,3-3-18-32,-3 2-10 0,3 1-3 0,0-3-873 0,3 0-174 0</inkml:trace>
  <inkml:trace contextRef="#ctx0" brushRef="#br0" timeOffset="4037.646">18565 4630 1631 0,'0'0'46'0,"0"0"10"0,-3 0-44 0,3 0-12 0,-3-7 0 0,3 7 0 0,0 0 98 0,0 0 18 15,0 0 3-15,0 0 1 0,0 0-52 0,0 0-11 16,-3 7-1-16,-3-4-1 0,3 8-39 0,0 5-8 15,0-6-8-15,0 9 11 0,0-1-11 0,3 3 0 16,-3 3 0-16,0 0 8 0,0 0-8 0,3 0-17 16,0-1 4-16,-3 4 1 0,3-6 12 0,-3 3 0 15,0 0 0-15,3 0 0 16,-3-3-35-16,0 0-4 0,3-3-1 0,-3 6 0 0,0-11 28 0,3 3 12 16,-3-2-12-16,3-4 12 0,0 3 0 0,0-7 0 15,0-1 0-15,0-5 0 0,0 0 22 0,0 0 6 16,0 0 0-16,6-3 1 0,-3-2 6 0,3 2 1 0,3-10 0 15,0 3 0-15,0-1-3 0,0-2 0 16,0-3 0-16,2 0 0 0,4 3-1 0,-3-3-1 0,3 0 0 0,0 3 0 16,0 0-3-16,-3 2 0 0,6 3 0 0,-3 0 0 15,-1 0-4-15,1 5-2 0,0-2 0 0,0 5 0 16,0 0-10-16,-3 3-3 0,3-1 0 0,-3 9 0 16,-3-8-9-16,0 7 0 0,-1 1 9 0,-2 2-9 15,0 0 8-15,-3 1-8 0,0 1 8 0,-3 1-8 16,0 0 0-16,-3 0 0 0,-3 0-12 0,0 0 4 15,-2-3-7-15,-1 0-1 0,-3 1 0 0,-3 1 0 16,0-7 16-16,-3 3 0 0,0-3 0 0,0 2 0 16,0-4 0-16,1 2 0 0,-1-3 0 0,0-2 0 0,0-1-17 15,3 1-1-15,0-6 0 0,3 1 0 16,-3-4-30-16,7 1-7 0,-4 0-1 0,6-1-676 16,0-7-135-16</inkml:trace>
  <inkml:trace contextRef="#ctx0" brushRef="#br0" timeOffset="4997.655">19187 5064 1728 0,'0'0'38'0,"0"0"8"0,0 0 2 0,0 0 0 0,0-5-39 0,3 0-9 0,-3 2 0 0,0-2 0 15,0-3 53-15,3 3 9 0,-3-3 2 0,0 2 0 16,3 1 28-16,0-5 7 0,-3 2 1 0,3 0 0 16,0 0-32-16,-3-3-7 0,2 3-1 0,1 0 0 15,-3 0-7-15,0 3-1 0,0-6-1 0,-3 6 0 0,3-3-15 0,-2 3-4 16,-4 0 0-16,0-1 0 16,0 1-9-16,0 2-3 0,-3 3 0 0,-3-2 0 0,3 2-8 0,-3 0-3 15,0 0 0-15,-3 2 0 0,0 1-9 0,3 2 0 16,1 1 0-16,-1 2 0 0,0 0 0 0,3-1-11 15,0 7 1-15,0-1 0 16,3 0-20-16,0 0-4 0,3 3-1 0,0 0 0 16,3-3-26-16,0 3-6 0,3-2-1 0,0-1 0 15,3-3-12-15,0 1-4 0,0-3 0 0,0 0 0 16,3 2 26-16,0-7 5 0,0 0 1 0,0-1 0 0,-1-2 36 16,1 0 7-16,0-2 9 0,3-1-13 0,-6 0 31 0,3-2 6 0,-3 0 2 15,3-1 0-15,-6-1 21 0,3-1 4 0,0 2 1 16,0-4 0-16,-3 2-16 0,0 0-2 0,3 0-1 15,-3 0 0-15,0 3 25 0,-3-3 5 16,3 2 1-16,-3 6 0 0,3-2-52 0,-3 2-12 0,0 0 0 0,0 0 0 16,0 0 0-16,0 0-16 0,0 0 3 0,3 5 1 15,0 3 12-15,0 0 0 0,-3 5 0 0,0-7 0 16,3 1 0-16,-3 4 0 0,3 0 0 0,-3-1 0 16,3 1 0-16,0-1 16 0,-1-4-3 0,1 4-1 15,0-2-12-15,3-3 0 0,0 3 0 0,-3-2 0 16,3-4-48-16,3 1-13 0,-3 0-3 0,3-3 0 15,0-3 52-15,0 0 12 0,3 1 0 0,0-4 0 16,0-2 0-16,3 1 0 0,-1-4 0 0,-2 0 0 16,3-5 48-16,-3 3 13 0,3-3 3 0,-3 1 0 15,3-4-52-15,-3 3-12 0,-3-2 0 0,0 4 0 16,0 1 54-16,-4 0 8 0,1 2 2 0,-3 3 0 16,-3 3-52-16,0-6-12 0,0 6 0 0,-3 0 0 15,0 2 0-15,-3 1 0 0,1-1 0 0,-1 3 0 16,6 0 19-16,-6 0 1 0,0 3 0 0,6-3 0 0,-3 2-20 0,-3 6 0 15,6-3 0-15,-3 6 0 0,3-6 0 16,3 3-9-16,-3 3 9 0,3 2-12 0,0-2 12 0,3-1 0 16,-3 6 0-16,3-5 0 0,0 2 0 0,-1 0 0 15,1 3 0-15,0-3-8 0,0 1 8 0,0-1 0 16,-3 0 0-16,0-2 0 0,0-1 0 0,-3 3 0 16,0-5 0-16,-3 3 0 0,0-3 9 0,-3 2-9 15,3-2 12-15,-3 0-12 0,-3 0 11 0,4 0-11 0,-4 0 10 0,0 0-10 16,0-3 0-16,3 1-15 0,-3-4 2 15,0 4 0 1,3-4-50-16,0 1-9 0,6-3-3 0,0 0 0 16,0 0-158-16,0 0-32 0,0 0-7 0,-3-5 0 0</inkml:trace>
  <inkml:trace contextRef="#ctx0" brushRef="#br0" timeOffset="5281.456">19526 5181 1638 0,'9'-5'36'0,"-3"2"7"0,0-2 1 0,3-1 3 0,3 1-38 0,3 2-9 0,-1-5 0 0,1 1 0 16,3-1 132-16,0 0 25 0,0 2 5 0,0-7 1 15,0 3-64-15,-4 2-13 0,4-3-2 0,-3 0-1 16,0 1-38-16,0-1-7 0,-3-2-2 0,0 2 0 16,0-2 22-16,-3 3 4 0,-3-1 1 0,3 3 0 15,-6-2-51-15,-1 2-12 0,1 2 0 0,-3-2 0 16,-3 6 54-16,1-1 8 0,-4-2 2 0,0 2 0 16,0 3-52-16,-3 0-12 0,0 0 0 0,-3 8 0 0,0-8 0 0,0 3 0 15,-3 2 0-15,3 3 0 0,-3 0 9 0,1 5-1 16,2-2 0-16,3 5 0 0,0 2-8 0,0 1 0 15,6 2 0-15,0 0 0 0,0-3-11 0,6 1 11 16,0 0-8-16,0-1 8 0,3 1-8 0,0-4 8 16,3-1-8-16,0 2 8 0,0-6 0 0,-1 1 0 15,4-3 0-15,0 0 0 16,0-3-47-16,0-2-13 0,3-1-4 0,0-2-819 0,0-2-164 16</inkml:trace>
  <inkml:trace contextRef="#ctx0" brushRef="#br0" timeOffset="5806.143">20440 5104 1410 0,'0'0'40'0,"0"0"9"0,0 0-39 0,0 0-10 16,0 0 0-16,0 0 0 0,0 0 105 0,0 0 19 16,0 0 4-16,0 0 1 0,3 5-45 0,3-2-10 15,0 2-2-15,3-5 0 0,3 0-3 0,-1 3-1 0,4-3 0 0,0 0 0 16,3 0-7-16,0 0-1 0,0-3-1 0,3 3 0 15,-1 0-20-15,1 0-4 0,3 0-1 0,0-5 0 16,3 2-20-16,-1 1-4 0,1 2-1 0,0-3 0 16,0 3-9-16,-3-3 0 0,-3 3 0 0,-1-2 0 15,-5 2 0-15,3 0 0 0,-6 0 0 0,-3 0 0 32,0 0-52-32,-3 2-12 0,-6-2-2 0,0 0-1 15,-3 6-142-15,-3-1-29 0,0 3-6 0</inkml:trace>
  <inkml:trace contextRef="#ctx0" brushRef="#br0" timeOffset="5996.783">20595 5295 1638 0,'-6'0'36'0,"0"2"7"0,6-2 1 0,-3 3 3 0,3-3-38 0,0 0-9 0,0 0 0 0,0 0 0 16,0 0 98-16,0 0 18 0,3 5 3 0,3-2 1 16,0 0-39-16,3-3-7 0,-4 0-2 0,4-3 0 0,3 3-28 0,0-3-5 15,0 1-2-15,3-1 0 0,0 0-21 0,3 1-4 16,-3 2 0-16,2-6-1 15,4 4-11-15,-3-1 0 0,6 3 0 0,0-3 0 16,0 1-19-16,-1-1-9 0,1 0-1 0,3 1-695 16,-3-1-140-16</inkml:trace>
  <inkml:trace contextRef="#ctx0" brushRef="#br0" timeOffset="6439.522">21446 5075 1728 0,'0'0'38'0,"0"0"8"0,-6 0 2 0,-3-3 0 0,3 1-39 0,-3 2-9 0,0-3 0 0,0 0 0 15,0 1 84-15,0-1 16 0,0-2 2 0,1 2 1 16,2-2-23-16,0 0-5 0,3-1-1 0,-3 1 0 16,6 0-13-16,-3-1-2 0,6 4-1 0,0-1 0 15,3-5-12-15,0 3-2 0,0 0-1 0,2-1 0 16,4 4-11-16,-3-4-3 0,3 4 0 0,3-1 0 15,0-2-5-15,0 2 0 0,3 1-1 0,0-1 0 16,-1 0-13-16,1 3-2 0,0 3-8 0,0 0 12 16,-3-1-12-16,-3 6 0 0,0-3 8 0,-3 3-8 15,-3 3 0-15,0 2 0 0,-3-2 0 0,-6 5 0 16,0 0 0-16,-3-1 0 0,-3 4-13 0,-3-1 4 16,0 1-10-16,-3-1-1 0,-3 1-1 0,0-3 0 15,0 0 21-15,1 0 10 0,2-1-1 0,0-1 0 16,0 2-29-16,3-6-7 0,0 1-1 0,3-1 0 15,3 1 28-15,0-3-8 0,3 0 8 0,0 0 0 16,0-3 0-16,3 3 0 0,0-3 9 0,3-2-9 16,0 2 18-16,3-2-3 0,0 0-1 0,0-1 0 0,6-2 0 0,0 3 0 15,0-3 0-15,3 0 0 0,3 0-14 0,-1-3 0 16,1 3 0-16,3 0-10 0,0-2 18 0,0 2 4 16,0 0 1-16,2 0 0 15,-2 2-83-15,3-2-17 0,-3 0-3 0,0 0-1120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31:52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11102 2638 1373 0,'3'-8'39'0,"0"3"9"0,0 2-39 0,0-2-9 0,0-3 0 15,3 3 0-15,-3-3 144 0,0 5 28 0,0-5 4 0,0 0 2 16,0 3-64-16,0 0-13 0,0-3-2 0,-3 5-1 15,3-2-37-15,-3 2-7 0,0 3-2 0,-3-5 0 16,3 5-16-16,-3-3-4 0,0-2-1 0,-3 5 0 16,0 0-13-16,-3 5-2 0,0-5-1 0,-3 8 0 15,3 0-15-15,-6 0 8 0,1 5-8 0,-1-2 0 16,3 5 0-16,-3-3 0 0,0 3 0 0,3 2 0 16,0-7 0-16,3 2 0 0,3 3 0 0,-3-3 0 15,3 0 0-15,3-2-10 0,3 2 10 0,0-5-12 16,0 5 2-16,3-5 0 0,0 3 0 0,3 0 0 15,3-9 1-15,-3 3 0 0,3 3 0 0,3-5 0 16,0 0 9-16,0-1 0 0,3 1 0 0,0 0-8 16,0-1 8-16,2 4 0 0,-2-6 0 0,0 0 0 15,3 2 0-15,-3 4 0 0,0-6 0 0,0 2 0 16,-3 3 12-16,-1-5-3 0,1 3 0 0,-3 0 0 0,0 5-1 16,0-6 0-16,-3 4 0 0,3 2 0 0,-3-6-8 15,0 6 0-15,0-3 0 0,-3 3 0 0,0 0 0 0,0-2 0 16,0 2 0-16,-3-1 0 0,0 1 0 0,-3 0 0 15,0 0 8-15,0 3-8 0,0-3 0 0,-3 2 0 16,0-2 0-16,-3 3-11 0,0 0-5 0,-3 2-2 16,0-5 0-16,0 5 0 15,-2-5-13-15,-1 0-2 0,0 5-1 16,-3-5 0-16,3 0-18 0,-3-5-3 0,3 4-1 0,0-1 0 16,-2-1-20-16,5-2-5 0,-3 2-1 0,6-2-535 15,0-3-107-15</inkml:trace>
  <inkml:trace contextRef="#ctx0" brushRef="#br0" timeOffset="342.874">11090 2622 1494 0,'0'0'32'0,"0"0"8"16,0-8 0-16,0 3 3 0,0 5-35 0,0-5-8 0,3 2 0 0,-3-2 0 16,3 2 116-16,3-2 20 0,0 2 5 0,0 3 1 0,3-5-47 0,3 5-10 15,0-3-1-15,0 3-1 16,3 0-20-16,0 0-4 0,-1 0-1 0,4 0 0 0,-3 0-23 15,0 0-5-15,0 0-1 0,0-5 0 16,0 5-20-16,-3-3-9 0,2 3 8 0,-2 0-8 0,0-2 9 0,0 2-9 16,0 0 10-16,0 0-10 15,0-3-206-15,-3 3-47 0,6-5-10 16,-3 5-1-16</inkml:trace>
  <inkml:trace contextRef="#ctx0" brushRef="#br0" timeOffset="1263.698">11724 2643 1306 0,'0'0'28'0,"0"0"7"0,0 0 1 0,0 0 1 0,0 0-29 0,0 0-8 0,0 0 0 0,0 0 0 16,0 0 108-16,0 0 20 0,0 0 4 0,0 0 0 16,0 0-48-16,0 0-9 0,-3-2-3 0,0-1 0 15,3-5-22-15,0 3-5 0,0 2-1 0,0-5 0 16,3 0-4-16,-3 3-2 0,3-3 0 0,0 0 0 15,3 3 3-15,-3-3 1 0,3 0 0 0,0 3 0 16,0-3-5-16,0 5-1 0,3-5 0 0,-3 3 0 16,3 0 1-16,0 2 0 0,3-2 0 0,0 2 0 15,-3 3-1-15,2-5-1 0,1 5 0 0,0-3 0 16,-3 3-35-16,0 3 0 0,3-3 0 0,-3 5 0 16,-3-2 0-16,3 2 0 0,-3-2 0 0,0 7 0 15,-3-2 0-15,0 0 0 0,-3 3 0 0,0 2 0 16,0 0 0-16,-3 0 0 0,-3 6 0 0,0-3 0 15,-3 2 0-15,0 1 0 0,0-1 0 0,-3-2 0 16,0 0-20-16,-3 0-12 0,3 2-1 0,-2-2-1 16,-1-2 4-16,0 1 1 0,3-7 0 0,-3 6 0 0,3-4 18 0,0 1 11 15,3-1-12-15,-3 4 12 0,3-7 0 0,3-1 0 16,-3 2 0-16,4 0 0 0,-1 0 0 0,3-6 0 16,0 4 0-16,3-6 0 0,0 5 0 0,3 3 0 15,0-6 0-15,0 4 9 0,0-6-9 0,2 2 0 16,1 4 0-16,0-6 0 0,0 2 53 0,3-2 9 15,0 0 2-15,0 0 0 0,3 0-64 0,-3-2 0 0,6 2-9 0,-3 0 0 16,6-6 9-16,-3 6 12 0,-1 0-2 16,4-2-1-16,0 2-9 0,-3 0 0 0,6 0 0 15,-3 2 0-15,-3-2 0 0,2 6 0 0,-2-6 0 16,3 2 0 0,-3-2-49-16,0 3-12 0,0 0-3 0,-3-1 0 15,3 1-159-15,-6 0-32 0</inkml:trace>
  <inkml:trace contextRef="#ctx0" brushRef="#br0" timeOffset="1854.078">12495 2556 1631 0,'0'0'46'0,"3"-5"10"0,3 2-44 0,0-2-12 16,-3 2 0-16,3-5 0 0,0 3 139 0,-3 0 25 15,3 2 6-15,-3-2 1 0,3 2-86 0,-3-2-17 0,3 2-3 0,-3 0-1 16,-3 3 0-16,0 0 0 16,3-2 0-16,-3 2 0 0,3 0-13 0,-3 0-3 0,0 0-1 0,0 0 0 15,0 0-31-15,-3 2-7 0,3 9-1 0,-6-3 0 16,3 0-8-16,-6 0 8 0,3 5-8 0,-6-2 8 16,0 7-8-16,0-7 10 15,-6 5-10-15,0 2 10 0,1-2-10 0,-7 0 0 0,3 2-12 16,-3-2 12-16,3 0 0 0,3-3 0 0,-2 3 0 0,2-5 12 15,3 2-25-15,3 0-5 0,-3-5-1 0,6 0 0 16,0 5 31-16,0-5 5 0,3-2 2 0,0-1 0 31,6 6-38-31,-3-9-7 0,3 4-2 0,0-6 0 16,3 7-6-16,0-7-2 0,3 6 0 0,0-4 0 0,3 4 36 0,-3-6 0 0,6 2 0 0,-3-2 0 16,6 6 0-16,-3-6 0 0,3 0 0 0,3 0 0 15,-1 2 44-15,1-2 16 0,0 0 4 0,3 6 0 16,-3-6-52-16,3 0-12 0,-1 0 0 0,1 0 0 15,-6 0 0-15,3 0 0 0,-3 0 0 0,3 0 0 0,-3-6 0 16,0 6 0-16,-1-2 0 0,-2 2 0 0,3 0 0 0,-3 0 0 16,0 0 0-16,0 0 0 15,0 0-48-15,-3 0-13 0,0 0-3 0,-3 0 0 16,3 0-102-16,-3 0-21 0,0-6-4 0,-1 4-794 0</inkml:trace>
  <inkml:trace contextRef="#ctx0" brushRef="#br0" timeOffset="2164.579">12593 2564 2185 0,'-5'-5'48'0,"-1"2"9"0,0-2 3 0,-3 2 2 0,3-5-50 0,0 3-12 0,3 2 0 0,3 3 0 16,-3-5 80-16,3 5 14 0,0 0 2 0,0 0 1 15,0 0-52-15,0 0-10 0,0 0-3 16,0 0 0-16,0 0 21 0,0 8 4 0,3 5 1 0,-3-2 0 15,3-1-32-15,-3 9-6 0,3-3-2 0,0 5 0 16,-3 0-18-16,3 0-16 0,0 3 4 0,0 2 0 16,0-2 12-16,0-3 0 0,0 3 0 0,0 0 0 15,0 3 0-15,-3 2 0 0,3 0 0 0,-1 0 0 16,-2 3 24-16,3-1 8 0,-3-2 2 0,0 1 0 16,0-1-3-16,-3-6-1 0,3-1 0 0,0-1 0 15,-2 0-75-15,2-5-15 0,0-3-4 0,-3 3 0 16,0-3 52-16,3-5 12 0,-3 0 0 0,0 0-856 15,3 0-169-15</inkml:trace>
  <inkml:trace contextRef="#ctx0" brushRef="#br0" timeOffset="6993.364">12861 3128 966 0,'0'0'27'0,"0"0"7"0,0 0-34 0,0 0 0 0,0 0 0 0,0 0 0 16,0 0 112-16,0 0 15 0,0 0 3 0,0 0 1 15,0 0-33-15,0 0-6 0,0 0-2 0,0 0 0 16,0 0-21-16,0 0-4 0,0 0-1 0,0 0 0 15,0 0 0-15,0 0 0 0,0 0 0 0,0 0 0 16,0 0 0-16,0 0 0 0,0 0 0 0,0 0 0 0,0 0-52 0,3 2-12 16,-3 4 0-16,3 4 0 0,0-7 9 0,-3 5 2 15,3-3 0-15,-3 3 0 16,3 5-1-16,-3-5 0 0,3 0 0 0,-3 0 0 0,0 5 27 0,0-5 6 16,0 0 1-16,0 5 0 0,0-5-36 0,0 0-8 15,0 3 0-15,0 2 0 0,0-5 0 0,0 2 0 16,0 1 0-16,0 2 0 0,3-5 0 0,-3 5 0 15,3-5 0-15,-3 0 0 0,3 0 0 0,-3 0 0 16,3 0 0-16,0 0 0 0,0 0 0 0,-3-3 0 0,3 1 0 0,0 2 0 31,-3-6-49-31,3 4-12 0,-3-6-3 0,0 0 0 16,0 7 0-16,0-7-1 0,3 0 0 0,-3 0-946 0</inkml:trace>
  <inkml:trace contextRef="#ctx0" brushRef="#br0" timeOffset="7793.871">13159 3186 1074 0,'0'0'30'0,"0"0"8"0,0 0-30 0,0 0-8 0,0 0 0 0,0 0 0 16,0 0 104-16,0 0 19 0,0-3 4 0,0 3 1 16,0 0-52-16,0 0-9 0,0 0-3 0,-6 0 0 15,6 0 7-15,-9 0 1 0,3 0 0 0,0 3 0 16,0 2-30-16,0 0-6 0,-3 1 0 0,3-1-1 15,0 0-13-15,1 3-2 0,-1 0-1 0,0-3 0 16,3 1-19-16,-3 4 0 0,0-7 8 0,3 5-8 16,0 0 0-16,0 0 0 0,0 2 0 0,0-2 0 15,0 0 0-15,3-3 0 0,-3 3 0 0,3 3 0 16,0-3 0-16,0 0 0 0,3 2 0 0,-3-2 0 16,3 0 55-16,0 0 7 0,3-2 2 0,-3 4 0 15,3-5-52-15,-3 3-12 0,3-2 0 0,0-1 0 16,-3 6 0-16,3-9 0 0,-1 4 0 0,1 1 0 15,0-4 0-15,0 0 0 0,0-1 0 0,0 1 0 16,3 0 25-16,-3-1 3 0,3-2 0 0,0 0 0 16,-3 0-16-16,3 0-2 0,0 0-1 0,0-2 0 0,0-1 3 0,-3 3 1 15,3-5 0-15,-1 2 0 0,-2 0 4 0,3-2 1 16,0 3 0-16,0-6 0 0,-3 2 1 0,3 1 0 16,-3-3 0-16,3 5 0 0,-6-5-1 0,3 1 0 15,0-4 0-15,0 0 0 0,-3 3 3 0,0 0 1 16,0-5 0-16,0 5 0 0,0 0 0 0,0-5 0 15,-3 5 0-15,3 0 0 0,-3-5-4 0,0 5-1 0,3 0 0 0,-3 0 0 16,0 0-2-16,-3 0-1 16,3 0 0-16,-3 3 0 0,0-3-4 0,0 0-1 0,0-2 0 0,-3-1 0 15,0 3-9-15,0 0 0 16,0 0 9-16,-3 3-9 0,0-3 0 0,0 3 0 0,0 2 0 0,0-2 8 16,-3 2-8-16,3 1 0 0,-2 2 0 15,-4 0 0 1,3 0-36-16,-3 2-6 0,0 1-1 0,-3 2 0 15,3 3-198-15,0 0-40 0</inkml:trace>
  <inkml:trace contextRef="#ctx0" brushRef="#br0" timeOffset="49590.3">12605 2032 1074 0,'0'0'30'0,"0"0"8"15,0 0-30-15,0 0-8 0,0 0 0 0,0 0 0 0,0 0 104 0,0 0 19 16,0 0 4-16,0 0 1 0,-3-5-52 0,3 5-9 15,-3-3-3-15,3 3 0 0,0 0 0 0,0 0 0 16,0-5 0-16,0 5 0 0,0 0-51 0,0 0-13 16,0 0 0-16,0 0 0 0,0 0 54 0,0 0 8 15,0 0 2-15,0 0 0 0,0 0-52 0,0 0-12 16,0 0 0-16,0 0 0 0,0 0 0 0,0 0 0 16,0 0 0-16,0 0 0 0,0 0 0 0,0 0 0 15,0 0 0-15,0 0 0 0,0 0 0 0,0 0 0 16,0 0 0-16,-6 0 0 0,6 0 0 0,-5 0 0 0,5 0 0 0,0 0 0 15,-6 0 0-15,0 0 0 16,6 0 0-16,-6 5 0 0,0-5 0 0,6 0 0 0,-6 0 0 0,6 0 0 16,-6 3 54-16,6-3 8 0,-9 5 2 0,3-5 0 15,3 3-52-15,-3 2-12 0,6-5 0 0,-6 3 0 16,6-3 0-16,-3 2 0 0,-3 6 0 0,0-8 0 16,3 8 0-16,0-8 0 0,3 0 0 0,0 0 0 15,-3 8 0-15,0-5 0 0,3-3 0 0,-3 10 0 16,3-7 0-16,0-3 0 0,0 5 0 0,0 3 0 15,0-5 0-15,0-3 0 0,3 5 0 0,0 3 0 16,-3-3 0-16,3-2 0 0,0 2 0 0,0 3 0 16,0-5 0-16,3 2 0 0,-3-2 0 0,0 0 0 15,3-1 0-15,0 3 0 0,-3-2 0 0,3-3 0 16,3 5 0-16,-3-5 0 0,0 0 0 0,3 0 0 16,-3 0 0-16,3 0 0 0,-4 0 0 0,4 0 0 15,0-5 0-15,0 5 0 0,0-3 0 0,0-2 0 0,-3 3 0 0,3-1 0 16,0 0 0-16,-3 3 0 0,3-8 0 0,-3 8 0 15,3-8 0-15,-3 8 0 16,0-8 0-16,0 8 0 0,0-5 0 0,-1-3 0 0,1 8 54 0,-3-8 8 16,3 8 2-16,0-5 0 0,-3 2-52 0,0-2-12 15,0 2 0-15,0-2 0 0,0-3 0 0,0 3 0 16,-3 2 0-16,0-2 0 0,0 2 54 0,0-2 8 16,-3 0 2-16,0 2 0 0,0-2-52 0,-3 2-12 0,3-2 0 0,-3 2 0 15,0 3 0-15,0-5 0 0,-2 5 0 16,-1-3 0-16,0 3 0 0,-3 0 0 0,3 0 0 0,-3 3 0 15,0 2 0-15,-3-5 0 0,3 3 0 0,0 2 0 32,0-2-160-32,-2 2-34 0,2 3-7 0,-3 0-2 0</inkml:trace>
  <inkml:trace contextRef="#ctx0" brushRef="#br0" timeOffset="52121.518">11826 1945 1284 0,'0'0'36'0,"0"0"8"0,0 0-35 0,0 0-9 0,0 0 0 0,0 0 0 15,0-3 140-15,0 3 27 0,0-5 5 0,0 5 0 16,2-5-65-16,-2 5-14 0,0 0-2 0,0 0-1 16,0-3-36-16,0 3-7 0,0 0-2 0,0 0 0 15,0 0-20-15,0 0-4 0,0 0-1 0,0 0 0 16,0 0 12-16,0 0 3 0,0 0 0 0,0 0 0 16,0 3-5-16,0 7-1 0,-2-7 0 0,2 5 0 15,0 0-29-15,0-3-18 0,0 3 2 0,0 0 1 16,0 0 15-16,0 0 0 0,2 0 0 0,-2 2 0 15,0-2 0-15,0 0 0 0,3 0 0 0,-3-3-9 0,3 3 21 0,-3 0 4 16,0 0 0-16,3 0 1 16,-3 5-42-16,0-5-9 0,3 0-2 15,-3 0 0-15,0-3 12 0,0 3 1 0,0 0 1 0,0-5 0 16,0 5-38-16,0-3-8 0,0 0-2 0,0-5 0 16,0 0-58-16,0 8-12 0,0-8-3 0,-3 3-687 0</inkml:trace>
  <inkml:trace contextRef="#ctx0" brushRef="#br0" timeOffset="52517.785">11837 1929 1325 0,'0'0'37'0,"0"0"9"0,0 0-37 0,0-5-9 0,0 5 0 0,3-3 0 15,-3 3 96-15,0 0 18 0,0-8 3 0,0 8 1 16,-3-5-43-16,3 5-9 0,0 0-2 0,0 0 0 15,-3-3-19-15,0-2-4 0,3 5-1 0,-5 0 0 16,5 0-5-16,-6 0-2 0,6 0 0 0,-6 0 0 16,6 0-14-16,-6 5-3 0,0-5-1 0,0 8 0 15,0-8-15-15,0 8 11 0,3-8-11 0,-3 8 10 16,3-5-10-16,-3 2 0 0,3 3 0 0,-3 0 0 16,3 0-18-16,-3-3-2 0,3 3-1 0,-3 0 0 15,3-3-37-15,0 3-7 0,0 0-2 0,0-5-541 16,0 2-109-16</inkml:trace>
  <inkml:trace contextRef="#ctx0" brushRef="#br0" timeOffset="52888.886">11763 2149 1404 0,'0'0'31'0,"0"0"6"0,0 0 2 0,0 0 0 0,0 0-31 16,0 0-8-16,0 0 0 0,0 0 0 16,0 0 103-16,0 0 19 0,0 0 4 0,0 0 1 0,6-3-47 0,0 3-8 15,0-3-3-15,0 3 0 0,0-5-24 0,3 2-5 16,0 3 0-16,0-5-1 0,2 2-18 0,-2 3-3 16,0 0-1-16,3-5 0 0,-3 5-17 0,3 0-16 15,0-3 4-15,-3 3-666 16,3 0-133-16</inkml:trace>
  <inkml:trace contextRef="#ctx0" brushRef="#br0" timeOffset="54368.062">11037 1895 1090 0,'0'0'24'0,"0"0"4"0,0 0 2 0,-3 5 2 0,0 3-32 0,0-3 0 16,3-5 0-16,-3 3 0 0,3-3 107 0,-3 8 15 15,3-8 3-15,0 5 1 0,0-5-37 0,0 0-7 16,-3 8-2-16,3-8 0 0,0 0-15 0,0 0-3 15,0 0-1-15,0 0 0 0,0 0-18 0,0 0-4 16,0 0-1-16,0 0 0 0,0 0-30 0,3-8-8 16,0 8 0-16,3-8 0 0,0 8 32 0,0-8 6 15,0 3 1-15,0 2 0 16,2-2-11-16,-2 5-1 0,3-8-1 0,0 8 0 0,-3-5 6 0,3 2 0 16,-3 3 1-16,3 0 0 0,-3-5-2 0,0 5-1 15,3 0 0-15,-3 5 0 0,0-5-30 0,0 0 0 0,0 3 0 0,0 2 0 16,0-5 0-16,0 8 0 0,-3-3 0 0,-3-2 0 15,3 5 0-15,-3-3 0 16,0 3 0-16,-3 5 0 0,0-5 0 0,-3 0 0 0,0 3 0 0,0-1 0 16,-3 1 0-16,3-3 0 0,-3 2 0 0,-3 1 0 15,3 2 0-15,0-5 0 0,0 5 0 0,-3-5 0 16,3 3 0-16,0-1 0 0,1-2 0 0,-1 3 0 16,0-3 0-16,3 2-8 0,0-2-1 0,0 0 0 15,3 0 9-15,0-2 12 0,0 1-2 0,3-7-1 16,0 0-9-16,0 0 0 0,3 3 0 0,0 2 0 15,3-5 0-15,0 3 0 0,0-3 0 0,3-3 0 16,0 3 9-16,2 0 0 0,1 0 0 0,0-5 0 16,3 2-1-16,-3 3-8 0,3 0 12 0,-3 0-4 15,3 0-8-15,0 0 0 0,-3 0 0 0,-1 3 0 16,1 2-67-16,0-5-9 0,0 0-1 16,-3 8-1045-16</inkml:trace>
  <inkml:trace contextRef="#ctx0" brushRef="#br0" timeOffset="56563.846">9557 2175 1742 0,'0'0'38'0,"0"0"8"0,0 0 2 0,0 0 1 0,0 0-39 0,0 0-10 0,0 0 0 0,0 0 0 16,0 0 100-16,0 0 17 0,0 0 4 0,0 0 1 15,0 0-58-15,0 0-12 0,3 0-3 0,3 0 0 16,0 0-22-16,-6 0-5 0,6 0-1 0,0 5 0 15,0-5-21-15,0 0 8 0,0 0-8 0,0 0 0 16,0 0-12-16,3 0-6 0,0 0-2 0,0 0-691 16,0 0-138-16</inkml:trace>
  <inkml:trace contextRef="#ctx0" brushRef="#br0" timeOffset="56744.944">10060 2135 1552 0,'0'0'44'0,"0"0"10"16,0 0-43-16,0 0-11 0,0 0 0 0,0 0 0 0,3-5 156 0,-3 5 28 16,3-3 7-16,0 3 1 0,3 0-119 0,-3-5-23 15,-3 5-5-15,0 0-1 0,6 0-28 0,-3-3-7 16,3 3-1-16,-6 0 0 16,6 0-48-16,0 0-9 0,0 0-3 0,0 0-620 15,0 0-125-15</inkml:trace>
  <inkml:trace contextRef="#ctx0" brushRef="#br0" timeOffset="56935.441">10531 2061 1735 0,'0'0'38'0,"0"0"8"0,6 0 2 0,0 0 0 0,0 0-38 0,2-5-10 0,1 5 0 0,0 0 0 15,0-3 73-15,0 3 13 0,0 0 2 0,0-5 1 16,0 5-55-16,-3 0-11 0,3-3-3 0,0 3 0 15,-3 0-12-15,0 0-8 16,0 0 10-16,0 0-10 0,-6 0 0 0,3 0-21 0,-3 0 3 0</inkml:trace>
  <inkml:trace contextRef="#ctx0" brushRef="#br0" timeOffset="57812.862">8754 2286 1497 0,'0'0'32'0,"-3"11"8"0,0-9 0 0,0 6 4 0,0-2-36 0,0 2-8 0,3-8 0 0,0 2 0 15,0-2 132-15,0 0 25 0,-3 5 5 0,3-5 1 0,0 0-56 0,0 0-11 16,0 0-3-16,0 0 0 0,0 0-23 0,0 0-5 16,6 0-1-16,0 0 0 0,-3-5 0 0,0 3 0 15,3-6 0-15,-3 0 0 0,0 0-51 0,3-6-13 16,-4 1 0-16,1-3 0 0,0 3 0 0,0-3 0 15,3 0 0-15,-3 1 0 0,3 1 0 0,-3-2 0 16,3 1 0-16,0 1 0 0,0 6 0 0,0-5 0 0,0 5 0 0,-3 0 0 16,3 3 0-16,-3 2 0 0,0-5 0 0,-3 8 0 15,3 0 26-15,-3 0 2 0,6 0 1 0,-6 0 0 32,3 0-46-32,0 8-10 0,0 0-1 0,3 0-1 0,-3 0 29 15,3 5 0-15,-3 3 0 0,0-3 0 0,3 6 0 0,0 0 0 0,-1-4 0 0,1 1 0 16,3 5 0-16,-3-7 0 15,3 2 0-15,-3-6 0 0,6 3 0 0,-3 1 0 0,0-6 0 0,0-3 0 16,3 3 0-16,-3-6 0 0,0 4 0 0,3-6 0 16,-4 2 0-16,1-4 0 0,3 2 0 0,-3-6 0 15,0 4 0-15,0-4 0 0,0-1 0 0,0-1 0 16,0 0 45-16,0-6 15 0,0 1 4 0,-3-3 0 16,3 0-52-16,0-7-12 0,0 1 0 0,-1 1 0 15,1 0 0-15,-3 5 0 0,3-5 0 0,0 5 0 16,-3 0 0-16,3 3 0 0,-3-3 0 0,0 8 0 15,0-5 0-15,-3 5 0 0,0 0 0 0,0 0 0 16,-3-2-151-16,0 2-33 0,-3 5-6 0,0-5-2 0</inkml:trace>
  <inkml:trace contextRef="#ctx0" brushRef="#br0" timeOffset="72559.793">13635 2781 1497 0,'0'0'32'0,"0"0"8"0,0 0 0 0,-6 3 4 16,6-3-36-16,-6 0-8 0,6 0 0 0,0 0 0 15,0 0 104-15,0 0 20 0,0 0 3 0,0 0 1 16,0 0-52-16,0 0-9 0,6 2-3 0,3-2 0 0,0 0 0 0,3 6 0 16,0-6 0-16,0 0 0 0,3 0-51 0,0-6-13 15,0 6 0-15,-1 0 0 0,4 0 54 0,0 0 8 16,3-2 2-16,0-1 0 0,3 3-52 0,-1-3-12 16,4 3 0-16,3 0 0 15,-3 0-19-15,0-5-6 0,-1 5-2 0,1 0 0 0,0-3 27 0,-6 3 0 0,0 0 0 16,-4 0 0-1,-2 0-27-15,0 0 0 0,-3 0 0 0,0 0 0 16,0 0-40-16,-6 0-8 0,3 0-1 0,-6 0-605 0,3 0-121 16</inkml:trace>
  <inkml:trace contextRef="#ctx0" brushRef="#br0" timeOffset="72928.565">13734 3035 1587 0,'0'0'35'0,"0"0"7"0,0 0 2 0,0 0 0 0,0 0-35 0,0 0-9 15,0 0 0-15,0 0 0 0,0 0 67 0,0 0 11 16,0 0 2-16,2 0 1 16,4 0-11-16,0 0-2 0,3 0-1 0,-3 0 0 0,6-5 1 0,-3 2 0 15,3 0 0-15,3 1 0 0,0 2-4 16,3-6 0-16,-3 4 0 0,5-3 0 16,-2 2-16-16,3 3-3 0,0-5-1 0,0 2 0 0,-3 0-22 0,-1 3-5 15,4-2-1-15,-3-1 0 0,0 3-16 0,-3 0 0 16,0 0 8-16,0 0-8 0,-3 0 0 0,-1 0 0 15,1 0 0-15,-3 3-9 16,0-3-132-16,0 2-27 0,-3 1-4 0,0 0-2 0</inkml:trace>
  <inkml:trace contextRef="#ctx0" brushRef="#br0" timeOffset="75766.169">14874 2651 836 0,'0'0'24'0,"0"0"4"0,0 0-28 0,0 0 0 0,0 0 0 0,0 0 0 15,0 0 108-15,0 0 16 0,0 0 4 0,0 0 0 16,0 0 0-16,0 0 0 0,0 0 0 0,0 0 0 15,0 0-52-15,-6 0-9 0,0 0-3 0,-3 0 0 16,3 0-8-16,-3 3-3 0,0 2 0 0,0 3 0 16,-3-5-33-16,0 2-8 0,0 3 0 0,0 0-1 0,-3 0-11 0,4 0 0 15,-1 2 0-15,3-2 0 0,-3 0 0 0,3 0 0 16,3-2 0-16,0 1 0 0,3 1 0 0,0-5 0 16,0 5 0-16,3-3 0 0,0-2 0 0,3 2 0 15,-3-5 0-15,6 6 0 0,-3-4 0 0,3 3 0 16,0-2 0-16,3 2 0 0,0-5 0 0,0 0 0 15,0 3 0-15,2-3 0 0,4 0 0 16,-3 3 0-16,3-3 0 0,0 2 0 0,0 1 0 0,0 0 0 16,0-1 0-16,0 4 0 0,-1-6 9 0,-2 2 0 15,3-2 0-15,-6 6 0 0,3-6-1 0,-3 2 0 16,0 3 0-16,0-5 0 0,-3 3-8 0,3 0 8 16,-3-1-8-16,0 4 8 0,-3-6-8 0,3 2 0 0,-3 4 0 0,0-4 8 15,0 4-24-15,-1-4-6 0,-2 3-1 0,0 1 0 16,0 2 23-16,0 0 0 0,-2 0 0 0,-1 0 0 15,0-1 0-15,-3 1 0 0,0 6 0 0,0-6 0 16,-3 5 0-16,3-5 0 0,0 0 0 0,-3-3 0 16,-3 6 0-16,3-3 0 0,-3-1 0 0,0-1 0 15,0-1 0-15,0 3 0 0,1 0 0 0,-1 0 0 16,0-6 14-16,0 4 7 0,0-6 2 0,0 5 0 16,3-2-37-16,0 2-7 0,0-5-2 0,3 3 0 31,-3-3-135-31,3 0-27 0,0-3-6 0,6 3-1 0</inkml:trace>
  <inkml:trace contextRef="#ctx0" brushRef="#br0" timeOffset="76011.048">14811 2747 1497 0,'0'0'32'0,"0"0"8"0,0 0 0 0,-3-6 4 0,3 1-36 0,0 2-8 15,0 3 0-15,3-5 0 0,3 2 104 0,-3-5 20 16,3 8 3-16,-3-7 1 0,6 4-52 0,-3 0-9 16,3-2-3-16,0 2 0 0,3-2 0 0,-1 2 0 0,1 3 0 0,0-5 0 15,0 2 0-15,0 3 0 0,0-2 0 0,3 2 0 16,-3 0-51-16,3 0-13 16,0 0 0-16,-1 0 0 0,1 2 0 0,0-2 0 15,0 3 0-15,0-3-782 16,0 0-159-16</inkml:trace>
  <inkml:trace contextRef="#ctx0" brushRef="#br0" timeOffset="77509.18">15644 2712 1278 0,'0'0'28'0,"0"0"5"16,0 0 2-16,0 0 1 0,0 0-28 0,0 0-8 0,0 0 0 0,-2-5 0 0,2 5 101 0,0 0 19 15,-6-3 4-15,6 3 1 0,-6 0-40 0,-3 3-8 16,3-3-1-16,-3 3-1 0,0-3-24 0,0 7-5 15,0-4-1-15,-3 2 0 0,3 3-24 16,-3 0-5-16,-3-2 0 0,3 4-1 16,-2 3-15-16,-1-2-8 0,-3 2 8 0,3 0-13 0,-3 3 13 0,3-2 0 15,0 1 0-15,-3 1 0 0,1 0 0 16,2 3 0-16,-3-3 0 0,0-1 0 16,0 1-47-16,0 3-16 0,3-9-3 0,-2 6-1 15,2-2-100-15,0-1-20 0,3-8-4 0,0 6-1 0</inkml:trace>
  <inkml:trace contextRef="#ctx0" brushRef="#br0" timeOffset="77848.444">15261 2728 1504 0,'0'0'43'0,"-3"-3"9"0,0-5-42 0,3 3-10 0,0 0 0 0,0 2 0 16,0-2 109-16,0 5 20 0,0 0 4 0,3-3 1 15,0-5-57-15,-3 8-11 0,2 0-2 0,4-5-1 16,-3 5-23-16,3 0-5 0,0 5-1 0,0-5 0 16,3 3-4-16,-3 2-1 0,3 3 0 0,-3-5 0 15,0 7-16-15,3-2-3 0,-3 0-1 0,0 3 0 16,3 2-9-16,0 0 0 0,-3-5 0 0,3 6 0 16,0-7 53-16,-4 4 9 0,7 2 2 0,-3 1 0 15,0-7-52-15,0 7-12 0,0-6 0 0,0 7 0 16,0-1 0-16,0-4 0 0,0 4 0 0,0-1 0 15,-3 3-21-15,3-8-7 0,0 5-2 0,-4-3 0 0,1 1 48 0,-3 5 10 16,3-8 1-16,-3 2 1 16,3 1-126-16,-3-3-26 0,0 0-5 0,3 0-581 15,-3-6-116-15</inkml:trace>
  <inkml:trace contextRef="#ctx0" brushRef="#br0" timeOffset="82342.514">15912 2609 1526 0,'0'0'43'0,"0"0"10"0,0 0-42 0,0-5-11 0,0 2 0 0,0 3 0 16,0-8 124-16,0 8 22 15,3-5 5-15,-3 5 1 0,0-3-56 0,0 3-10 0,0 0-2 0,0 0-1 16,0 0-30-16,0 0-5 0,0 0-2 0,0 0 0 15,0 0-14-15,3 8-2 0,0-5-1 0,-3 7 0 16,3 1-12-16,-3 2-2 0,0-2-1 0,0 2 0 16,0 3-3-16,-3-3-1 0,3 3 0 0,0 2 0 15,0-2-2-15,-3-2-8 0,3 4 12 0,0 1-4 16,0-4-8-16,-3 1 0 0,3 0 0 0,0 3 0 16,0-3 0-16,0 2 0 0,0 1 0 0,0-1 0 15,0 1 0-15,3-1 0 0,-3 3 0 0,3-5 0 16,0 3-19-16,-3-3 4 0,3-3 1 0,0 3 0 15,0-3-8-15,0-2-2 0,-3-3 0 0,3-1 0 32,0 4-18-32,-3-3-4 0,3-5-1 0,-3-3 0 15,3 5-92-15,-3-5-18 0,0 0-4 0,6 3-736 0</inkml:trace>
  <inkml:trace contextRef="#ctx0" brushRef="#br0" timeOffset="82959.339">16192 2688 1724 0,'0'0'38'0,"0"0"8"0,0 0 2 0,0 0 0 0,-6 3-39 0,6-3-9 0,-6 5 0 0,0-5 0 16,3 3 82-16,0 2 14 0,3-5 4 16,-6 8 0-16,3-3-57 0,0 3-11 0,0 0-3 0,1 0 0 15,-4 5 33-15,3-5 6 0,0 0 2 0,0 3 0 16,0 0-38-16,0-1-8 0,3 1-2 0,-3-1 0 15,3 4-14-15,0-7-8 0,0 7 8 0,3-6-8 16,-3 2 0-16,3 1 0 0,0 5 0 0,0-6 0 16,0 1 0-16,0 5 0 0,0-8 0 0,0 2 0 15,-1 3 0-15,1 1 0 0,3-9 0 0,-3 6 0 16,0-3 0-16,0-1 0 0,3-1 0 0,-3-1 0 16,0 3 0-16,3-5 8 0,-3 2-8 0,3-2 0 0,0-3 0 0,-3 0 9 15,3 5-9-15,0-10 0 0,0 5 16 0,0-3-3 16,0-2-1-16,3 2 0 0,0-5 3 15,-3 3 0-15,3-3 0 0,0 0 0 0,-4-3-4 0,4 1-1 16,0 2 0-16,0 0 0 16,-3-8 6-16,3 5 0 0,-3 1 1 0,0-3 0 0,0-1 11 0,0 4 3 15,0-4 0-15,-3 1 0 0,0 3-3 0,0-9-1 16,0 9 0-16,0-9 0 0,0 3-7 0,0 3-2 16,0-3 0-16,-3 5 0 0,0-7-7 0,0 7-2 0,0-4 0 15,-3 1 0-15,0 1-9 0,0 0 8 16,-3 2-8-16,0-2 8 0,0 0-8 0,-3 5 0 0,3-3 9 0,-3 3-9 15,0 3 12-15,-3-3-3 0,3 8 0 0,-3-5 0 32,4 2-58-32,-4 3-12 0,-3 0-3 0,3 3 0 15,-3 2-144-15,0 3-30 0,-24 8-6 0,7 0 0 0</inkml:trace>
  <inkml:trace contextRef="#ctx0" brushRef="#br0" timeOffset="86286.375">16386 2143 1267 0,'0'0'28'0,"0"0"5"0,0 0 2 0,0 0 1 0,6 0-36 0,0-5 0 15,-3 5 0-15,3-3 0 0,-4 3 109 16,-2 0 15-16,0 0 4 0,0 0 0 0,6 0-52 0,-6 0-9 15,0 0-3-15,3 3 0 0,-3-3 0 0,0 0 0 16,0 0 0-16,3 5 0 0,-3-5-24 0,0 0-4 16,0 6-2-16,0-6 0 0,0 0-10 0,0 0-3 0,0 0 0 0,0 0 0 15,0 0-9-15,0 0-3 0,0 0 0 0,0 0 0 16,0 0 44-16,0 0 9 0,0 0 2 0,-3-6 0 16,0 1-54-16,3 2-10 0,3-5 0 0,0 3 0 15,3-3 0-15,-3 3 0 0,3 2 12 0,3-5-4 16,-3 3-8-16,3 2 11 0,0-2-11 0,0 2 12 15,0 3 0-15,0-5 1 0,0 5 0 0,0-5 0 16,0 5 3-16,-3-3 1 0,-1 3 0 0,1 3 0 16,0-3-7-16,0 5-2 0,0-5 0 0,-3 5 0 15,3-2-8-15,-3 2 10 0,0 3-10 0,-3 0 10 16,0 0-10-16,0 0 0 0,0 5 0 0,-3-2 0 16,-3 2 0-16,3 0 0 0,-3 3 0 0,0-3 0 15,-3 3 0-15,1 0 0 0,-1 0 0 0,-3 3 0 16,3-9 0-16,-3 3 0 0,3 1 0 0,-3-4 0 15,3 3 0-15,0 1 0 0,3-6 0 0,0 0 0 16,3-3 13-16,0 3-2 0,0-6-1 0,6 4 0 16,-3 2-10-16,6-6 0 0,0 4 0 0,0-6 0 0,3 5 0 15,3-5 0-15,0 0 0 0,3 0 0 0,0 0 12 0,-3 0 0 16,2 0 0-16,1-5 0 0,0 5-12 0,0 0 0 16,0 0 0-16,3 0 0 0,-3 0 0 0,0 0-17 15,-3 0 2-15,5 5 1 16,-5-5-152-16,0 3-30 0,0 2-7 0,-3-2-1 0</inkml:trace>
  <inkml:trace contextRef="#ctx0" brushRef="#br0" timeOffset="88437.829">16877 2950 1389 0,'0'0'30'0,"0"0"6"0,0 0 2 0,-6 0 2 0,6 0-32 0,-3-2-8 0,-3 2 0 0,6 0 0 15,-6-6 85-15,0 6 15 0,6 0 4 0,-3-2 0 16,3 2-37-16,0 0-7 15,0 0-2-15,0 0 0 0,0 0-14 0,0 0-2 16,0 0-1-16,0 0 0 0,0 0-17 0,0 0-4 0,0 0-1 0,3 8 0 16,0-8-6-16,3 5-1 0,3-2 0 0,0 2 0 15,6-2-1-15,-3 2-1 0,2-5 0 0,1 2 0 16,0 4-26-16,3-6-4 0,0 0-2 0,3 0 0 16,3-6 69-16,-1 6 13 0,1-2 4 0,3-3 0 31,0 2-74-31,0 0-14 0,-4 1-4 0,4-1 0 15,-3 3-6-15,-3 0-2 0,0-3 0 0,-3 1 0 0,-4 2 0 0,1 0-1 0,-3-6 0 0,-3 6 0 16,0-2-43-16,-3 2-9 0,0 0-2 16,-6 0-463-16,0 0-93 0</inkml:trace>
  <inkml:trace contextRef="#ctx0" brushRef="#br0" timeOffset="88783.871">17148 2807 1580 0,'0'0'35'0,"0"0"7"0,-6-5 2 0,6 5 0 0,-6 0-36 0,6 0-8 0,0 0 0 0,-6-3 0 16,6 3 117-16,-6 0 22 0,6 0 4 0,0 0 1 15,0 0-44-15,0 0-9 0,0 0-2 0,0 0 0 16,0 0-20-16,0 0-4 0,0 0-1 0,-3 3 0 15,3-3-51-15,-3 8-13 0,3 0 0 0,0 3 0 16,-3-3 0-16,3-1 0 0,0 1 0 0,0 6 0 16,-3-4 0-16,3 9 0 0,-3-3 0 0,3-1 0 15,-3 7 0-15,0-6 0 0,3 5 0 16,-3 0 0-16,0-3 0 0,0 4 0 0,3-7 0 0,-3 4 0 16,3-3 27-16,-3 0 2 0,3-3 1 15,-3 0 0 1,3-2-55-16,0 2-11 0,0 0-3 0,0-5 0 15,0 3-115-15,0-3-23 0,0 2-5 0,-3-7-1 0</inkml:trace>
  <inkml:trace contextRef="#ctx0" brushRef="#br0" timeOffset="91334.171">17672 2792 1497 0,'0'0'32'0,"-3"7"8"0,0-4 0 0,0 5 4 0,0-3-36 0,0 1-8 0,-3 2 0 0,3 0 0 16,0-6 60-16,3-2 9 0,-3 5 3 0,3-5 0 16,0 0-8-16,0 0-2 0,-3 3 0 0,3-3 0 15,0 0-14-15,0 0-4 0,0 0 0 0,0 0 0 16,0 0 5-16,0 0 1 0,0-3 0 0,3-2 0 15,0-3-6-15,3 6 0 0,-3-9-1 0,3 3 0 16,0 0 5-16,3 0 0 0,-4 0 1 0,4 0 0 16,0 0-39-16,0 0-10 0,0 0 0 0,0-2 0 15,3 7 0-15,-3-5 0 0,0 3 0 0,0 2 0 16,0-2 32-16,-3 2 4 0,3 3 0 0,0-5 1 16,2 5-26-16,-5 5-11 0,3-5 8 0,-3 0-8 15,0 8 8-15,0-5-8 0,0 2 8 0,-3 3-8 16,0-2 20-16,-3 4 0 0,0 3-1 0,-3-2 0 15,3 0-37-15,-3 4-7 0,-3-7-2 0,0 6 0 16,0 1-8-16,-3-1-1 0,0-4-1 0,1 3 0 0,2 1 37 0,-3 2 13 16,0-6 0-16,3 3 0 15,-3 3-13-15,3-5 0 0,3-1 0 0,-3 4 0 16,3-9 0-16,3 6 0 0,0-3-8 0,0-1 8 0,0 1 0 0,3-2-12 16,0-1 12-16,3 3-10 0,0-8 10 15,0 3 8-15,0 2-8 0,3-5 11 0,0 0 1 16,0 0 0-16,-1 0 0 0,4 0 0 0,0 0-12 0,0-5 10 15,0 5-10-15,3-3 10 0,-3 3-10 0,3 0 0 16,0-5 0-16,0 2 8 0,2 3-24 0,1 0-4 16,3-8-2-16,-3 5 0 15,3 1-202-15,-3-4-40 0</inkml:trace>
  <inkml:trace contextRef="#ctx0" brushRef="#br0" timeOffset="91697.725">18639 2799 1735 0,'0'0'38'0,"0"0"8"0,0 0 2 0,0 0 0 0,0 0-38 15,0 0-10-15,0 0 0 0,0 0 0 16,0 0 108-16,0 0 20 0,0 0 4 0,0 0 1 16,0 0-51-16,0 0-10 0,-6 3-3 0,0-3 0 0,6 0-35 0,-6 5-7 15,0-2-2-15,0 2 0 0,-3 1-8 0,3 2-1 16,-3 0-1-16,-3-1 0 0,4-4-7 0,-4 8-8 16,-3-3 11-16,0 2-11 0,0 1 9 0,-3 5-9 15,-3-6 0-15,3 3 9 0,-2 3-9 0,-1 0 0 16,0 3 0-16,0-3 0 0,-3 5 0 0,6-8 8 15,-2 3-8-15,2-6 0 16,3 4-97-16,0-1-25 0,0-5-5 0,3 2-581 16,0-4-116-16</inkml:trace>
  <inkml:trace contextRef="#ctx0" brushRef="#br0" timeOffset="91968.3">18204 2866 1631 0,'0'0'46'0,"-3"-6"10"0,3-2-44 0,-3 3-12 0,3-3 0 0,0 0 0 16,-3 6 116-16,3-9 20 0,0 6 5 0,3-1 1 16,-3 6-50-16,3-8-11 0,0 8-1 0,-3 0-1 15,3-5-52-15,-3 5-11 0,6 0-1 0,0 0-1 16,0 5 40-16,0-5 8 0,0 8 2 0,0-5 0 16,0 0-52-16,3 5-12 0,-3 0 0 0,3 0 0 15,-3-1 0-15,0 1 0 0,3 0 0 0,-3 6 0 16,0-7 0-16,3 7 0 0,-4 2 0 0,4-6 0 15,0 9 0-15,3-6 0 0,-3 5 0 0,6 1 0 0,-3-3 0 16,0 2 0-16,0 1-9 0,0-9 9 0,0 4 0 16,-1-1 0-16,1-2 0 0,-3-1 0 15,3-2-104-15,0 0-16 0,-3 0-2 0</inkml:trace>
  <inkml:trace contextRef="#ctx0" brushRef="#br0" timeOffset="92779.023">18844 2744 1231 0,'0'0'27'0,"-3"-3"5"0,0-2 2 0,0 2 1 0,0-2-35 0,0 2 0 0,0-2 0 0,1 2 0 15,-1-4 100-15,3 7 14 0,-3-3 2 0,3 3 1 16,-3-3-37-16,3 3-7 0,0 0-1 0,-3-8-1 16,3 8-12-16,0 0-3 0,0 0 0 0,0 0 0 15,0 0-9-15,0 0-3 0,0 0 0 0,0 0 0 16,6 0 2-16,-6 0 0 0,6 8 0 0,-4-5 0 16,4 0-8-16,-3 4-2 0,0 1 0 0,3 3 0 15,-3-3-14-15,0 5-3 0,0 0-1 0,0-2 0 16,0 2-18-16,0 3 10 0,0-3-10 0,0 3 8 15,-3-3-8-15,3 3 0 0,0 0 0 0,0 5 8 16,0-2-8-16,0-1 0 0,0 4 0 0,0-1 0 16,0 0 0-16,0-5 0 0,0 5 0 0,0-5 0 15,3 0 0-15,-3 0 0 0,0-3 0 0,0 3 0 16,0-6 0-16,0 6 0 0,0-8 0 0,0 3 0 16,0-1-28-16,-3-2-8 0,3 0-2 0,0-5 0 15,0 2-32-15,-3-5-6 0,3 3-2 0,-3-3-620 16,3 2-124-16</inkml:trace>
  <inkml:trace contextRef="#ctx0" brushRef="#br0" timeOffset="93180.618">19157 2807 1778 0,'0'0'39'0,"0"0"8"0,0 0 1 0,0 0 3 0,-3-5-41 0,0 2-10 0,3 3 0 0,0 0 0 16,0 0 65-16,-6 0 11 0,6 0 3 0,0 0 0 15,-9-5-35-15,3 10-8 0,0-5 0 0,0 3-1 16,3 2 23-16,-3 1 5 0,0-1 1 0,3 6 0 16,-3-9-52-16,3 11-12 0,0-7 0 0,0 4 0 15,0 4 0-15,0-4 0 0,3 3 0 0,-2 1 0 16,2-1 54-16,0 3 8 0,0-3 2 0,0 3 0 16,2 0-52-16,1-3-12 0,0 3 0 0,3-3 0 15,-3-2 0-15,3 2 0 0,3-5 0 0,0-3 0 31,-3 3-26-31,3-5-8 0,3 2-2 0,0-2 0 0,0-3 58 0,0 0 11 0,-3 0 3 0,3-3 0 16,2-2-50-16,-2 2-10 0,0-5-1 0,0-3-1 16,-3 4 40-16,3-4 8 0,-3-2 2 0,0 0 0 15,0-1 8-15,0-2 3 0,-3 6 0 0,3-9 0 0,0 3-7 0,-4 3 0 16,-2-3-1-16,3 6 0 16,-3-4-9-16,-3-1-2 0,0 7 0 0,0-6 0 0,0 1-6 0,-3 3-2 15,-3 2 0-15,0-3 0 0,1 3-8 0,-4 0 8 16,-3 3-8-16,3-3 8 0,-3 5-25 0,-3-2-6 15,0 2-1-15,-3 3 0 16,3-5-83-16,-3 5-17 0,1 0-3 0,-1 5-1025 0</inkml:trace>
  <inkml:trace contextRef="#ctx0" brushRef="#br0" timeOffset="94054.942">19380 2217 1458 0,'0'0'32'0,"0"0"6"0,0 0 2 0,0 0 1 0,0 0-33 0,0 0-8 16,0 0 0-16,0 0 0 0,0 0 113 0,0 0 21 15,0 0 4-15,0 0 1 0,0 0-33 0,0 0-6 16,0 0-2-16,3 6 0 0,0-4-34 0,0 6-6 16,-3 0-2-16,3 0 0 0,0 3-14 0,-3-1-3 15,3-2-1-15,0 5 0 0,-3 1-30 0,3 2-8 16,0-3 0-16,0-3 0 0,0 4 0 0,0-1 0 0,-3-3 0 0,3 4 0 16,0-1 0-16,-3 3 0 0,0-8 0 0,3 5 0 15,-3-3 0-15,3 1 0 16,-3 5 0-16,0-8 0 0,0 5 16 0,0-2 3 15,0 2 0-15,0-5 0 16,0 5-95-16,0-5-20 0,0 0-3 0,-3 0-1 0</inkml:trace>
  <inkml:trace contextRef="#ctx0" brushRef="#br0" timeOffset="95732.779">19856 2889 1041 0,'0'0'29'0,"0"0"7"0,-6 0-28 0,-2 0-8 0,2 0 0 0,0 0 0 16,6 0 111-16,-6 0 21 16,6 0 4-16,-6 0 0 0,6 0-6 0,0 0-2 0,0 0 0 0,0 0 0 15,0 0-62-15,0 0-13 16,0 0-2-16,0 0-1 0,0 0 22 0,3 6 5 0,0 2 1 0,3-8 0 16,0 2-62-16,2-2-16 0,1 0 0 0,3 6 0 15,3-6 54-15,0 0 8 0,3 0 2 0,3 0 0 16,3-6-64-16,-4 6 0 0,7 0 0 0,-3-2-13 15,3 2 13-15,0 0 10 0,-1 0-2 0,1-6 0 16,-3 4-8-16,0-4 0 0,0 4 0 0,-4-4 0 16,4 6 0-16,-3-7 8 0,-3 7-8 0,-3-6 0 15,0 4-24 1,-3-4-9-16,0 6-3 0,-4-2 0 0,-2 2-141 0,-3-6-29 0,-3 6-6 0</inkml:trace>
  <inkml:trace contextRef="#ctx0" brushRef="#br0" timeOffset="96047.265">20032 2807 1674 0,'0'0'36'0,"0"0"8"0,0 0 2 0,0 0 2 16,0 0-39-16,0 0-9 0,0 0 0 0,0 0 0 0,3-8 116 0,0 3 22 15,3 3 4-15,-3 2 1 0,0-6-63 0,3 1-13 16,-3 5-3-16,3-3 0 0,-3 3 0 0,-3 0 0 0,0 0 0 0,3-5 0 15,-3 5-34-15,0 0-7 0,0 0-2 0,0 0 0 16,0 0-1-16,3 5-1 0,0 3 0 0,-3-2 0 16,0 1-5-16,0 4-1 0,0-3 0 0,-3 3 0 15,3-1-13-15,-3 3 0 0,0 1 0 0,0 1 0 16,3-1 0-16,-3 2 0 0,0-3 0 0,0 5 0 16,0 1 0-16,3-1 0 0,-3 1 0 0,3-1 0 31,0 1-23-31,0-3-4 0,0-3-1 0,0 3 0 15,0-5-103-15,0-1-21 0,0 1-4 0,3-3-903 0</inkml:trace>
  <inkml:trace contextRef="#ctx0" brushRef="#br0" timeOffset="96736.147">20993 2710 1552 0,'0'0'44'0,"0"0"10"0,6-3-43 0,0 0-11 0,-3-2 0 0,3 2 0 15,-3 3 122-15,3-5 22 0,-6 5 5 0,3-3 1 16,-3 3-47-16,0 0-10 0,0 0-1 0,0 0-1 16,0 0-44-16,0 0-9 0,0 0-2 0,0 0 0 15,0 0-20-15,0 0-4 0,-3 3 0 0,-3 5-1 16,0-3-3-16,-3 8 0 0,-3-5 0 0,1 3 0 15,-4 2-8-15,-3 0 0 0,0 3 0 0,-6-2 0 16,3-7-15-16,0 4 5 0,-2 2 1 0,2 1 0 0,3-7 9 16,0 1-8-16,0 6 8 0,6-6-8 0,0-1 8 15,4-1 0-15,2 4 0 0,0-4 0 0,3 2-9 0,3 0 9 16,0-6-10-16,3 3 10 0,3 1-9 0,0-4 9 16,2 4-8-16,1-4 8 0,6 4 0 0,-3-4-8 15,3 1 8-15,3 0 0 0,0-1 0 0,0 1 0 16,-1 0 0-16,1 2 0 0,3-5 0 0,0 0 11 15,-3 2-11-15,0 4 12 0,0-6-12 0,-4 0 12 0,1 0-12 0,0 0 12 16,0 0-12-16,-3 0 10 16,0 0-10-16,0 0 10 15,0 0-33-15,-3 0-6 0,0 0-2 0,0 0 0 16,-3 0-81-16,-1 0-17 0,1 0-3 0,0 0-505 16,-6 0-101-16</inkml:trace>
  <inkml:trace contextRef="#ctx0" brushRef="#br0" timeOffset="97029.877">21038 2744 1958 0,'0'0'43'0,"-6"-3"9"16,0-5 1-16,0 3 3 0,3 2-45 0,-3-5-11 0,3 8 0 0,0-7 0 16,0 4 104-16,3 3 20 0,0 0 3 0,0 0 1 15,0 0-59-15,0 0-11 0,0 0-2 0,0 0-1 16,0 0-18-16,0 0-3 0,3 5-1 0,0 3 0 15,-3 0-9-15,3 5-3 0,0 0 0 0,-3-2 0 16,3 5-12-16,-3-3-9 0,3 3 12 0,-3 3-12 16,3-4 0-16,-3 7 0 0,3-4 0 0,-3 3 0 15,3 6 17-15,-3-6-3 0,3 5-1 0,-3 4 0 16,0-4-13-16,0-2 0 0,0-3 0 0,0 3 0 16,0-3-19-16,-3 0-6 0,3-2-2 0,-3 2 0 15,0-5 1-15,0-3 0 0,0 3 0 0,0-3 0 16,0 0-34-16,0-2-6 0,0-1-2 0,3 1-688 15,0-3-137-15</inkml:trace>
  <inkml:trace contextRef="#ctx0" brushRef="#br0" timeOffset="99046.453">21723 2799 1381 0,'0'0'39'0,"0"0"9"0,0 0-39 0,0 0-9 16,0 0 0-16,0 0 0 0,-6 0 98 15,0 3 18-15,0 2 3 0,0-2 1 0,0 0-32 0,-3-1-5 16,3 1-2-16,-3 2 0 0,-3 1-36 0,3 2-7 16,-3-6-2-16,-2 6 0 0,2 3-20 0,-3-3-4 0,0 2 0 15,0 1-1-15,-3 5-11 0,3-6 8 0,-3 9-8 0,1-3 8 16,2-3-8-16,0 3-17 0,0-8 4 0,0 2 1 31,0 1-105-31,3-1-21 0,-3-4-4 0</inkml:trace>
  <inkml:trace contextRef="#ctx0" brushRef="#br0" timeOffset="99340.496">21422 2699 1958 0,'0'0'43'0,"0"0"9"0,0 0 1 0,0 0 3 16,0 0-45-16,0 0-11 0,0 0 0 0,0 0 0 0,0 0 82 16,0 5 14-16,0 1 4 0,3 1 0 0,0 1-51 0,0 0-9 15,0 0-3-15,3 0 0 0,0 0-37 0,-3 5 0 16,3-5-14-16,3 6 4 0,-3-4 27 0,3 1 6 16,0 5 1-16,0-6 0 0,-1 3-16 0,1 1-8 15,0 4 8-15,3 1-8 16,0-3 0-16,0-1 0 0,0 4 0 0,0 5 0 0,0-11 33 0,0 6 3 15,0-1 0-15,-4 1 0 16,4-6-80-16,0 0-16 0,-3-2-4 0,-3-1 0 16,3 1 26-16,-3-3 5 0,0 0 1 0,0-3 0 15,-3 0-121-15,3-2-24 0,-3 0-5 0</inkml:trace>
  <inkml:trace contextRef="#ctx0" brushRef="#br0" timeOffset="99698.455">21991 2799 1497 0,'0'0'32'0,"0"0"8"0,0 0 0 0,0 0 4 16,3-5-36-16,0 5-8 0,-3 0 0 0,6-2 0 16,-3 2 142-16,-3 0 26 0,0 0 6 0,0 0 1 15,5 0-75-15,-5 0-16 0,6 2-2 0,-3 3-1 16,0 3-65-16,0-5-16 0,0 2 0 0,-3 3 0 16,3 0 55-16,-3 0 7 0,3 3 2 0,-3-1 0 15,0 4-52-15,-3-4-12 0,3 3 0 0,0 3 0 0,-3 3 0 0,3-3 0 16,0 0 0-16,-3 5 0 0,3-8-14 0,-3 3-6 15,3 0 0-15,0 0-1 16,0-3-18-16,0 0-3 0,0-2-1 0,0-3 0 16,3-1-72-16,0 4-14 0,0-8-3 0,3 2-811 0</inkml:trace>
  <inkml:trace contextRef="#ctx0" brushRef="#br0" timeOffset="100073.587">22235 2961 1728 0,'0'-13'38'0,"0"7"8"0,0 4 2 0,0-6 0 0,0 0-39 0,0 3-9 15,-3-1 0-15,3 4 0 0,0-6 104 0,0 2 20 16,0 4 3-16,0 2 1 0,0 0 0 0,0 0 0 0,0 0 0 0,0 0 0 16,0 0-103-16,0 0-25 0,0 0 0 0,0 0 0 15,0 0 0-15,0 0 0 0,-3 2 0 0,0 4 0 16,0 2 0-16,3 2 0 0,0 1 0 0,0-1 0 16,0 1 0-16,0 5 0 0,0-6 0 0,3 1 0 15,0 5 0-15,0-8 0 0,0 2 0 0,3 1 0 16,-3 0 21-16,3-4-1 0,0-1 0 0,2 2 0 15,-2-3-32-15,3-2-6 0,0 2-2 0,0-5 0 16,3-5 20-16,-3 2 0 0,3-2 0 0,0-1 0 16,3 4 0-16,-3-6 0 0,0 0 0 0,-1-5 0 15,1 5 0-15,0-5 0 0,-3-1 0 0,0 4 0 16,0-6 48-16,-3 0 12 0,-3 5 4 0,3 1 0 0,-3-3-52 0,0-3-12 16,-3 8 0-16,0-6 0 0,0 7 0 0,-3-7 0 15,0 6 0-15,0 0 0 0,0 1 0 0,-3 1 0 16,0 4 0-16,-3-6 0 15,0 0 0-15,0 5 0 0,-3 0 0 0,0-2 0 0,1 2 0 0,-4 3 0 16,3 0 0-16,-3 0 0 16,3 3-253-16,-6-3-54 0</inkml:trace>
  <inkml:trace contextRef="#ctx0" brushRef="#br0" timeOffset="100937.656">22562 2336 1497 0,'0'0'32'0,"0"0"8"0,0 0 0 0,0 0 4 0,0 0-36 0,-6 0-8 0,6 0 0 0,0 0 0 16,0 0 104-16,-3 6 18 0,3-6 4 0,-6 2 1 16,3 4-101-16,0-4-26 0,3 4 0 0,-3 2 8 15,3-3 44-15,-3 3 10 0,3-6 2 0,0 4 0 16,3 2-52-16,-3-3-12 0,3 3 0 0,0 0 0 16,0 0 0-16,3-6 0 0,0 4 0 0,0 2 0 15,0-3 0-15,-3 3 0 0,3-6 0 0,0 4 0 16,0-4 0-16,0 4 0 0,0-6 0 0,0 5 0 15,3-5 0-15,-3 0 0 0,0 0 0 0,0 0 0 16,2-5 54-16,-2 2 8 0,3 0 2 0,-3 1 0 0,3-4-44 0,-3 4-9 16,0-3-2-16,3 2 0 0,-3-5 37 0,0 3 7 15,0-3 2-15,0 2 0 0,-3-1-44 0,3-1-11 16,-3 0 0-16,0 0 0 0,0 0 53 0,0 0 9 16,-3 0 2-16,0 3 0 0,0-3-56 0,0 0-8 15,-3 0-8-15,3 0 8 0,-3 3 0 0,0-1 0 16,0 4 8-16,-3-6-8 0,0 8 0 0,0-6 0 15,0 6 0-15,-3-2 0 16,0 2-118-16,0 0-30 0,0 0-5 0,-3 2-972 0</inkml:trace>
  <inkml:trace contextRef="#ctx0" brushRef="#br0" timeOffset="106085.686">13927 4392 1564 0,'12'-2'44'0,"-6"2"10"0,3-3-43 0,3 3-11 0,3-5 0 0,-1 2 0 15,1 3 114-15,3-5 21 0,0 0 4 0,0-1 1 16,0 4-76-16,0-1-14 0,-1 0-3 0,1 1-1 15,-3 2-30-15,3 0-7 0,0-3-1 16,-3 3 0-16,3 0-8 0,-3 0 0 0,2 0 0 0,-5 0 0 31,0 0-27-31,-3 0-7 0,0 0-2 0,0 3-908 0</inkml:trace>
  <inkml:trace contextRef="#ctx0" brushRef="#br0" timeOffset="106289.593">13903 4599 2044 0,'0'0'45'0,"0"0"10"0,0 0 1 0,0 0 1 0,3 2-45 0,3-2-12 15,0 3 0-15,3-3 0 0,0 0 93 0,3 0 17 16,0 0 3-16,3 0 1 0,-3 0-47 0,-1 0-10 16,4 0-1-16,0 0-1 0,0 0-31 0,-3 0-7 15,3 0-1-15,0 0 0 0,-3-3-16 0,3 3 0 0,-1-2 0 0,1 2 0 31,0-3-104-31,3 0-16 0,3-4-2 0</inkml:trace>
  <inkml:trace contextRef="#ctx0" brushRef="#br0" timeOffset="106774.453">15314 4122 1872 0,'-3'-7'41'0,"3"7"9"0,-3-6 2 0,0-2 0 0,0 6-42 0,0-4-10 16,-3 1 0-16,3 0 0 0,0-1 124 0,-3 4 24 15,0-1 4-15,-3 1 0 0,1 2-76 0,-1 2-15 16,-3 1-3-16,0 2-1 0,-3 0-27 0,0 9-6 15,-3-1 0-15,3 11-1 0,-3-3-11 0,1 11-3 16,2 2 0-16,0 6 0 16,0-3-28-16,3 5-5 0,3-2-2 0,0 5 0 0,0 2 72 0,6 6 14 0,0-2 4 0,3 7 0 15,3-5-52-15,3-6-12 0,3 1 0 0,6 5 0 16,0-8 0-16,6 2 0 0,0 1 0 0,5-6 0 31,1-2-48-31,3-5-13 0,3-4-3 0,2-2 0 16,-2-5-71-16,6-5-14 0</inkml:trace>
  <inkml:trace contextRef="#ctx0" brushRef="#br0" timeOffset="107432.385">18960 4109 1638 0,'0'0'46'0,"0"0"11"0,3-2-45 0,3 2-12 0,0-6 0 0,3 4 0 16,-3 2 120-16,3 0 21 0,3 0 5 0,0 0 1 0,3 2-46 0,0 6-9 15,3 0-1-15,2 3-1 0,1 5-30 0,0 5-7 16,3 0-1-16,0 8 0 16,0 3-16-16,-4-3-4 0,1 0-1 0,0 8 0 0,-3-8-14 0,-3 3-2 15,0 0-1-15,-3 5 0 0,-4-3-14 16,-2 3 0-16,-3 3 0 0,0 0 0 0,-3-1 0 0,-3-2 0 16,-3 0 0-16,-2-2 0 0,-4-6 27 0,-3-3-1 15,0 1 0-15,-6-1 0 0,0-2-26 0,-3 0 0 16,-2 0 0-16,-4 2 0 15,3-7-46-15,0 4-14 0,-3-4-4 0,4 0 0 16,-1-4-103-16,-3-1-21 0,0-1-4 0</inkml:trace>
  <inkml:trace contextRef="#ctx0" brushRef="#br0" timeOffset="108596.132">16082 4239 1332 0,'0'0'37'0,"0"-5"10"0,0-1-38 0,0 1-9 0,0 2 0 0,0-2 0 16,3 0 105-16,-3-1 19 0,3 4 4 0,-3 2 1 15,0 0-36-15,0-5-7 0,0 5-2 0,0 0 0 16,0 0-25-16,0 0-6 0,0 0-1 0,0 0 0 15,0 0-19-15,3 7-4 0,-3 1-1 0,-3 3 0 16,3 0-16-16,0 2-4 0,-3 0-8 0,0 3 12 16,3 0-12-16,-3 5 0 0,0-5 0 0,3 5 0 0,-3-2 0 0,0 2 0 15,3 0 0-15,-3-3 0 0,0 6 8 0,0-8-8 16,0 5 0-16,0-2 0 16,0 2 8-16,0-3-8 0,3 4 0 0,-3-4 0 0,0 1 0 0,0-1 8 15,3-2-8-15,-3-3 0 0,3 1 0 0,-3-4 0 16,3-2 0-16,0 3 0 0,0-6 0 0,0-5 0 15,0 0 8-15,0 0-8 0,0 0 8 0,0 0-8 16,6-3 11-16,-3 1-11 0,0-9 20 0,3 3-4 0,-3 0 0 0,-3-2 0 16,3-4 13-16,0 1 3 15,-3-3 0-15,0 3 0 0,0 2-4 0,0-4 0 0,-3 4 0 16,-3 0 0-16,0 1-4 0,0 2-2 0,-3 0 0 16,1 0 0-16,-1 5-8 0,-3-5-2 0,0 6 0 0,0-4 0 15,-3 6-12-15,3-2 8 0,0 2-8 0,-3 2 0 16,3 1 0-16,0 0 0 0,1-1 0 15,2 6 0-15,-3-5 0 0,3 2 0 0,3 1 0 0,0 2 0 16,0 2 0-16,3-2-10 0,3 3 10 16,-3-1-8-16,6 3 8 0,-3-2-8 0,3 0 8 0,3 4-8 15,0-4 8-15,3 2-8 0,-3-2 8 0,3-1-8 16,3 1 8-16,-1 0-12 0,1-6 12 0,3 3-12 16,3-3 12-16,0 0 0 0,0-2 0 0,0-3 0 15,3 0 0-15,-1-3 0 0,1 1 0 0,3-1 0 16,-3-5 0-16,0 3 0 0,3 0-8 0,-4-9 8 15,1 4 0-15,-3-1 0 0,3-2 0 0,-3 0 0 0,0 0 10 0,-4-1-2 16,1 4-8-16,-3-1 12 0,-3-2 7 0,0 5 1 16,0 0 0-16,-6 0 0 15,0 3 4-15,-3-3 2 0,0 3 0 0,0 5 0 0,-6-3-7 0,0 0-2 16,0 3 0-16,-3 0 0 0,-3-5-9 16,3 10-8-16,-3-2 12 0,1 2-12 15,-1 1 11-15,-3 4-11 0,6 1 10 0,-3 2-10 16,6-2 0-16,-3 2 0 0,6 0 0 0,-3 0 0 0,6 3 0 0,0-3 0 15,3 1 0-15,0-1 0 0,0 3-8 0,6-6 8 16,-3 1 0-16,6-1 0 16,-3 1-10-16,6-3 10 0,-3 0-8 0,2 0 8 15,1-6-32-15,0 4-2 0,0-6 0 0,3 0 0 16,0 0-122-16,0 0-25 0,0-6-5 0</inkml:trace>
  <inkml:trace contextRef="#ctx0" brushRef="#br0" timeOffset="109110.779">16612 4578 1314 0,'0'0'37'0,"0"0"8"0,0 0-36 0,0 0-9 0,0 0 0 0,0 0 0 15,0 0 104-15,0 0 20 0,0 0 3 0,3-6 1 16,0 1-24-16,0 2-4 0,0-2 0 0,0 2-1 16,0 3-39-16,0-5-8 0,0 0-2 0,0 2 0 15,0 1-6-15,-3 2 0 0,3-6-1 0,0 4 0 16,-3 2 17-16,3-3 3 0,-3 3 1 0,0 0 0 15,0 0-52-15,-3-3-12 0,-3-2 0 0,0 2 0 16,0 3 54-16,0 0 8 0,0 0 2 0,-3 3 0 16,3 2-52-16,-3-2-12 0,0 2 0 0,3 1 0 15,-3 1 8-15,0 1-8 0,3 0 11 0,-3 3-11 0,3 0 0 0,3-1 0 16,0 1 0-16,1 5 0 0,2-6 0 0,0 1-9 16,2 5 9-16,4-3-8 0,-3-3 8 0,3 4-8 15,3-6 8-15,-3 2-8 0,3-2-12 0,3 3-1 16,-3-9-1-16,3 4 0 15,3-4-12-15,-3 1-2 0,3-3-1 0,-3 0 0 0,5-3 37 0,-5 1 0 0,3-1 0 16,-3-2 0-16,0-1 0 0,-3-2 0 16,0 3 0-16,0-3 0 0,-3-2 44 0,-3 2 16 0,3-3 3 15,-6 1 1-15,3 2-52 0,0-8-12 0,-3 5 0 0,3 3 0 16,-3-2 54-16,3 2 8 0,-3 0 2 0,0 2 0 16,0-1-52-16,0 1-12 0,0 6 0 15,0 0 0-15,0 0 0 0,0 0 0 0,0 0 0 16,0 0 0-16,0 0 0 0,0 0 0 15,0 0 0-15,0 0 0 0,0 8 0 0,0 0 0 0,3 3 0 0,-3-3 0 16,0 2 0-16,0 1 0 0,0 2 0 0,0-2 0 16,0-1 0-16,0 1 0 15,3-1 0-15,-3-2 0 0,2 0-100 16,1-2-22-16,0-1-5 0,-3-5-717 0,0 0-144 0</inkml:trace>
  <inkml:trace contextRef="#ctx0" brushRef="#br0" timeOffset="109261.306">16963 4345 2322 0,'-18'-3'66'0,"9"-2"14"0,-3 2-64 0,1 3-16 0,-1-3 0 0,0 1 0 16,0-1 95-16,3 3 16 0,0 0 3 0,3-2 1 0,0 2-93 0,6 0-22 16,0 0 0-16,0 0 0 0,0 0 0 0,0 0 0 15,0 0 0-15,0 0-1176 0</inkml:trace>
  <inkml:trace contextRef="#ctx0" brushRef="#br0" timeOffset="110952.749">16969 4556 1825 0,'0'0'40'0,"0"0"8"0,3 0 1 0,0-8 3 0,0 6-41 0,0-3-11 16,0 2 0-16,3-2 0 0,0 2 86 0,-3 3 15 16,3-3 3-16,0 3 1 0,0 0-53 0,-3 3-12 15,3 0-1-15,0-1-1 0,0 4-18 0,-3 1-3 16,2 1-1-16,1 3 0 0,-3 0-7 0,0-1-1 16,3 3-8-16,-3 3 12 0,0 0-12 0,-3 0 0 15,3 3 0-15,-6-4 0 0,3 1 10 0,-3 0-10 0,0-3 10 0,-3-2-10 16,3 2 0-16,-3-2 0 0,0-3-11 0,4 0 11 15,-4-3 44-15,3 0 16 0,3-5 3 0,0 0 1 16,-6 3-64-16,6-3-10 0,0 0-3 0,0 0-1 16,0 0 22-16,0 0 5 0,0-5 1 0,0-3 0 15,3 0-14-15,0 0 0 0,3-8 0 0,-3 3 0 16,5-3 0-16,-2 0 0 0,3 0 0 0,3 0 0 16,-3 0 0-16,3 0 0 0,0 1 0 0,0 1 0 15,0 1 21-15,0 0 2 0,0 2 0 0,0 3 0 16,-1 0-23-16,-2 3 0 0,3 0 0 0,0 0 0 15,-3 2 0-15,0 0 0 0,-3 3 0 0,0 0 0 16,0 3 0-16,0-3 0 0,0 3 0 0,0 2 0 16,-3 5 0-16,3-7 0 0,-3 5 0 0,3 3 0 15,-3-1 0-15,0-2 0 0,0 3 0 0,-3 5-8 16,3-9 8-16,-1 4 0 0,-2 0 0 0,0-1 0 16,3-2 0-16,-3 0 0 0,-3 0 0 0,3 3 0 15,0-11 0-15,-2 2 0 0,2-2 8 0,0 0-8 16,0 0 0-16,0 0 9 0,0 0-9 0,0 0 0 0,0 0 9 0,0 0-9 15,-3-2 0-15,0-4 9 16,3-2-9-16,0 0 0 0,3-2 0 0,0 5 8 0,-1-11 0 0,4 5-8 16,0 1 12-16,0-1-4 0,0 0-8 0,0 3 12 15,3-5-12-15,-3 3 12 0,0 2 6 0,3-3 2 0,0 3 0 0,-3 0 0 16,3 0-20-16,0 3 0 16,0-3 0-16,0 3 0 0,-3 2 0 0,3-2 0 0,-4 2 0 0,1 1 0 15,0 2 0-15,0 0 0 0,-3 0 0 16,-3 0 0-16,6 2 0 0,-3 1 0 0,0-1 0 0,0 6 0 15,0 0 0-15,-3 0 0 0,3-2 0 0,-3 4 0 16,0 3 0-16,0-2 0 0,0 2 0 0,0 0 0 16,-3 1 0-16,0 2 0 0,3-1 0 0,-3 1 0 31,3 0-48-31,-3 0-12 0,0-3-4 0,3 1 0 0,0-1 52 0,0-3 12 0,0 1 0 0,0 0 0 16,3-4 0-16,0 1 0 0,0 0 0 0,0-2 0 15,3-1 0-15,0-2 0 0,0 2 0 0,3-5 0 16,0 2 0-16,0-2 0 0,3-2 0 0,0 2 0 15,0-5-54-15,2 2-8 0,1-2-2 0,0-1 0 16,3-2 52-16,0 0 12 0,0-2 0 0,0 2 0 16,-4-3 20-16,4-2 8 0,-3 0 0 0,0 0 1 15,0-3 1-15,0 0 0 0,-3 0 0 0,3 0 0 0,-6 0 31 0,3 0 7 16,-4 1 0-16,1-1 1 0,-3 2-55 16,0 1-14-16,0 3 0 0,-6-1 0 0,0 3 54 0,0 0 8 15,-3-2 2-15,-3 4 0 0,0 1-32 0,-3 2-5 16,0-2-2-16,1 2 0 15,-1 1-12-15,-3 2-2 0,3 0-1 0,-3 0 0 16,0 0-36-16,0 2-7 0,0 1-2 0,0 2 0 0,3-2 35 0,3 2 0 16,0 1 0-16,0 1 0 0,3 1 0 0,3 0 0 15,0 3 0-15,3 0 0 0,3 4 0 0,3-7 0 16,0 6 0-16,3-4 0 16,0 1-59-16,0-3-5 0,0 0 0 0,0 0-1 15,0-6 6-15,0 3 2 0,0-5 0 0,-4 3 0 0,1-6 41 0,0 3 8 16,-3-5 8-16,0 3-12 0,-3-4 12 0,0 1 0 0,0 0 0 0,0-1 0 15,-3 1 49-15,0-3 12 0,0 3 3 0,0 0 0 16,0-1-52-16,0 1-12 0,0 2 0 0,0 3 0 16,0 0 0-16,0 0 0 0,0 0 0 0,0 0 0 15,0 0 0-15,0 0 0 0,0 0 0 0,0 0 0 16,0 0 0-16,0 6 0 0,0 2 0 0,0 2 0 16,0-2 0-16,0 3 0 0,-3 5 0 0,3-6 0 15,0 3 0-15,0 3 0 0,3-3 0 0,-3 3 0 16,3-2 0-16,0-1 0 0,0 3 0 0,3-6 0 15,0 1 0-15,0-1 0 0,3-2 0 0,0 0 0 16,3-2-48 0,-3-1-13-16,3-2-3 0,2 2 0 0,1-5 103 0,0-5 20 0,0 2 4 0,3-5 1 15,0 3-52-15,3-3-12 0,-1-8 0 0,1 0 0 16,0-3 0-16,0 1 0 0,-3-6 0 0,3-2 0 16,-3-3 0-16,2-1 0 0,1-1 0 0,0-1 0 15,3 0 54-15,-3 0 8 0,0-2 2 0,-1-6 0 0,-2 1-18 0,3-1-3 16,-6-2-1-16,0-1 0 15,-6 9-19-15,0 5-4 0,-3 0-1 0,-3 5 0 0,-3 0-2 0,-3 6 0 16,0-1 0-16,-3 3 0 0,0-2-7 0,-3 7-1 16,-3 0-8-16,0 6 12 0,0 3-12 0,-3-4 0 15,0 4 0-15,0 10 0 0,1-1-12 0,-1 1-6 0,3 6-1 16,-3 2 0-16,0 2 19 0,0 6 0 16,3 8 0-16,3 2 0 0,-3 3 0 0,6 3 0 0,0 2 0 0,1 3 0 15,5-5 0-15,0 2 0 16,0-8 0-16,2 9 0 0,4-6 0 0,0 3 0 0,3-3 0 0,3 2 0 15,0-4 0-15,3-6 0 16,0 0 0-16,0-5 0 0,0-3-17 0,0-5 0 0,-1 0 0 16,1-3 0-1,-3-5-102-15,3-3-20 0,0 0-4 0</inkml:trace>
  <inkml:trace contextRef="#ctx0" brushRef="#br0" timeOffset="111588.684">19535 4874 1720 0,'0'0'48'0,"0"0"12"0,0 0-48 0,0 0-12 0,6-5 0 0,0 2 0 15,0 3 111-15,0-3 19 0,0 3 4 0,0 0 1 16,-6 0-36-16,6 0-7 0,-6 0-2 0,0 0 0 16,3 3-36-16,-3-3-7 0,6 8-2 0,-6-5 0 15,0 2-9-15,0 0-1 0,0 3-1 0,-3 3 0 16,3-1-10-16,-3 1-1 0,-3 5-1 0,3 0 0 16,-3 2-11-16,3 3-3 0,-3 6 0 0,0-1 0 15,3 3-8-15,-3-5 10 0,0 3-10 0,3-1 10 16,-3 1-10-16,0-1 0 0,3 0 0 0,-3-2 0 0,3 0 0 15,0 3 0-15,0-1 0 0,0 0 0 0,3 1 0 16,-3-3 0-16,0 0 0 0,3-3 0 16,0-3-33-16,0-2-9 0,0-3-2 0,3 1 0 15,0-7-134-15,0-4-27 0,0 0-6 0,3-1-786 0</inkml:trace>
  <inkml:trace contextRef="#ctx0" brushRef="#br0" timeOffset="111932.086">19711 5244 2358 0,'0'0'52'0,"0"-5"10"0,0-3 2 0,0 0 3 0,0-2-54 0,0 2-13 0,0 0 0 0,0 2 0 16,0-1 76-16,0 1 12 0,3 1 2 16,-3 5 1-16,0-5-51 0,0 5-9 0,0 0-3 0,0 0 0 15,0 0-20-15,0 0-8 16,0 0 0-16,0 5 9 0,2 3-9 0,-2 2 0 0,0-4 0 0,3 4 0 16,0 1-8-16,0 2 8 0,0-2 0 0,0 5 0 15,3-6 0-15,0 1 0 0,0 5 0 0,0-6 0 16,0-2 15-16,0 3 10 0,3-3 3 0,0-3 0 31,0 0-44-31,0-2-8 0,0 0-1 0,0-3-1 0,3-3 26 0,-1 0 0 0,4-2 0 0,0-3 0 16,0 0 0-16,0 0 0 0,0 0 0 0,0-2-8 15,0-1 28-15,-3 3 5 0,-1-5 2 0,1 0 0 16,-6 2-27-16,0-5 0 0,-3 3 0 0,0-3 0 16,-3 3 54-16,-3-3 6 0,0-3 0 0,-3 6 1 0,0 0-46 15,-3 0-15-15,1 0 8 0,-7 2-8 16,3 3 12-16,-3 3-2 0,0-1 0 0,0 6 0 15,-3-2-26-15,3 4-6 0,-5 1-1 0,2 2-895 16,-3 3-179-16</inkml:trace>
  <inkml:trace contextRef="#ctx0" brushRef="#br0" timeOffset="121273.719">11111 6798 1497 0,'0'0'32'0,"0"0"8"0,0 0 0 0,0 0 4 0,0 0-36 0,3-6-8 0,-3 6 0 0,0 0 0 16,0 0 104-16,0 0 20 0,0 0 3 0,0 0 1 15,0 0-52-15,0 0-9 0,0 0-3 0,0 0 0 16,0 0 0-16,0 0 0 0,0 0 0 0,0 0 0 16,-6 6-51-16,0 2-13 0,0-3 0 0,0 3 0 15,-3 0 0-15,3 0 0 0,-3 0 0 0,-2 2 0 16,2 1 0-16,0-1 0 0,0 1 0 0,0-1 0 15,0 1 0-15,0 0 0 0,3-3 0 0,-3 2 0 16,3 1 0-16,3-3 0 0,-3 0 0 0,6-3 0 16,-3 3 0-16,3-3 0 0,-3 0 0 0,3-5 0 0,3 6 0 0,0-1 0 15,0-2 0-15,-3-3 0 16,3 5 0-16,3-5 0 0,0 3 0 0,3-1 0 0,-3-2 0 0,6 3 0 16,0-3 0-16,0 0 0 0,0 0 0 0,5 3 0 15,-2-3 0-15,0 2 0 0,3 1 28 0,-3-1 4 16,0 1 0-16,-3 2 0 0,3 1 0 0,-3-1 0 15,-1 3 0-15,-2-3 0 0,0 3-32 0,-3-3 0 16,0 3 0-16,0 3 0 0,0-3 0 0,-3 0-13 16,0 2 1-16,-3 1 0 0,3-3 12 0,-3 3 0 15,0-1 0-15,-3 1 0 0,0-1 0 0,0 1-16 16,-3-3 5-16,0 5 1 16,0-5-26-16,0 3-6 0,-3-1-1 0,-3 1 0 15,1-1-5-15,-1-2-2 0,0 0 0 0,-3 0 0 16,0-3-42-16,0 3-8 0,0-5-1 0,0 2-501 0,3 1-100 0</inkml:trace>
  <inkml:trace contextRef="#ctx0" brushRef="#br0" timeOffset="121515.715">11052 6853 1552 0,'0'0'44'0,"0"0"10"16,0 0-43-16,0 0-11 0,0 0 0 0,6-3 0 16,-1-2 135-16,4 3 25 0,0-1 4 0,3 3 2 15,3-3-61-15,0 3-12 0,0-2-2 0,3 2-1 16,0 0-53-16,-1-3-10 0,1 3-3 0,0 0 0 16,0 0-38-16,-3-3-8 0,0 3-2 0,3 0 0 15,-6-2-32-15,2 2-6 0,1 0-2 0,-6-3-947 16</inkml:trace>
  <inkml:trace contextRef="#ctx0" brushRef="#br0" timeOffset="122367.945">11698 6914 1097 0,'0'0'31'0,"0"0"7"0,0 0-30 0,-3 5-8 16,3-5 0-16,-6 6 0 0,6-6 103 0,-3 2 19 15,3-2 4-15,0 0 1 0,0 0-33 0,-6 3-6 16,6-3-2-16,0 0 0 0,-6 0-39 0,6 0-8 16,0 0-2-16,0 0 0 0,-6-5 22 0,6 5 4 15,0 0 1-15,0-3 0 0,0-2 0 0,0 5 1 0,3-6 0 0,0 1 0 16,0 0-1-16,3-1-1 0,0 4 0 0,0-3 0 15,2 2-51-15,-2-2-12 0,3-1 0 0,-3 4 0 16,3-1 54-16,0 0 8 0,0 1 2 0,3 2 0 16,-3-3-52-16,3 0-12 0,-3 3 0 0,0-2 0 15,3 2 0-15,-3 0 0 0,-4 0 0 0,1 2 0 16,0 1 0-16,0 0 0 0,-6-3 0 0,3 5 0 16,0 0 12-16,-3 1 0 0,0 2 0 0,-3-3 0 15,0 3-12-15,-3 0-16 0,0 0 3 0,0 0 1 16,-2 0 12-16,-1 2 0 0,-3 1 0 0,3 2 0 15,-3-3 0-15,0 4 0 0,3-1 0 0,-3 3 0 32,0-3-54-32,3-2-8 0,-3 2-2 0,3 0 0 0,-2-2 52 0,-1-1 12 0,3 1 0 0,0-3 0 15,3 2 0-15,0-2 0 0,0 0 0 0,3 0 0 16,0 0 0-16,0-3 0 0,3 3 0 0,0-5 0 16,3 2 0-16,0-2 0 0,0 2 0 0,3 1 0 15,0-4 0-15,0 1 0 0,3-1 0 0,0 1 0 16,0 0 0-16,0-1 0 0,-1-2 0 0,4 0 0 0,-3 3 0 0,3-3 0 15,-3 0 0-15,3 3 0 0,3-3 0 0,0 0 0 16,0-3 0-16,0 3 0 0,2-3 22 0,-2 3 7 16,0-2 2-16,3-1 0 0,-3 0-31 0,3 1-16 15,0-1 1-15,-1-2 1 16,-2 2-156-16,3-2-31 0,0 0-7 0</inkml:trace>
  <inkml:trace contextRef="#ctx0" brushRef="#br0" timeOffset="122994.517">12457 6845 1440 0,'3'-8'40'0,"-3"8"11"0,2-2-41 0,-2-1-10 16,3-2 0-16,0 2 0 16,-3 0 136-16,0 3 24 0,0 0 6 0,0 0 1 0,3-5-67 0,-3 5-12 15,0 0-4-15,0 0 0 0,0 0-20 0,0 0-5 16,0 0-1-16,0 0 0 0,0 0-23 0,0 0-5 16,0 0-1-16,0 0 0 0,-6 3-17 0,-2-1-4 15,-4 4-8-15,0 2 12 0,0 0-12 0,-3-1 0 0,-3 1 8 0,0 3-8 16,0 0 0-16,-2-3 8 0,-1 2-8 0,3 1 0 15,-3 2 0-15,3-2 0 0,0-1 0 0,0 1 0 16,4 2 0-16,2-3 0 0,0 1 0 0,3 0 0 16,3-1 0-16,0-2 0 0,0 0-8 0,3 0 8 15,3 0 0-15,0 0 0 0,3 0 8 0,0-3-8 16,0 0 0-16,3-2 0 0,0 2 0 0,3 1 0 16,0-4 0-16,3 1 0 0,-1 2 0 0,4-2 0 15,0 0 0-15,0-1 0 0,0 1 0 0,3 2 0 16,0-2 0-16,-3-1 0 0,2 1 0 0,1 0 0 15,-3-3 0-15,0 2 0 0,0 1 0 0,-3-3 0 16,3 0 0-16,0 3 0 0,-3-3 0 0,-1 0 0 16,1 0 0-16,-3 0 0 0,0-3 0 0,3 3 0 15,-3 0-18-15,-3 0-10 0,3-3-1 16,0 1-1-16,-3-1-37 0,0 3-7 0,0-5-2 0,0 2-631 16,-3-2-126-16</inkml:trace>
  <inkml:trace contextRef="#ctx0" brushRef="#br0" timeOffset="123269.16">12501 6840 1676 0,'-12'-5'48'0,"6"5"9"0,0-3-45 0,0 0-12 16,-3 3 0-16,4 0 0 0,5 0 125 0,-6-2 23 0,3 2 5 16,3 0 1-16,0 0-43 0,-6 5-9 0,6-5-2 15,0 5 0-15,-3 6-36 0,3-3-7 0,0 2-1 0,3 1-1 16,0 2-19-16,0 0-3 15,0 1-1-15,0 2 0 0,3 2-11 0,-4 3-2 16,4 0-1-16,-3 6 0 0,0-1-8 0,3 3-2 16,-3 3 0-16,0-3 0 0,0 0-8 0,0 0 10 15,0 1-10-15,-3-1 10 0,3-3-25 0,0 1-5 0,-3-1 0 0,3 1-1 16,-3-1 36-16,3 0 7 0,-3-2 2 0,0 0 0 16,0 0-24-16,0-6 0 0,0 1 0 0,0-3 0 15,-3-3-124 1,3-2-20-16,0-3-4 0</inkml:trace>
  <inkml:trace contextRef="#ctx0" brushRef="#br0" timeOffset="124083.863">12957 7512 1958 0,'0'0'43'0,"0"0"9"0,0 0 1 0,0 0 3 0,-6 5-45 0,0-2-11 0,0 2 0 0,-3 1 0 15,0 1 75-15,-3-1 13 0,0 2 2 0,-3 2 1 16,3 1-38-16,-6-3-7 0,4 5-2 0,-1-2 0 16,0-1-16-16,-3 3-3 0,3 1-1 0,0-1 0 15,0 0 8-15,0 0 0 0,3 1 1 0,1-1 0 32,2 0-52-32,3 0-10 0,-3 3-3 0,6 0 0 0,0 0 24 0,3 2 8 0,0-2 0 0,6 3-9 15,0-3-8-15,0 0-2 0,6-3 0 0,-1 0 0 16,1 0 3-16,3-2 0 0,0-3 0 0,0-3 0 0,3 0 16 0,-3 1 0 15,0-4 0-15,0 1 0 16,-1-3 0-16,-2-3 0 0,0 3 0 0,0-2 0 0,-6-4 0 0,3 4 0 16,-3-4 8-16,-3-2-8 0,3 1 30 0,-6-1 0 15,3-3 0-15,-3-2 0 16,-3 0 10-16,0-1 1 0,0-2 1 0,-6-2 0 0,3 2-12 0,-6 0-2 16,3-2-1-16,-6-1 0 0,0 1-14 0,1-4-2 15,-1 4-1-15,0-3 0 0,0 0 8 0,0-3 2 16,3 3 0-16,-3-3 0 0,3-3-28 0,3 4-6 15,1-1-1-15,2 0 0 0,3 0 24 0,0 6 5 16,0-4 1-16,3 7 0 0,0-4-15 0,6 6 0 16,-3 0 0-16,5 2 0 0,1 0 0 0,0 3 0 0,3 0 0 15,3 3-10-15,-3 3 10 0,6-4 0 0,-3 4 8 16,3 2-8-16,2 0 8 0,-2 0-8 16,0 2 8-16,0 1-8 0,-3 0 0 0,0 2 0 0,0 0 0 0,-3 0-8 15,0 3 8-15,-4 0 0 0,-2 0 0 0,0 3 0 16,-6-1 0-16,0 4 0 0,0-1 0 0,-6 3 0 15,3-3 0-15,-3 3 0 0,-2-3 0 0,2 0 0 16,-3 3-28-16,0-3-4 0,0-2-1 16,0 0 0-1,0-1-149-15,-3-2-30 0,0 0-5 0</inkml:trace>
  <inkml:trace contextRef="#ctx0" brushRef="#br0" timeOffset="124667.241">13284 7414 1123 0,'0'0'32'0,"0"0"7"0,0 0-31 0,0 0-8 0,0 0 0 0,0 0 0 15,6-3 144-15,0 3 28 0,-3 0 6 0,3-2 1 16,0 2-43-16,3-3-8 0,-3 1-1 0,3 2-1 0,0-6-32 0,2 4-6 15,1-1-2-15,3 0 0 16,0-2-34-16,6 2-6 0,0-2-2 0,3 2 0 0,-1-2-35 0,4 5-9 16,3-3 0-16,-3 1 0 0,3 2 26 0,-4-3 3 15,-2 1 1-15,-3 2 0 16,0-3-30-16,-3 0 0 0,-3 3 0 0,-4-2 0 0,1 2 0 0,-3 0-15 16,0 0 2-16,-6 0 0 15,-3 0-55-15,0 0-10 0,0 0-2 0,0 0-1 16,0 0-47-16,-3 8-8 0,0-1-3 0,-3-1-494 15,0 2-99-15</inkml:trace>
  <inkml:trace contextRef="#ctx0" brushRef="#br0" timeOffset="124935.785">13382 7628 1728 0,'0'0'38'0,"0"0"8"0,0 0 2 0,0 0 0 0,0 0-39 0,0 0-9 0,0 0 0 0,0 0 0 15,0 0 104-15,0 0 20 0,0 0 3 0,0 0 1 16,0 0-16-16,0 0-4 0,0 0 0 0,0 0 0 16,6-2-32-16,3 2-6 0,-3 0-2 0,3 0 0 15,3-3-41-15,-3 3-9 0,3 0-2 0,0 0 0 16,3-3 24-16,-1 3 4 0,4-2 0 0,3 2 1 16,-3-3-21-16,3 3-4 0,0-2 0 0,2-1-1 15,1 0-19-15,0 1 0 0,0-1 0 0,0 0 0 31,0 1-48-31,-1-1-12 0,1-2-4 0,0 2 0 16,0 0-168-16,-3 1-35 0,23-1-6 0,-14-2-2 0</inkml:trace>
  <inkml:trace contextRef="#ctx0" brushRef="#br0" timeOffset="141102.861">14740 6970 2098 0,'-12'-3'46'0,"6"3"10"0,0 0 1 0,0 0 3 0,0 0-48 0,-3 0-12 0,0 3 0 0,0-3 0 16,0 2 124-16,0 1 24 0,-3 2 4 0,3 0 0 16,-3 3-121-16,7 0-31 0,-4 6 0 0,0-1 0 15,3 3 48-15,0 2 3 0,3 6 1 0,0 0 0 16,0 2-33-16,3 3-7 0,3 3 0 0,0 0-1 15,0 0 1-15,3 2 1 0,0 6 0 0,3 5 0 16,3 0-5-16,-1 0 0 0,4 2-8 0,0-2 12 16,0-5-12-16,3 0 0 0,-3-3 0 0,0 5 0 0,3-2-10 0,-4-1-8 15,4 1-2-15,3-3 0 16,-3-2-137-16,3-6-28 0,0-6-6 0</inkml:trace>
  <inkml:trace contextRef="#ctx0" brushRef="#br0" timeOffset="141820.63">18698 6956 1750 0,'0'0'49'0,"0"0"12"0,0 0-49 0,0-5-12 0,3 2 0 0,3 1 0 16,0-4 103-16,3 4 17 0,6-1 4 0,0 1 1 15,3 2-21-15,3 0-4 0,3 2 0 0,2 3-1 16,1 1-30-16,0 2-5 0,0 0-2 0,-3 5 0 16,2 0-20-16,-2 3-4 0,0 5-1 0,0 3 0 15,-3 5-17-15,-4 0-3 0,-2 0-1 0,-3 6 0 16,-3-4-7-16,-3 1-1 0,-6-3-8 0,-3 8 12 16,-3-2-4-16,-3 4-8 0,-3 4 11 0,-3 2-11 15,-2-6-10-15,-1 1-9 0,0 0-1 0,-9-3-1 16,0-5 33-16,-2-1 8 0,-4-2 0 0,-6 3 1 15,3-3-21-15,1 3-12 0,-4-3 2 0,0 0 0 16,7-2-78-16,-1-3-16 0,0-3-4 0,0 0-692 16,-2-5-138-16</inkml:trace>
  <inkml:trace contextRef="#ctx0" brushRef="#br0" timeOffset="142868.996">15662 6930 1990 0,'0'0'44'0,"0"0"8"0,0 0 3 0,-3-5 1 0,3 5-44 0,0 0-12 16,-6-3 0-16,3 3 0 0,3 0 46 0,-6 0 7 0,1 3 2 16,-1 2 0-16,3-2 7 0,-3 2 2 0,0 3 0 15,-3 5 0-15,3 0-52 0,-3 3-12 16,3 5 0-16,-3 6 0 0,3 2 0 0,-3 0 0 16,3 0 0-16,-3 3 0 0,3 0 0 0,-3-1 0 0,3-2 0 0,-3 3 0 15,4-3 0-15,-1 3 0 16,0 0 0-16,3 5 0 0,-3-5 0 0,3 2 0 0,3-2 0 0,-3-3 0 15,0-5 0-15,3-1 0 16,-3-1 0-16,3-4 0 0,0-2 0 0,0-3 0 0,0 0 0 0,0-2 0 16,0-3 0-16,3-5 0 0,-3-3 0 0,0 0 0 15,0 0 0-15,6-3 0 0,-3-2 0 0,3-3 0 16,0-3 54-16,0 1 8 0,-3-4 2 0,2 1 0 16,-2-5-52-16,0-1-12 0,0-5 0 0,0 3 0 15,-3 0 54-15,-3 0 8 0,0 2 2 0,0 1 0 16,-5 2-52-16,-1 3-12 0,0 2 0 0,-6 3 0 15,3 3 0-15,-3 0 0 0,0 2 0 0,-3 3 0 16,0 0 23-16,1 3 1 0,2 2 1 0,-3 0 0 0,0 3-25 16,0 0 0-16,0 0 0 0,-3 2 0 0,6 4 0 0,-2 2 0 15,5-1 0-15,-3 1 0 16,6 3 0-16,0-3 0 0,0 2 0 0,3 1 0 0,3-6-24 16,3 3 2-16,3-3 1 0,0 0 0 15,6 1 21-15,0-4 0 0,6 1 0 0,0-3 0 0,6 0 0 0,-1-3 0 16,4-2-12-16,0-3 12 0,3-3-8 15,3 0 8-15,5-5 0 0,4 0 0 0,0-2 0 16,2-1 0-16,4-2 0 0,-3 0 0 0,-7-3 0 0,1 3 0 16,-6-3 0-16,0-3 12 0,-4 3-1 0,-2-2 0 15,-3 2 0-15,-3 0 0 0,-3 3 18 0,-3-3 4 16,-3 5 1-16,-6 1 0 0,0-1-4 0,0 3-1 0,-6 0 0 0,0 3 0 16,-3 0-12-16,0 5-2 0,-3-3-1 0,-3 3 0 15,0 3-14-15,3 2 8 0,-3 3-8 16,3 3 0-16,0-1 0 0,0 3 0 0,0 1 0 0,3 2 0 15,3-1-23-15,1 4-1 0,2-3 0 0,0 5 0 16,2-5 24-16,1 0 0 0,3 0 0 0,0-1 0 16,3-1 0-16,3-1 18 0,0 0-3 0,3-2-1 15,0-3-14-15,0-3-12 0,3 0 3 0,-1-2 0 32,1 0-99-32,3-3-20 0,0-3-4 0,0-5-716 0,3 0-142 0</inkml:trace>
  <inkml:trace contextRef="#ctx0" brushRef="#br0" timeOffset="143357.432">16311 7377 1519 0,'0'0'43'0,"0"0"9"0,0 0-41 0,0 0-11 16,-6 0 0-16,6 0 0 0,0 0 109 0,0 0 20 16,-6 3 4-16,6-3 1 0,0 0-61 0,0 0-12 15,0 0-2-15,0 0-1 0,0 0-39 0,0 0-8 16,0 5-2-16,0-5 0 0,0 0 35 0,0 0 6 15,0 0 2-15,0 0 0 0,0 0-32 0,0 0-7 16,0 0-1-16,0 0 0 0,0 0 42 0,0 0 8 16,0 0 2-16,-6-3 0 0,0 1 0 0,0 2 0 0,-2 2 0 0,-1 1 0 15,-3 2-52-15,0 3-12 16,0 0 0-16,0 3 0 0,0-1 54 0,0 1 8 0,0 2 2 16,3 0 0-16,0 3-52 0,3 0-12 15,1 0 0-15,2 0 0 0,0 0 0 0,3-3 0 16,3 3 0-16,2-3 0 15,1-2-48-15,0-1-13 0,3 1-3 0,3-3 0 0,3 0 52 0,0-3 12 0,3-2 0 0,3-1 0 32,3-2-70-32,-4-2-11 0,4-1-3 0,0-2 0 15,0-1 32-15,-3 1 7 0,-4-3 1 0,-2 3 0 0,0-3 86 0,-3 0 18 0,0-3 3 0,-3 1 1 16,-3-1 0-16,0 1 0 0,-3-4 0 0,-3 4 0 16,3-1 0-16,-3 1 0 0,0-1 0 0,0 3 0 15,-3 0 0-15,3 3 0 0,0 0 0 0,0 5 0 16,0 0-52-16,0 0-12 0,0 0 0 0,0 0 0 15,0 0 0-15,0 0 0 0,3 5 0 0,0 3 0 16,3 0 0-16,-3 0 0 0,3 2 0 0,-3 1 0 16,0 0 0-16,0-1 0 0,0 1 0 0,0 2 0 0,0-3 0 15,0 1 0-15,0-3 0 0,-1 3 0 16,-2-3-100-16,3-3-22 0,0 3-5 0,0-3-785 16,-3-5-158-16</inkml:trace>
  <inkml:trace contextRef="#ctx0" brushRef="#br0" timeOffset="143505.397">16600 7316 2419 0,'-6'-2'53'0,"3"-1"11"0,-3-2 3 0,3 2 1 0,3 3-55 0,-6-5-13 16,6 5 0-16,0 0 0 0,0 0 54 0,0 0 8 0,0 0 2 0,0 0 0 31,0 0-111-31,0-6-21 0,0 6-5 0,0 0-1 0</inkml:trace>
  <inkml:trace contextRef="#ctx0" brushRef="#br0" timeOffset="145053.704">16790 7366 2188 0,'0'0'48'0,"0"0"11"0,0 0 1 0,3 0 1 0,0-2-49 0,-3 2-12 16,0 0 0-16,0 0 0 0,0 0 54 0,0 0 8 16,0 0 2-16,6 2 0 0,-3 4 0 0,3-1 0 15,-3 0 0-15,3 3 0 0,-3 3-52 0,3 2-12 0,-3 0 0 0,3 3 0 16,0 0 0-16,-3 3 0 0,3-4 0 15,-3 4 0-15,0 0 0 0,0-4 0 16,-3 1 0-16,3 0 0 0,-3-3 0 0,0-2 0 0,0 0 0 0,-3-4 0 16,0 1-11-16,0-2-5 0,3-6 0 0,-3 5-1 15,3-5 17-15,-6 3 0 0,6-3 0 0,-6 0 0 16,6 0 0-16,0 0 0 0,-3-3 0 0,-3-2 0 16,6-3 8-16,-3 0-8 0,6 0 0 0,-3-3 9 15,3 1 9-15,3-4 2 0,-3-1 0 0,3-1 0 16,0 0 1-16,0 3 1 0,3-3 0 0,0 3 0 15,0-1-4-15,3 4-1 0,-3-1 0 0,-1 3 0 16,1-2-17-16,0 4 8 0,-3 4-8 0,3-4 0 16,-3 6 0-16,3-2 0 0,-3 2 0 0,0 2 0 15,0 4 0-15,0-4 0 0,0 6 0 0,0 0 0 0,0 3 0 0,0-1 0 16,-3 1 0-16,3 2 0 16,0 0 0-16,-3 1 0 0,3 2 0 0,-3-3 0 15,2 0 0-15,1-2 0 0,-3 2 0 0,0-3 0 16,3 1 0-16,-3-3 0 0,0 0 0 0,-3 0 0 0,3-3 8 0,-3-5 7 15,0 0 1-15,0 0 1 16,0 0-17-16,0 0 0 0,0 0 0 0,0 0 0 0,0 0 0 0,0 0 0 16,0 0 0-16,0 0 0 0,3-5 0 0,3-1 0 15,-3-1 0-15,3-1 0 0,0 0 0 0,0-3 0 16,3-2 0-16,0 0 0 0,0 2 0 0,0-5 0 0,3 3 0 16,3 0 0-16,-4-1 24 0,1 4 0 15,3-1 1-15,-3 1 0 0,-3 2-25 0,0 2 0 0,0-1 8 0,-3 1-8 16,0 4 0-16,0-4 0 0,-6 6 9 0,0 0-9 15,0 0 0-15,0 0 8 0,0 0-8 0,0 0 0 16,0 8 0-16,3-2 0 0,-3 1 0 0,0 4 0 16,0 0 0-16,-3-1 0 0,3 3 0 0,-3 1 0 15,3-1 0-15,-3 0 0 0,0 3-11 0,3-3 11 16,-3 0-17-16,3 1 2 0,-3-1 1 0,3 0 0 16,0 0-6-16,0-2 0 0,3 0-1 0,3 2 0 15,0-5-8 1,3 0-2-16,0 0 0 0,0-3 0 0,2 0 9 0,1-5 2 0,0 3 0 0,0-6 0 15,3 1 11-15,0-4 9 0,0 1-12 0,3-3 12 16,0 0 0-16,-1 0 0 0,4-2 0 0,-3-4 0 16,0 4 0-16,3-6 0 0,-3 0 0 0,0 0 0 15,-4-2 54-15,-2-4 8 0,0 4 2 0,0-1 0 16,-3 1 0-16,0-1 0 0,-6 3 0 0,3 1 0 16,-3-1-19-16,-3 3-3 0,0-1-1 0,0 4 0 0,-6 2-15 0,0 0-3 15,0 3-1-15,-3-1 0 0,-3 4-22 16,0-1 0-16,-3 3 0 0,1 3 8 0,-1-1 0 0,0 4 1 15,-3-1 0-15,3 5 0 0,3-2-17 0,3 6-4 16,-3-1-1-16,6 0 0 16,0 0-15-16,0 6-2 0,6-3-1 0,0 0 0 15,3-1-49-15,6 4-11 0,-3-3-1 0,3 0-1 16,3-6 23-16,3 1 5 0,-3-1 1 0,3-4 0 16,0-1-52-16,0-2-9 0,-4-1-3 15,1-2 0-15,0 0 103 0,0-2 25 0,-3-4 0 0,-3 1 0 0,0 0 46 0,0-1 14 16,-3-1 4-16,0-1 0 0,0-3 51 0,-3 3 10 15,3-2 3-15,-3 2 0 0,3-3-103 0,-3 3-25 0,3 0 0 16,-3 0 0-16,3 3 56 0,-3 0 7 16,0 5 1-16,0 0 0 0,0 0-43 0,0 0-8 0,6 2-1 0,-3 1-1 15,3 2-11-15,-3 0 0 0,0 3 0 0,3 3 0 16,-3 0 0-16,0 2 0 0,0 0 0 0,2-2 0 16,-2 2-17-16,3 0 4 0,0-2 1 0,0 2 0 15,3-3-18-15,0 1-3 0,-3 0-1 0,6-3 0 16,-3 0 3-1,0-3 1-15,3 0 0 0,-3-2 0 0,3-3 30 0,0 0 0 0,2-3 0 0,1 0 0 16,0-2 0-16,3-5 0 0,-3 2 0 0,3-3 0 16,3-5 0-16,-3-2 0 0,2-4 0 0,-2-1 0 15,3-6 58-15,-3-1 5 0,0-1 1 0,0 2 0 16,-1 0-52-16,-2-3-12 0,0 3 0 0,-6-6 0 16,0 3 54-16,0 3 8 0,-3-2 2 0,-3 2 0 15,-3 2-20-15,0 6-4 0,-3 0-1 0,0 2 0 16,0 1-11-16,-3 7-3 0,0 1 0 0,0 2 0 15,0 0-25-15,0 5 0 0,0 3 0 0,6 0 0 0,-6 3 0 0,0 5 0 16,-3 2 0-16,4 3-11 0,-1 6 11 0,0-1 0 16,0 4-9-16,0 1 9 15,0 1-8-15,3 0 8 0,-3 3-10 0,3-4 10 0,0 1-12 0,3 0 3 16,0 2 1-16,0 4 0 0,0 1-5 0,3-2-1 16,0 3 0-16,0-3 0 15,0-2-12-15,0-1-2 0,0-2-1 0,3 0 0 16,-3-6-28-16,0-2-6 0,3 0-1 0,-3-3 0 15,3-2-130-15,-4-3-26 0</inkml:trace>
  <inkml:trace contextRef="#ctx0" brushRef="#br0" timeOffset="145544.261">19291 7687 1998 0,'0'0'44'0,"0"0"8"0,0 0 3 0,0 0 1 0,0 0-44 0,0 0-12 0,0 0 0 16,0 0 0-16,0 0 115 0,0 0 21 15,0 0 4-15,0 0 0 0,0 0-50 0,0 0-10 16,-3 5-3-16,0 3 0 0,3-3-33 0,0 0-8 16,0 1 0-16,0 4-1 0,0-2-15 0,3 3-4 0,0 2 0 0,0 3 0 15,0-3-16-15,3 6 10 0,-3-1-10 0,3 3 8 16,-3 3-8-16,3 0 0 0,-3 0 0 0,0 2 0 16,0-2 0-16,0-3 0 0,-1 0 0 0,1 1 0 15,0-1 0-15,-3-3 0 0,3 1-9 0,0-6 9 31,0 0-93-31,0-2-12 0,0-3-3 0,0 0 0 16,3-3-101-16,-3-2-21 0,6-1-4 0</inkml:trace>
  <inkml:trace contextRef="#ctx0" brushRef="#br0" timeOffset="145888.463">19609 7962 1958 0,'9'-21'43'0,"-6"10"9"0,0 0 1 0,0-2 3 0,0 0-45 0,-3 2-11 0,0-2 0 0,0 5 0 15,-3-2 156-15,0 2 28 0,-3 2 7 0,0 1 1 16,0 0-103-16,0 5-20 0,0-3-4 0,0 6-1 15,1-3-20-15,-1 5-4 0,-3 0 0 0,3 3-1 16,0 0-31-16,3 3-8 0,-3 2 0 0,0 0 0 0,3 3 0 0,3 0 0 16,-3 0-11-16,3 3 11 0,3-4-16 0,0 1 2 15,0 0 1-15,3 3 0 0,0-6-7 0,3 0-2 16,0 0 0-16,3-2 0 0,2 0 22 0,1-4 0 16,0-1 0-16,3-1 0 15,0-2-52-15,0-3-10 0,3 0-2 0,-4-3 0 0,1 0 103 0,-3-2 20 0,0 0 4 16,0-3 1-16,-3-3-52 0,0 1-12 0,0-4 0 0,-3 1 0 15,3 0 0-15,-7-3 0 0,1-2 0 0,0-1 0 16,-3 1 54-16,0-4 8 16,-3 4 2-16,-3-1 0 0,0 3-52 0,0 1-12 0,-3 1 0 0,-2 1 0 15,-1 5 0-15,0-2 0 16,0 4 0-16,-3 1 0 16,-3 0-56-16,-3 2-4 0,-3 3 0 0,-3 0-1 15,-2 0-156-15,-7 3-31 0,-33-1-7 0,10 12-1 0</inkml:trace>
  <inkml:trace contextRef="#ctx0" brushRef="#br0" timeOffset="146649.769">13504 9332 1608 0,'0'0'45'0,"0"0"11"0,0 0-44 0,0 0-12 16,0 0 0-16,0 0 0 0,0 0 130 0,0 0 24 16,0 0 5-16,0 0 1 0,0 0-56 0,0 0-10 15,0 0-2-15,3 3-1 0,3 0-25 0,0-1-5 16,3 4-1-16,0-4 0 0,3 1-13 0,0-3-3 15,0 3-1-15,3-1 0 0,3-2-12 0,-1 3-3 16,1-3 0-16,3 0 0 0,-3 0-14 0,0-3-3 0,3 3-1 0,-1-2 0 16,-2 2-10-16,3-3 0 0,0 0 0 15,0 3 0-15,-3-2 0 0,3 2 0 0,-4-3 0 0,-2 3-11 32,0 0-19-32,0 0-4 0,-3-3-1 0,-3 6 0 15,0-3-93-15,-3 3-20 0,-6-3-3 0,0 0-593 0,0 0-120 0</inkml:trace>
  <inkml:trace contextRef="#ctx0" brushRef="#br0" timeOffset="146930.878">13504 9563 1688 0,'0'0'37'0,"0"0"8"0,0 0 2 16,0 0 0-16,0 0-38 0,0 0-9 0,0 0 0 0,0 0 0 0,0 0 104 0,0 0 18 15,0 0 4-15,0 0 1 0,0 0-27 0,3 2-4 16,6-2-2-16,-3 0 0 0,3 0-20 0,3 0-4 16,-3 0-1-16,3 0 0 0,3 0-14 0,-3-2-3 15,5-1-1-15,-2 3 0 0,3-3-14 0,-3 1-2 16,3 2-1-16,-3-3 0 0,0 0-14 0,3 1-4 16,-1-1 0-16,-2 0 0 0,3 1-16 0,3-1 8 15,-3-2-8-15,6 2 0 0,0-2 0 0,-1 2 0 16,1 1 0-16,3-1-9 15,-3 0-29-15,0 1-6 0,-4-1 0 0,4 3-1 16,-3-3-120-16,0 1-24 0,-3 2-5 0</inkml:trace>
  <inkml:trace contextRef="#ctx0" brushRef="#br0" timeOffset="148656.463">14597 9269 1459 0,'0'0'41'0,"0"0"10"0,3-3-41 0,3 3-10 16,0-2 0-16,-6 2 0 0,3-3 124 0,-3 3 24 15,6-3 4-15,-6 3 0 0,0 0-19 0,0 0-4 16,0 0-1-16,0 0 0 0,0 0-51 0,0 0-10 15,0 0-3-15,0 0 0 0,0 0-51 0,0 0-13 16,-6 0 0-16,-3 3 0 0,3 0 0 0,-3 2 0 16,3 0 0-16,-3 1 0 0,0-1 0 0,3 3 0 15,-3 0 0-15,0 0 0 0,3 0 54 0,-3-1 8 16,3 4 2-16,0-3 0 16,3 0-79-16,0 0-15 0,3 0-3 0,0 0-1 0,0-3 24 0,0 3 10 0,3-3-8 15,3 1 8-15,0-1 0 0,0 3-10 0,3-6 10 0,0 4 0 16,0-1-9-16,3-2 9 0,0 2 0 0,0-2-9 15,3-1 9-15,0 1 0 0,-1 0 0 0,4 2 0 16,-3 0 0-16,0-2 0 0,0 2 0 0,-3 3 0 16,0-5 0-16,0 5 0 0,-3-3 0 0,-3 3 0 15,-1 0 0-15,-2 0 0 0,-3 0 0 0,-3 5-12 16,0-3-4-16,1 1 0 0,-7 0-1 0,0 2 0 16,0-3-12-16,-3 1-3 0,0 0 0 0,-3-1 0 15,3 1 0 1,-6-3 0-16,6 2 0 0,-3-2 0 0,1-2-76 15,2 1-16-15,-3-4-4 0,-3 5-819 0</inkml:trace>
  <inkml:trace contextRef="#ctx0" brushRef="#br0" timeOffset="148907.748">14647 9332 1552 0,'-6'-8'44'0,"6"8"10"0,-6-2-43 0,3-3-11 15,0-1 0-15,0 1 0 0,1 0 156 0,-1-1 28 16,3 1 7-16,0 5 1 0,0-5-82 0,3 0-16 16,-1 2-3-16,4-2-1 0,-3 2-26 0,3-2-4 0,3 2-2 0,0 0 0 15,3 1-22-15,0-1-4 0,0-2 0 0,3 2-1 16,0-2-18-16,3 2-3 16,-4 1-1-16,7-1 0 0,-3 0-9 0,0 1 0 0,3-1 0 15,-3 0 8-15,0 1-21 0,-1 2-5 16,-2 0-1-16,-3 0 0 15,3 0-142-15,-3 0-29 0,0 0-6 0</inkml:trace>
  <inkml:trace contextRef="#ctx0" brushRef="#br0" timeOffset="149463.575">15609 9327 2055 0,'0'0'45'0,"6"-5"10"0,-3 2 1 0,0 1 2 0,0-1-46 0,-3 3-12 0,0 0 0 0,0 0 0 15,0 0 82-15,0 0 14 0,-6 0 4 0,-3 0 0 16,0 3-52-16,-3-1-11 0,0 1-1 0,0 2-1 16,-3 0-15-16,-3 3-4 0,3 0 0 0,-2 3 0 15,-1-1-1-15,0 1-1 0,0 5 0 0,0 0 0 16,0 2-14-16,-2 1 0 0,2 2 0 0,0 0 0 15,0 0-32-15,-3-2-10 0,0 2-2 0,0 0 0 32,4-5-16-32,-1-3-4 0,3 1-1 0,-3-1 0 0,3-3-27 0,3-2-4 0,0 0-2 0,3 0-512 15,0-3-102-15</inkml:trace>
  <inkml:trace contextRef="#ctx0" brushRef="#br0" timeOffset="149722.01">15225 9338 1958 0,'0'0'43'15,"0"0"9"-15,0-6 1 0,3 4 3 0,0-4-45 0,-3 6-11 0,3-2 0 0,-3 2 0 0,3 0 104 0,3 0 20 16,-3 0 3-16,3 0 1 0,0 2-52 0,-1 1-9 16,1 2-3-16,0 1 0 0,0 2 0 0,0 0 0 0,0 2 0 15,3 1 0-15,-3-1-51 0,0 4-13 16,0-1 0-16,0 3 0 0,0 0 0 0,3 2 0 0,-3-2 0 0,3 2 0 15,3 1 0-15,-3 0 0 0,3-1 0 0,2 1 0 16,1-4 0-16,3 1-12 16,0 0 3-16,3-3 0 15,0-2-39-15,-1 2-8 0,4-5-2 0,0 0-751 0,-3 0-151 0</inkml:trace>
  <inkml:trace contextRef="#ctx0" brushRef="#br0" timeOffset="151870.182">12468 6303 1552 0,'0'0'44'0,"0"0"10"0,-8 0-43 0,5 0-11 0,-3 0 0 0,0 0 0 16,0 0 104-16,0 0 20 0,0 2 3 0,0-2 1 15,0 3-52-15,6-3-9 0,-6 3-3 0,6-3 0 16,-3 2 0-16,3-2 0 0,-6 3 0 0,3 5 0 15,0-3-32-15,0 1-8 0,3 1 0 0,-3-1-1 16,3 2-5-16,-3 0-1 0,3 0 0 0,0 0 0 16,0 2-9-16,0-2-8 0,0 0 12 0,3 0-12 15,0 0 0-15,0 0 0 0,0 0 0 0,6 0 0 16,-3-3 0-16,6 0 0 0,0-2 0 0,0-3 0 16,2 0 16-16,1 0 4 0,0-3 0 0,0-2 0 15,0 0-20-15,-3-1 0 0,3 1 0 0,-3-3 0 16,0 0-11-16,0 0-5 0,-1 0-2 0,-2-2 0 15,0 2 18-15,-3-5 0 0,-3 2 8 0,0 0-8 16,0-2 16-16,-3 0-2 0,-3-3-1 0,0 0 0 0,-3 0-13 0,3 0 0 16,-3 3 0-16,-3-3 0 0,3 6 0 15,-2-3 0-15,-1 5 0 0,0 0 0 16,0 0-21-16,-3 2-7 0,0 4-2 0,0-1 0 16,0 0-106-16,0 3-20 0,-3 0-5 0,3 3-1 0</inkml:trace>
  <inkml:trace contextRef="#ctx0" brushRef="#br0" timeOffset="152398.37">11775 6104 1958 0,'0'0'43'0,"0"0"9"0,0 0 1 0,0 0 3 0,0 0-45 0,0 0-11 0,0 0 0 0,0 0 0 16,0 0 88-16,0 0 16 0,3-2 4 0,-3 2 0 16,0 0-71-16,6 0-13 0,-6 0-4 0,3 5 0 15,0 0 36-15,0 1 6 0,-3 1 2 0,0 4 0 16,0 0-52-16,0 5-12 0,0-3 0 0,0 3 0 31,0 2-48-31,3 1-13 0,-3-1-3 0,0 1 0 16,3-1 0-16,0 1 0 0,0-3 0 0,0 2-614 0,0-2-123 0</inkml:trace>
  <inkml:trace contextRef="#ctx0" brushRef="#br0" timeOffset="153303.25">11049 6178 1162 0,'0'0'25'0,"0"0"6"0,0 0 1 0,0 0 1 0,0-5-33 0,0 0 0 16,0 5 0-16,3-5 0 0,-3-1 81 0,3 1 10 16,0 0 1-16,0 2 1 0,-1-2 28 0,4 2 6 15,0-2 1-15,0 2 0 0,0-2-52 0,0 2-9 16,3 1-3-16,0-1 0 0,0-2 0 0,0 2 0 15,0 0 0-15,0 1 0 0,0-1 0 0,0 3 0 16,3-3 0-16,-3 3 0 0,-4-2-51 0,1 2-13 0,0 2 0 0,0-2 0 16,-3 0 0-16,-3 0 0 0,0 0 0 0,3 6 0 15,0-1 0-15,-3 0 0 0,3 1 0 0,-3-1 0 16,-3 3 0-16,0 0 0 16,0 0 0-16,-3 2 0 0,0-2 0 0,-3 5 0 0,4-2 0 0,-4 2 0 15,-3 0 0-15,3 1 0 0,0-1 0 0,0 3 0 16,0-6 0-16,0 4 0 0,3-4 0 0,0 1 0 15,3-3 0-15,0 0 0 0,0 0 0 16,3-3 0-16,0 3 0 0,3-6 0 0,-3-2 0 0,3 6 0 16,3-4 0-16,3 1 0 0,-3-3 0 0,3 3 0 15,3-3 0-15,-3-3 0 0,6 3 0 0,-3-3 0 16,2 1 0-16,1-1 0 0,3 0 0 0,-3 1 0 16,0-1 0-16,0 1 0 0,0 2 0 0,0-3 0 15,-3 3 0-15,-1-3 0 0,4 3 0 0,-3 0 0 16,0 0-209-16,-3 3-45 0,6 2-9 0,-3 0-1 15</inkml:trace>
  <inkml:trace contextRef="#ctx0" brushRef="#br0" timeOffset="154936.993">16237 9380 1549 0,'0'0'44'0,"6"-3"9"16,-3 1-42-16,3 2-11 0,-6 0 0 0,0 0 0 0,0 0 105 0,0 0 19 16,0 0 4-16,0 0 1 0,0 0-1 0,0 0 0 15,0 0 0-15,-6 0 0 0,-3 2-51 0,0 4-10 16,-3-1-3-16,0 0 0 0,-3 3-52 0,0 0-12 15,0 3 0-15,-5-1 0 0,-1 4 0 0,-3-1 15 16,3 3-3-16,-3 2-1 0,3 1-11 0,1-1-12 16,-1 1 2-16,3-1 1 0,3-2 9 0,3 0 0 15,0 0 0-15,3-3 0 0,6-2 0 0,0-1 0 16,3-2 0-16,0 0 0 0,6 0 0 0,3 0 0 16,0-5 0-16,6-1 0 0,0 1 0 0,0-3 0 15,6 0 0-15,-1-3 0 0,1-2 0 0,0 2 0 16,0-2 0-16,-6 0 0 0,3 0 0 0,-6-1 0 15,-3 1 0-15,0-3 0 0,-7 5 0 0,1-2 0 0,0 0 0 0,-6-3 0 16,0 3 0-16,-5-1 0 0,-1-2 0 0,-6 0 0 16,-3-2 49-16,0 2 12 0,-3-3 3 0,0 1 0 15,-5-4-52-15,2 1-12 0,0 0 0 0,0 0 0 16,0-3 0-16,6 3 0 0,1-3 0 0,-1 3 0 16,6 2 0-16,3-2 0 0,3 0 0 0,0 2 0 15,0-2 0-15,6-1 0 0,0 4 0 0,0-3 0 16,6-1 0-16,0 4 0 0,3-1 0 0,0 1 0 15,3-1 0-15,0 3 0 0,3 0 0 0,2 0 0 16,1 0 8-16,0 3 0 0,0 0-8 0,0-1 12 16,0 4-12-16,-3-1-8 0,-1 1 8 0,1 2-13 15,-3 2 38-15,-3-2 8 0,0 5 2 0,-3 1 0 16,0-4-25-16,0 4-10 0,0 2 8 0,-3 0-8 16,0 0 0-16,0-1 0 0,0 4 8 0,0 0-8 15,0-3-30-15,-3-1-8 0,3 1-2 0,0 0 0 16,-3 0 40-16,3 0 0 0,0-2 0 0,0 1 0 15,-3-1-72-15,0-6-8 0,3 5 0 0,-3-5-1 16,0 0-178-16,0 0-35 0,0 0-7 16,0 0-2-16</inkml:trace>
  <inkml:trace contextRef="#ctx0" brushRef="#br0" timeOffset="155542.027">16237 8922 1638 0,'0'0'36'0,"0"0"7"0,0 0 1 0,0 0 3 0,0 0-38 0,-3-5-9 16,3-3 0-16,0 3 0 0,0-3 73 0,3 3 13 15,3-3 2-15,-3 0 1 0,6 0 31 0,-3 0 7 16,3 0 1-16,0 3 0 0,2-3-53 0,-2 0-11 16,6 0-1-16,0 2-1 0,0-1-4 0,3 1-1 15,-3 1 0-15,3 0 0 0,-4-1-19 0,-2 4-4 16,3-1-1-16,-3 0 0 0,3 3-9 0,-6 0-1 16,0 0-1-16,-3 6 0 0,3-4-10 0,-3 4-3 0,-3-1 0 0,0 3 0 15,0 0-1-15,-3 2 0 0,-3 1 0 16,0 2 0-16,-3 0-8 0,-3 1-11 15,0-1 3-15,0 0 0 0,-6 3-11 0,3-3-1 16,0 0-1-16,0 1 0 0,0-1 10 0,1 0 3 0,-1 0 0 0,3-2 0 16,0 2 8-16,3-2 0 0,0-1 0 0,3 1 0 15,0 0 0-15,6-4 0 0,3-1 0 0,-3-1 0 16,6 0 0-16,0-2 0 0,3 0 0 0,3-3 0 16,-4 0 0-16,7 0 0 0,0-3 0 0,0 0 0 15,0 1 0-15,0-1 0 0,-3 0 0 0,2-2 0 16,-2 0-18-16,3 0-8 0,-3-1-2 0,0 1 0 15,3 2-182-15,-3-2-37 0,3 2-7 16</inkml:trace>
  <inkml:trace contextRef="#ctx0" brushRef="#br0" timeOffset="156058.305">16844 9576 1497 0,'15'-3'32'0,"-6"3"8"0,0-2 0 0,6-1 4 0,0 0-36 0,-1-2-8 0,4 2 0 0,0 1 0 15,3-4 104-15,0 1 20 0,6 0 3 0,-1-3 1 16,4 3-52-16,3-1-9 0,0 1-3 0,2 0 0 0,1 2 4 0,-3 0 0 16,-3 1 0-16,2-1 0 15,-5-2-58-15,0 2-10 0,0 1 0 0,-3-1 0 0,-1-2 0 0,-2 5 0 16,-3-3 0-16,0 3 0 15,0 0-59-15,-3 0-4 0,-3 0-1 16,-4 0 0-16,-2 0-153 0,0 3-31 0,9-6-7 0,-15 3-1 16</inkml:trace>
  <inkml:trace contextRef="#ctx0" brushRef="#br0" timeOffset="156376.923">17189 9322 2221 0,'0'0'48'0,"0"0"11"0,0 0 1 0,0 0 4 0,0 0-52 0,-3-3-12 0,3 3 0 0,0 0 0 16,0 0 84-16,0 0 15 0,0 0 2 0,0 0 1 16,0 0-17-16,0 0-3 0,0 0-1 0,6 3 0 15,-3-3-65-15,3 2-16 0,-3 4 0 0,0-4 0 16,0 6 48-16,0 0 5 0,0 3 2 0,-3-1 0 15,0 4-37-15,0 2-7 0,-3-1-2 0,0 7 0 16,0-1-9-16,0 3 0 0,0 2 0 0,-3-2 0 16,3 2 0-16,3-2 0 0,-3 3 0 0,3-4 0 15,3 1 0-15,-3 0 0 0,6-3 0 0,-3-2 0 16,3-1-18-16,0-2-6 0,0 3 0 0,0-3-1 16,3-1-134-16,-3-1-26 15,3-4-6-15,-3 1-1 0</inkml:trace>
  <inkml:trace contextRef="#ctx0" brushRef="#br0" timeOffset="157004.458">17981 9348 1552 0,'0'0'44'0,"0"0"10"0,0-5-43 0,3 0-11 0,0-1 0 0,3 1 0 16,0 0 104-16,3 0 20 0,0-3 3 0,3 2 1 15,0 4 0-15,3-4 0 0,2 1 0 0,-2 2 0 0,3-2-52 0,-3 3-9 16,3-4-3-16,-3 6 0 0,0-2 0 0,0 2 0 15,-1 0 0-15,-2 0 0 0,0 0-51 0,-3 2-13 16,0 1 0-16,0 0 0 0,-3 2 0 0,-3 0 0 16,3 0 0-16,-6 3 0 0,-3 3 0 0,0-1 0 15,-3 4 0-15,0-4 0 0,-3 4 0 0,0-1 0 16,0 3 0-16,-3 0 0 16,0 2-48-16,-2-2-13 0,2 2-3 0,-6 1 0 0,3-1 52 15,0 1 12-15,0-3 0 0,0 5 0 0,3-5 0 0,3-3 0 16,0 0 0-16,4 1 0 0,2-1 0 15,0-3 0-15,3-2 0 0,3 0 0 0,0 0 0 0,2-2 0 16,1-1 0-16,0-3 0 0,6 1 0 0,0 2 0 16,0-5 0-16,0 3 0 0,0-3 0 0,3 3 0 0,0-3 0 0,-3 0 0 15,2 0 0-15,1-3 0 16,3 3 0-16,0-3 0 0,0 1 0 0,3-1 0 0,0 0 0 0,-4-2 0 31,4 0-70-31,0 0-11 0,0-1-3 0,0-2-650 0,-3 0-130 0</inkml:trace>
  <inkml:trace contextRef="#ctx0" brushRef="#br0" timeOffset="157426.429">19133 9317 1728 0,'0'-11'38'0,"0"8"8"0,0-2 2 0,0 2 0 0,3-2-39 0,-3 5-9 16,0-3 0-16,0 3 0 0,0 0 120 0,0 0 21 0,0 0 5 0,0 0 1 16,0 0-31-16,0 0-5 0,0 0-2 0,-6 0 0 15,-3 0-87-15,0 6-22 16,0-4 0-16,0 4 0 0,-3 2 56 0,1 0 6 0,-1-1 2 0,0 4 0 16,-3 0-52-16,0 2-12 0,0 0 0 0,-3 3 0 15,0 0 0-15,-5 0 0 0,2 0 0 16,-3 5 0-16,0 0 0 0,0-3 0 0,3 4 0 0,-2-4 0 31,2 1-100-31,3-3-22 0,0-1-5 0,3-1-649 0,0-4-131 0</inkml:trace>
  <inkml:trace contextRef="#ctx0" brushRef="#br0" timeOffset="157709.933">18752 9322 2185 0,'0'0'48'0,"-3"-5"9"0,0-3 3 16,3 2 2-16,-3 4-50 0,3 2-12 0,0 0 0 0,0 0 0 0,0-6 112 0,0 6 19 16,0 0 4-16,0 0 1 15,0 0-65-15,0 0-13 0,0 0-2 0,6 3-1 0,0 2-19 16,3 1-3-16,-3 2-1 0,0-3 0 0,3 3-9 0,0 0-3 16,0 2 0-16,0 1 0 0,0-1-11 0,2 4-9 15,-2 2 12-15,0 2-12 0,3 1 8 0,0 2-8 16,0 3 0-16,3-3 0 0,0 3 0 0,-3-3 0 15,0 0 0-15,0 0 0 0,-1-2 9 0,1-1-1 16,0-2-8-16,0 0 12 16,0-3-68-16,-3 0-13 0,3-2-3 0,-3 2-1 15,0-5-152-15,0 0-31 0,3 0-5 0,-1-3-2 0</inkml:trace>
  <inkml:trace contextRef="#ctx0" brushRef="#br0" timeOffset="158409.209">20008 9388 2419 0,'0'0'53'0,"-9"-3"11"0,3 3 3 0,-3-2 1 0,0 2-55 0,1 0-13 15,-1 0 0-15,0 2 0 0,-3-2 54 0,0 3 8 16,0 0 2-16,-3 2 0 0,3 3-52 0,-3 0-12 16,0 0 0-16,1 2 0 0,-1 4 0 0,-3-1 0 15,3 0 0-15,-3 6 0 0,0-1 24 0,3 1 1 16,-3-1 1-16,4 3 0 15,-1 0-42-15,3-2-8 0,3-1-1 0,3 1-1 0,0 0 26 0,3-4 0 0,3 1 0 16,0 0 0-16,6-3 0 0,3-2 0 16,0 0 0-16,3-1 0 0,3-2 0 0,-1 0 0 15,4-3 0-15,0 1 0 0,0-6 0 0,0 2 0 0,3-4 0 16,-3 2 0-16,2-3 0 0,1 0 0 0,-3-2 0 16,-3 2 0-16,0-2 0 0,-6 0 17 0,0 0-2 0,-3-1-1 15,-6-2-5-15,0 0-1 0,-3 0 0 0,-6 0 0 16,-3-2-24-16,0-1-4 0,-3-2-2 0,-3 2 0 15,0-2 22-15,-2-3 0 0,2 3 0 0,-3-3 0 16,0 0 0-16,0 1 0 0,-3-4 0 0,3 0 0 16,4 1 0-16,-1-1 0 0,3 1 0 0,0-1 0 15,3 1 13-15,3 2 7 0,3 3 2 0,3-3 0 16,0 3-14-16,3-1-8 0,0 4 10 0,6-1-10 16,-3 1 16-16,6-1-2 0,0 3-1 0,0 0 0 15,0 0 4-15,3 0 1 0,0 0 0 0,3 3 0 16,-3 0 3-16,2 2 1 0,1-2 0 0,-3 2 0 15,0 1 2-15,0 2 0 0,0 0 0 0,0 2 0 0,-3-2-6 16,0 3-1-16,0 0 0 0,0 2 0 0,-1-3-9 0,-2 4-8 16,0 2 9-16,0-3-9 15,0 0 0-15,0 3 8 0,-3 0-8 0,3 0 0 0,-3-3 0 0,-3 3 0 16,3 3-9-16,-3-3 9 16,0 2-28-16,0 1 1 0,-3-3 0 0,0 3 0 15,3-1-3-15,-3 1-1 0,-3-3 0 0,3 2 0 16,-3-2-180-16,0 0-36 0,3-3-7 0,-3-2-770 15</inkml:trace>
  <inkml:trace contextRef="#ctx0" brushRef="#br0" timeOffset="158771.474">20166 8848 1602 0,'0'0'35'0,"0"0"7"0,0 0 2 0,0 0 1 0,0 0-36 0,0 0-9 0,0 0 0 0,0 0 0 16,0 0 97-16,0 0 18 0,0-5 3 0,0 5 1 16,0 0-39-16,0 0-8 0,0 0-2 0,0 0 0 15,0 0-18-15,0 0-3 0,0 0-1 0,0 0 0 16,-3 5-4-16,3 3-2 0,0 3 0 0,0-3 0 15,0 5 6-15,0-3 0 0,0 4 1 0,3-1 0 16,-3 0-9-16,0 0-1 0,0 3-1 0,0 3 0 16,0-3-14-16,0 2-4 0,3 3 0 0,-3 1 0 15,0 1-20-15,3-1 9 0,0 1-9 0,0 1 0 0,0-3 0 0,0 0 0 16,0 1 0-16,-3 1 0 16,3-4-34-16,0 0-4 0,3-1-1 0,-3 1 0 15,0-6-167-15,0 0-34 0</inkml:trace>
  <inkml:trace contextRef="#ctx0" brushRef="#br0" timeOffset="159753.323">20660 9576 1036 0,'0'0'23'0,"-6"0"5"0,6 0 0 0,-6 5 1 0,6-5-29 0,-6 3 0 15,0-1 0-15,0 1 0 0,3 2 108 0,3-5 16 0,-6 3 4 0,3 2 0 16,3-5-8-16,-3 3 0 0,3-3-1 0,0 0 0 16,0 0-25-16,0 8-5 0,0-8-1 15,3 5 0-15,0-2-15 0,3 2-3 0,0-2-1 0,3-1 0 16,3-2-6-16,0 3-2 0,6-3 0 0,3 0 0 15,0-3-21-15,5 3-5 0,4-2-1 0,3-1 0 16,0-2-14-16,-1 2-4 0,1-2 0 0,0 0 0 16,0-1-16-16,2 1 8 0,-2 0-8 0,0-1 0 15,0-1 0-15,-4 1-12 0,1-2 0 0,-3 3 0 32,-3 0-32-32,-4-1-5 0,-2 1-2 0,-3 2 0 15,-3-2-118-15,-3 3-24 0,-3-4-5 0,0 4-792 0</inkml:trace>
  <inkml:trace contextRef="#ctx0" brushRef="#br0" timeOffset="160054.52">21029 9364 1958 0,'0'0'43'0,"0"0"9"0,0-5 1 0,0 0 3 0,0-3-45 0,0 2-11 16,0 1 0-16,0 0 0 0,0-1 104 0,0 6 20 15,0 0 3-15,-3-5 1 0,3 5-52 0,0-5-9 16,0 5-3-16,0 0 0 0,0 0 0 0,0 0 0 16,0 0 0-16,0 0 0 0,0 0-51 0,-3 5-13 15,0 3 0-15,0 0 0 0,0 3 54 0,-3 2 8 0,3-3 2 0,0 6 0 16,3 3-52-16,-3-1-12 16,3 1 0-16,0 5 0 0,-3 0 0 0,3-1 0 0,0 1 0 15,0 3 0-15,0-6 0 0,3 3 0 16,-3-1 0-16,3-1 0 15,0-1-48-15,3 0-13 0,0 0-3 0,-3-5 0 16,3 3 0-16,0-4 0 0,0-1 0 0,3-1-751 0,-3-3-150 0</inkml:trace>
  <inkml:trace contextRef="#ctx0" brushRef="#br0" timeOffset="160679.429">21994 9219 2188 0,'0'0'48'0,"0"0"11"0,0 0 1 0,0-6 1 0,0 6-49 0,0 0-12 16,0 0 0-16,0 0 0 0,0 0 105 0,0 0 19 0,0 0 3 0,0 0 1 16,0 0-95-16,0 0-18 0,0 0-4 0,0 0-1 15,0 0-10-15,-6 6 12 0,0-1-12 0,-3 0 12 16,0 3-12-16,0 0 0 0,-3 0 0 0,0 3 0 16,-3-1-8-16,0 3-8 0,0-2 0 0,-2 2-1 31,-1 0-38-31,0 1-7 0,0-1-2 0,-3-2 0 0,3-1 52 0,-3 1 12 0,4-1 0 0,-1 1 0 15,3-3 0-15,0 2 0 0,6-2 0 0,0 0 0 16,0-2 0-16,6 2 0 0,0-3 0 0,3-5 0 16,3 5 0-16,0 0 0 0,3-2 0 0,3 2 0 15,0-2 0-15,3 0 0 0,0 2 0 0,3-2 0 16,0-1 0-16,2 1 0 0,-2-3 0 0,3 5 0 0,0-5 48 0,0 3 13 16,0-3 3-16,3 2 0 0,-1 1-52 0,1 0-12 15,0-3 0-15,3 0 0 16,0 0 13-16,-3 0 0 0,-1 0 0 0,1 0 0 0,0 0-13 0,-3 0-18 15,0-3 4-15,-3 0 1 16,0 1-143-16,-1-1-29 0,-2-2-6 0,-3 0-1 0</inkml:trace>
  <inkml:trace contextRef="#ctx0" brushRef="#br0" timeOffset="160980.917">22056 9274 2188 0,'-6'0'48'0,"0"0"11"0,0-2 1 0,-3 2 1 0,3 0-49 0,0 0-12 0,0 0 0 0,6 0 0 16,0 0 93-16,0 0 16 16,0 0 3-16,0 0 1 0,0 0-41 0,-3 5-8 0,1 0-1 0,2 3-1 15,-3 0-18-15,3 0-3 0,0 0-1 0,0 2 0 16,0 1-12-16,3 0-2 0,-3 2-1 0,0 0 0 16,2 3-8-16,-2 0-1 0,0 5-1 0,3 0 0 15,-3 3-7-15,0 0 0 0,0 5-8 0,0-3 12 16,0-2-12-16,3 0 0 0,-3-3 0 0,0 3 0 15,3-3 0-15,0-2 0 0,0-1 0 0,0 1 0 16,0-3 0-16,0 0 0 0,0-1-11 0,0-1 11 16,0-4-59-16,0 1-4 15,0-1-1-15,0-2 0 16,0 0-153-16,3-2-31 0</inkml:trace>
  <inkml:trace contextRef="#ctx0" brushRef="#br0" timeOffset="161487.831">22735 9364 1958 0,'0'0'43'0,"0"0"9"0,0 0 1 0,0 0 3 0,0 0-45 0,-6-2-11 0,0-1 0 0,3-2 0 16,-3 2 87-16,3 3 15 0,3 0 3 0,-9-3 1 0,3 3-55 16,-3 0-11-16,3 0-3 0,-3 3 0 15,0 0 10-15,3-1 1 0,-3 4 1 0,-2-1 0 0,2 0-39 16,-3 3-10-16,0 0 0 0,-3 3 0 0,-3-1 0 15,0 3 0-15,0 1 0 0,-2 4 0 0,-4 1 0 16,3-1 0-16,0 1 0 0,-3 2 0 0,3 0 0 0,4-5 0 16,-4 0 0-16,3 0 0 15,3-3-152-15,3-3-33 0,0 1-7 0,-3 0-792 0</inkml:trace>
  <inkml:trace contextRef="#ctx0" brushRef="#br0" timeOffset="161765.388">22309 9346 2178 0,'0'0'48'0,"0"0"9"0,-3-8 3 0,0 2 1 0,3-2-49 0,-3 3-12 0,3 0 0 0,0-3 0 16,0 3 56-16,0 5 9 0,3-6 2 0,-3 4 0 16,0 2-3-16,6-3 0 0,0 0 0 0,-3 1 0 15,3 2-51-15,0 2-13 0,0 1 0 0,0 2 0 16,0 1 44-16,0 2 5 0,0 0 2 0,0-1 0 15,0 1-31-15,0 6-5 0,0-4-2 0,2 3 0 16,1 6-4-16,0-3-1 0,0 2 0 0,3 4 0 16,0-1-8-16,3 3 0 0,-3-3 0 0,3 3 8 15,0-3-8-15,0 0-14 0,2 0 3 0,-2-2 1 16,0-4 10-16,-3 4 0 0,3-3 0 0,-3-3 0 16,0 0-32-16,0 1-12 0,0-7-1 0,-1 1-1 15,1 0-94 1,-3-5-18-16,3 2-4 0,0-2-1 0</inkml:trace>
  <inkml:trace contextRef="#ctx0" brushRef="#br0" timeOffset="162501.509">23384 9354 2188 0,'0'0'48'0,"0"0"11"0,0 0 1 0,-6 0 1 0,-3 0-49 0,3 0-12 0,-6 0 0 0,0 0 0 16,-3 0 54-16,-3 2 8 0,-3-2 2 0,-2 3 0 15,-1 0 0-15,-3 2 0 0,0 3 0 0,0 0 0 16,4 0-52-16,-1 5-12 0,0-3 0 0,0 4 0 16,6 2-20-16,-2 2-8 0,2-2 0 0,3 2-1 15,3 1 20-15,0 2 9 0,6-2-8 0,0 2 8 16,6-5-16-16,0 2 3 0,6-2 0 0,0 0 0 15,3 0-20 1,3-3-4-16,3-2-1 0,0-1 0 0,2 1 2 0,1-6 1 0,3 0 0 0,3 1 0 0,-3-4 27 0,6-2 8 16,-4-2 0-16,1-1 0 15,0 0-12-15,0 1 4 0,-6-3 8 0,-3-1-13 0,-1 1 13 0,-5-3 0 16,-3 3 0-16,-3-3 0 0,-3 0 48 0,-6 0 13 16,0-3 3-16,-6-2 0 0,-2 0-52 0,-1-3-12 15,-6-3 0-15,0 1 0 0,-3-3 0 0,0 2 0 16,1 1 0-16,-1-1 0 0,3 1 0 0,3 2 0 0,0-3 0 0,0 3 0 15,6 1 0-15,-2-1 0 16,-1 0 0-16,6 0 0 0,0-3 28 0,3 3 4 0,3 1 0 0,0 1 0 16,3-1-9-16,3-1-2 15,0 2 0-15,3 4 0 0,0-1 3 0,0 1 0 0,3 2 0 0,0 0 0 16,0 2-3-16,2 1 0 0,-2 3 0 0,3 2 0 16,0 0 7-16,3 0 2 15,-3 0 0-15,0 2 0 0,0 3-30 0,0 1 0 0,0-4 0 0,-3 6 0 16,-1 0 0-16,-2 0 0 0,0 0 0 0,-3 0 0 15,0 3 0-15,0-3 0 0,0 2 0 0,0 3 0 16,-3-2 0-16,3 0 0 0,0-1 0 0,-3 1 0 16,3-3 0-16,-3 0 0 0,0 0 0 0,3 0 0 15,-3-1 0-15,0 1 0 0,0-2-13 0,0-6 4 16,0 5-100-16,0-5-20 0,0 0-4 0,0 0-631 16,0 0-127-16</inkml:trace>
  <inkml:trace contextRef="#ctx0" brushRef="#br0" timeOffset="162885.922">23541 8925 1792 0,'0'0'51'0,"-6"-5"10"0,4-1-49 0,-4 1-12 16,3 2 0-16,-3 1 0 0,0-1 105 0,0-2 19 15,0 2 3-15,0 3 1 0,-3 0-103 0,3 0-25 16,0 3 0-16,0 2 0 0,-3 0 45 0,3 1 4 15,0-1 1-15,0 3 0 0,0 0-34 0,0 2-8 0,3 1 0 0,0 0-8 16,0-1 0-16,3 1 0 16,0 2 0-16,0 0 0 0,0-2 0 0,3 2 0 15,0 0 0-15,0-2 0 0,3 2 0 0,0-2 0 0,0-1 0 0,3 1 0 16,0-1 0-16,3-2 0 0,0-2 0 0,3-1 0 16,0-2 0-16,2-1 12 0,1-2-3 0,3 0 0 15,-3 0 12-15,0-2 3 0,0-1 0 0,0-2 0 16,-1-1 2-16,-5 1 1 0,3-3 0 0,-6 3 0 15,3-3 11-15,-6-3 2 0,3 3 1 0,-3-2 0 16,-3-1-1-16,0-2 0 0,0 2 0 0,-3 1 0 16,0-1-16-16,0 1-3 0,-3-1-1 0,-3 3 0 15,3-2-12-15,-3 2-8 0,-3 0 10 0,0 2-10 16,-3-2 0-16,-3 3 0 0,0 0 0 0,-2 2 0 16,-1-2-52-16,-3 2-4 15,0 1-1-15,0 2-788 0,0 0-158 0</inkml:trace>
  <inkml:trace contextRef="#ctx0" brushRef="#br0" timeOffset="165265.209">14371 8957 1497 0,'0'0'32'0,"0"0"8"0,2-8 0 0,-2 8 4 0</inkml:trace>
  <inkml:trace contextRef="#ctx0" brushRef="#br0" timeOffset="168639.192">13725 11148 1666 0,'0'0'36'0,"0"0"8"0,0 0 2 0,0 0 2 0,0 0-39 0,0 0-9 0,0 0 0 16,0 0 0-16,0 0 112 0,0 0 20 0,0 0 4 0,0 0 0 15,0 0-39-15,0 0-8 0,0 0-1 0,3 5-1 16,0-2-31-16,2-1-5 0,1 1-2 0,0-3 0 15,3 2 12-15,0-2 3 0,3 0 0 0,0 0 0 16,0 0-52-16,6 0-12 0,-3 0 0 0,6-2 0 16,-1-1 21-16,1 1 2 0,3-1 0 0,0-2 0 15,0 2-23-15,-1 0 0 0,-2 3 0 0,3-2 0 16,-6-1-19-16,0 0-1 0,-3 3-1 0,-3-2 0 16,-3 2-86-16,-1-3-17 15,-2 3-3-15,0 3-649 0,0-3-131 0</inkml:trace>
  <inkml:trace contextRef="#ctx0" brushRef="#br0" timeOffset="168842.114">13787 11402 2005 0,'0'0'44'0,"-6"2"8"0,6-2 3 0,0 0 2 0,-3 6-45 0,3-6-12 15,0 0 0-15,0 0 0 0,0 0 94 0,0 0 17 0,9 2 3 16,-3-2 1-16,3 0-41 0,3 0-8 15,0-2-2-15,3-1 0 0,0 0-51 0,-1 1-13 0,7-4 0 0,0 1 0 16,3 0 0-16,0-3 0 16,3 0 0-16,-1 0 0 15,7-3-202-15,-6 3-43 0,12-7-9 0,-1-1-2 0</inkml:trace>
  <inkml:trace contextRef="#ctx0" brushRef="#br0" timeOffset="169253.795">14927 10793 2243 0,'0'0'64'0,"-6"3"13"0,0 2-61 0,0 0-16 15,3 1 0-15,-3 1 0 0,0 4 101 0,-3 0 18 16,4 2 3-16,-4 0 1 0,3 3-51 0,0 0-11 15,-3 2-1-15,3 4-1 0,-3-4-34 0,0 6-6 16,3 2-2-16,-3 3 0 0,3 6-17 0,3-1 0 0,0 3 0 0,0 0 0 16,6-2 55-16,0 2 7 0,3-5 2 15,3 2 0 1,3-5-74-16,6 0-14 0,0 3-4 0,2-3 0 16,1 3-6-16,0-6-2 0,6 3 0 0,3-2 0 15,-1-3-73-15,4-6-15 0,6 1-4 0,3-3-648 0,-1-6-131 0</inkml:trace>
  <inkml:trace contextRef="#ctx0" brushRef="#br0" timeOffset="170077.166">19568 10907 1284 0,'0'0'36'0,"0"0"8"0,0 0-35 0,-3-3-9 15,3 3 0-15,0 0 0 0,0 0 112 0,0 0 21 16,0 0 4-16,0 0 1 0,0 0-26 0,0 0-6 15,3 8-1-15,3-3 0 0,0 3-13 0,2-2-2 16,1 2-1-16,3 2 0 0,0-2-15 0,3 3-3 16,0-1-1-16,0 3 0 0,3 1-19 0,-3 2-4 0,0-3-1 0,-1 5 0 15,1 1-15-15,-3 5-3 0,0-1-1 16,-3 1 0-16,0 3-15 0,-3-3-2 0,0-1-1 0,-3 1 0 16,0 0-9-16,-3-5 0 0,0 2 9 0,-3 0-9 31,0 0-20-31,-3-5-9 0,-3 0-2 0,-3 2 0 0,-3-2 31 0,-3 0 0 0,-3-3 0 0,-2 3 0 15,-4 0 0-15,0 0 0 0,-3 0 0 0,-2 2 0 32,2-2-52-32,-3 0-5 0,3-3-1 0,1 3-761 0,-4-3-152 0</inkml:trace>
  <inkml:trace contextRef="#ctx0" brushRef="#br0" timeOffset="171144.549">16005 10753 1544 0,'0'0'34'0,"0"0"7"0,0 0 2 0,0 0 0 0,-3-5-35 0,3 5-8 0,0 0 0 0,-6-3 0 16,6 3 94-16,0 0 17 0,-6-2 3 0,6 2 1 15,0 0 2-15,0 0 1 0,-6 2 0 0,6-2 0 0,-3 6-55 0,0-1-11 16,-3 3-3-16,3 0 0 0,0 5-20 0,0 0-4 16,3 3-1-16,-3 0 0 0,0 0-24 0,0 5 0 15,0-2 8-15,-3 4-8 0,3-1 0 0,0-1 0 16,-3 3 0-16,3-1 0 0,-3 4 0 0,3 2 0 15,0 0 0-15,0 3 0 0,0-3 0 0,3 0 0 16,-3-2 0-16,3-4 0 0,0-2-12 16,0 1-4-16,3-4 0 0,-3-2-1 0,3 0 27 0,0-5 6 0,3-1 0 0,-3 1 1 31,0-6-65-31,0 0-12 0,0 1-4 0,-3-6 0 0,0 0 52 0,0 0 12 16,0 0 0-16,3-3 0 0,0-2 27 0,0-3 8 15,-3 2 1-15,0-2 1 0,0-2-24 0,-3 2-5 16,0-3 0-16,-3 1-8 0,0-3 9 0,0-1-9 0,-3 1 0 0,0 2 9 15,1 1 7-15,-4-1 0 0,0 1 1 16,0 4 0-16,-3-1-17 0,3 4 0 0,0 0 0 0,0 1 0 16,0 2 0-16,3 2 0 15,-3 1 0-15,4 2 0 0,2-2 0 0,-3 2 0 0,3 3 0 0,3-3 0 16,-3 3 0-16,6 0 0 0,0 0 0 0,0 3 0 16,3-3 0-16,0 2 0 0,3 1 0 0,0 2 0 15,3-2 0-15,-1-1-11 0,4 1 2 0,3-3 0 16,3 2-37-16,3-2-7 0,0 0-2 0,3-2 0 15,2-4 44-15,1 1 11 0,3 2 0 0,3-5 0 16,-4-3 0-16,4 1 0 0,-3-6 0 0,0 0 0 16,-3 0 0-16,-1-3 0 0,-2 1 0 0,3 2 0 0,-6-3 0 0,3-2 0 15,-4 2 0-15,-2-2 0 0,-3 0 49 0,-3-3 12 16,0 3 3-16,0-3 0 0,-6 0-8 0,0 0 0 16,-6 3-1-16,3 0 0 0,-6 0 14 15,0 2 3-15,0 0 1 0,-3 3 0 0,-3 1-58 16,3 1-15-16,-6 4 0 0,3 2 0 0,-3 0 0 15,3 2 0-15,-3 4 0 0,1 1 0 0,2 4 0 0,-3 0 0 16,6 2 0-16,-3 3 0 0,3 0 0 0,0 2 0 16,6-2 0-16,0 3 0 15,0-4 0-15,6-1 0 0,0 2 0 0,0-3 0 0,3-3 0 0,3 1 0 16,-3 0-11-16,2-1 11 16,1-5-54-16,3 1-3 0,-3-4-1 0,3 1 0 15,3-3-50-15,-3-3-11 0,3 1-1 0,2-6-661 0,-2 0-132 0</inkml:trace>
  <inkml:trace contextRef="#ctx0" brushRef="#br0" timeOffset="171587.914">16657 11156 1728 0,'0'0'38'0,"0"0"8"0,0 0 2 0,0 0 0 0,3-3-39 0,-1-2-9 0,-2-1 0 0,3 4 0 16,0-4 104-16,-3 1 20 0,6 0 3 0,-3-3 1 15,-3 3-52-15,3-1-9 0,-3 1-3 0,3 0 0 16,-3-1 0-16,0 4 0 0,0 2 0 0,0 0 0 15,0 0 0-15,-6-3 0 0,6 3 0 0,-6 0 0 16,-3 3-51-16,4-1-13 0,-1 4 0 0,-3 2 0 16,3 0 54-16,-3 2 8 0,3 1 2 0,0 2 0 15,0 0-64-15,3 3-28 0,0 0 3 0,0 0 0 16,0 0 17-16,3-3 8 0,0 3-8 0,3 0 8 16,0-3-33-16,3 0-2 0,0 0 0 0,3-2 0 15,0 2-23-15,3-5-5 0,0 0-1 0,5 0 0 0,-2-3 52 0,3-2 12 16,0 0 0-16,0-1 0 15,3-2-27-15,-3 0-2 0,-1-5-1 0,1 2 0 0,0-2 30 0,-3 0 18 16,0-1-2-16,-3 1-1 0,-3 0 29 0,0-3 7 16,0 3 1-16,-3-3 0 0,0-3 11 0,-1 3 2 15,-2-2 1-15,0 2 0 0,0 0-16 0,0 0-3 16,-3 0-1-16,3 2 0 0,-3-1-16 0,0 4-3 16,0 3-1-16,0 0 0 0,0 0-13 0,0 0-2 15,0 0-1-15,0 0 0 0,0 0-10 0,0 0 8 0,0 0-8 0,0 5 8 16,3 0-8-16,-3 6 8 0,0-3-8 0,0 3 8 15,0-3-8-15,0 5 0 16,0-3 0-16,-3 4 0 0,3-4 0 0,0 3-9 0,-3-2 0 0,3 2 0 31,0-2-76-31,-3-1-15 0,3-2-4 0,0 0-816 0,3 0-163 0</inkml:trace>
  <inkml:trace contextRef="#ctx0" brushRef="#br0" timeOffset="171762.433">17005 11036 2808 0,'0'0'62'0,"-6"-5"13"0,3 0 2 0,-3 0 1 0,3-1-62 0,-3 1-16 0,3 2 0 0,0-2 0 16,3 5 38-16,-3-5 5 0,3 5 1 0,0-6 0 16,0 6-44-16,0 0-14 0,3-5 0 0,-3 3 0 15,6-4-158-15,-3 4-32 0,3-1-7 0,0 0-1 16</inkml:trace>
  <inkml:trace contextRef="#ctx0" brushRef="#br0" timeOffset="173367.235">17192 11156 2188 0,'0'0'48'15,"0"0"11"-15,0 0 1 0,0 0 1 0,3 0-49 0,-3 0-12 0,6 0 0 0,0 0 0 0,0 0 91 0,0 2 15 16,-3 1 3-16,3 2 1 0,0 0-41 0,0 1-8 15,0 2-1-15,0 2-1 0,0-2-31 0,0 3-5 16,3 2-2-16,-3-2 0 0,0 2-21 0,0 3 0 16,0 0 0-16,-1-1 0 0,-2 4 0 15,0-3-13-15,0 0 1 0,-3 0 1 0,0-3 19 0,-3 3 4 16,0-3 1-16,0-3 0 0,0 1-13 0,-2 0 0 16,2-3 0-16,0 0 0 15,0-3-48-15,3-5-13 0,0 0-3 0,0 0 0 0,0 0 52 0,0 0 12 16,0 0 0-16,0-3 0 0,6-5 0 0,-3 0 0 0,2 0 0 15,1-5 0-15,3 0 48 0,-3 0 13 0,3-3 3 16,0 0 0-16,-3 0-52 0,3-2-12 0,-3 2 0 0,3-3 0 16,-3 1 0-16,0 2 0 0,3 0 0 0,-3 0 0 15,0 3 0-15,3 0 0 16,-3 2 0-16,3 3 0 0,-4 0 0 0,1 3 0 0,0 2 0 0,0 3 0 16,0 0 0-16,0 3 0 0,0-1 0 0,0 4 0 15,0 2 0-15,-3 0 0 0,3 2 0 0,0 3 0 16,-3 1 0-16,0-1 0 0,3 0 0 0,-3 3 0 15,0-5 11-15,3 4-1 0,-3-1 0 0,3-1 0 16,-3 0-10-16,3 0-16 0,-3-2 4 0,-3 2 1 16,3-5 11-16,-3 3 0 0,0-6 0 0,0 3 0 15,0 0 0-15,0-8 0 0,0 5 0 0,0-5 0 16,0 0 0-16,0 0 0 0,0 0 0 0,0 0 0 16,0 0 0-16,0 0 0 0,0 0 0 0,0 0 0 0,0-5 0 0,3 2 0 15,0-5 0-15,2 0 0 16,-2 0 0-16,0 0 0 0,3-2 0 0,3-1 0 15,-3-2 0-15,3 2 0 0,3-2 0 0,-3 3 0 16,3-1 52-16,0 0 10 0,0 1 2 0,0-3 0 0,0 2-52 16,2-2-12-16,-2 5 0 0,3-3 0 0,-3 3 0 0,0 0 0 15,-3 3 0-15,0 0 0 0,0 0 0 0,-3 5 0 16,3-3 0-16,-6 3 0 0,3 3 0 0,-6-3 0 16,3 5 0-16,0 0 0 0,-3 0 0 0,3 3 0 15,-3 3 0-15,0 0 0 0,0 2 13 0,0-3 0 0,0 4 0 0,0-1 0 16,0 0-13-16,-3 3 0 0,3-3-12 0,0 3 12 15,0-3-25-15,0 3 1 0,0-3 1 0,0 1 0 32,3-1-21-32,0-3-4 0,0 1 0 0,3-3-1 15,-1 0-11-15,1 0-3 0,3-3 0 0,0 0 0 0,3-5 51 0,0 0 12 0,0 0 0 0,3-2 0 32,0-1-54-32,0-2-8 0,3 2-2 0,2-5 0 0,-2 3 52 0,3-3 12 0,-3 0 0 0,3 0 0 15,0 0 48-15,-1-2 13 0,-2-1 3 0,0-2 0 16,0 2 0-16,-3-2 0 0,0 0 0 0,-3 0 0 15,-3-1 0-15,2 1 0 0,-5 0 0 0,3 0 0 16,-6 2-52-16,3 0-12 0,-3-2 0 0,-3 3 0 16,0-1 54-16,0 0 8 0,-3 4 2 0,0-1 0 15,0 0-52-15,-3 2-12 0,0 1 0 0,-2 2 0 16,-1 3 0-16,-3 0 0 0,-3 3 0 0,0 0 0 16,0 2 0-16,-3 3 0 0,3-3 0 0,-3 6 0 0,4-3 10 15,-1 5-1-15,0-2 0 0,3 2 0 16,3 0-31-16,3 0-6 0,3-2-2 0,0 2 0 15,3 0-18-15,3 1-3 0,3-1-1 0,3-3 0 16,0 1-7-16,6 0-1 0,-3-1-1 0,5-2 0 16,-2-3 26-16,0 1 6 0,-3-4 1 0,3 1 0 15,-3 0-2-15,-3-3 0 0,3 0 0 0,-3-3 0 16,0 0 75-16,-3-2 15 0,0 2 4 0,-1-2 0 0,-2 0 0 0,3 2 0 16,-3-2 0-16,-3 0 0 0,3-1-52 0,-3 1-12 15,0 0 0-15,0-1 0 0,0 6 54 0,0 0 8 16,0-5 2-16,0 5 0 0,0 0-52 0,0 0-12 15,0 0 0-15,0 0 0 0,0 0 0 0,0 0 0 16,3 5 0-16,0 1 0 0,0 2 0 0,0-3 0 16,0 3 0-16,3-3 0 0,-3 3-16 0,3-3-5 0,0 1-2 0,3-1 0 31,-3 0-14-31,6-2-3 0,-3 2-1 0,3-2 0 16,0-1-19-16,3-2-3 0,-1 0-1 0,4 0 0 0,-3-2 52 0,6-4 12 0,-3 1 0 0,3 0 0 15,0-3 0-15,-1-3 0 0,1 1 0 0,0-6 0 16,-3 3 0-16,0-6 0 0,-3 3 0 0,-1-5 0 15,1-3 48-15,-3-2 13 0,0-3 3 0,0 0 0 16,0-3-4-16,-3-3-1 0,0 6 0 0,0 3 0 16,-3-1-17-16,-3 4-3 0,0-4-1 0,0 6 0 15,-3 0-6-15,-3 2 0 0,0 1-1 0,0-1 0 16,-3 6-31-16,0 0 0 0,0 2 0 0,0 3 0 16,0 3 9-16,0 2-9 0,0 3 8 0,0 3-8 15,0 2 0-15,-3 6 0 0,3-1 0 0,0 9 0 16,0 0 0-16,0 2 0 0,0 2 0 0,1 4 0 15,2 2-12-15,3 3 12 0,0 5-12 0,0 3 12 0,3-3-11 0,2-3 11 16,1 0-8-16,0-2 8 0,0-3 0 0,0-2 11 16,3-3-1-16,-3-3 0 15,3 0-59-15,-3-5-12 0,3 2-3 0,0-2 0 0,3-3 43 0,0-2 8 16,0 0 1-16,3-1 1 16,2-5-136-16,-2 1-27 0,6-1-6 0,0-5-1106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8-19T19:21:46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12382 5580 1616 0,'0'0'36'0,"0"0"7"0,0 0 1 0,0 0 1 0,0 0-36 0,0 0-9 0,0 0 0 0,0 0 0 31,6 0 106-31,0 0 19 0,0 0 4 0,-3 0 1 0,3 0-41 0,0 0-8 0,0 0-1 0,3 0-1 32,-3 0-24-32,3 0-5 0,0 0-1 0,-1 0 0 0,4 0-17 0,-3 0-3 0,3 0-1 0,-3 0 0 15,3 0-14-15,3 0-3 0,-3-2-1 0,6 2 0 16,-3 0-10-16,2-3 0 0,1 3 0 0,0 0 8 15,0 0-8-15,3 0 0 0,-3-5 0 0,0 5 0 16,-1-3-20-16,-2 3 0 0,0 0 0 0,-3 0 0 31,0 0-35-31,-6 3-6 0,3-3-2 0,-3 5 0 16,-3-5-120-16,-3 0-24 0,0 0-5 0</inkml:trace>
  <inkml:trace contextRef="#ctx0" brushRef="#br0" timeOffset="285.2">12483 5758 1879 0,'0'0'41'0,"0"0"9"0,-6 2 2 0,6-2 0 0,-6 0-41 16,6 0-11-16,0 0 0 0,0 0 0 0,-6 3 120 0,6-3 21 0,0 0 5 0,0 0 1 0,0 0-52 0,0 0-11 15,0 0-1-15,0 0-1 0,0 0-31 0,0 0-7 16,6 0 0-16,0 0-1 15,0 0-10-15,0 0-1 0,3-3-1 0,0 3 0 0,-3-2-13 0,3 2-2 16,0-3-1-16,3 3 0 0,0-5-15 0,0 2 9 0,0 0-9 0,2 1 8 16,4-1-8-16,0 1 0 0,0-1 0 15,0-2 0 1,3 2-28-16,-3 3 3 0,-1-5 0 0,4 5 0 16,-3-3-83-16,0 3-17 0,0-3-3 0,0 3-665 0,-3 0-133 15</inkml:trace>
  <inkml:trace contextRef="#ctx0" brushRef="#br0" timeOffset="1255.158">13225 5403 1630 0,'0'0'36'0,"0"0"7"0,0 0 1 0,0 0 3 0,0 0-38 0,0 5-9 0,0 3 0 0,0-2 0 16,0 2 75-16,0 0 13 0,0-1 2 0,0 4 1 15,2-3-42-15,1 5-8 0,-3 0-1 0,3 1-1 16,0 2-9-16,0-3-2 0,0 3 0 0,0 0 0 16,0-1-9-16,0 1-3 15,-3 0 0-15,0 3 0 0,3-6-6 0,-3 3-2 0,0 0 0 0,0 0 0 16,0-1-8-16,0 1 0 0,-3 0 0 0,3 0 8 15,-3 0-8-15,3 0 0 16,-3 0 0-16,0 2 0 0,0-5-14 0,0 1 2 0,0-1 0 0,0 0 0 16,0-2-8-16,1-3-2 0,-1 0 0 0,0-3 0 31,0 0-13-31,3-5-2 0,0 0-1 0,0 0 0 0,-6 0-25 0,0-5-5 0,3 2 0 0,0-5-1 16,0-2-23-1,3-1-4-15,0-5 0 0,0-2-1 0,3 2 20 0,0-5 4 0,0 2 1 0,0 1 0 0,3-1 72 0,-3 1 0 16,3-4 12-16,-1 4-1 15,-2-1 78-15,3 1 16 0,-3-3 3 0,0 2 1 0,0 1 7 0,-3 2 0 16,3-3 1-16,-3 1 0 0,0-1-23 16,0 3-5-16,3 0-1 0,-3 1 0 0,0-1-23 0,3 5-5 15,-3-2 0-15,3 2-1 0,3 3-26 0,-3 0-5 16,3 0 0-16,0 1-1 0,0 1 29 0,0 1 7 16,3 2 1-16,-3-2 0 0,0 2-47 0,3 3-9 0,-3-2-8 0,0-1 12 15,0 3-12-15,0 0 0 0,0 0-12 0,-1 3 12 16,4 2 0-16,-3 0 0 0,0 3 0 0,0 3 0 15,0-3 0-15,0 5 0 0,-3 3 0 16,0-3 0-16,0 3 0 0,0-3 0 0,0 3 0 0,-3-3 0 16,-3 1 0-16,3-1 0 15,-3 0 0-15,0-2 0 0,-3-1 0 0,0 1 0 16,-3-1 0-16,3-2 0 0,-3 0 0 0,0 3 0 0,1-3 0 0,-1-3 0 31,-3 0-59-31,-3-2-4 0,3 0-1 0,-3-1 0 16,0-2 12-16,3 0 1 0,0 0 1 15,0-2 0-15,1-1-41 0,5-2-8 0,-3-1-1 0,6 4-1 0,0-6-126 0,3 3-25 16</inkml:trace>
  <inkml:trace contextRef="#ctx0" brushRef="#br0" timeOffset="1622.11">13683 5382 1958 0,'0'0'43'0,"3"-3"9"0,3 3 1 0,-6 0 3 0,0 0-45 0,0 0-11 31,0 0 0-31,0 0 0 0,0 0 104 0,0 0 20 0,0 0 3 0,0 0 1 0,0 0-52 0,0 0-9 16,0 0-3-16,-9 3 0 0,3 2 0 0,0 1 0 16,-3 1 0-16,3 1 0 15,-3 0-40-15,3 3-9 0,-3 2-2 0,0 3 0 0,0-3-5 0,1 3-8 0,-4 3 11 0,6-3-11 16,-3-1 8-16,3-1-8 16,3-1 0-16,-3 0 0 0,6 0-12 0,0-2-7 0,3 0-1 0,0-1 0 15,3 1 20-15,0-3 0 16,3 0 0-16,3-1 0 0,-1 1 0 0,4-2 0 0,-3-1 0 0,3-2 0 15,0-1 0-15,-3 1 0 0,3-3 0 0,-3-3 0 16,0 1 0-16,-3-1 0 16,2-2 0-16,-2 2 0 0,0-2 0 0,0-1 0 0,-3-1 0 0,3-1 0 15,-3 0 0-15,0 0 0 0,-3-3 0 0,0 1 0 16,0-4 48-16,-3 4 12 0,3-6 4 0,-3 0 0 16,-3 0-52-16,3 0-12 0,-3 0 0 0,0-2 0 15,0 2 0-15,-3 0 0 0,0 3 0 0,-3 2 0 16,0 1 0-16,0-1 0 0,0 6 0 0,0-3 0 31,-2 0-48-31,-4 5-13 0,3-2-3 0,-3 2 0 0,0 1-51 0,3-1-10 0,-3 6-3 0,3-1-648 16,0 1-131-16</inkml:trace>
  <inkml:trace contextRef="#ctx0" brushRef="#br0" timeOffset="2535.8">14159 5477 1780 0,'0'0'50'0,"0"0"12"0,3-8-50 0,-3 3-12 0,3-3 0 0,-3 0 0 16,0 3 131-16,0-3 23 0,0 0 5 0,0 3 1 15,-3-1-73-15,3 1-15 0,-3-3-2 0,0 5-1 16,0 1-33-16,0-3-6 0,-3 2-2 0,0 0 0 16,0 1-16-16,-3 2-4 0,1 0-8 0,-1 0 12 15,-3 0-12-15,0 0 0 0,0 2 8 0,0 1-8 16,0 5 0-16,3-6 0 0,-3 4 0 0,0 2 0 16,6 2 0-16,0 1 0 0,0-6 0 0,3 8 0 0,3-2-9 0,0 0 9 15,3 2 0-15,0-3-9 0,3 4 9 16,3-4 0-1,0 1 0-15,3-1 0 0,3-2 0 0,-3 3 0 0,0-3 0 0,0 2 0 0,0-2 0 0,0 0 0 16,-1-2 0-16,-2 2 0 0,3-3 0 0,-6 0 0 16,3 0 0-16,-3 1 0 15,0-1 0-15,0 0-10 0,-3 1 10 0,-3-1 0 0,3-3-11 0,-3-2 11 16,-3 6-10-16,0-1 10 0,0 0 0 0,-3-2 0 16,0 2 0-16,-3-2 0 0,0 0 0 0,-3 2 0 15,0-2 0-15,1-3 0 0,-4 2 0 0,0-2 0 0,0 0 0 0,0 0 0 16,0 0 0-16,-3 0 0 15,6 0 0-15,-2-2 0 0,5 2 0 0,-3 0 0 0,6-3 0 0,-3 3 0 16,6-3 0-16,3 3 0 16,0 0 0-1,-3-2 0-15,3-4 0 0,3 1-14 0,3 0 4 16,0-1 1-16,6-2-25 0,0 1-5 0,2-1-1 0,1 0 0 16,6-3-26-16,-3 1-6 0,3-4 0 0,0 4-1 15,0 2 6-15,-1-3 2 0,1 1 0 0,0-1 0 0,0 3 44 0,0-3 9 0,3 4 1 0,-7-1 1 16,1 0 40-16,0 2 8 0,-6 1 2 0,3 0 0 15,-6 2 39-15,0 1 8 0,0-4 1 0,0 4 1 16,-3 2-11-16,-3-3-2 16,2 0-1-16,-5 3 0 0,6 0-28 0,-3 3-6 0,3-3-1 0,-3 3 0 31,3-1-13-31,-3 4-3 0,0-4-1 16,3 6 0-16,-3-3-5 0,0 3-1 0,3-2 0 0,-3 2 0 0,0-1-8 0,0 1-1 0,0 0-8 0,0 0 12 15,0 0-12-15,0 3 0 0,-3-3 0 0,0 2 0 0,3-2 0 0,-3 0 0 16,0 0 0-16,-3 0 0 15,3-3 0-15,-3 1 0 0,3 2 0 0,-3-3 0 0,3-5-14 0,-3 5-2 16,3-5-1-16,-3 5 0 16,3-5-24-16,0 0-5 0,0 0-1 0,0 0 0 15,0 0-164-15,0 0-33 0,0 0-6 0,0 0-2 0</inkml:trace>
  <inkml:trace contextRef="#ctx0" brushRef="#br0" timeOffset="2693.06">14460 5300 1788 0,'0'0'51'0,"-6"-3"10"0,0 1-49 0,0 2-12 0,6 0 0 0,-6-6 0 15,6 6 138-15,-6-2 25 0,6 2 5 0,0 0 0 16,0 0-98-16,0 0-20 16,0 0-4-16,0 0-1 0,0-6-45 0,0 6-8 0,3-5-3 0,3 0 0 31,3 2-151-31,0-2-30 0,3 2-7 0</inkml:trace>
  <inkml:trace contextRef="#ctx0" brushRef="#br0" timeOffset="2952.37">14725 5057 2055 0,'-3'-6'45'0,"0"-2"10"0,0 0 1 0,0 0 2 0,-3 0-46 0,3 3-12 0,0-5 0 0,-3 4 0 16,3 1 134-16,0 2 25 0,3 3 5 0,0 0 0 15,0 0-80-15,0 0-16 0,0 0-3 0,0 0-1 16,0 0-43-16,0 0-9 0,0 0-1 0,0 0-1 0,-3 6 14 15,3 7 4-15,-3-3 0 0,3 6 0 16,0 3-19-16,0-1-9 0,3 4 10 0,-3 1-10 16,0-7 8-16,3 5-8 0,-3 1 0 0,0-1 0 0,3 0 0 0,-3 0 0 15,0 0 0-15,3 6 0 16,-3-1 0-16,0 6 0 0,0 2-8 0,0 1 8 16,0-1-38-16,0-2-1 0,-3-3 0 0,3 0 0 15,-3-5-20-15,0 0-4 0,0-6-1 0,0 1 0 16,-3-6 0-16,3 3 0 0,0-6 0 0,-3 4 0 15,3-6-102-15,0 0-21 0,3-3-4 0,0-5-1 0</inkml:trace>
  <inkml:trace contextRef="#ctx0" brushRef="#br0" timeOffset="3337.89">14570 5522 2188 0,'0'0'48'0,"0"0"11"0,-3-5 1 0,-3 2 1 0,3-2-49 0,-3 2-12 0,3-2 0 0,3 0 0 15,0 5 105-15,0-6 19 0,3 1 3 0,0 0 1 16,3 0-103-16,0-1-25 16,0 1 0-16,3 2 0 0,0-2 0 0,3 0 0 0,3-1 0 0,2 1 0 15,1 3 21-15,3-1-1 47,0-5 0-47,0 3 0 16,0 2-20-16,-1 0-13 0,-2-2 1 0,0 5 1 0,-3-3-6 0,0 1-2 0,-3 2 0 0,-3-3 0 0,0 3 10 0,-3 0 9 0,-3 0-13 0,-3 0 5 0,0 0 8 0,0 0 11 0,0 0-3 0,0 0 0 15,0 0 7-15,3 5 1 0,0 1 0 0,-3-1 0 0,3 3 0 0,-3 0 0 16,0-3 0-16,0 3 0 16,0 0-2-16,0 0 0 0,0 3 0 0,3-1 0 0,-3 1-3 0,3-1-1 15,-3 1 0-15,0 2 0 16,0-2-10-16,0-1 0 0,0 4 0 0,0-4 0 0,-3 1 0 0,3-1 0 16,-3 4 0-16,3-4 0 0,-3-2-11 0,3 3-4 15,-3-6-1-15,0 3 0 16,0 0-14-16,0-3-3 0,-3 0-1 0,3 1 0 15,-3-1-83-15,3-2-17 0,-3-1-3 0,6-2-898 0</inkml:trace>
  <inkml:trace contextRef="#ctx0" brushRef="#br0" timeOffset="3538.36">14918 5366 2296 0,'-3'-10'65'0,"3"4"14"0,0 1-63 0,0 0-16 15,0-1 0-15,0-2 0 0,0 3 137 0,0 0 25 0,3 2 5 0,-3 3 1 16,0-5-108-16,3 2-22 0,0-2-4 0,-3 5-1 16,3-3-23-16,0 1-10 0,3-4 8 0,-3 4-8 15,3-1-16-15,0 0-8 0,3 1-1 0,-3 2-1 16,3 0-154 0,3-3-32-16,-3 3-5 0</inkml:trace>
  <inkml:trace contextRef="#ctx0" brushRef="#br0" timeOffset="4319.81">15112 5342 1645 0,'0'0'36'0,"0"0"7"0,0 0 1 0,3 8 4 0,0-5-39 0,0 2-9 0,-3-5 0 0,3 8 0 0,3-3 95 0,-3 1 17 15,-3-6 3-15,2 5 1 0,1 0-36 0,-3 6-6 16,3-9-2-16,-3 4 0 16,-3-1-13-16,3 3-3 0,-3 0-1 0,1 3 0 0,-1-4-19 0,0 4-4 15,-3-3-1-15,0 5 0 0,0-2-14 0,0-1-2 16,-3 4-1-16,0-1 0 0,0 3-14 0,0-6 0 0,3 4 8 15,-3-1-8 1,3 0 0-16,0 0 0 0,0-2-9 0,3 2 9 0,0-5-17 16,3 3 2-16,0-4 1 0,0 1 0 0,3 0-1 0,0-2 0 15,3-1 0-15,-3 0 0 0,3-2 7 0,0 0 8 16,3-3-13-16,-3 2 5 0,3 1 8 0,0-3 0 0,0 0 0 16,0-3 0-16,-3 1 0 0,3 2 0 0,0-3 0 0,-4-2 8 31,1 2 5-31,0 0 2 0,0-2 0 0,-3 0 0 0,0-1 10 0,0 1 3 0,-3-3 0 0,0 0 0 15,0 0 2-15,0-2 1 0,0-1 0 0,-3 1 0 16,0-4 1-16,0 4 0 0,0-3 0 0,0-1 0 16,0-2-9-16,0 1-2 0,0-1 0 0,3 0 0 15,-3 0-7-15,3 0-2 0,0 3 0 0,3-3 0 16,-3 5-12-16,3 1 0 0,3 2 8 0,0-5-8 16,0 2 0-16,0 3 0 0,3 3 0 0,0-3 0 15,3 5 0-15,-3-2 0 0,0 2 0 0,3-2 0 16,-3 2 0-16,0 3 0 0,3 0 0 0,-4 0 0 15,1 0 0-15,3 3 0 0,-3 0 0 0,0-1 0 16,0 4 0-16,-3-1 0 0,0 3 0 0,0 0 0 16,0 0 0-16,-3 2 0 0,0 3 0 0,0 1 0 15,0 2 0-15,0-1 0 0,-3-1-8 0,0 4 8 0,3-2 0 0,-3 0 0 16,0 0 0-16,0 0 0 0,0-3-11 0,-3 0 11 16,3 0-10-16,0 1 10 0,-3-4 0 0,3 1 0 15,-3-3 0-15,3 0 0 0,-3 0 0 0,0-3 0 16,3-5 0-16,0 0 0 0,0 0 0 0,0 0 0 0,0 0 0 0,0 0 0 15,0 0 12-15,0 0-12 0,0 0 12 0,-3-8-12 16,0 0 12-16,3 0-4 0,0-2 0 0,0-4-8 16,0 1 10-16,3 0-10 0,0-3 8 0,0 0-8 31,3-2 8-31,0 2-8 0,0-3 8 0,0 1-8 0,0-1 12 62,0 6-2-62,0-3-1 0,0 3 0 16,2 5 3-16,-2-8 0 0,3 8 0 0,-3 0 0 0,3 0 0 0,0 3 0 0,-3 2 0 0,3 1 0 0,0 2 3 0,-3 0 1 0,3 2 0 0,-3 1 0 16,0 2-5-16,0 3-1 0,0 0 0 0,0 0 0 0,0 8-10 0,-3-6 8 0,2 6-8 0,-2 0 8 15,0 0-8-15,3 3 0 0,-3-4 0 0,3 4 0 0,-3-3 0 0,0 0 0 0,0 0 0 0,0-3 0 16,-3 0 0-16,3 0 0 0,-3-2 0 0,-3-1 0 16,3-2-14-16,-3 0 5 0,3 3 1 0,-3-6 0 15,3 3-13-15,-3-3-3 0,0 1 0 0,0-1 0 16,3-5-27-16,-3 5-5 0,0 1-2 0,0-1 0 31,3-5-162-31,0 0-32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36:45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16171 3612 1580 0,'0'0'35'0,"-3"-6"7"0,0 4 2 0,0-6 0 0,3 3-36 0,0-1-8 0,0 4 0 0,0-6 0 16,0 2 86-16,0 6 15 16,0-2 3-16,0 2 1 0,3-5-9 0,-3 5-3 0,0-6 0 0,0 6 0 15,0 0-25-15,0 0-6 0,0 0-1 0,0 0 0 16,0 0-17-16,0 11-4 0,0-3-1 0,0 0 0 16,0-3-16-16,-3 11-3 0,3-8-1 0,0 2 0 15,-3 4-19-15,3-1 10 16,0 0-10-16,-3 6 8 0,3-4-8 0,0 7 0 0,-3-1 0 0,3 5 0 15,0-2 0-15,0 5 0 0,3 0 0 0,-3-2 0 16,0 2 0-16,3 0 0 0,-3 0 0 0,0 5 0 16,0-10 0-16,0 3 0 0,0 2 0 0,-3 3 0 15,3-1 0-15,-3 4 0 0,3-6 0 0,-2 3 0 16,-1-3-17-16,3 0-6 0,-3-3-1 0,0 6 0 16,0-3 40-16,-3-8 8 0,3 3 2 0,0 0 0 15,3-3-42-15,-3 0-8 16,3 0-1-16,-3 1-1 0,3 1 42 0,0-4 9 0,3-1 2 0,-3 4 0 15,3-4-27-15,0 1 0 0,0-1 0 0,0-2 0 16,3-3 0-16,-3 1 0 0,3-4 0 0,-1 3 0 0,-2-2 0 0,3-3 0 16,3 0 0-16,-3 0 0 0,0 0 0 0,3-3 0 15,0 0 0-15,-3-2 0 16,6 0-16-16,-3 2-9 0,3-5-2 0,3 0 0 0,0 0 27 16,2 0 0-16,1 0 0 0,3 0 0 0,3-5 0 0,0 2 0 15,0-2 0-15,2 2 0 0,1-2 0 0,0-1 0 0,0 4 0 16,-3-6 0-16,2 3 0 0,4-1 0 0,0 1 0 0,6-3 0 15,-1 3 16-15,1-1 8 0,6-4 1 0,-1 2 1 16,1 3-26-16,-3-1 0 0,2-2 0 0,4 3 0 16,3-3 0-16,2 3 0 15,7-3 0-15,-1 3 0 0,-2-3 0 0,3 2 0 0,-1 1 0 0,10 0 0 16,-1-1 0-16,-2 6 0 0,-1-5 0 0,9 3 0 16,-5-6 0-16,2 5 0 15,4 3 0-15,5-3 0 0,-8 1 0 0,-1 2 0 0,7-3 0 0,5 3 0 16,-6 0 0-16,1 0 0 0,-1-3 0 0,7 3 0 15,-1 0 0-15,0 0 0 0,-2 0 0 0,5 0 0 16,0-2 0-16,-2 2 0 0,2 2 0 0,9 1 0 16,-14-3 0-16,5 0 0 0,6 3 0 0,4-3 0 15,-13 0 0-15,0 0 0 0,4-3 0 0,8 3 0 16,-12 0 0-16,-2 0 0 0,2-3 8 0,7 1-8 16,-7 2 0-16,-3 0 0 0,-5-3 0 0,5 0 8 15,-5 3-8-15,-4-5 0 0,0 5 0 0,-2 0 0 0,-9-2 0 0,-4-1 0 16,-5-2 0-16,-1 2 0 15,-2-2 0-15,-6 2 0 0,-1-2 0 0,-5 2 0 0,-3 0 8 0,-6 3-8 16,-3-5 8-16,-4 0-8 0,-2 5 14 0,-6-3-2 16,0 1-1-16,0-1 0 15,-6-2-1-15,-3 5 0 0,0 0 0 0,3-3 0 0,-3 0 2 0,-3-2 1 16,3 2 0-16,-3-5 0 0,0 6-1 0,0-4-1 16,0-1 0-16,0 1 0 0,0-2-3 0,-3 0 0 15,3-2 0-15,-3-1 0 0,0 3-8 0,0-8 12 16,3 3-12-16,-3-5 12 0,3 2-12 0,-2-3 8 15,2-2-8-15,0-3 8 0,0-5-8 0,3 3 12 16,-3-3-12-16,3-1 12 0,0 1-12 0,0 3 12 0,0-1-12 16,0 4 12-16,3-4-12 0,0-2 12 15,0 3-12-15,0-3 12 0,0-1-12 0,2 1 12 16,1-5-12-16,0 2 12 0,0-2-12 0,0 2 12 0,0 3-12 0,3 0 12 16,-3 5-12-16,0-2 12 0,3-1-12 0,0 1 12 15,-3 2-12-15,3-3 0 0,-3 1 0 0,0-1 8 16,0 4-8-16,0-4 0 0,-3 3 9 0,0 1-9 15,0-1 0-15,0 5 8 0,-3 1-8 0,0-1 0 16,0 3 0-16,-3 0 9 0,0 3-9 0,0 0 0 16,-3 2 10-16,0-2-10 0,0 5 8 0,-3-5-8 15,0 5 0-15,0 0 8 0,-3 0-8 0,0 0 0 16,0 0 0-16,-3 0 0 0,0 3 8 0,-2 0-8 16,-1 2 0-16,0-5 0 0,-3 3 0 0,0 2 0 15,-3-5 0-15,1 6 0 0,2-1 0 0,-3-2 0 16,0 2 0-16,-3-2 0 0,1 2 0 0,-4 3 0 15,0-5 0-15,-6 2 0 0,4 1 0 0,-4-4 0 16,0 4 0-16,0-1 0 0,4 3 0 0,-4-5 0 16,3 2 0-16,0-2 0 0,-2 2 0 0,-4 3 0 15,-3-5 0-15,1-1 0 0,-1 4 0 0,-3-1 0 0,4-2 0 0,2 5 0 16,-3-8 8-16,-5 8-8 0,-1-5 0 0,0 2 0 16,-5-2 0-16,-1 2 0 0,4 0 0 0,-1 1 0 15,-2-4 0-15,-4 4 0 0,3 2 0 0,-2-5 0 16,-4 5 0-16,4-3 0 0,5 3 0 0,1-5 0 15,-4 5 0-15,0 0 0 0,-2-3 0 0,2 3 0 0,1 0 0 0,-1 0 0 16,3 0 0-16,4 0 0 16,-4 0 0-16,-2 0 0 0,-1 0 0 0,3 3 0 0,1-3 0 0,-1 0 0 15,7 5 0-15,2-5 0 16,0 0 0-16,-5 0 0 0,2 0 0 0,-3 0 0 0,4 0 0 0,-1 0 0 16,3 0 0-16,7 0 0 0,-4 0 0 15,3 0 0-15,1 0 0 0,-4 0 0 0,3 0 0 0,-3 0 0 16,1 0 0-16,2 0 0 15,0 3 0-15,1-3 0 0,2 0 0 0,3 5 0 0,0-5 0 0,4 0 0 16,-1 0 0-16,0 0 0 0,-3 2 0 0,0 4 0 16,4-6 0-16,-4 0 0 0,0 2 0 0,0 1 0 15,4 0 0-15,-1 2 0 0,0-2 0 0,3 2 0 16,3-2 0-16,-2 2 0 0,2-5 0 0,0 5 0 16,0 0 0-16,-3 1 0 0,3-1 0 0,-5-2 0 15,2 2 0-15,0 3 0 0,0-5 0 0,-3 2 0 16,4 0 0-16,2 3 0 0,-3 0 0 0,3-5 0 15,0 2 0-15,3 0 0 0,0 3 0 0,4 0 0 0,-4-5 0 0,3 5 0 16,0-3 0-16,3 0 0 0,-3 3 0 16,0 0 0-16,0-5 0 0,-2 2 0 0,2-2 0 0,-3 2 0 15,0 0 0-15,0 3 0 0,3-5-24 16,-3 2 2-16,0-5 1 0,1 8 0 0,2-5 33 0,-3 2 8 16,3 0 0-16,0 3 1 0,3-5-21 15,-3 2 0-15,0-2 0 0,4 5 0 0,-1-6 0 16,0 4 0-16,0-1 0 0,3 0 0 0,-3 3 0 0,3-5 0 15,0 2 0-15,0 1 0 0,-3 1 0 0,3-7 0 16,0 3 0-16,0 2 8 0,-2-2-8 0,-1 2 0 16,0-2 0-16,0 0 0 0,-3 2 0 0,0 0 0 15,0 1 0-15,-3 1 0 0,3-4 0 0,-2 5 0 0,-4 0 0 0,3 3 0 16,0-9 0-16,0 6 0 16,0-3 0-16,0 3 8 0,4-2-8 0,2 2 0 0,-3 0 0 0,3-6 0 15,3 3 0-15,0 1 0 0,0-4 0 0,3 4 0 16,0-4 0-16,6-2-13 0,0 0 5 0,0 0 8 31,-6 6-99-31,6-6-12 0,0 0-2 0,0 0-757 0,6 0-151 0</inkml:trace>
  <inkml:trace contextRef="#ctx0" brushRef="#br0" timeOffset="1083.7">19743 3154 1958 0,'0'0'43'0,"-6"-5"9"0,3 2 1 0,3 3 3 0,-6 0-45 0,0-5-11 0,3 0 0 0,-2 2 0 16,5 3 92-16,0 0 17 0,0 0 3 0,0 0 1 15,-6 0-29-15,6 0-5 0,0 0-2 0,-6 3 0 16,0 2-36-16,3 0-7 0,0-2-2 0,0 5 0 16,3 2-14-16,0 1-3 0,-3-3-1 0,3 5 0 15,0 0 5-15,0 3 1 0,0-3 0 0,0 3 0 16,3 3-20-16,-3 2 0 0,0 5-11 0,3 3 11 16,-3-2 0-16,0 5 0 0,0-1 12 0,0 4-3 15,0-3 0-15,-3-1 0 0,0 4 0 0,0-6 0 0,0 0-9 0,0 8 12 16,0-5-12-16,-3 10 12 0,3-5-12 0,-3 0 0 15,3 0 9-15,-3 0-9 16,3 0 0-16,0-5 9 0,-3-3-9 0,0 6 0 0,3-9 8 0,-3 6-8 16,0 0 0-16,0 2 0 0,0-5 0 0,3 5 0 0,-3-4 8 15,3-4-8-15,0-2 0 0,1 0 0 0,-1-6 0 16,3 3 0 0,-3-2-17-16,0-3-7 0,3-3-2 0,-3 0 0 15,3-2-30-15,-3-3-7 0,3-3-1 0,0-5-751 0,0 0-150 0</inkml:trace>
  <inkml:trace contextRef="#ctx0" brushRef="#br0" timeOffset="1832.741">17707 3133 1954 0,'0'0'43'0,"0"0"9"0,0 0 1 0,0 0 3 0,0 0-45 0,0 0-11 0,0 0 0 0,0 0 0 16,3 5 105-16,0 3 19 0,-3-5 4 0,3 10 1 15,-3-8-52-15,0 11-10 0,3-5-3 0,-3 2 0 16,0 3-37-16,-3 0-8 0,3 10-2 0,-3-5 0 16,3 6 24-16,-3 5 5 0,3 5 1 0,0 2 0 15,-3-2-47-15,3 6-21 0,0-4 1 0,0 6 1 0,0 0 19 0,-3 6 0 16,3 2 0-16,0 5 0 0,0-8 8 0,0 3-8 15,-3-3 0-15,3 3 9 0,0-5-1 0,-3 5 0 16,3 0 0-16,0-1 0 0,0-7-8 0,0 0 0 16,-3-2 9-16,3-1-9 0,0-5 0 0,-3-5 8 15,0 2-8-15,0-2 0 0,0-3 0 0,0 0 8 16,1-2-8-16,-1-1 0 16,-3-7-19-16,3-1-8 0,0-2-1 0,0-5-1 15,-3-3-187-15,6-6-36 0</inkml:trace>
  <inkml:trace contextRef="#ctx0" brushRef="#br0" timeOffset="2287.667">17192 3662 2044 0,'0'0'45'0,"-6"-3"10"0,3-2 1 0,3 5 1 0,-3-5-45 0,0 0-12 16,3 5 0-16,0 0 0 0,0-3 110 0,0 3 20 16,0 0 4-16,0 0 1 15,0 0-63-15,0 0-13 0,0 0-3 0,0 0 0 0,0 0-27 0,0 8-5 16,3-3-2-16,0 3 0 0,0 8-7 0,0-3-2 16,0 6 0-16,0 2 0 0,3 5-5 0,-3 1-8 15,3 2 11-15,-3 5-11 0,0-7 12 0,3 2-12 16,-3 0 12-16,0 0-12 0,0 0 8 0,0-5-8 15,0 2 0-15,0 4 0 0,-3-1 0 0,3 0 0 0,0-3 0 0,0 6 0 16,-3-3 0-16,3-2 0 0,0-4 0 0,0-1-9 31,0-1-83-31,3-5-17 0,0-3-3 0,3 0-677 0,0-2-135 0</inkml:trace>
  <inkml:trace contextRef="#ctx0" brushRef="#br0" timeOffset="2684.508">18249 3800 2188 0,'0'0'48'0,"-3"-6"11"0,0 1 1 0,-3 0 1 16,3 2-49-16,0-2-12 0,-3 2 0 0,6 3 0 16,-6-2 105-16,0 4 19 0,0 1 3 0,0 2 1 15,0-2-92-15,3 5-17 0,-2 0-4 0,-1 5-1 16,3 0 1-16,-3-2 0 0,3 7 0 0,0-2 0 0,0 0-15 0,0 2 0 15,3-2 8-15,0 3-8 0,0-1 0 0,3-2 0 16,-3 0 0-16,6 0 0 0,-3 3 0 0,6-9 0 16,-3 1 0-16,5 5 0 15,-2-8-27-15,6-3-1 0,0 0-1 0,0-2 0 0,6-1 29 0,-3-2 0 16,3 0 0-16,2-2 0 0,4-4 13 0,-3 1 9 0,0 3 2 16,0-6 0-16,-1-3-16 0,-2 3-8 0,-3-2 10 0,-3-4-10 15,0-2 29-15,-6 1 0 16,0-1 0-16,0-3 0 0,-6-2 13 0,3-3 2 0,-6 3 1 0,3-3 0 15,-6 0-17-15,3 6-3 16,-6-3-1-16,0 2 0 0,0 1-12 0,-6 2-4 0,0 3 0 16,-3 2 0-16,-3-2-8 0,-3 5 0 15,-2 0 9-15,-1 3-9 0,0 2 0 0,0 3-12 0,-3-5 2 16,0 10 0 0,7-5-146-16,-1 0-28 0,3 3-7 0</inkml:trace>
  <inkml:trace contextRef="#ctx0" brushRef="#br0" timeOffset="3193.423">20217 3699 1778 0,'0'0'39'0,"0"0"8"0,0 0 1 0,3-5 3 0,0 2-41 0,-3 3-10 0,2-5 0 0,-2 5 0 15,3 0 95-15,-3 0 17 0,0 0 3 0,0 0 1 16,3-5-44-16,-3 5-8 0,0 0-1 0,0 0-1 16,0 0 2-16,0 0 0 0,3 5 0 0,0 0 0 15,-3 3 0-15,3 8 0 0,-3-5 0 0,3 2 0 16,-3 5-52-16,0 1-12 0,0 5 0 0,0 2 0 15,0-5 0-15,0 3 0 0,-3 3 0 0,3-1 0 16,-3-2 0-16,3 0 0 0,0-1 0 0,-3-1 0 16,0-1 13-16,3 3 0 0,-3-3 0 0,0 3 0 15,1-3-13-15,-1 0 0 0,3 3 8 0,-3-3-8 16,0-3-9-16,3 1-5 0,-3-1-1 0,0-4 0 16,3-1-130-16,0-2-27 0,0-4-4 0</inkml:trace>
  <inkml:trace contextRef="#ctx0" brushRef="#br0" timeOffset="4138.615">20345 2754 1422 0,'0'0'31'0,"0"0"6"0,-3-7 2 0,3 1 1 0,0 6-32 0,0-5-8 0,0 2 0 0,0-5 0 15,0 3 81-15,3 2 15 16,-3 3 2-16,0-7 1 0,0 1-25 0,0 1-5 16,0 5-1-16,0-3 0 0,-3-5-10 0,6 3-2 0,-3 2-1 0,0 3 0 15,3-5-11-15,-3 5-3 0,3-5 0 0,-1 2 0 16,1-2-1-16,0 2 0 16,3 3 0-16,0-5 0 0,0 2-5 0,0 3-2 0,3-5 0 0,-3 2 0 15,3 1-4-15,0-1-1 0,0 3 0 0,0-5 0 16,0 5-10-16,0-3-2 0,0 3-1 0,0 0 0 15,0-5-15-15,2 5 11 0,-2 0-11 0,0 5 10 16,-3-5-10-16,3 0 0 0,-3 0 0 0,0 3 0 16,0 2 0-16,0-2 0 0,-3-1 8 0,3 6-8 15,-3-5 17-15,0 2 2 0,-3 3 0 0,0-3 0 16,0 1-19-16,0 4 0 0,0-7 0 0,-3 5 0 16,0 0 0-16,-3 2 0 0,0-2 0 0,0 0 0 15,-3 0 0-15,3 0 0 0,-3 5 0 0,-3-5 0 16,3 0-20-16,0-2-8 0,1 2-2 0,-1-1 0 0,0-4 30 0,0 5 0 15,3-3 0-15,-3 1 0 16,6 2 0-16,-3-8 0 0,3 8-8 0,3-8 8 0,0 0 0 0,0 0 0 16,0 2-10-16,0-2 10 0,3 5 0 15,0-2-9-15,3 2 9 0,0 1 0 0,-3-6 0 0,3 2-8 16,0 4 8-16,0-6 0 16,3 2 0-16,-3 4 0 0,2-6 0 0,-2 0 9 0,3 2-1 0,0-2-8 15,-3 5 12-15,3-5-4 0,0 0-8 0,0 0 0 16,0 0 0-16,0-5 0 0,0 5 0 0,0 0 0 15,0-2 0-15,3-4 0 16,-4 4-81-16,-2 2-15 0,3-6-4 0,0 4-663 16,0-9-133-16</inkml:trace>
  <inkml:trace contextRef="#ctx0" brushRef="#br0" timeOffset="4528.299">20690 2490 1497 0,'0'0'32'0,"0"0"8"0,0 0 0 0,0 0 4 0,0 0-36 0,0 0-8 0,-6 0 0 0,6 0 0 16,-6 3 104-16,0-3 20 0,6 0 3 0,-3 5 1 16,3-5-103-16,-6 2-25 0,6-2 0 0,-3 6 0 15,0-1 56-15,0 3 7 0,3-5 1 0,0 2 0 16,0 0-52-16,0 3-12 0,3 0 0 0,3-5 0 15,-3 2 0-15,3-2 0 0,3 2 0 0,-3-5 0 16,6 3 0-16,-3-3 11 0,3 0-11 0,0-3 10 0,-1 3 9 0,1-8 1 16,3 8 1-16,-3-8 0 0,0 3 11 0,3-3 1 15,-6 3 1-15,0 2 0 0,0-5 27 0,-3 0 6 16,-3 0 1-16,0 3 0 0,-3-3-55 0,-3 0-13 16,3 0 0-16,-3 0 0 0,-3 3 54 0,3-3 8 15,-3 3 2-15,-3-3 0 0,3 5-52 0,-3-5-12 0,-3 5 0 16,3 1 0-16,-3 2 0 0,3-6 0 15,-3 6 0-15,-3 0 0 16,4 0-48-16,-4 0-13 0,3 6-3 0,-3-4 0 16,0 1-77-16,3 5-16 0,-3-5-3 0,0 2-1 0</inkml:trace>
  <inkml:trace contextRef="#ctx0" brushRef="#br0" timeOffset="5346.946">18615 2688 1267 0,'0'0'28'0,"0"0"5"0,0 0 2 0,0 0 1 0,0 0-36 0,0 0 0 0,0 0 0 0,-3 3 0 16,3-3 109-16,-3 5 15 0,3-5 4 0,-6 8 0 15,6-8-52-15,0 0-9 0,0 0-3 0,-6 0 0 16,6 0 18-16,0 0 3 0,0 0 1 0,0 0 0 16,0 0-35-16,0 0-7 0,0 0-2 0,0 0 0 15,0 0 18-15,0 0 3 0,0 0 1 0,6 0 0 16,-3-5-52-16,3 2-12 0,0 3 0 0,3-8 0 15,0 8 54-15,0-8 8 0,3 6 2 0,-3-4 0 16,6 4-52-16,-3-1-12 0,2 3 0 0,1-5 0 0,0 2 0 16,-3 3 0-16,3 0 0 0,-6 0 0 0,3 0 0 0,-3 0 0 15,-3 3 0-15,0 2 9 16,-3-2-9-16,-3-3 0 0,3 8 0 0,-3-3 0 0,0 3 0 0,-3 0 0 16,-3 0 8-16,0 2-8 0,0-2 0 0,-3 0-12 15,0 0 2-15,0 5 1 0,0-5-8 0,-3 3-2 16,3 0 0-16,-3-1 0 15,3-2-17-15,-3 3-3 0,4-3-1 0,-4 2 0 0,6-4 40 0,-3 1 0 0,6-4 0 16,-3 2 0-16,6-5 0 0,0 0 0 16,0 6 0-16,0-6 0 0,3 8 0 0,0-8 0 0,3 2 0 0,0-2 0 15,0 6 0-15,3-6 0 0,2 0 0 16,-2-6 0-16,3 6 0 0,0 0 0 0,0 0 9 0,0-2-1 16,3 2-8-16,-3-6 0 15,3 6-8-15,-3-2 8 16,0 2-54-16,2-6-6 0,-2 4 0 0,0-1-692 0,0 0-137 0</inkml:trace>
  <inkml:trace contextRef="#ctx0" brushRef="#br0" timeOffset="5735.285">18943 2461 1552 0,'0'0'44'0,"0"0"10"0,-3-8-43 0,3 8-11 15,-3-5 0-15,0 2 0 0,3-2 156 0,0 5 28 16,0-3 7-16,0 3 1 0,-3-8-103 0,3 8-20 15,0 0-4-15,0 0-1 0,0 0 0 0,0 0 0 16,0 0 0-16,0 0 0 0,0 0-10 0,0 0-2 0,0 0-1 0,0 0 0 16,3 8-31-16,-3 0-5 0,0 0-2 0,3 2 0 15,-3 1-13-15,0 0 0 0,3 4 0 0,-3-1 0 16,0 2 0-16,3 2 0 0,-3-2 0 0,0 0 0 16,3 5 0-16,-3-5 0 0,3 5 0 0,-3-5 0 31,3-3-48-31,-3 3-13 0,2 0-3 0,1 2-751 0,-3-7-150 0</inkml:trace>
  <inkml:trace contextRef="#ctx0" brushRef="#br0" timeOffset="6581.661">16916 2874 1155 0,'0'0'25'0,"0"0"6"0,0 0 1 0,0 0 0 0,0 0-32 0,0 0 0 0,0 0 0 0,0 0 0 0,0 0 79 0,-3 0 9 15,3 0 1-15,0 0 1 0,0 0-10 16,-3-8-3-16,3 8 0 0,0-8 0 0,3 2-6 0,0 4-2 16,-1-4 0-16,1 6 0 0,0-5-6 0,0 3-2 15,3-4 0-15,0 4 0 16,0-4-5-16,0 4 0 0,0-4-1 0,0 4 0 0,3-4 6 0,-3 6 2 15,0-5 0-15,3 2 0 0,-3 3-63 0,0 0 0 16,-6 0-14-16,6 0 2 0,-6 0 12 0,0 0 16 16,0 0-4-16,0 0-1 0,0 0-11 0,3 3 0 15,-3 5 0-15,-3 0 0 0,0 3-14 0,0-3-5 0,-3-1-1 16,-3 1 0 0,3 6-19-16,-3-6-4 0,3 2-1 0,0 1 0 0,0-1 44 0,-3 4 0 15,3-7 0-15,3 7 0 0,0-6 0 0,0-3 0 16,3 3 0-16,0 0-8 15,0 0-20-15,3-6-3 0,3 4-1 0,-3-4 0 0,3 4 21 0,0-4 11 0,3-2-12 0,-3 3 12 16,3-3-10-16,3 0 10 0,0-3-8 0,0 1 8 16,0-1 0-16,0 0 0 0,2 1 0 0,1-6 0 15,-3 2-20-15,3 4 2 0,-3-3 0 0,0-1 0 16,0-2-143-16,-3 6-29 0,3-6-6 0</inkml:trace>
  <inkml:trace contextRef="#ctx0" brushRef="#br0" timeOffset="7021.667">17103 2646 1314 0,'0'0'37'0,"0"0"8"0,-3-5-36 16,3 5-9-16,0-3 0 0,-3-5 0 0,3 3 104 0,3 2 20 16,-3-5 3-16,3 0 1 0,0 3-18 0,0 0-3 15,3-3-1-15,0 0 0 0,3 5-16 0,0-7-3 0,0 7-1 0,0-5 0 16,3 3-34-16,-1 2-8 0,1-5 0 0,0 0-1 16,3 6-18-16,-3-1-3 0,3 3-1 0,-3-5 0 15,0 2-21-15,0 3 0 0,0 0 0 0,-4 0 0 16,1 0 0-16,-3 3 0 15,0 2 0-15,-3-2 0 0,0-1 0 0,0 6 0 0,-3 0 0 0,0 0 0 16,0 0 0-16,-3 5 0 0,0-2 0 0,-3 2 0 16,0 0 0-16,-3-2 0 0,3 2 0 0,-2 0 0 15,2-2 0-15,-3-1 0 0,6 1 0 16,-3 2 0-16,3-5 0 0,0-2 0 0,0 1 0 0,3 1 0 16,3-5 34-16,0 2 2 0,3 3 1 0,0-8 0 15,3 3-37-15,0 0 0 0,2-3 0 0,1 0 0 16,0 0 0-16,0 0 0 0,0 0 0 0,0 0 8 15,0 0-8-15,3 0 0 0,-3 0 0 0,3-3 0 16,2 3-82-16,-2 0-14 0,0 0-4 0,0 0-663 16,-3 0-133-16</inkml:trace>
  <inkml:trace contextRef="#ctx0" brushRef="#br0" timeOffset="22848.808">16094 5750 1958 0,'0'0'43'0,"0"0"9"0,0 0 1 0,0 0 3 0,0 0-45 0,3-6-11 0,-3 6 0 0,0 0 0 16,3-2 104-16,-3 2 18 0,0 0 4 0,3 0 1 15,-3 0-52-15,6 2-11 0,-3 4-1 0,-3 2-1 16,3 0-47-16,-3 2-15 0,0 6 8 0,0 0-8 15,-3 2 55-15,3 4 7 0,-3-1 2 0,3 5 0 16,0-2-52-16,-3 0-12 0,3 2 0 0,-3 1 0 16,0-3 0-16,3-1 0 0,-3 1 0 0,0-3 0 15,3 3 0-15,-3-3 0 0,0 3 0 0,3 0 0 16,0-3 0-16,0 0 0 0,0-2 0 0,0-1 0 16,3-2-28-16,-3-2-4 0,3-1-2 0,0-3 0 15,0-2-166-15,0-2-32 0,3-4-8 0</inkml:trace>
  <inkml:trace contextRef="#ctx0" brushRef="#br0" timeOffset="23202.745">16404 5919 2131 0,'0'0'60'0,"-3"-3"14"0,-3 1-59 0,3-1-15 0,-3 1 0 0,-3-1 0 16,3 3 119-16,0 3 21 0,-3-3 4 0,0 2 0 15,3 3-99-15,-3 1-20 16,0 2-4-16,0 0-1 0,3 2 14 0,0 3 2 0,-3-2 1 0,3 2 0 15,3 3-8-15,-2-3-1 0,2 6-1 0,3-3 0 16,0-3-73 0,3 3-14-16,-1 0-4 0,4 0 0 0,0-3 52 0,3 3 12 0,3 0 0 0,0-3 0 15,3 0 0-15,3 0 0 0,0-2 12 0,0-3-12 16,2-3-9-16,1-2-9 0,0-3-2 0,3-3 0 16,-6 0 28-16,0-4 4 0,-1 1 2 0,1-4 0 15,-3-1-14-15,0-2 0 0,-3 0-12 0,-3-1 12 16,3 1 49-16,-3-3 17 0,0-2 3 0,-3-1 1 15,0-2-56-15,-3 3-14 0,0-4 0 0,-3 1 0 16,-3-3 54-16,0 3 8 0,0 0 2 0,-3 3 0 16,0 2-64-16,-3 0-10 0,0 5-3 0,-3 3-1 0,0 0 14 0,-3 3-9 15,0 2 9-15,-6 1-8 16,1 2-77-16,-4 0-15 0,0 2-4 0,0 1-736 16,0 0-147-16</inkml:trace>
  <inkml:trace contextRef="#ctx0" brushRef="#br0" timeOffset="23667.778">17026 5805 1792 0,'0'0'51'0,"0"0"10"0,0 0-49 0,-3-5-12 0,3 5 0 0,0-5 0 16,0 5 156-16,0 0 29 0,0 0 6 0,0 0 1 15,0 0-103-15,0 0-20 0,0 0-4 0,0 0-1 16,-3 8 0-16,3 2 0 0,0 3 0 0,0 3 0 16,0 3-51-16,0 2-13 0,0 3 0 0,0 2 0 0,3-2 0 0,-3 3 0 15,3-1 0-15,0 3 0 0,0-5 0 0,0 5 0 16,3 0 0-16,-4 6 0 0,1-4 0 0,3 6 0 15,-3 3 0-15,3-3 0 0,-3-2 0 0,0-1 0 16,0-5 0-16,0 0 0 0,-3-2 0 0,0-4 0 16,0 1 0-16,0-3-851 15,-3 1-173-15</inkml:trace>
  <inkml:trace contextRef="#ctx0" brushRef="#br0" timeOffset="24010.302">17186 6467 2397 0,'0'0'52'0,"0"0"12"0,0 0 1 0,3-3 3 0,0-2-54 0,3 0-14 0,0-1 0 15,3 4 0-15,0-4 100 0,3 4 18 0,0-1 3 0,0 0 1 16,0 1-56-16,3 2-11 0,-3 0-3 0,-1 0 0 16,1 0-28-16,0 2-7 0,-3 1-1 0,3 2 0 15,-3 1-16-15,-3-1 10 0,3 0-10 0,-3 3 8 16,-3-3-8-16,0 6 0 0,-3-3 0 0,0 5 0 15,0-2 0-15,-3 2 0 0,-3 3 0 0,0 0-11 16,0 2 1-16,0 1 0 0,-3 2 0 0,0 0 0 16,0 0 10-16,0-2 0 0,0-1 0 0,3 1 0 15,-3-3 0-15,4 0 0 0,2-3 0 0,3 0-8 16,0-2 8-16,0-3 0 0,3 0-9 0,2 0 9 0,1-3 0 16,0-3 0-16,3 4-9 0,0-6 9 0,0 0 0 0,0 0-8 15,3-3 8-15,0 0 0 0,0 1-16 0,0-3 3 16,3-1 1-16,2-2 0 15,-2 0-112-15,6 0-23 0,-3-2-4 0</inkml:trace>
  <inkml:trace contextRef="#ctx0" brushRef="#br0" timeOffset="32105.965">19455 5948 2102 0,'0'0'46'0,"0"0"10"0,0-5 1 0,0 2 3 0,0-5-48 0,0 3-12 0,0 5 0 0,3-5 0 16,-3 5 84-16,0 0 16 0,0 0 2 0,0 0 1 15,0 0-40-15,0 0-8 0,0 0-2 0,-3 10 0 0,3 1-18 16,0-1-4-16,-3 6-1 0,3 0 0 0,0 0-15 0,0 0-3 15,0 3-1-15,0-4 0 0,3 4-11 0,-3-1 8 16,0 1-8-16,3 2 8 0,-3 0-8 0,0 0 0 16,3 3 0-16,-3 3 0 0,2-1 14 0,-2-2 1 15,0 0 0-15,3-3 0 16,-3 0-35-16,0-2-6 0,0-3-2 0,0-1 0 16,0-1-10-16,0-1-2 0,0 0-1 0,0-2 0 15,0-3-103-15,0 2-21 0,3-4-4 0</inkml:trace>
  <inkml:trace contextRef="#ctx0" brushRef="#br0" timeOffset="32385.833">20026 6102 1792 0,'0'0'51'0,"0"0"10"0,0 0-49 0,0-6-12 0,3 4 0 0,0-1 0 16,0-2 104-16,-3 5 19 0,3-3 3 0,0 1 1 15,-3 2-50-15,3-6-9 0,3 6-3 0,-3-2 0 16,-3 2-21-16,0 0-4 0,0 0 0 0,0 0-1 16,0 0-11-16,3 8-3 0,-3-3 0 0,-3 3 0 15,0 0-2-15,-3 2-1 0,-3 1 0 0,0 2 0 16,-3 3-12-16,-3 2-2 0,0 1-8 0,-2 5 12 16,-4-3-32-1,3 3-8-15,0 0 0 0,0-3-1 0,0 0 29 0,3-3 0 0,-2 1 0 0,5-3 0 16,-3 0-145-16,3 0-23 0,0-3-5 15</inkml:trace>
  <inkml:trace contextRef="#ctx0" brushRef="#br0" timeOffset="32636.934">19818 6149 1997 0,'-3'-18'56'0,"3"10"13"0,-3-3-55 0,3 3-14 15,-3 0 0-15,3-2 0 0,-3 2 164 0,3 3 29 16,0-3 7-16,-3 2 0 0,3 4-108 0,0 2-23 15,0 0-4-15,0 0-1 0,0 0-16 0,0 0-4 16,0 0-1-16,3 5 0 0,0 3-18 0,0 0-3 0,0 2-1 0,3-2 0 16,0 3-21-16,0 2 0 15,3 0 0-15,-1 3 0 0,1 0 10 0,3 5-2 0,0 3-8 0,0 0 12 16,3 2-12-16,0-2-8 0,-3 0 8 0,3 0-13 16,3-3 13-16,-7-2 0 0,4-1 0 0,-3-2 0 31,-3 0-76-31,3 0-12 0,-3-3-2 0,-3 0-1 15,0-5-117-15,0 0-24 0,15-5-5 0,-12-3-1 0</inkml:trace>
  <inkml:trace contextRef="#ctx0" brushRef="#br0" timeOffset="32965.409">20353 6131 2419 0,'0'0'53'0,"0"0"11"0,0 0 3 0,0-6 1 0,3 1-55 0,-3 3-13 15,6-4 0-15,-3 4 0 0,3-1 48 0,0 0 6 16,0 1 2-16,3-1 0 0,0 3 12 0,0 0 4 16,0 0 0-16,0 0 0 15,-3 3-58-15,3-1-14 0,0 4 0 0,-3-4 0 16,-3 4 0-16,0-1 0 0,0 3 0 0,0 0 0 0,-6 2 0 0,3 1-13 16,-6-1 2-16,3 4 1 0,-3-4 10 0,0 6 14 15,-3 0-3-15,3 0-1 16,0 0-59-16,-3 0-12 0,3 0-3 0,0-1 0 0,3-1 52 0,0-1 12 15,0-3 0-15,0 1 0 0,3 0 0 0,0-3 0 16,3-3 0-16,3 3 0 0,0-3 0 0,0-2 0 16,3-1 0-16,-3 1 0 0,3-3 0 0,3 0 0 0,-3 0 0 0,6-3 0 15,-1-2-14-15,-2 0-3 0,6 0-1 0,-3-3 0 32,0 2-140-32,0-2-28 0,-3 0-6 0</inkml:trace>
  <inkml:trace contextRef="#ctx0" brushRef="#br0" timeOffset="33448.641">20630 5874 1515 0,'0'0'33'0,"0"0"7"0,-3-5 2 0,3 2 1 0,-3-5-35 0,3 3-8 16,0-3 0-16,3 3 0 0,-3-3 107 0,3 0 19 15,0 0 4-15,0 0 1 0,3 0-48 0,0-3-10 16,0 4-1-16,0-1-1 0,3 0-10 0,0 2-1 15,3 1-1-15,0 0 0 0,0-1-20 0,0 4-4 16,2-3-1-16,1 5 0 0,-3-3-11 0,3 3-3 16,-3 0 0-16,0 3 0 0,-3-3-12 0,-3 5-8 15,0 0 8-15,-3 3-8 0,-3 0 0 0,0 3 0 16,-3 2 0-16,-3 3 0 0,-3 2 0 0,0 3 0 16,-3 1 0-16,0-1-8 0,-3 0-4 0,3-3 0 0,0 1 0 0,1-1 0 15,2-2 12-15,0-2-10 16,3-1 10-16,0-3-10 0,0 1 10 0,3 0 0 0,6-6 0 0,0 3 0 15,3-6 0-15,0 1 11 0,3 2-1 0,3-5 0 16,2 0 4-16,1 0 1 16,3-2 0-16,3-1 0 0,0 0-7 0,3 1 0 0,-1-4-8 0,-2 1 12 31,3 0-36-31,0-3-8 0,-3 3-2 0,-3-1-746 0,2-2-148 0</inkml:trace>
  <inkml:trace contextRef="#ctx0" brushRef="#br0" timeOffset="36673.558">23818 6276 1458 0,'0'0'32'0,"0"0"6"0,0 0 2 0,0 0 1 0,0 0-33 0,0 0-8 0,0 0 0 0,0 0 0 15,-6 0 76-15,6 0 14 0,0 0 2 0,0 0 1 16,0 0-18-16,0 0-4 0,0 0-1 0,0 0 0 16,0 0-7-16,0 0-2 0,6 3 0 0,0 0 0 15,0-1 3-15,3-2 0 0,0 3 0 0,3-3 0 16,3 0-12-16,0 3-1 0,3-3-1 0,-1 0 0 16,4 0-16-16,0 0-3 0,3-3-1 0,-3 3 0 15,3 0-21-15,-4-3-9 0,-2 3 8 0,3-2-8 16,-3 2 0-16,0-3 0 0,0 3 0 0,-3-3 0 15,-4 1-34-15,4-1 1 0,-6 0 0 0,0 1 0 16,-3 2-115-16,0-3-22 0,0 0-5 0,-6 3-833 16</inkml:trace>
  <inkml:trace contextRef="#ctx0" brushRef="#br0" timeOffset="36967.863">24003 6112 1918 0,'0'0'42'0,"0"0"9"0,-3-2 1 0,3 2 3 0,-3-6-44 0,3 6-11 0,0 0 0 0,0 0 0 16,0 0 87-16,0 0 15 16,0 0 3-16,0 0 1 0,0 0-45 0,0 0-9 0,0 0-1 0,0 0-1 15,0 0-26-15,3 6-4 0,0-4-2 0,3 6 0 16,-3-3-2-16,0 3-1 16,0 3 0-16,0 2 0 0,-3 0-6 0,3 3-1 0,0 3 0 15,-3 2 0-15,3 0-8 0,0 0 0 0,0 3 9 16,0 0-9-16,0-3 0 0,-1 0 0 0,1 1 0 0,0-4 0 15,0 1 0-15,3-1 0 0,-3 1 0 0,0-1 0 16,3-5-14-16,-3 3-1 0,0-5 0 0,0 2 0 31,0-2-23-31,0-1-5 0,0-2-1 0,0 0 0 0,0 0-67 0,0-3-13 0,-3-2-4 0,0-3-819 16</inkml:trace>
  <inkml:trace contextRef="#ctx0" brushRef="#br0" timeOffset="37289.758">24470 5993 1426 0,'0'0'40'0,"0"0"9"0,-3-5-39 0,3 0-10 15,0 5 0-15,0 0 0 0,0 0 110 0,0-6 20 16,0 6 4-16,0 0 1 0,0 0-28 0,0 0-6 15,0 0-1-15,0 0 0 0,0 0-34 0,0 0-7 16,0 0-2-16,0 8 0 0,0 0-25 0,0 0-4 0,0 5-2 0,0-2 0 16,-3 0-9-16,3 2-1 0,0 0-1 0,-3 0 0 15,3 0-15-15,-3 3 8 0,3 3-8 0,0-1 0 16,0 1 9-16,0 2-9 0,0 3 8 0,3 0-8 16,-3-1 10-16,3 4-10 0,0-6 12 0,-3 3-12 15,3-6 9-15,-3 4-9 0,3-4 0 0,-3-2 9 16,3 0-9-16,-3 0 0 0,0-6 0 0,0 1 0 31,0 0-20-31,0-1-7 0,0-2-1 0,0-8-1113 0</inkml:trace>
  <inkml:trace contextRef="#ctx0" brushRef="#br0" timeOffset="37875.237">24872 6157 1388 0,'0'0'39'0,"0"0"9"0,0 0-38 0,0 0-10 0,0 0 0 0,0 0 0 16,0 0 119-16,0 0 21 0,0 0 5 0,0 0 1 15,0 0-53-15,0 0-10 0,0 0-3 0,-6-2 0 16,0 2-22-16,0 0-5 0,-3 0-1 0,0 2 0 15,0 1-16-15,-3 2-4 0,3 0-1 0,-2 1 0 0,-1 2-31 0,0 2-8 16,0-2-1-16,0 5 0 0,0 1 9 0,-3-1 0 16,3 3 0-16,3 0 0 0,-3-3 0 0,3 3 0 15,1-3 0-15,-1 3 0 16,0-6 0-16,0 4 0 0,3-4 0 0,-3 1 0 16,0-3-53-16,3 0-9 0,-3 0-2 0,3-3 0 15,0 0-102-15,0 1-21 0,-6-4-4 0,12-2-1 0</inkml:trace>
  <inkml:trace contextRef="#ctx0" brushRef="#br0" timeOffset="38132.908">24640 6110 1958 0,'0'0'43'0,"0"0"9"0,0 0 1 0,0-6 3 0,0 6-45 0,0-5-11 0,0 5 0 0,0-5 0 15,0 5 104-15,0 0 18 0,0 0 4 0,0 0 1 16,0 0-61-16,6 0-12 0,-6 0-2 0,6 2-1 15,-3 4-23-15,0-1-4 0,3 0 0 0,-3 6-1 16,3-3-23-16,-3 2-10 0,-1 4 1 0,4 1 0 16,-3 1 9-16,3 0 0 0,0 3 0 0,0-1 0 15,0 1 0-15,0-1 0 0,3 1 0 0,-3-3 0 16,3 2 0-16,-3-2 0 0,3-3 0 0,-3 1 0 16,3 1-11-16,-3-4 0 0,0-3 0 0,0 3 0 15,0-6-109-15,0 0-23 0,-1 0-4 16,1-2-865-16</inkml:trace>
  <inkml:trace contextRef="#ctx0" brushRef="#br0" timeOffset="38525.154">24982 6194 1436 0,'0'0'32'0,"0"0"6"0,0 0 2 0,0-8 0 0,-3 3-32 0,3 0-8 0,0-1 0 0,0-1 0 15,0 1 69-15,3 1 13 16,0 0 2-16,0-1 1 0,3 1-11 0,0 2-2 16,0 1-1-16,3-1 0 0,0 0-7 0,-3 3 0 15,6 0-1-15,-3 0 0 0,0 0 0 0,2 0 0 16,1 0 0-16,-3 3 0 0,3-3-20 0,-3 5-4 0,0-2-1 0,0 0 0 16,-3-1-26-16,0 4-4 0,0-1-8 0,-6 0 11 15,3 1-11-15,-6 1 0 0,0 1 0 16,0 3 0-16,-6 0-8 0,3 2-4 0,-3-3-1 15,0 4 0-15,-3-1-10 0,3 0-1 0,-3 0-1 0,3 1 0 32,1-4-10-32,-1 3-1 0,0-2-1 0,3 0 0 0,-3-1 13 0,3-2 2 0,3 0 1 0,0 0 0 15,0 0 12-15,3 0 9 0,0-3-12 0,0 3 12 16,3-3 0-16,0 1 0 0,3-4 0 0,-3 1 0 16,3 2 9-16,0-2 3 0,3-3 0 0,-3 0 0 15,2 0-12-15,1 0 0 0,0 0 0 0,0 0 0 16,3-3-13-16,0 1-5 0,0-4-1 0,0 4 0 15,0-4-126-15,3 4-26 0</inkml:trace>
  <inkml:trace contextRef="#ctx0" brushRef="#br0" timeOffset="38943.249">25176 5906 1688 0,'0'0'37'0,"0"0"8"0,0 0 2 0,0 0 0 0,0 0-38 0,0 0-9 0,0 0 0 0,0 0 0 15,0 0 52-15,0 0 8 0,0 0 1 0,-6 5 1 16,6-5-13-16,-6 3-2 0,3 2-1 0,0 0 0 15,0 3-18-15,0 0-4 0,0 0-1 0,3 0 0 16,0 3-11-16,3-1-1 0,0-2-1 0,0 0 0 16,0 0 2-16,3 0 0 0,0 0 0 0,0-3 0 15,0 1 10-15,2-4 2 0,1 4 1 0,-3-6 0 16,3 2 6-16,0-2 1 0,0-2 0 0,0 2 0 16,-3 0-4-16,0-6-1 0,0 4 0 0,0-1 0 15,0-2 1-15,-3-1 0 0,0 1 0 0,0-3 0 16,-3 0 0-16,0 0 1 0,0-2 0 0,-3-1 0 15,3 0-12-15,-3 1-2 0,-3-1-1 0,3 1 0 16,-3-1-14-16,0 3 0 0,-3 0 8 0,-3 0-8 16,3 3-20-16,0 0-8 0,0 2 0 0,0 0-1 15,-2 6-173-15,-4 0-34 0</inkml:trace>
  <inkml:trace contextRef="#ctx0" brushRef="#br0" timeOffset="40821.036">19074 7623 1792 0,'0'0'51'0,"0"0"10"0,0 0-49 0,0 0-12 15,0 0 0-15,0 0 0 0,0 0 105 0,0 0 19 0,0 0 3 0,0 0 1 16,3 0-24-16,5 0-4 0,1 3 0 16,0-3-1-16,6 0-45 0,0 0-9 0,6 0-1 15,0-3-1-15,3 3-11 0,-1 0-3 0,4-3 0 0,3 1 0 16,0 2-10-16,-1-3-3 0,-2 3 0 0,6 0 0 16,0 0-16-16,-1 0 10 0,1 0-10 0,0 0 8 15,0 0-8-15,-1 3 0 0,-5-3 0 0,3 2 0 16,-6 1 0-16,0 0-16 0,-7-1 4 0,-2 1 1 15,-3 2-17-15,0 1-3 16,-6-1-1-16,0 0 0 0,-3 3-41 0,0-3-9 0,-6 1-2 0,0 2 0 16,0-3-137-16,-6 3-28 0,3-3-6 0,-6-2-1 0</inkml:trace>
  <inkml:trace contextRef="#ctx0" brushRef="#br0" timeOffset="41073.666">19335 7787 1497 0,'-17'0'32'16,"8"3"8"-16,-3-3 0 0,3 0 4 0,-3 0-36 0,3 0-8 0,0 0 0 0,0 0 0 0,3 0 104 0,0 0 20 16,0 0 3-16,6 0 1 0,0 0 0 0,0 0 0 15,0 0 0-15,0 0 0 0,0 0-46 0,0 0-9 16,0 0-1-16,6-3-1 0,0 3-16 0,3-2-3 16,0 2-1-16,0 0 0 0,3 0-36 0,0 0-7 15,3 0-8-15,0 2 11 0,-1-2 36 0,1 0 7 0,3 0 2 0,0 0 0 16,0 0-34-16,3 0-6 0,3 0-2 0,-1 0 0 15,4 0-14-15,0 3 0 0,3-3 8 0,-1 0-8 16,-2 2 0-16,3 1-10 0,0-3 2 0,0 3 0 31,-4-3-99-31,1-3-19 0,0 3-4 0,0-3-713 0,-3 1-142 16</inkml:trace>
  <inkml:trace contextRef="#ctx0" brushRef="#br0" timeOffset="44234.47">18008 6120 1497 0,'0'0'32'0,"0"0"8"0,0 0 0 0,0 0 4 0,0 0-36 0,0 0-8 0,0 0 0 0,0 0 0 16,0 0 104-16,3-2 20 15,0-1 3-15,3 0 1 0,0 3 0 0,0-2 0 0,6 2 0 0,0 0 0 16,2 0-71-16,4-3-13 0,0 3-4 0,0-3 0 16,0 3 7-16,3-5 1 0,3 2 0 0,-1 1 0 15,4-1-7-15,3 0-1 0,3-2 0 0,-1 3 0 16,4-1-40-16,-3 0-16 0,3 3 1 0,-4-2 0 15,-2 2 15-15,-3-3 0 0,0 0 0 0,-4 3 0 16,1-2 0-16,-6 2-11 0,-3-3 11 0,0 3-10 16,-6 3-27-1,-3-3-6-15,0 2-1 0,-6-2 0 0,0 0-67 0,-3 6-13 0,0 2-4 0,-6-3 0 16,3 0-102-16,-6 3-21 0,-21 0-4 16,6 3-1-16</inkml:trace>
  <inkml:trace contextRef="#ctx0" brushRef="#br0" timeOffset="44446.559">18204 6348 1728 0,'0'0'38'0,"-9"5"8"0,3-2 2 0,-2 5 0 0,2-3-39 0,-3 0-9 0,3-2 0 0,0 2 0 15,0 0 100-15,6-5 19 0,0 0 3 0,0 0 1 0,0 0-29 0,0 0-6 16,3 6 0-16,-3-6-1 16,9 2-12-16,-6 1-3 0,6 0 0 0,-3-3 0 0,3 0-12 0,2 0-2 15,-2 0-1-15,6-3 0 0,0 3-14 0,0-3-3 16,3-2-1-16,3 2 0 0,0-2-16 0,-1 3-3 15,7-4-1-15,0 1 0 0,-3 0-19 0,3 2 0 16,2 0 0-16,-2-2 0 16,0 2-23-16,-3 1-8 0,2-4-1 0,1 4-1 15,0-1-147-15,0 1-30 0,0-1-6 0</inkml:trace>
  <inkml:trace contextRef="#ctx0" brushRef="#br0" timeOffset="45759.862">20621 7369 2188 0,'0'0'48'0,"0"0"11"0,3-5 1 0,3 2 1 0,-3-2-49 0,0 2-12 16,0-2 0-16,-3 5 0 15,3-3 105-15,-3 3 19 0,0 0 3 0,0 0 1 0,-3-5-103 0,3 5-25 16,-6 0 0-16,0 0 0 0,0 0 0 0,-3 0 0 15,1 3 0-15,-4-1 0 0,0 1 0 0,0 2 0 16,-3 1 0-16,0-1 0 0,0 0 0 0,0 6 0 16,3-6 0-16,0 6 0 0,4-1 23 0,-1 1-1 15,3 2 0-15,3 0 0 0,0 0-22 0,6 3 0 0,0-2 0 16,3 1-12-16,0-1 12 0,5-1 0 0,4 0 0 0,0 3 0 16,0-5 0-16,0 2 0 0,0-3 0 0,0 1 0 15,3 0 0-15,-4-1 0 0,1-2 0 16,0 3 0-16,-3-3 0 0,0 0 0 15,0-1 0-15,-6-1 0 0,3 2-16 0,-6-3 0 0,0 0-1 0,-3 1 0 16,0-1 17-16,-3 3 0 0,-3-3 0 0,0 3 0 16,-3-3 26-16,0 3 9 0,0-2 1 0,-3-1 1 15,3 3-8-15,-6-3-1 0,4 0-1 0,-7 1 0 32,0-1-73-32,0 0-14 0,3-2-4 0,-3 0 0 0,0-1 52 0,3-2 12 0,-2 0 0 0,2 0 0 15,3-2-156-15,0-1-29 0,3 0-6 16,3-5-1-16</inkml:trace>
  <inkml:trace contextRef="#ctx0" brushRef="#br0" timeOffset="45954.194">20592 7359 1792 0,'-3'-14'51'0,"0"6"10"0,0 3-49 0,0-3-12 16,0 0 0-16,0 3 0 16,0-3 168-16,0 0 30 0,0 3 6 0,3-1 2 0,0 1-102 0,3 2-20 15,0-2-4-15,0 3 0 0,3-1-28 0,0 0-6 16,6 3-1-16,-4 0 0 0,4-2-12 0,0 2-2 15,6 0-1-15,0-3 0 0,0 3-17 0,6 0-3 16,0 0-1-16,-1 0 0 0,1 0-9 0,3 0 0 16,0 0 0-16,-3 3 0 15,2-3-80-15,1 2-14 0,-6-2-3 16,3 3-749-16,-6 0-150 0</inkml:trace>
  <inkml:trace contextRef="#ctx0" brushRef="#br0" timeOffset="47113.648">20928 7697 1706 0,'0'0'48'0,"0"0"11"0,0 0-47 0,0-5-12 0,0 5 0 0,0-5 0 16,3-1 140-16,-3 6 25 0,0 0 6 0,0 0 1 16,0 0-55-16,0 0-10 0,0 0-3 0,0 0 0 15,0 0-45-15,0 0-10 0,0 0-1 0,0 0-1 0,0 6-20 16,0 2-4-16,0-3-1 0,0 5 0 15,0 1-14-15,-3 2-8 0,3-2 10 0,0 2-10 0,-3 3 0 0,3 2 8 16,0 1-8-16,-3 5 0 0,0-3 0 0,3 5 0 16,-3-2 0-16,0 0 0 15,0 0-10-15,0 0-2 0,0-3 0 0,3 3 0 16,0-6-19-16,0 1-4 0,0-3-1 0,0-1 0 16,0-1-92-16,6-4-18 0,-3 1-4 0,0-3-569 0,3-6-113 15</inkml:trace>
  <inkml:trace contextRef="#ctx0" brushRef="#br0" timeOffset="47452.841">21208 7851 2188 0,'0'-6'48'0,"-3"1"11"0,3-3 1 0,-3 3 1 0,3 0-49 0,-3-1-12 0,0 1 0 0,0 0 0 16,0 2 105-16,3 3 19 0,0 0 3 0,-6-3 1 16,6 3-52-16,-9 3-9 0,3 0-3 15,0 2 0-15,3 0-51 0,-3 6-13 0,3-1 0 0,0 1 0 16,3 2 0-16,-3 3 0 0,3-3 0 0,-3 6 0 15,3-3 0-15,3 0-12 0,-3 0 3 0,3-1 0 16,0 1 9-16,0-3 12 0,3 1-2 0,0-4-1 31,0 1-58-31,3-1-12 0,0-4-3 0,-3 2 0 0,3-3 52 0,3-2 12 0,-3-1 0 0,3-2 0 16,-4-2 0-16,4-1 0 0,0 0 0 0,0-2 0 16,-3 0 30-16,3-3 9 0,0 0 1 0,-3-3 1 15,3 1-8-15,-3-4-1 0,0-1-1 0,-3-1 0 16,3-3 4-16,-4 1 1 0,-2-1 0 0,0-2 0 0,0 5-13 0,0-2-3 15,-3 2 0-15,0 0 0 0,0 3-7 16,0-1-1-16,-3 4-1 0,-3-1 0 0,3 3-11 0,-5 3 0 16,2-3 0-16,-6 3 0 15,0 2-34-15,-3 0-6 0,0 1 0 0,-6 2-868 16,-3 2-172-16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38:54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16302 3360 1868 0,'0'0'41'0,"0"0"9"0,0-8 2 0,0 3 0 0,0 5-42 0,0-5-10 0,0 5 0 0,0 0 0 16,0 0 73-16,0 0 13 0,0 0 2 0,0 0 1 15,0 0-20-15,0 0-4 0,-3 10-1 0,0-2 0 16,0 0-51-16,3 6-13 0,-3 1 0 0,0 4 0 0,3 2 12 0,0 0 0 16,-3 3 0-16,3 3 0 0,0 2-12 0,-3-8-16 15,3 5 3-15,-2 3 1 0,2 6 23 0,-3-3 5 16,0 5 0-16,0 8 1 0,0 2-27 0,0-7-6 16,0 2 0-16,0 1-1 15,0-4 17-15,-3 1 0 0,0 2 0 0,3 9 0 0,-3-9 0 0,3 6 0 16,0-3 0-16,0 2 0 0,0-5 0 0,0-2 0 15,0 0 0-15,-3 2 0 0,3 1 0 0,0-4 0 0,0 4 0 0,3 2 0 16,-3-8 0-16,0 0 0 16,3 0 0-16,-3-6 0 0,3 4 0 0,0-9 8 15,-3 3-8-15,3 3 12 0,0-3-12 0,0-2 0 16,0 2 0-16,0 0 0 0,0-3 0 0,3-2-8 0,-3 0 8 0,3 0-13 16,0-3 13-16,0-2 15 0,0-1-3 0,0 1-1 15,0-4-11-15,0 1-16 16,0-2 4-16,0-1 1 0,0-3 11 0,0 4 0 0,3-9 0 0,-3 3 0 15,3-3 0-15,-3 0 0 0,3 1 0 0,0 2 0 16,0-8 0-16,0 2 0 0,0-2 0 0,2 0 0 16,1 0 9-16,0-2 4 0,3 2 1 0,0-6 0 15,0 4-14-15,3-4 8 0,3 1-8 0,0 0 0 16,3-3 8-16,-1-3-8 0,4 1 0 0,0-1 9 16,-3 1-23-16,3-4-5 0,-1 4-1 0,7-1 0 15,-3-2 20-15,6 2 0 0,-1-5 0 0,7 3 0 16,3 0 0-16,0-3 0 0,-1 3 0 0,4-6 0 15,-3 6 0-15,2-3 0 0,4 0 0 0,8 3 0 16,-2 0 0-16,2 2 0 0,1 1 0 0,3-3 0 16,-4 2 0-16,7 0 0 0,5 6 0 0,4-6 0 0,-7 4 20 15,0 1 7-15,4 1 1 0,5-3 1 0,-2 5-21 16,-1-2-8-16,-2 2 0 0,2 1 9 16,1-1-9-16,-4 3 0 0,6-2 9 0,4 2-9 15,-13 0 9-15,4 0-9 0,2-3 12 0,7 3-12 0,-7 3 9 0,1-3-9 16,-7 0 0-16,12 0 9 0,-2 2-9 0,-4-2 0 15,4 3 9-15,2-1-9 0,-3-2 8 0,1 3-8 0,5 0 10 16,7-1-10-16,-13 1 9 0,3-3-9 16,4 3 8-16,5 2-8 0,-6-5 8 0,-2 3-8 0,5-3 0 0,6 0 8 15,-5 2-8-15,-4-2 0 0,-2 0 9 0,8 0-9 16,-6 0 9-16,-2 3-9 0,-1 0 12 16,3-3-12-16,-8-3 16 0,-4 3-3 0,4 0-1 0,-1 3 0 15,-8-3 2-15,-7-3 0 16,1 0 0-16,-4 3 0 0,-5-2-2 0,-3-1-1 0,-1 3 0 0,-2-5 0 15,-6 5-3-15,-4-3-8 0,-2 0 12 0,-6 1-4 16,-3-1-8-16,0 0 12 0,-6 3-12 0,-1-5 12 16,-2 3-2-16,-3-4 0 0,-3 4 0 0,0-1 0 15,-3-5-10-15,0 0 0 0,0 3 0 0,-3-6 0 16,0 6 30-16,0-11 4 0,0 5 1 0,0 1 0 16,0-9-5-16,-3 3-1 0,3-2 0 0,0-3 0 15,-3-3-29-15,3 0 0 0,0-2-11 0,3-1 11 16,-3-2 0-16,3 0 0 0,0 0 0 0,0-3 0 15,0 0 0-15,0 3 0 0,0-8 8 0,0-2-8 0,0 1 0 0,3-4 0 16,-3 0 0-16,3-1 8 0,0 6-8 0,0-2 0 16,0 2 0-16,0-3 0 0,3 0 8 0,-3 1-8 15,0-4 0-15,2 1 8 0,-2 2-8 16,3-2 12-16,-3 8-12 0,0-1 12 0,3 6-2 0,-3 0 0 16,0 0 0-16,-3 2 0 0,3 1 2 0,-3-1 0 15,0-2 0-15,0 0 0 0,0 0-12 0,-3 0 10 16,0 3-10-16,0-4 10 0,-3 7-10 0,3 1 10 15,-3 1-10-15,-3 3 10 0,3 2-10 0,-3 5 0 0,0-5 9 16,-3 6-9-16,3-1 0 0,-3 1 9 16,0 2-9-16,0 0 0 0,-2 0 10 0,2 0-10 15,-3 3 8-15,0-3-8 0,0 5 0 0,-3-5 0 16,3 3 8-16,-6 2-8 0,0-5 0 0,-5 6 0 0,-1-1 0 0,-3-5 0 16,-3 8 0-16,-6-5 0 0,4 2 8 0,-7 3-8 15,3-5 9-15,1 2 0 16,-4 1 0-16,-6-1 0 0,4 0-9 0,-7 1 0 0,-3 2 0 0,-2-3 0 15,5 3 0-15,-2 0 0 0,2-5 0 0,-9 5 0 16,4 0 0-16,-7 0 0 0,4 0 0 0,-7-3 0 16,10 3 0-16,-4 0 0 0,0 0 0 0,-8 0 0 15,3 0 0-15,2 0 0 0,0 0 0 0,-2 0 0 16,2 0 0-16,1 3 0 0,-4-3 0 0,-2 5 0 16,5-5 0-16,1 0-12 0,2 0 2 0,-5 3 1 15,2-3 9-15,1 2 0 0,-4-2 0 0,1 3 0 16,8-3 0-16,1 3 0 0,-7-3 0 0,0 2 0 15,-2 1 0-15,5-3 12 0,1 0-2 0,-1 5-1 16,4-5-9-16,-4 0 0 0,4 0 0 0,-7 0 0 16,3 0 0-16,4 0-12 0,2 0 2 0,-2-5 1 15,2 5 9-15,0 0 12 0,1 0-2 0,-4 0-1 16,1 0-9-16,5 0-12 0,0-3 2 0,1 3 1 16,2-2 9-16,-2 2 12 0,-1 0-2 0,-3 2-1 0,1-2-9 15,2 0 0-15,3 0 0 0,-2 0 0 0,8 3 0 0,-3-3 0 16,1 5 0-16,-4-5 0 0,3 0 0 0,1 3 0 15,-4 2 0-15,6-5 0 0,1 3 0 0,2-3-16 16,6 5 4-16,-2-2 1 0,2-1 11 0,0 1 0 16,0 2 0-16,-2 3 0 0,2-8 0 0,0 8 0 0,-3-5 0 0,3-1 0 15,1 4 0-15,-1-1 0 0,3 3 0 0,0-3 0 16,4 3 0-16,-1-5 0 0,0 2 0 0,0 3 0 16,0-3 0-16,-2-2 0 0,2 2 0 0,-6-2 0 15,3 2 0-15,0 0 0 0,1-2 0 16,-1 2 0-16,0 3 0 0,0-5 0 0,6 5 0 0,-2-3 0 15,2 0 0-15,3 1 0 0,0 4 0 0,3-7-8 16,0 2 8-16,0-2 0 0,0 0 0 0,1-1 0 16,-1 1 0-16,3 0 0 0,-3-1 0 0,3 3 0 15,0-5 0-15,0 0 0 0,0 3 0 0,0 2 0 16,3-5 0-16,-2 0 0 0,2 3 0 0,0 2 0 16,0-5-14-16,3 3-4 0,0-3-1 0,-3 3 0 31,3-1-101-31,0 1-20 0,6-3-4 0,0 0-725 0,-3 0-146 0</inkml:trace>
  <inkml:trace contextRef="#ctx0" brushRef="#br0" timeOffset="685.085">20080 3215 1552 0,'0'0'44'0,"0"0"10"16,0 0-43-16,0 0-11 0,0 0 0 0,0 0 0 15,0 0 156-15,0 0 28 0,-6 0 7 0,0 0 1 16,6 0-95-16,-6 5-18 0,0-2-4 0,0 2-1 0,3 3-26 15,-3 0-4-15,3 5-2 0,-3 0 0 0,3 6-16 0,0 2-3 16,-3 6-1-16,0 7 0 0,3 0-7 0,-3 3-2 16,0-2 0-16,0 5 0 0,3-3-5 0,-3 2-8 15,0 4 11-15,3 7-11 0,-2-2 11 0,2 7-11 16,0-5 10-16,0 3-10 0,0-5 13 0,0 0-3 0,0 2-1 0,0 11 0 16,-3-6 10-16,3 1 1 0,3-6 1 0,-3 3 0 15,0-13-21-15,0 5 0 16,3-6 0-16,-3 6 0 0,0-5 0 0,-3 2 0 0,3-2 0 15,0-3 0-15,0-5 0 0,-3-3 0 0,3-5 0 0,-3 0-12 32,3-3-92-32,-3-8-18 0,0 3-4 0,3-6-1 0</inkml:trace>
  <inkml:trace contextRef="#ctx0" brushRef="#br0" timeOffset="1268.446">17683 3212 1998 0,'0'0'44'0,"0"0"8"0,0 0 3 0,0 0 1 0,0 0-44 0,6 0-12 0,-6 0 0 0,0 0 0 16,3 3 76-16,0 2 14 0,-3 6 2 0,0 2 1 15,0 3-25-15,0 0-4 0,-3 5-2 0,3 8 0 16,-3 5-26-16,0-2-6 0,3 11-1 0,-3-4 0 15,0 1-17-15,3 2-4 0,-2 6-8 0,2-1 12 16,-3 9-12-16,0-6-13 0,3 11 2 0,-3-8 1 16,0 0 31-16,3-3 7 0,-3 1 0 0,0 7 1 15,0-5-11-15,0 0-2 0,0-3-1 0,0-2 0 0,0-4-15 16,3-6 8-16,-3-1-8 0,0-3 0 16,0-2 9-16,0 2-9 0,0-2 8 0,0 2-8 15,-3-5 0-15,3 0-16 0,-3-5 3 0,3-3 0 16,-3 1-94-16,0-9-18 0,3 0-4 0,-3 0-979 15</inkml:trace>
  <inkml:trace contextRef="#ctx0" brushRef="#br0" timeOffset="1761.049">17157 3842 1974 0,'0'0'56'0,"0"0"12"0,0 0-54 0,0 0-14 15,-3-5 0-15,3 5 0 16,-3-6 110-16,3 6 19 0,-6-2 4 0,6 2 1 15,-6 0-49-15,0 2-9 0,0 1-3 0,0 2 0 0,3 6-7 0,-3 2-2 16,3 0 0-16,-3 6 0 0,3-3-51 0,0 5-13 16,0 0 0-16,0 3 0 15,0 0 0-15,0 2 0 0,3 1 0 0,-3 7 0 0,3 0 0 0,0 9 0 16,3-4 0-16,-3 4 0 0,3-6 0 0,0-3 0 16,3 1 0-16,-3-1 0 0,3-5 0 0,-3 0 0 15,0-2 0-15,3 4 0 16,0-1-46-16,0-4-12 0,3 1-2 0,-3-1-757 0,6-5-151 0</inkml:trace>
  <inkml:trace contextRef="#ctx0" brushRef="#br0" timeOffset="3991.402">18779 3855 2188 0,'0'0'48'0,"-6"-5"11"0,3 2 1 0,-3-5 1 16,6 8-49-16,0 0-12 0,-3-2 0 0,3 2 0 16,0 0 105-16,0 0 19 0,0 0 3 0,0 0 1 15,0 0-103-15,3 5-25 0,0 3 0 0,3 5 0 16,-3 0 56-16,0 3 7 0,3-3 1 0,0 6 0 15,-3 2-52-15,3 0-12 0,-3 3 0 0,0 0 0 16,0 2 0-16,0 4 0 0,-3 7 0 0,3 0 0 0,-3 2 0 0,0 1 0 16,0 2 0-16,-3-2 0 0,3-3 0 0,-3 0 0 15,0-5 0-15,0 5 0 16,-3-3 0-16,3-2 0 0,0 5 0 0,-3-2 0 16,0-4-38-16,0 4-10 0,0-4-3 0,0 4 0 15,0-6-117-15,3-5-23 0,0-3-5 0</inkml:trace>
  <inkml:trace contextRef="#ctx0" brushRef="#br0" timeOffset="4491.776">20803 4091 1792 0,'-12'2'51'0,"12"-2"10"16,-9 6-49-16,3-6-12 0,-3 2 0 0,-3 4 0 16,0-4 56-16,1 1 9 0,-4 0 2 0,-3 2 0 15,0 3 1-15,0-6 0 0,3 6 0 0,-3-2 0 16,0 2-9-16,4 0-2 0,-7-1 0 0,3 1 0 15,0 3 6-15,0 0 1 0,0 2 0 0,3 3 0 0,-5 0-52 0,5 2-12 16,-3 1 0-16,0 2 0 16,3-3 0-16,0 1 0 0,3 2 0 0,0 0 0 0,3-5 0 0,4 5 0 15,2-8 0-15,0 6 0 0,3-3 0 0,6 2 0 16,-1-4 0-16,1 4 0 0,6-2 0 16,0 0 0-16,3-3 0 0,3 0 0 0,0-2 0 15,3-6 0-15,0 3 0 0,2-5 0 0,-2-3 0 0,0-3 0 16,0 0 0-16,0-10 0 0,2 3 0 0,1-4 0 15,-3 1 0-15,3 0 0 16,-3-3 0-16,-3 0 0 0,-3 0 0 0,-4 0 0 0,1-2 16 0,-3-1 1 16,-6-2 0-16,0 0 0 0,-3 0-27 0,-3 0-6 0,-3-3 0 0,-6 0-1 15,0 3 17-15,1-3 0 0,-7 6 0 0,0-1 0 32,0 6-55-32,0-6-7 0,0 9-2 0,-6-6-1049 0</inkml:trace>
  <inkml:trace contextRef="#ctx0" brushRef="#br0" timeOffset="5231.686">20982 2720 806 0,'0'0'17'0,"0"0"4"0,0 0 1 0,0 0 2 0,0 0-24 0,0 0 0 0,0 0 0 0,-3-3 0 16,3 3 107-16,0 0 17 0,0 0 3 0,0 0 1 16,-3-5-52-16,3 5-9 0,0 0-3 0,0 0 0 15,0-5 0-15,0 5 0 0,0 0 0 0,0 0 0 16,0-3 0-16,0 3 0 0,0 0 0 0,0 0 0 16,0 0 0-16,0 0 0 0,0 0 0 0,0 0 0 15,3-5 0-15,0 2 0 0,0-2 0 0,0 2 0 16,2 3-51-16,1-5-13 0,0 2 0 0,3 1 0 15,-3-4 54-15,3 4 8 0,3-1 2 0,-3 3 0 0,3-5-52 16,0 2-12-16,0 3 0 0,0-5 0 16,3 2 26-16,-4 3 2 0,4 0 1 0,-3 0 0 0,-3-5-29 0,0 10 8 15,3-5-8-15,-6 3 0 16,0 2-21-16,0 3-7 0,-6-3-2 0,3 3 0 0,-6 0 30 16,0 3 0-16,0 0 0 0,-3-1 0 0,-3 3 0 0,0-2 0 15,0 2 0-15,-3 0 0 0,0-2 0 0,-3 2 0 16,1 0 0-16,2-2 0 15,0 2-57-15,0 0-6 0,3-5-1 0,0 6 0 0,0-6 52 0,3-1 12 16,0-1 0-16,3 4 0 0,3-4 0 0,0 2 0 16,0-6 0-16,3 4 0 0,3-6 0 0,0 2 0 15,0-2 0-15,6-2 0 0,-3 2 0 0,6-6 0 16,-3 4 0-16,6-4 0 0,-4-2 0 0,4 6 0 0,3-9 0 0,-3 3-723 16,3 0-137-16</inkml:trace>
  <inkml:trace contextRef="#ctx0" brushRef="#br0" timeOffset="5574.981">21425 2389 2188 0,'0'0'48'0,"0"0"11"0,0 0 1 0,0 0 1 15,0 0-49-15,-6 0-12 0,6 0 0 0,-6 6 0 16,3-1 54-16,0 3 8 0,0-5 2 0,0 2 0 15,0 3-52-15,3-3-12 0,0 3 0 0,0 0 0 16,0 0 0-16,0 0 0 0,3 0 0 0,0 0 0 16,3 0 0-16,-3 0 0 0,6-3 0 0,-3 0 0 15,6 3 0-15,0-8 0 0,0 3 0 0,0-3 0 16,3 0 0-16,-1 0 0 0,1-3 0 0,0-2 0 0,0-1 0 0,-3 4 0 16,0-3 0-16,-3 2 0 0,-3-5 54 0,0 0 8 15,0 0 2-15,-6 3 0 0,3-3 0 0,-6 0 0 16,3 0 0-16,-6-3 0 0,0 3-52 0,0 1-12 15,-3-4 0-15,0 0 0 0,0 3 0 0,0 0 0 16,-3 1 0-16,0-1 0 16,0 2-48-16,0 4-13 0,-2-4-3 0,-1 6 0 15,0-2-30-15,0 4-6 0,0 4-2 0,-3-6-974 0</inkml:trace>
  <inkml:trace contextRef="#ctx0" brushRef="#br0" timeOffset="6327.58">18654 2683 1695 0,'0'0'37'0,"0"0"8"0,0 0 2 0,0 0 1 0,0 0-39 0,-6 5-9 0,6-5 0 0,-6 0 0 15,6 0 92-15,0 0 16 0,0 0 3 0,0 0 1 16,0 0-19-16,0 0-3 0,0 0-1 0,0 0 0 15,0 0-71-15,0 0-18 0,6 0 0 0,0 0 0 16,0-5 55-16,3 5 7 0,3-3 2 0,0 1 0 16,-1-1-41-16,1 0-8 0,3 3-2 0,0-2 0 15,-3 2-2-15,3 0-1 0,-3 0 0 0,3 0 0 16,-3 0-10-16,-3 0 0 0,-1 0 9 0,-2 2-9 16,0-2 0-16,0 3 9 0,-3 0-9 0,-3-3 0 15,3 5-16-15,-3 3-11 16,0-3-1-16,0 3-1 0,-3-2 74 0,0 1 15 0,-3 1 4 0,0 3 0 31,0-3-103-31,1 2-20 0,-4 1-4 0,0 2-1 0,0-5 64 0,-3 5 26 0,0-5-2 0,0-2 0 16,0 4-24-16,3-2 0 0,-3 5-14 0,3-7 5 15,-3 4-6-15,6-2-1 0,-2-2 0 0,2 1 0 16,0 1 16-16,3 0 0 0,3-2 0 0,-3 2 0 16,3-8 0-16,0 0 0 0,6 2 0 0,0 4 0 0,0-4 0 0,-1 1 0 15,4-3 0-15,0 2 0 0,3-2 0 0,0-2 0 16,3 2-10-16,-3-3 10 0,3 3 0 0,0-2 0 15,0-4 0-15,-1 4 0 0,1-4 0 0,3 4 0 16,-3-4 0-16,3 4 0 16,-3-6-132-16,0 2-32 0,0-1-7 0,-6-7-1 0</inkml:trace>
  <inkml:trace contextRef="#ctx0" brushRef="#br0" timeOffset="6561.365">19038 2373 1963 0,'0'0'56'0,"0"0"12"0,0 0-55 0,0 0-13 0,0 0 0 0,-6 0 0 15,6 0 120-15,0 0 20 0,0 0 5 0,-6 6 1 16,6 2-66-16,-3 0-12 0,3-3-4 0,-3 3 0 16,3 0-51-16,0 0-13 0,0 5 0 0,0-2 0 15,0 2 0-15,0 0 0 0,0 3 0 0,0 5 0 16,0-2 0-16,0 2 0 0,0 5 0 0,3-2 0 15,-3 0 0-15,0 2 0 0,0-7 0 0,0 7 0 16,-3-5-164-16,3-2-35 0,-3 2-7 0,0 0-763 16</inkml:trace>
  <inkml:trace contextRef="#ctx0" brushRef="#br0" timeOffset="7307.887">16665 2850 1267 0,'0'0'28'0,"0"0"5"0,0 0 2 0,0 0 1 0,0 0-36 0,0 0 0 16,0 0 0-16,0 0 0 0,0 0 109 0,0 0 15 16,0 0 4-16,6-3 0 0,0 0-23 0,-3-2-4 15,3 3-1-15,0-4 0 0,0 4-28 0,0 2-5 16,3-6-2-16,0 1 0 0,0 2-16 0,0 1-3 16,0-1-1-16,0 0 0 0,0 3-17 0,0 0-4 0,0 0-1 0,-1-5 0 15,-2 5-14-15,0 5-9 0,0-5 12 0,0 0-12 16,-3 3 20-16,-3-3-2 0,3 5-1 0,-3-5 0 15,0 8-17-15,-3-2 0 0,0 2 0 0,0 2 0 32,0 1-48-32,-3-3-12 0,-3 0-4 0,3 2 0 0,-2 3 52 0,2 1 12 0,-3-4 0 0,3 3 0 15,0 1 0-15,3-6 0 0,-3 5 0 0,3-3 0 16,3-2-15-16,0 0 0 0,3 3 0 0,0-3 0 16,0-6 15-16,3 4-9 0,3-6 9 0,0 2-8 15,3-2 8-15,-4 0 0 0,7-2-9 0,-3 2 9 16,3-6 0-16,3 4 0 0,-3-3 0 0,3 2 0 31,-6-8-38-31,3 6-3 0,-4 0-1 0,1-3 0 0,0-5-26 0,-3 5-6 0,0 0-1 0,0-6 0 16</inkml:trace>
  <inkml:trace contextRef="#ctx0" brushRef="#br0" timeOffset="7709.133">16868 2564 1958 0,'0'0'43'0,"0"0"9"0,0 0 1 0,0-5 3 0,0 2-45 0,3-5-11 16,-3 3 0-16,3 2 0 0,3-7 104 0,0 7 20 16,0-5 3-16,0 0 1 0,0 0-103 0,3 3-25 0,-1-3 0 15,1 0 0-15,0 0 56 0,0 0 7 16,3 3 1-16,-3-3 0 0,3 3-52 0,3-3-12 15,-3 5 0-15,0-5 0 0,0 3 0 0,-1 5 0 16,1-6 0-16,-3 4 0 0,-3 2 0 0,-6 0 0 0,0 0 0 0,0 0 0 16,0 0 0-16,3 8 0 0,-6-3 0 0,0 3 0 15,-3 3 0-15,-3 2 0 0,0 0 0 0,1-2 0 16,-1 7 0-16,-3-2 0 0,3 5 0 0,0-5 0 16,-3-3 0-16,3 6 0 0,3-3 0 0,-3 2 0 15,3-7 0-15,3 2 0 0,-3 0 0 0,3-2 0 16,3-3 0-16,0 2 0 0,0-2 0 0,6 0 0 15,-3-5 8-15,3 2-8 0,3 0 0 0,0-2 9 16,0 2-9-16,3-5 0 0,3 3 0 0,0-3-11 16,2 0 11-16,1 0 0 0,3 0 0 0,3 0 0 15,-3 0-111-15,0 0-20 16,0 0-4-16,2 5-1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39:23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13760 3538 2112 0,'-6'-14'60'0,"6"14"13"0,-3-5-58 0,3 0-15 0,0 5 0 0,0 0 0 16,0 0 106-16,0 0 18 0,0 0 4 0,0 0 1 15,0 0-41-15,0 0-8 0,0 8-1 0,-3 8-1 16,3-3-32-16,0 5-6 0,0 4-2 0,-3 1 0 16,3 4-15-16,0 5-3 0,-3 5-1 0,3 8 0 15,0 0-8-15,0 2-2 0,0-2 0 0,3-2 0 0,-3-1 13 0,0 0 2 16,3 1 1-16,-3 2 0 15,0-3-25-15,3 0 0 0,-3-2 0 0,0 0 0 16,0-6 0-16,0-5-9 0,0 0 0 0,0 0 0 16,0-5-37-16,0-3-7 0,0-2-2 0,0-3 0 15,0-3-100-15,0-2-20 0,3-4-4 0</inkml:trace>
  <inkml:trace contextRef="#ctx0" brushRef="#br0" timeOffset="457.844">14496 3617 2394 0,'0'0'52'0,"0"0"12"0,-9 0 1 0,0 0 3 0,0 0-55 0,0 3-13 0,-6-1 0 0,0 4 0 15,0-1 86-15,-3 3 14 0,-3 0 4 0,1 0 0 16,-1 5-59-16,0 3-11 0,0 5-2 0,0 0-1 16,3 6 3-16,1 2 1 0,-1 5 0 0,6-5 0 15,0 0-20-15,3 3-4 0,6-3-1 0,0 3 0 16,3-3-10-16,3-2 0 0,3-1 0 0,6 0 0 16,0-2 0-16,6 3 0 0,5-6 0 0,4 3 0 15,0-6 0-15,3 1-9 0,3-11 9 0,-1 2 0 0,1-7 12 0,-3 0 10 16,-3-9 2-16,2 1 0 15,-2-6-40-15,3-4-7 0,-3-1-1 0,-1 0-1 0,1-5 25 0,0 5 0 16,-3-5 9-16,-3-1-9 0,0 1 35 0,-4-5 0 16,1 2 0-16,-6-2 0 0,0-12-1 0,-3 4 0 15,0 2 0-15,-3-5 0 0,-3 8-17 0,-3 0-3 16,-3 0-1-16,-3 8 0 0,-3 0-5 0,-3 2 0 16,-3 6-8-16,-6 0 12 0,-2 5-12 0,-4 0 0 15,-3 5-12-15,-6 3 12 0,6 3-16 0,-5 2 4 16,2 3 1-16,-6-5 0 15,1 5-97-15,-1 0-19 0,3 2-4 0,-2 6-1204 0</inkml:trace>
  <inkml:trace contextRef="#ctx0" brushRef="#br0" timeOffset="1007.05">15668 3689 1958 0,'0'0'43'0,"-6"0"9"0,-3 0 1 0,0 0 3 0,1 2-45 0,-1 1-11 15,-3 2 0-15,0 3 0 16,-3 0 104-16,0 3 20 0,3 7 3 0,-3-2 1 0,0 5-103 0,3 3-25 16,1 2 0-16,-1 1 0 0,3 2 56 0,3-3 7 15,3 1 1-15,0-1 0 0,6 3-52 0,0-7-12 0,3 1 0 16,3 1 0-16,6 0 0 0,2 0 0 0,4 0 0 0,3-6 0 15,3 1 0-15,3-6 0 0,-4 3-12 0,7-8 12 16,-6-8 0-16,6 0 0 0,-1 0 0 0,4-8 0 16,0-3 0-16,-3 1 8 15,-1-4-8-15,1 1 0 0,-3 0 49 0,-6 0 4 0,-1-3 1 16,-2 3 0-16,-6-6 13 0,-3 1 2 0,0-6 1 16,-3-3 0-16,-3 4-22 0,-6-7-4 0,0 1 0 15,0-2-1-15,-3 1-23 0,-3 1-5 0,-3 0-1 0,-6 3 0 16,3 2-6-16,-6 3-8 0,-5 0 11 0,-1 5-11 15,0 3 9-15,-6 2-9 0,0 3 0 0,-2-3 9 16,5 6-9-16,-3 2 0 0,0 3 0 0,4 0 0 16,-7 0-23-16,3 0 0 0,0 3 0 0,3 2 0 15,1 6-103-15,2-3-21 0,3 0-4 0,6 0-1138 16</inkml:trace>
  <inkml:trace contextRef="#ctx0" brushRef="#br0" timeOffset="1320.991">16913 3427 2340 0,'5'-11'52'0,"-2"6"10"0,0-1 2 0,0-2 1 0,0 1-52 0,-3-4-13 16,0 6 0-16,-3-1 0 0,0-2 123 0,0 3 21 0,-2 2 5 0,-1-2 1 15,0 5-70-15,0 0-15 16,0 5-2-16,0-2-1 0,0 5-26 0,0 3-6 15,3 5-1-15,-3-1 0 0,0 9-15 0,3 0-3 16,0 2-1-16,0 4 0 0,3-1-10 0,-3 2 10 16,3 4-10-16,3 2 10 0,-3 0-10 0,3 8 0 0,0 5 0 0,-3 3 0 15,3-5 0-15,0-1 8 16,-3-2-8-16,0-2 0 0,0-1 8 0,0 0-8 0,-3 3 0 0,0 0 8 16,0-5-8-16,-3-6 0 0,3-2 9 0,-6 0-9 15,3-3 0-15,0-8 0 0,0 0 0 0,-3-2-8 31,3-6-96-31,3 0-18 0,-3-2-4 0,6-6-1205 0</inkml:trace>
  <inkml:trace contextRef="#ctx0" brushRef="#br0" timeOffset="12655.397">16880 2506 1580 0,'0'0'35'0,"0"0"7"0,0 0 2 0,0-6 0 0,0 6-36 0,0-2-8 0,3-6 0 0,0 3 0 16,-3 2 132-16,3-2 24 16,0 2 4-16,0-2 2 0,0-1-50 0,3 4-11 0,0 2-1 0,0-6-1 15,-1 4-43-15,1 2-8 0,3-5-1 0,-3 2-1 16,3 3-20-16,0 0-4 0,0-5-1 0,0 5 0 15,0-3-9-15,3 3-1 0,-3 0-1 0,3 3 0 16,-3-3-10-16,0 5 0 0,-1-5 0 0,-2 3 8 16,3 2-8-16,-6-5 0 0,3 8 0 0,-6-6 0 15,3 4 19-15,-6 2 1 0,0 0 1 0,0 0 0 16,-3 2-68-16,-3 1-13 0,1 2-4 16,-4 0 0-16,3 3 0 0,-3-5 0 0,0 7 0 0,-3-7 0 15,3 7 38-15,-3-7 7 0,3 2 2 0,-3 0 0 16,4 3 5-16,-1-8 2 0,0 5 0 0,6-5 0 15,-3 0 10-15,6 0 0 0,0 0 0 0,3-3 0 16,3 3-8-16,0-8 8 0,6 8-8 0,-3-8 8 16,3 3 0-16,0 0 0 0,2-3 0 0,-2 2-8 0,3-4 8 15,0 2 0-15,-3 0 0 0,3-3 8 0,0 3-8 0,3-3 0 16,-3-2 0-16,3 2 0 16,-1-5-105-16,-2 0-16 0,3 1-3 0</inkml:trace>
  <inkml:trace contextRef="#ctx0" brushRef="#br0" timeOffset="13010.26">17228 2098 1858 0,'0'0'52'0,"-6"0"13"0,-3 0-52 0,3 0-13 0,0 3 0 0,-3-3 0 16,3 5 96-16,0-2 17 0,3 2 3 0,-3 0 1 15,4 3-57-15,-1 0-12 0,0 3-3 0,0-1 0 16,3 1-17-16,0 2-3 0,0 3-1 0,0-3 0 16,3 1-12-16,0-4-2 0,0 3-1 0,2-5 0 15,1 0-9-15,3 0 0 0,0 0 0 0,0-3 0 16,3-2 0-16,0 0 0 0,3-3 9 0,-3 0-9 16,3-3 25-16,-3 0 1 0,2-4 0 0,-2 1 0 15,-3-2 11-15,0 0 3 0,0 0 0 0,-3 1 0 16,0-7-8-16,-3 1-2 0,0 2 0 0,-3-2 0 0,0-3-18 15,-3 3-3-15,-3 0-1 0,0 2 0 0,-3-2 6 16,0 5 1-16,-6-5 0 0,1 5 0 0,-1-3-31 0,0 6-5 16,-3-3-2-16,0 0 0 15,0 8-85-15,-3-5-16 0,3 2-4 0,-5 3-1011 0</inkml:trace>
  <inkml:trace contextRef="#ctx0" brushRef="#br0" timeOffset="13665.222">15805 2577 1549 0,'0'0'44'0,"0"0"9"0,0 0-42 0,0 0-11 15,0-8 0-15,0 6 0 0,3-1 105 0,-3-2 19 16,3 2 4-16,0-2 1 0,3 2-8 0,0-2-1 16,3 2-1-16,0-2 0 0,0 0-44 0,0 2-9 15,3-2-2-15,-3 5 0 0,3-3-44 0,-1 3-8 16,1 0-3-16,-3 0 0 0,3 0 18 0,-6 3 3 0,3 2 1 15,-3 0 0-15,-3 3-23 0,0 0-8 16,0 0 0-16,-3 0 9 16,-3 5-34-16,0-2-7 0,-3 2-2 0,0 3 0 0,-3-3 34 0,0 3 0 15,-3 0 0-15,0-3 0 16,1 3-52-16,2-3-4 0,-3 3-1 0,0-3 0 16,3-2 5-16,0-1 2 0,0 1 0 0,0 2 0 15,3-7 19-15,3 2 4 0,0-1 1 0,0 1 0 0,3-8 16 0,0 3 10 0,0-3-12 0,3 3 12 16,0 2 0-16,3-2 0 0,0-3 0 0,3 2 0 15,0-2 0-15,0 0 9 0,0-2-9 0,3 2 12 16,0-3 11-16,-1 3 2 0,1-5 1 0,0 2 0 16,3 0-4-16,-3-2-1 0,3 2 0 0,-3-2 0 15,3 3-13-15,0-6-8 0,-3 2 10 0,-1-2-10 32,1 3-28-32,0-3-11 0,0 0-2 0,-3 0-635 0,0 0-126 0</inkml:trace>
  <inkml:trace contextRef="#ctx0" brushRef="#br0" timeOffset="14234.54">16011 2069 2145 0,'0'0'47'0,"0"0"9"0,0 0 3 0,0 0 2 0,0 0-49 0,0 0-12 15,0 0 0-15,0 0 0 0,0 0 84 0,0 0 15 16,0 3 2-16,-3 2 1 0,3 3-43 0,-3 0-9 16,0 0-2-16,0 5 0 0,3 0-25 0,-3-2-6 15,0 7-1-15,0-2 0 0,0 0-16 0,0 5 0 16,0-5 0-16,3 5 0 0,-3-5-10 0,3 0-9 15,0 3-1-15,0-3-1 16,0-1-96-16,0-1-19 0,0 2-4 0,6-3-907 0</inkml:trace>
  <inkml:trace contextRef="#ctx0" brushRef="#br0" timeOffset="14916.78">14320 2691 1933 0,'0'0'42'0,"0"0"9"0,0 0 1 0,0 0 4 0,0 0-45 0,0 0-11 0,0 0 0 0,0 0 0 15,6 0 94-15,-3-3 17 0,3 3 3 0,0-5 1 16,3 5-43-16,-3-3-9 0,3 1-2 0,-1-4 0 15,1 4-20-15,3-1-4 0,-3 3-1 0,0-5 0 16,3 5-14-16,-3-3-3 0,3 3-1 0,0 0 0 16,-3 0 12-16,0 3 2 0,-3 2 1 0,0-2 0 15,0 2-45-15,-3 3-10 0,-1 0-2 0,-2 0 0 16,-2 3 15-16,-1-1 9 0,0 3-12 0,-6 1 12 16,3 1-25-16,-3-4 1 0,0 8 1 0,-6-4 0 15,3-4-1-15,0 2-1 0,0 0 0 0,0 1 0 16,0-4 5-16,3 3 0 0,4 1 1 0,-1-4 0 15,3 4 9-15,0-1 2 0,3-5 0 0,3 0 0 16,0-3 8-16,3 3-10 0,-1 0 10 0,7-8-10 16,0 2 2-16,0 4 0 0,3-6 0 0,0-6 0 0,3 6 0 15,-3-2 0-15,3 2 0 0,-4-8 0 0,1 0 8 0,0 3 0 16,0-3 0-16,0 2-8 16,0-4-199-16,-3 5-39 0,6-25-8 0,-3 15-2 15</inkml:trace>
  <inkml:trace contextRef="#ctx0" brushRef="#br0" timeOffset="15494.807">14564 2358 1314 0,'0'0'37'0,"0"0"8"16,0 0-36-16,-3-6-9 0,0 4 0 0,3-6 0 15,-3 2 124-15,0 4 24 0,0-6 4 0,3 3 0 16,0-1-48-16,0 4-11 0,0 2-1 0,0-6-1 0,0 4-20 0,0-6-4 16,3 8-1-16,3-8 0 0,-3 5-22 0,0 0-4 15,0-2 0-15,3 3-1 0,0 2-13 0,0 0-2 16,3 0-1-16,-3 0 0 0,0 0-9 0,0 0-2 15,0 7 0-15,-3-4 0 0,0 2-12 0,-1 3 0 16,-2 0 0-16,0 0 0 0,0 3 0 0,-2-1 0 16,-1 4 0-16,-3-4 0 0,3 3 0 0,-3 1 0 15,3-6 0-15,-3 5 0 16,3-5-48-16,0 2-13 0,0 1-3 0,0-8 0 0,3 5 52 0,0-3 12 0,0 3 0 0,3-6 0 16,0 1 0-16,3 0 0 0,0-3 0 0,6 0 0 15,-1-3 0-15,1 0 0 0,6 1 0 0,3-4 0 16,0 4 0-16,3-3 16 0,3 2-3 15,-1-5-1-15,4 3-12 0,0-1 0 0,-3-2-12 0,-1 6 12 32,-5-6-109-32,0 3-15 0,0 2-4 0,-6-2-828 0</inkml:trace>
  <inkml:trace contextRef="#ctx0" brushRef="#br0" timeOffset="16121.962">13358 2667 1450 0,'0'0'32'0,"0"0"6"0,0 0 2 0,0 0 1 0,0-5-33 0,0 2-8 0,0 3 0 0,3-8 0 16,-3 3 112-16,6 0 21 0,0 2 4 0,0-5 1 16,3 3-57-16,0 2-11 0,3-5-2 0,0 8-1 15,0-8-3-15,0 6 0 0,0-1 0 0,0 3 0 16,-1 0-16-16,1 0-4 0,-3 0-1 0,0 3 0 15,0 2-29-15,-3 0-6 0,-3 3 0 0,0 0-8 16,-3 3 12-16,0-1-12 0,-3 1 12 0,-3 2-12 16,3 0 0-16,-3-2 0 0,-3 0 0 0,0 4 0 15,3-7 11-15,-3 3-2 0,1 2 0 0,2 0 0 16,-3-5-9-16,3 0 0 0,3 0 0 0,0 0 0 0,0 0 0 0,3 0 0 16,0-3 0-16,3 1 0 15,0-4 0-15,3 4 0 0,0-4 0 0,0 3 0 0,3-5 0 0,-1 0 0 16,4 0 0-16,0 0 0 15,0 0-21-15,0 0-7 0,3 0 0 0,-3 0-1 16,3-5 7-16,0 3 2 0,-3 2 0 0,2-6 0 16,-2 4-40-16,3-9-8 0,0 6-2 0,-6-1-959 0</inkml:trace>
  <inkml:trace contextRef="#ctx0" brushRef="#br0" timeOffset="16569.63">13516 2366 2070 0,'0'0'45'0,"0"0"10"0,0-8 1 0,3 2 3 0,0 4-47 0,3-6-12 0,0 2 0 0,0 4 0 16,3-6 98-16,0 3 18 0,3-3 3 0,0 2 1 16,3 4-48-16,-1-6-8 0,1 0-3 0,0 2 0 15,3-1-25-15,-3 1-6 0,0 4-1 0,0-6 0 16,0 2-13-16,-3 1-2 0,-1 2-1 0,-2 3 0 15,0 0-13-15,0 0 11 0,-3 0-11 0,-3 3 10 16,-3-3-10-16,3 5 0 0,-3 3 0 0,0-2 0 16,-3 2 0-16,0-1 0 0,0-4 0 0,-3 8 0 15,3-3 0-15,-3-6-11 0,0 6 3 0,0 0 0 16,0-3 8-16,3 3-8 0,-2-2 8 0,-1 2-8 16,3 0 8-16,3-6 0 0,0-2-9 0,0 0 9 15,0 6 0-15,3-1-9 0,0-3 9 0,3 4 0 0,-1-4-8 0,4 4 8 16,0-6 0-16,3 0 0 15,3 2 0-15,0 4 0 0,3-6 0 0,-3 5 0 16,3-5 0-16,-4 8 0 0,4-5 0 0,-6 2 0 0,3 3 16 0,-6-6-2 16,0 9-1-16,-3-3 0 0,-3 0 27 0,-3 0 4 15,-3 0 2-15,-3 5 0 0,-3 3-11 0,0-3-3 16,-3 3 0-16,-3 5 0 0,0-5-32 0,1 0-16 16,-4 0 2-16,0 2 0 0,3-2 14 0,0-3 0 0,0 3 0 0,3-8 0 31,0 3-206-31,0-1-38 0</inkml:trace>
  <inkml:trace contextRef="#ctx0" brushRef="#br0" timeOffset="21524.504">13287 3228 1206 0,'0'0'26'0,"0"0"6"0,0 0 0 0,0 0 3 0,0 0-35 0,0 0 0 0,-6 0 0 0,0 3 0 15,6-3 72-15,-6 0 8 0,0 0 2 0,3 2 0 16,3-2-14-16,-6 0-2 0,6 0-1 0,-6 6 0 16,6-6-8-16,0 0-1 0,0 0-1 0,0 0 0 15,0 2-4-15,0-2-1 0,0 0 0 0,0 0 0 16,0 8-6-16,0-8 0 0,6 3-1 0,-3 2 0 15,3-2-7-15,0 2 0 0,-3-2-1 0,3-1 0 16,0-2-3-16,-3 3-1 0,3-3 0 0,-3 3 0 0,3-3-3 0,-3 0 0 16,3 0 0-16,0 0 0 0,-3 0-12 0,3 0-2 15,0 0-1-15,0 0 0 16,0 0-13-16,3 0 0 0,-1-3 0 0,-2 3 0 0,3-3 0 16,0 3 0-16,3 0 0 0,0 0 0 0,-3 0 0 0,6 0 0 15,-3 0 0-15,3-2 0 16,3 2 0-16,-4 0 0 0,4 0 0 0,0 0 0 0,0 0 0 15,0 0 0-15,3 0 0 0,0 0 0 0,-1 0 0 0,1-3 0 16,0 3 0-16,3-5 0 0,-3 2 11 0,0 3 2 16,-1-5 1-16,7 2 0 0,-3-5-22 0,6 3-5 15,-1 0-1-15,4 2 0 0,0-2 24 0,-3 2 5 16,2-2 1-16,4 2 0 0,-6-2-26 0,0 0-5 0,-1-1-1 0,4 1 0 16,0 0 16-16,6 2 0 0,-1-5 0 0,4 3 0 15,0 0 22-15,-1 2 7 0,-2-5 2 0,3 3 0 16,-1 2-31-16,1-5 0 0,3 3 0 0,5 0 0 15,-2 2 0-15,0-2 0 0,-1 2 0 16,1-5 0-16,-3 8 8 0,-1-8-8 0,4 5 0 0,5-2 9 16,-2 0-9-16,0 0 0 0,-4 2 9 0,4-2-9 15,-7 2 8-15,1-5-8 0,3 5 8 0,2 1-8 16,-2-6 0-16,3 3 8 0,-4 2-8 0,1-2 0 16,-1 2 0-16,-5-5 8 0,6 5-8 0,-1 1 0 15,1-6 0-15,3 8 8 0,-4-8-8 0,1 8 0 16,-4-5 0-16,1 2 0 0,-3 0 0 0,2 1 0 15,-2-1 0-15,3 3 0 0,-1-3 0 0,1 3 0 16,0 0 0-16,-7 3 0 0,-2-3 0 0,0 0 0 16,-3 0 0-16,-1 0 0 0,4 0 0 0,-3 0 8 0,0 0-8 0,-1 0 0 15,1 0 0-15,0 3 0 0,-3-3 0 0,-1 2 8 16,1-2-8-16,-3 0 0 0,-3 3 0 0,-1-3 0 16,-2 0 0-16,-3 0 0 0,3 0 0 0,-3 0 0 15,0 0 0-15,0 0 8 0,-4 0-8 0,1 0 0 16,0 3 0-16,0-3 8 0,0 0-8 0,0 5 0 15,-3-5 0-15,3 0 0 0,-3 3 0 0,-1-3 0 16,1 5 0-16,0-5 0 0,0 2 0 0,-3 4 0 16,0-4 0-16,0 1 0 0,-3 5 0 0,0-8 0 0,0 8 0 0,0-5 8 15,-3 2 3-15,0 3 1 16,0-6 0-16,0 9 0 0,3-3 3 0,-6 0 1 0,3-3 0 0,0 6 0 16,-3-3-3-16,3 5 0 15,-3-8 0-15,0 11 0 0,3-8-13 0,-3 5 0 16,3 3 8-16,0-5-8 0,0 2 0 0,-1 0 0 15,-2 3 0-15,3 0 0 0,0 0 0 0,0 2 0 0,0 3 0 0,-3 3 0 16,3-3 0-16,-3 3 8 0,0 0-8 0,0 3 0 16,0-1 27-16,0-2-1 0,0 2 0 0,0 1 0 15,0-6-41-15,3 3-8 0,-3 0-1 0,0-3-1 16,0 0 25-16,0 0 0 0,0 3 0 0,0 0 0 16,0 0 0-16,0-1 0 0,0 4 0 0,0 2 0 15,-3-3 0-15,3 1 0 0,-3-1 0 0,3-2 0 16,0 0 0-16,-3-3 0 0,3-2 8 0,-3 2-8 15,3-3 0-15,-3-2 0 0,3 3 0 0,0-1 8 16,-3-2-8-16,3 3 0 0,0-4 8 0,-2 1-8 0,2 0 8 0,0 3-8 16,-3-1 8-16,3 1-8 0,-3-6 13 15,0 3-1-15,0 0-1 0,0-3 0 16,0 0 1-16,-3 0 0 0,3-2 0 0,-3 2 0 16,0-2 0-16,0 2 0 0,-3-5 0 0,0-3 0 15,0 3-1-15,-3 0 0 0,0 0 0 0,-3 0 0 0,0-3-3 16,1 3-8-16,-4-2 12 0,0 4-4 0,0-7-8 15,-3 2 8-15,3 0-8 0,-3 3 8 0,4 0-8 0,-4-5 0 16,0 5 0-16,-3-5 0 0,3 2 0 0,-2-3 8 16,-4 4-8-16,0-4 0 0,0 1 9 0,-3 2-9 15,-2-2 10-15,2 2-10 0,0-2 0 0,0 2 0 16,1 0 0-16,-4 3 0 0,3-5 0 0,-6 2 0 0,-2-2 0 0,-4 2 0 16,0-5 0-16,-2 6 8 0,-1-1-8 0,-3 3 0 15,7 2 0-15,-4-7 8 0,0 2-8 0,-8 1 0 16,2 2 0-16,-2 0 0 0,2 2 8 0,-6-2-8 15,10 3 0-15,-1-3 0 0,-2 2 0 0,-4 1 0 16,0-3 0-16,4 2 0 0,-1 1 8 0,-2-3-8 16,8 2 0-16,0-2 0 0,-2 0 0 15,-1 0 0-15,-2 0 0 0,2 3 0 0,0-6 0 0,1 3 0 16,2-3 0-16,3 6 0 0,1-9 0 0,-1 4 0 16,3-1 0-16,1 3 0 0,-1-3 0 0,0-2 0 15,1 5 0-15,2-6 0 0,3 4 0 0,-3-1 0 16,7 0 0-16,-1-2 0 0,0 2 0 0,-6-2 0 15,7 0 0-15,-4 2 0 0,-3-2 0 0,-3-1 0 16,7 1 0-16,-4 2 0 0,0 0 0 0,3-2 0 16,1 2 0-16,2 1 0 0,0-1 0 0,-3-5 0 15,1 3 0-15,-1-3 0 0,0 2 0 0,-3 1 0 0,4 0 0 16,-1-1 0-16,3 1 8 0,0 2-8 0,4-2 0 0,-1 2 0 16,0-2 0-16,3 2 0 0,-2-2 0 0,-1-1 0 15,3-2 0-15,-3 3 0 0,0-3 0 0,4 3 0 16,-4-3 0-16,3 2 0 15,3-2 8-15,0 3-8 0,0-1 0 0,1 1 0 0,5-3 12 0,0 3-4 16,0-3-8-16,6 5 12 0,-3-5-12 0,6 0 9 16,-3-5-9-16,0 5 8 0,3-3 3 0,3 3 0 0,-3-3 0 15,0-2 0-15,6 5-11 0,-3-2 0 16,-2-4 0-16,2 1 0 0,-3 0 0 0,3-1 0 16,0 1 0-16,-3-3 0 0,3 0 8 0,-3 3 0 15,3-6 0-15,-3-2 0 0,3 0-8 0,-3-3 0 0,0 0 0 0,0-2 0 16,0-4 0-16,0-4 0 15,3-3 0-15,-3-3 0 0,3 0 0 0,0-2 0 0,0 2 0 0,0 0 0 16,0 3 0-16,3-5 0 0,-3 2 0 0,0-5 0 16,3 0 0-16,0-5 0 15,-3-1 0-15,3 4 0 0,-3-1 0 0,3 6 0 0,0-1 0 0,-3 1 0 16,3-1 0-16,-3 4 0 0,3-6 0 0,0 0 0 16,-3 0 0-16,3 0 0 0,0 2 0 0,0-2 0 15,0 3 0-15,0 5 0 0,0 2 0 0,0 6 0 16,0-5 0-16,3 7 0 0,-3-2 0 0,3 0 0 15,0 5 0-15,0-5 0 0,-3 5 0 0,3-3 0 16,0 1 0-16,-3 2 0 0,3-3 0 0,-3 3 0 16,3 1 0-16,-3-4 0 0,0 3 0 0,0 0 0 15,0 3 0-15,-3 2 0 0,3 4 0 0,0-7 8 16,0 6-8-16,0 3 0 0,3-3 0 0,-3 5 0 16,0-2 0-16,3 3 0 0,-3-1 0 0,0 3 0 15,3-5 0-15,3 5 0 0,-3-3 0 0,0 3 0 0,3 0 0 16,0 0 0-16,-3 0 0 0,3 0 0 0,0 0-8 0,0 0 8 15,0 0 0-15,0 0 0 0,0-3 0 0,0 3 0 16,3 0-9-16,0 0 9 16,-1-5-28-16,4 5-3 0,0 0 0 0,3-3 0 15,3 3-90-15,3-5-19 0,6 0-3 0,2 2-756 16,7 0-151-16</inkml:trace>
  <inkml:trace contextRef="#ctx0" brushRef="#br0" timeOffset="22261.41">16398 3064 1422 0,'0'0'31'0,"0"0"6"0,0 0 2 0,-3 0 1 0,-3-3-32 0,6 3-8 16,0 0 0-16,0 0 0 0,0 0 105 0,0 0 19 0,0 0 4 0,0 0 1 16,0 0-25-16,0 0-4 0,-3 3-2 0,3 5 0 15,0 0-38-15,0 0-8 0,0 0-2 0,3 5 0 16,0-5 2-16,-3 3 0 0,3 2 0 0,0 0 0 16,0 0-32-16,0 3-7 0,0-5-1 0,-1 7 0 15,1-2-12-15,0 0 0 0,0 5 0 0,0 0 0 16,0 0 0-16,0 9 0 0,3 1 0 0,0-2 0 15,-3 3 0-15,3 3 0 0,0-6 0 0,0 0 0 16,0 0 0-16,-3 3 0 0,3-3 0 0,-3 0 0 16,0 0 0-16,-3 8 0 0,3-5 0 0,0 5 0 15,-3 0 0-15,0-3 0 0,3 3 0 0,-3-5 0 16,0 0 0-16,0 0 0 0,-3-6 0 0,0 3 0 0,0 0 0 16,0-2 0-16,0 2 0 0,0 0 0 0,-3-3 0 15,3 3 0-15,-3-2 0 0,0-1 0 16,3-2 0-16,-3 0 0 0,3-5 0 0,0 2 0 15,0-3 33-15,0-2 4 0,0 0 1 0,0 0 0 0,0-6-38 0,0 4 0 16,3-4 0-16,-3-2 0 16,3-2-25-16,-3-1-10 0,3 0-1 0,0-5-1 15,0 0-115-15,0 0-22 0,0 0-5 0</inkml:trace>
  <inkml:trace contextRef="#ctx0" brushRef="#br0" timeOffset="22974.412">15133 3157 1261 0,'0'0'36'0,"0"0"8"0,0 0-36 0,0 0-8 16,-6-3 0-16,0 3 0 0,6 0 124 0,-6 0 22 0,3-5 5 0,3 5 1 16,-6 0-26-16,6 0-5 15,-6 0-1-15,6 0 0 0,-6 0-14 0,6 0-3 0,-6 5-1 0,6-5 0 16,-3 3-11-16,0 2-3 0,0 0 0 0,3 6 0 16,0 2-70-16,0-5-18 0,0 5 0 0,0-2 0 15,3 5 0-15,0 5 0 0,0 0 0 0,0 5 0 16,3 4 0-16,0 4 0 0,3 3 0 0,0 3 0 15,0-6 0-15,-1 3 0 0,1-2 0 0,3 2 0 16,-3-3 0-16,0 6 0 0,3 5 0 0,-3 2 0 16,0-2 0-16,-3 0 0 0,0 0 0 0,0-8 0 15,-3 0 9-15,0-2-1 0,0-1-8 0,0 1 12 16,-3 2-12-16,3-3 8 0,-3 3-8 0,0-3 0 16,0 1 8-16,0-6-8 0,-3 0 0 0,3-5 0 15,-3 0 0-15,0 2 0 0,0-10 0 0,0 5-10 16,0-8-16-16,0 3-3 0,0-5-1 0,-3-3 0 15,3 2-99-15,0-2-20 0,-3-5-4 0,6-3-936 16</inkml:trace>
  <inkml:trace contextRef="#ctx0" brushRef="#br0" timeOffset="23684.181">13954 3228 1497 0,'0'0'32'0,"0"0"8"0,0 0 0 0,0 0 4 0,6-5-36 0,-6 5-8 0,0 0 0 0,0 0 0 16,3-3 104-16,-3 3 20 15,0 0 3-15,0 0 1 0,0 0-8 0,0 0-2 16,0 0 0-16,3 8 0 0,0 0-35 0,-3 5-7 0,0-5-2 0,3 8 0 16,-3 0-74-16,0 5 0 0,3 6-19 0,0 4 4 15,-3-2 23-15,3 9 5 0,0-7 1 0,-3 4 0 16,3-4-14-16,-3 4 0 0,2-3 0 0,-2 5 0 16,3 5 0-16,-3 3 0 0,3-3 0 0,-3 11 0 15,3-13 0-15,-3 2 0 0,3 1 0 0,0 2 0 16,0-6 0-16,3 4 0 0,0-1 0 0,-3 6 0 15,3-6 0-15,-3-2 0 0,0-3 0 0,0 0 0 16,-3-3 0-16,3-2 0 0,0-3 0 0,-3 0 0 16,0-3 0-16,0 1 0 0,0 2 0 0,0-3 0 15,0-2 0-15,0 0 0 0,0 3 0 0,-3-9 0 16,3 1 0-16,0-1 0 0,0 1 0 0,0-9 0 16,0 1 0-16,0-1 0 0,0-2 0 0,0 0-782 15,0-2-159-15</inkml:trace>
  <inkml:trace contextRef="#ctx0" brushRef="#br0" timeOffset="30195.023">14287 6393 2102 0,'0'0'46'0,"0"0"10"0,-3-6 1 0,3 6 3 0,0 0-48 0,0-5-12 0,0 0 0 0,0 5 0 16,0 0 100-16,0 0 17 0,0 0 4 0,0 0 1 15,0 0-46-15,0 0-10 0,0 8-2 0,0 0 0 16,0 0-28-16,0 5-5 0,0 0-2 0,0 3 0 15,-3 3-10-15,3-1-3 0,0 6 0 0,-3 2 0 16,3 6-24-16,0 5-6 0,-3 0-1 0,3 5 0 16,0-4 15-16,-3-4 0 0,3 0 0 0,-3 1 0 15,0-6 0-15,3 3 0 0,-3-3 0 0,0 2 0 16,0 1 0-16,0 0 8 0,0 0 0 0,3-3-8 31,-3-3-101-31,3-5-27 0,3 1-6 0,-3-7-646 0,3-1-128 0</inkml:trace>
  <inkml:trace contextRef="#ctx0" brushRef="#br0" timeOffset="30441.589">14957 6454 2030 0,'0'0'57'0,"0"0"14"0,-3-6-57 0,3 1-14 15,0 0 0-15,0 5 0 0,0 0 147 0,0 0 26 16,0 0 6-16,-6 0 1 0,6 0-96 0,-6 2-20 0,0 4-3 0,0-1-1 15,0 3-26-15,-3 0-6 0,3 5 0 0,-3 0-1 16,0 1-8-16,-2 1-2 0,-1 7 0 0,-3 1 0 16,3 4-9-16,-6 2-8 15,3 5 9-15,-6 1-9 0,3-4 0 0,-2 1 0 0,-1 0 0 0,3-3 0 32,-3-2-20-32,3-1-11 0,0 0-1 0,0 1-1 15,4-3-76-15,-1-3-15 0,3 3-4 0,-3-3-1024 0</inkml:trace>
  <inkml:trace contextRef="#ctx0" brushRef="#br0" timeOffset="30683.824">14719 6477 2318 0,'-6'-15'51'0,"0"9"10"0,3 1 3 0,-3 0 1 0,0 2-52 0,0 0-13 0,0 1 0 0,-3 2 0 15,3 2 128-15,0 1 22 0,0 0 5 0,3 2 1 16,0 3-82-16,0-3-16 0,3 3-3 0,3 3-1 15,0-1-22-15,3 1-5 0,3-1-1 0,0 6 0 0,3 0-10 0,3 3-1 16,0-1-1-16,3 6 0 0,-3 0-14 0,5 2 0 16,-2-2 8-16,3 3-8 0,0-6 0 15,-3 3 0-15,0-3 0 0,2 0 0 16,-2 0-38-16,-3-2-4 0,3 2-1 0,0-3 0 16,-3-2-129-16,3 0-25 0,-3 0-6 0</inkml:trace>
  <inkml:trace contextRef="#ctx0" brushRef="#br0" timeOffset="31210.589">15603 6501 2188 0,'0'0'48'0,"6"0"11"0,3 0 1 0,0-2 1 16,3-1-49-16,-4 3-12 0,1 0 0 0,3-3 0 0,-3 3 54 0,0 0 8 15,-3 0 2-15,-3 0 0 16,3 3-52-16,0-3-12 0,-6 0 0 0,3 5 0 0,-3-2 54 0,3 2 8 16,-3 3 2-16,-3 0 0 0,3 0-52 15,-6 0-12-15,3 5 0 0,-3 0 0 16,-3 3 0-16,3 0 0 0,-3 3 0 0,0 2 0 0,0 0 0 0,0 3 0 15,1 0 0-15,-1-1 0 0,-3-1 0 0,3-1 0 16,3-3 0-16,0 3 0 0,3-2 0 0,0-1 0 16,0-4 0-16,3 2 0 0,3-6 0 0,3 1 0 15,0-1 0-15,0 1 0 0,6-6 0 0,0 1 0 0,0-1 0 16,2 0 0-16,4-2 0 0,-3-1 0 0,3-2 0 0,0-2 0 31,-3-4-48-31,3 4-13 0,-1-3-3 0,1-3 0 16,0 0 0-16,0 0 0 0,0 0 0 0,-3-3-947 0</inkml:trace>
  <inkml:trace contextRef="#ctx0" brushRef="#br0" timeOffset="31711.868">15764 6149 1907 0,'0'0'54'0,"-3"-5"12"16,3 0-53-16,0-3-13 0,3 0 0 0,0 0 0 16,5 0 132-16,1 0 23 0,3 0 5 0,3-2 0 0,3 2-76 0,3-3-16 15,6 0-4-15,-1 1 0 0,7-1-22 0,0 1-5 16,0-1-1-16,-1 3 0 0,1 0-6 0,-6 0-2 16,-3 3 0-16,0 2 0 0,-4-2-28 0,-2 5 0 15,-3 0 0-15,-3 3 0 0,0-1 0 0,-6 1 0 16,0 2 0-16,-3 3 0 0,-6 0 0 0,0 0 0 15,-3 3 0-15,0-1 0 16,-3 1-45-16,0-1-15 0,0 1-4 0,-3 0 0 0,3-1 52 0,-3 1 12 16,1-1 0-16,-1-2 0 0,0 0 20 0,3 0 8 0,0 0 0 15,3 0 1 1,0-3-46-16,6-5-10 0,3 6-1 0,0-1-1 0,0 0 55 0,6-2 11 16,0-1 3-16,3 1 0 0,0-3-13 0,5 0-3 0,1-3 0 15,0 3 0-15,3-2-24 0,3 2 0 16,0 0 0-16,-1 2 0 0,-2 1 0 0,-3 2 0 0,0 1 0 15,0 2 0-15,-3 0 50 0,-6 0 5 0,0 2 1 0,-3 3 0 16,0 1-29-16,-6-1-6 0,2 3-1 0,-4 2 0 16,-1 1-6-16,-3-3-2 0,-3 2 0 0,-3 1 0 15,0-3-28-15,-3 2-7 0,-3-2-1 0,0 2 0 16,-3-2 46-16,1 3 9 0,-1-3 1 0,-3 2 1 16,6 1-46-16,-3-1-10 0,0-2-1 0,-2 0-1 15,2-3-167-15,3 0-32 0</inkml:trace>
  <inkml:trace contextRef="#ctx0" brushRef="#br0" timeOffset="32113.155">16871 6766 2188 0,'6'-3'48'0,"3"1"11"0,3-1 1 0,3 0 1 0,-1 1-49 0,4-4-12 0,3 4 0 0,3-4 0 16,3 4 54-16,5-4 8 0,4 4 2 0,6-4 0 15,-3 4 0-15,2-3 0 0,-2 2 0 0,-3 0 0 16,-1 1-52-16,-5-4-12 0,3 6 0 0,0-2 0 16,-4-1 0-16,-2 3 0 0,0-3 0 0,0 3 0 15,-6 0 0-15,-1 0 0 0,-2 0 0 0,-3 0 0 16,0 0-20-16,-3 0-8 0,-3 0 0 15,-3 0-1-15,0-2-132 0,-6 2-27 0,0 0-4 16,0 0-2-16</inkml:trace>
  <inkml:trace contextRef="#ctx0" brushRef="#br0" timeOffset="32363.868">17392 6456 1958 0,'-6'-8'43'0,"-3"0"9"0,-3-2 1 16,3 2 3-16,0 0-45 0,0 0-11 0,0 0 0 0,0 3 0 0,0 2 135 0,3-2 25 15,0 2 4-15,1 1 2 0,5 2-68 0,-6 0-14 16,6 0-2-16,0 0-1 0,0 0-6 16,-3 7-2-16,0 1 0 0,0 0 0 0,3 3-59 0,0 2-14 0,0 0 0 0,0 3 0 15,3 0 0-15,-3 3 0 16,3-1 0-16,-3 6 0 0,3 2 0 0,0 4 0 16,-3 1 0-16,3 4 0 0,0-1 0 0,-1-2 0 15,1 0 0-15,-3 2 0 0,3-5 0 0,0 0 0 0,0 0 0 16,0 0 0-1,-3 1-48-15,3-4-12 0,0 0-4 0,-3 1 0 16,0-1-102-16,3-2-21 0,-3-3-4 0,0 1-1 0</inkml:trace>
  <inkml:trace contextRef="#ctx0" brushRef="#br0" timeOffset="32806.216">18422 6393 2188 0,'0'0'48'0,"0"0"11"0,0 0 1 0,0 0 1 0,0 0-49 0,6 2-12 0,-3 1 0 16,0 0 0-16,3 2 105 0,-3 0 19 15,-1 3 3-15,1 3 1 0,0-1-62 0,-3 6-12 0,3-3-2 0,-3 6-1 16,-3 2-25-16,3 3-5 0,0 2-1 0,-3 9 0 15,0-1-9-15,3 3-3 0,-2 0 0 16,-1 0 0-16,3-2-18 0,3-3-4 0,-3-1-1 0,0 4 0 16,0-4 15-16,0 4 0 0,0 2 0 0,0-3 0 15,-3 1 0-15,3-1 0 0,0-5 0 0,-3-2 0 32,3-6-54-32,0 0-8 0,0-3-2 0,0-2-751 0,3-2-150 0</inkml:trace>
  <inkml:trace contextRef="#ctx0" brushRef="#br0" timeOffset="33070.852">19359 6591 2178 0,'0'0'48'0,"3"-2"9"0,-3-4 3 0,0 1 1 0,0 5-49 0,0-5-12 16,-6-1 0-16,0 4 0 15,0-1 87-15,-3 0 14 0,1 1 3 0,-4 2 1 0,0 2-40 0,-3 4-8 16,0-1-1-16,-3 3-1 0,0 3-16 0,-3 4-3 15,-2 1-1-15,-1 5 0 0,3 3-35 0,-3 0 0 16,0 0 0-16,1 2 0 0,2-2 0 0,0 3 0 16,3-1 0-16,-6-2 0 15,3 0 10-15,1-3-10 0,-4-3 8 0,0 4-8 0,3-4-12 0,0 1-7 0,3-4-1 16,-2 4-1 0,5-3-95-16,0-3-18 0,0-2-4 0,0 2-976 0</inkml:trace>
  <inkml:trace contextRef="#ctx0" brushRef="#br0" timeOffset="33291.47">18943 6520 2176 0,'-9'-6'62'0,"3"4"13"0,0-1-60 0,-3 3-15 0,3 0 0 0,0 0 0 16,3 0 124-16,-3 3 23 0,0 2 4 0,0 3 1 15,6 0-70-15,-3 0-14 0,6 5-2 0,0 3-1 16,0 0-8-16,6 2-1 0,0 1-1 0,0 5 0 15,3-3-37-15,0 0-7 0,0 0-2 0,-1 3 0 16,4-3-9-16,0-2 0 0,0-1 0 0,3 3 0 16,0-5 0-16,0 0 0 0,0 0 0 0,2-3 0 15,1 3-49-15,0-3-12 0,-3 1-3 16,0-1-819-16,0 0-164 0</inkml:trace>
  <inkml:trace contextRef="#ctx0" brushRef="#br0" timeOffset="33863.895">19827 6525 1792 0,'0'0'51'0,"0"0"10"0,0 0-49 0,0 0-12 0,3-5 0 0,3 2 0 15,-3-2 105-15,5 2 19 0,1 1 3 0,3-1 1 16,0 0-52-16,3 3-9 0,0 0-3 0,3-2 0 15,3 2 20-15,2 0 3 0,-2 2 1 0,3-2 0 16,0 3-45-16,-3 2-9 0,3-2-2 0,-7-1 0 16,4 4-17-16,-6-4-4 0,0 4-1 0,0-1 0 15,-6 3-10-15,0-3 0 0,0 3 0 0,-6 5 0 16,0-2 0-16,-6 2 0 0,3 3 0 0,-6 3 0 16,0-1-53-16,-3 3-7 0,-6 0 0 0,-3 1-1 15,0-1 2-15,-3 0 1 0,-2-3 0 0,-1 4 0 16,-3-1 22-16,3-3 4 0,0 1 0 0,1-3 1 0,2 0 31 0,0-1-9 15,6-1 9-15,0 2 0 0,3-3 14 16,3 0 8-16,0 0 2 0,6-2 0 0,0 2-24 0,3-5 0 16,0 3 0-16,6-3 0 0,0 2 56 15,0-2 6-15,6-5 2 0,0 2 0 0,6-2-52 16,0-1-12-16,3-2 0 0,2 0 0 0,1 0 0 0,0-2 0 16,0-1 0-16,0-2 0 0,0 2 27 0,-1-5 2 15,-2 3 1-15,-3-3 0 0,3 0-30 0,0-3-16 16,-3 1 1-16,-1-3 1 15,4 2-86-15,-3 0-18 0,3 1-3 0,0-6-960 0</inkml:trace>
  <inkml:trace contextRef="#ctx0" brushRef="#br0" timeOffset="34199.94">20502 6186 2163 0,'-6'-2'48'0,"0"2"9"0,0-3 3 0,1 3 0 16,-1 3-48-16,0-3-12 0,0 2 0 0,0 4 0 16,3-1 50-16,-3 3 7 0,0 0 2 0,3 2 0 15,0 4-46-15,3-1-13 0,-3-3 0 0,6 6 8 16,0-2-8-16,0-1 0 0,6 0 0 0,0 3 0 16,0-6 0-16,3 1 0 0,5 0-8 0,1-3 8 15,3 0 0-15,-3-1 17 0,3-1-2 0,3-4-1 16,-1-2-14-16,4 0-15 0,-3-2 3 0,3-1 1 15,-3-2 11-15,-1 0 16 0,-2-3-4 0,-3 0-1 16,0 0 42-16,-3-6 9 0,-3 4 2 0,-3-6 0 16,-3 3-13-16,-3-3-3 0,0-3 0 0,-3 1 0 0,-3 2-7 0,0 0-1 15,-3 0-1-15,-3 0 0 0,0 3-50 0,-3 3-9 16,-3-1-3-16,-3 3 0 0,0 0 23 0,-3 3 0 16,1 2 0-16,-4 0 0 0,0 3 0 0,0 3 0 0,0-3 0 15,-2 3-853-15,-4-1-174 0</inkml:trace>
  <inkml:trace contextRef="#ctx0" brushRef="#br0" timeOffset="34732.837">21473 6774 1314 0,'0'0'37'0,"0"0"8"0,0 0-36 0,0 0-9 16,0 0 0-16,0 0 0 0,0 0 104 0,0 0 20 15,0 0 3-15,0 0 1 0,0 0 0 0,0 0 0 16,0 0 0-16,0 0 0 0,0 0-52 0,6 0-9 15,0 2-3-15,3 1 0 0,2 0 0 0,4-3 0 16,3 2 0-16,3-2 0 0,3 0-26 0,0 3-6 0,2-3 0 0,4 3-1 16,0-3-7-16,-3 0 0 0,0 0-1 0,2 0 0 15,-2 0-15-15,0 2-8 0,0-2 10 0,2 0-10 16,-2 0 0-16,-3 0 0 0,0-2 0 0,-3 2 0 16,-3 0 10-16,-1 0-10 0,-5 0 10 0,-3 0-10 31,-3 0-52-31,-6 0-17 0,0 0-3 0,0 0-1 0,0 0-86 0,0 0-17 15,-3 5-3-15,-3 0-804 0</inkml:trace>
  <inkml:trace contextRef="#ctx0" brushRef="#br0" timeOffset="34981.58">21574 6951 1728 0,'-21'3'38'0,"12"-1"8"0,0 1 2 0,0 2 0 0,-3-2-39 0,3 2-9 0,1-2 0 0,-1-1 0 15,3 4 104-15,0-4 20 0,6-2 3 0,0 0 1 0,0 0-52 0,0 0-9 16,0 0-3-16,0 0 0 16,0 0 0-16,0 0 0 0,0 0 0 0,0 0 0 15,6 3 0-15,0 0 0 0,3-1 0 0,2-2 0 0,1 0-45 0,3 0-10 16,6 0-1-16,-3-2-8 0,6 2 29 0,-3 0-1 16,5 0 0-16,1 0 0 0,-3 0-13 0,3 0-3 15,-3-3-1-15,2 0 0 0,1-2-11 0,3 0 0 16,0 0-10-16,2-1 10 15,1 1-141-15,0 2-23 0,3-2-4 0,-4 0 0 0</inkml:trace>
  <inkml:trace contextRef="#ctx0" brushRef="#br0" timeOffset="35599.465">23107 6623 1958 0,'0'0'43'0,"6"0"9"0,0 0 1 0,0 3 3 0,3-1-45 0,-3 1-11 15,-3 0 0-15,0 2 0 0,0 0 104 0,0 3 20 16,-6 0 3-16,3 3 1 0,-6-1-52 0,0 3-9 16,0 1-3-16,-3-1 0 0,-3-3-51 0,0 4-13 15,0-4 0-15,-3 1 0 0,0-3 0 0,-6 0 9 16,-2 0-9-16,-1-3 8 0,-6 0-8 0,0-2 0 15,-2 0 0-15,-4-3 0 0,6 0 0 0,-3-3 0 16,4-2 0-16,2-1-11 0,6 1 11 0,0-3 0 16,6 0 0-16,0-2 0 0,6-1 0 0,3-2-12 0,3-1 12 0,3-1-12 15,3-1 12-15,3-3-10 0,3 1 10 0,6-1-10 16,0 3 10-16,6 0 16 0,3 3-4 0,5 5-1 16,1 0-11-16,3 3 0 0,0 2 0 0,-1 3 0 15,1 0 18-15,0 3 2 0,-3 2 0 0,2 3 0 16,1 0 3-16,0 3 1 0,0 2 0 0,-1 6 0 15,-5-4-4-15,0 4 0 0,-6-1 0 0,-3 4 0 16,-3-4-20-16,-6 3 0 0,-4 0 0 0,-2 1 0 16,-3-1 0-16,-3 0 0 0,-5-3 0 0,-1 4 0 15,-6-4 0-15,-3 1 0 0,-3 2 0 0,-3 0 0 16,-3 3 0-16,1 0 0 0,-1-3 0 0,-3 3 0 16,3-3 14-16,-5 0-2 0,2 0 0 0,-6-2 0 15,3-3-12-15,1-3-16 0,2 0 3 0,0 0 1 16,6-2-93-16,0-3-19 0,7 2-3 0,2-2-649 15,3-2-131-15</inkml:trace>
  <inkml:trace contextRef="#ctx0" brushRef="#br0" timeOffset="35984.918">23327 6991 2038 0,'0'0'58'0,"0"0"12"0,0 0-56 0,0 0-14 0,0 0 0 0,0 0 0 16,0 0 126-16,0 0 22 0,0 0 5 0,-3 5 1 15,0 3-43-15,0 0-9 16,3 0-2-16,-3 0 0 0,3 2-80 0,0 4-20 0,0-1 0 0,0 0 0 16,0 3 0-16,0 2 0 0,3-2 0 0,-3 3 0 15,0 2 0-15,3-2 0 0,-3 2 0 0,0 0 0 16,3 0 0-16,-3-2 0 0,3-1 0 0,-3 3 0 16,3 0 28-16,-3 1 2 0,3-1 0 0,-3 3 0 15,3-3-30-15,-3 0-8 0,3 3-1 0,0-6 0 16,-3 1-31-16,0-3-5 0,3-3-2 0,-3-3 0 15,3-2-136-15,0 0-27 0,3-2-6 0</inkml:trace>
  <inkml:trace contextRef="#ctx0" brushRef="#br0" timeOffset="36329.56">23538 7321 1792 0,'-5'-7'51'0,"5"7"10"0,-6-6-49 0,0 1-12 0,0 0 0 0,0-1 0 0,0 4 208 0,3-1 38 16,-3 0 8-16,6 3 2 0,-6-2-171 0,6 2-33 15,0 0-8-15,-6 0 0 0,6 0-19 0,-6 5-3 16,3-2-1-16,0 2 0 0,0 0-11 0,0 3-2 16,3 0-8-16,0 0 12 0,0 0-12 0,0 3 0 0,0-1 0 0,3 3 0 15,-3 1 0-15,3-1 0 0,3 0 0 0,-3 0 0 16,3 1 0-16,3-1-12 0,0-3 12 0,0 4-13 16,3-4 13-16,-3-2 0 0,5-3 0 0,1 1 0 31,3-4-51-31,0-2-10 0,0 0-3 0,0 0 0 0,0-2 52 0,2-4 12 0,-2 1 0 0,-3 0 0 15,3-3 48-15,-3 0 13 0,0-3 3 0,-3 3 0 16,-3-5-52-16,0 3-12 0,-1-4 0 0,-2 1 0 16,0 0 54-16,0 0 8 0,-3 2 2 0,-3-2 0 15,3 2-52-15,-6-2-12 0,3 3 0 0,-6-1 0 16,3 0 0-16,-6 3 0 0,-2-2 0 0,-1 2 0 16,-6 0 0-16,0 0 0 0,-6 3 0 0,0-1 0 31,-5 4-100-31,-1-1-22 0,-3 3-5 0,-6 0-1127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45:46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16145 2455 1571 0,'0'0'44'0,"0"0"11"16,-6-2-44-16,0 2-11 0,0-5 0 0,0 2 0 15,-3 3 76-15,3 0 12 0,0 0 4 0,0 0 0 16,0 0-28-16,3 0-6 0,-3 3-1 0,6-3 0 15,-6 5-17-15,3-5-3 0,3 0-1 0,-3 8 0 16,0-3-16-16,0 3-3 0,3 0-1 0,0 0 0 16,0 0-16-16,3 5 0 0,-3-5 0 0,3 3 0 15,3 2 0-15,-3 0 0 0,3-5 0 0,3 0 0 16,-3 5 0-16,3-5 0 0,0-5 0 0,0 5 0 0,0-6 0 0,3 6-19 16,-4-5 4-16,1-3 1 0,3 5 14 0,-3-10 0 0,0 5 0 15,0-3 0-15,0-2 48 0,0 2 13 0,0-2 3 0,0 0 0 16,-3-3 0-16,3 0 0 0,-6 0 0 0,3 0 0 15,-3 0-52-15,0 0-12 0,0-5 0 0,-3 5 0 16,0 0 38-16,0-5 5 0,0 5 1 0,-3-5 0 16,3 5-20-16,-3 0-3 0,0 0-1 0,0 0 0 15,-3 3-20-15,0 2-13 0,3-5 1 0,-3 0 1 16,0 5 3-16,0 1 0 0,-3 2 0 0,3-6 0 16,-3 6-32-16,3 6-7 0,-3-6-1 15</inkml:trace>
  <inkml:trace contextRef="#ctx0" brushRef="#br0" timeOffset="659.221">14996 2366 1580 0,'0'0'67'16,"0"0"-54"-1,0 0 92-15,0 0 19 0,0 0 3 0,0 0 1 16,0 0-52-16,0 0-9 0,0 7-3 0,0-1 0 16,0 2 0-16,3 5 0 0,-3-5 0 0,0 0 0 15,0 2-56-15,0 4-8 0,0-1-10 0,0 3 10 16,0-3 0-16,0 5 0 0,-3 1 9 0,3 2-1 0,-3-5-8 0,3 5 0 16,-3-2 0-16,0-1 8 15,3 1-8-15,0-1 0 0,-3-2 0 0,3 0-8 16,0 0-31-16,-3-5-5 0,3 4-2 0</inkml:trace>
  <inkml:trace contextRef="#ctx0" brushRef="#br0" timeOffset="1619.78">14106 2381 1403 0,'0'0'40'0,"3"-2"8"16,-3-6-38-16,3 3-10 0,0-1 0 0,-3 4 0 16,0 2 85-16,2-6 15 0,4 4 4 0,-3-4 0 15,0 4-32-15,3 2-7 0,-3-6-1 0,3 4 0 0,0-4 0 16,0 6 0-16,0-2 0 0,0-1 0 0,0 3-11 0,0-2-2 0,0 2-1 0,-3 0 0 31,3 0-32-31,0 0-6 0,-3 0-2 0,-3 0 0 0,6 2-10 16,-3 1 8-16,-3-3-8 0,6 8 8 0,-6-6-8 0,3 4 0 0,-3 2 0 0,0 0 0 15,-3-3 0-15,0 3 0 0,0 2 0 0,-3-2 0 16,3 3 0-16,-3 0 0 0,0-4 0 0,0 4 0 16,0 0 0-16,0-3 0 0,0 5-14 0,0-8 5 15,3 3 9-15,-3 0 0 0,3 0 0 0,0 0-8 16,0 0 8-16,3 0 0 0,-3-3 0 0,3 3 0 15,0-3 0-15,0 3 0 0,3-5 0 0,0 2 0 16,-3-5 0-16,3 3 0 0,3 2 0 0,0-2 0 16,0 2 0-16,0-5 0 0,3 0 0 0,0 3 8 15,3-3-8-15,0 0 0 0,0 0 0 0,3 0 0 16,-1 0-26-16,1-3-6 16,0 3-2-16</inkml:trace>
  <inkml:trace contextRef="#ctx0" brushRef="#br0" timeOffset="3919.884">12867 2381 1549 0,'0'0'44'0,"0"0"9"16,0 0-42-16,0 0-11 0,0 0 0 0,0 0 0 15,0 0 88-15,0 0 15 0,0 0 3 0,0 0 1 16,0 0-29-16,3-2-6 0,3 2 0 0,0-6-1 16,-3 4-13-16,3 2-2 0,0-5-1 0,3-1 0 15,-3 4-9-15,0-6-2 0,3 2 0 0,0 4 0 16,0-6-14-16,3 2-3 0,0 4-1 0,-1-1 0 0,1 1-8 0,0 2-2 0,3 0 0 15,-3-6 0 1,0 6-16-16,0 6 8 0,-3-6-8 0,0 2 0 0,-3 1 8 0,0-1-8 0,-6-2 0 0,3 8 0 31,-3-2 8-31,-3 2-8 0,0 0 0 0,-3-3 0 0,0 3 0 0,-3 0 0 0,3 0-11 16,-3-6 11-16,0 9-16 0,3-8 3 0,-3 2 1 16,0-2 0-16,3 2 12 0,0 3-12 0,3-8 12 15,3 0-12-15,0 0 12 0,0 0 0 0,0 0-10 0,0 0 10 16,0 0 0-16,3 5-11 0,0 3 11 15,3-8-8-15,3 3 8 0,0 2 0 16,3-5-9-16,0 0 9 0,0 3 0 0,3 2 0 0,0-5-9 0,-4 2 9 16,4 4 0-16,-3-4 0 0,3 1 0 0,-6 5 0 15,0-8 0-15,0 8 9 0,-6-5-9 0,3 2 8 16,-6 3-8-16,0-6 10 0,0 4-10 0,-6-1 10 16,0 3-10-16,0 0 0 0,-3-3 9 0,0 3-9 15,-3 0 0-15,0 3 0 0,0-3-10 0,-2 2 10 16,2-2-39-16,-6 3-1 0,3-1 0 0,0-2 0 15,0 3-141-15,0-3-29 0,3 0-6 0</inkml:trace>
  <inkml:trace contextRef="#ctx0" brushRef="#br0" timeOffset="4703.803">11828 2381 1751 0,'3'-2'36'0,"3"-6"9"0,-3 3-36 0,3-1-9 0,0 4 0 0,-3-4 0 31,3 4 103-31,-3-4 18 0,0 4 4 0,-3 2 1 16,0 0-84-16,0 0-17 0,0 0-3 0,0 0-1 16,0 0 35-16,0 0 6 0,0 0 2 0,0 0 0 0,0 0-52 15,-6 2-12-15,3 4 0 0,-6 2 0 0,3-3 0 0,-6 3 8 0,4 0-8 0,-4 0 0 16,0 5 0-16,0-5 0 0,0 0 0 0,0 0 0 15,0 0 0-15,3 5 0 0,-3-5 8 0,3 0-8 16,0 0 0-16,0-3 0 0,1 3 0 0,2 0-10 16,0 0 10-16,3-6 0 0,0 9 0 15,0-8 0-15,3 2 0 0,0 3 0 0,3-5-11 0,0 2 11 16,0 0-10-16,0-2 10 0,3 2-10 0,2-5 10 16,-2 3 0-16,0-3 0 0,3 0-8 0,0 0 8 15,0 0 0-15,3-3 0 0,-3 3 0 0,3 0 0 16,3-5 0-16,-3 5 0 0,3-3 0 0,-3 3 0 15,2-8 0-15,1 6 0 0,-3-1 0 0,0-2 0 16,3 2 8-16,-3-2 0 0,0 2 1 0,-3-5 0 16,3 3-212-16,-3 0-42 0,-4 2-9 15</inkml:trace>
  <inkml:trace contextRef="#ctx0" brushRef="#br0" timeOffset="4930.288">11965 2342 1579 0,'-9'-8'32'0,"1"-3"10"16,-1 3-34-16,3 6-8 0,-3-6 0 0,3 2 0 15,-3 4 156-15,3-4 28 0,0 4 7 0,6 2 1 16,0 0-103-16,0 0-20 0,0 0-4 0,-6 2-1 0,3 4 0 16,0 2 0-16,3 0 0 0,-3 0 0 0,3-1-51 0,0 7-13 0,3-6 0 0,-3 5 0 15,0 3 0-15,3-6 0 0,0 4 0 0,-3-1 0 16,3 0 0-16,0 3 0 0,-3 2 0 0,3 1 0 16,-3-1 0-16,3 4 0 0,-3-1 0 0,3 3 0 15,-3-3 0-15,3 5-12 16,0-7 3-16,-3 2 0 15,0-3-67-15,0 1-14 0,-3-3-2 0</inkml:trace>
  <inkml:trace contextRef="#ctx0" brushRef="#br0" timeOffset="5587.252">10894 2283 1877 0,'0'0'53'0,"0"0"12"0,-6 0-52 0,3 3-13 0,-3-3 0 0,-3 3 0 16,3-1 55-16,-3 4 8 0,0-4 1 0,-3 4 1 16,0 2-35-16,0-6-7 0,-2 4-2 0,2 1 0 15,-3 1-11-15,0 0-2 0,0 6-8 0,3-6 12 16,0-1-12-16,0 7 0 0,6-6 0 0,-3-3 0 15,6 3 0-15,0 0 0 0,3 0 0 0,3 0 0 16,0 0 0-16,3 0-8 0,3-3 8 0,3 3 0 16,-3-3-10-16,6 3 10 0,0 0-8 0,0-5 8 15,0 5 0-15,0-3 0 0,-1-3 0 0,1 4 0 16,-3-1 0-16,0 3 8 0,0-8-8 0,0 8 8 16,-6-5-8-16,3 2 0 0,-3 0 8 0,-3 3-8 15,0-5 14-15,-3 2-2 0,0 3 0 0,-3-3 0 16,0 3-12-16,0 0 0 0,-3 0 0 0,-3 0 0 15,0-3 0-15,0 3 0 0,-3 0 0 0,0 3 0 16,-3-3 0-16,1 2 0 0,-4-2 0 0,0-5 0 16,0 5-11-16,-3-3-5 0,3 0 0 0,0 3-1 15,3-8-35-15,1 3-6 0,-4 2-2 0</inkml:trace>
  <inkml:trace contextRef="#ctx0" brushRef="#br0" timeOffset="5794.803">10742 2305 2191 0,'-9'-8'45'0,"0"2"12"0,3 1-45 0,0 2-12 0,3-2 0 0,3 5 0 16,0 0 78-16,0-2 14 0,3-4 2 0,3 4 1 16,0-4-76-16,6 4-19 0,0-4 0 0,0-2 0 15,3 3 41-15,3 3 5 0,-1-4 1 0,1 4 0 16,0-6-24-16,3 2-5 0,-3-2-1 0,3 0 0 31,3 3-176-31,2-3-35 0</inkml:trace>
  <inkml:trace contextRef="#ctx0" brushRef="#br0" timeOffset="16278.083">13939 5107 1934 0,'3'-21'40'0,"0"15"9"0,-3-4-39 0,3 2-10 0,0 3 0 0,0-1 0 15,-3 1 110-15,3 0 20 0,-3 5 4 0,0 0 1 16,0 0-55-16,0 0-10 0,0 0-2 0,0 0-1 16,0 10-39-16,-3-4-7 0,3 7-1 0,-3 0-1 15,3 3-11-15,-3 2-8 0,0-4 12 0,3 9-12 16,-3-9 0-16,0 9 0 0,3-7 0 0,-3 3 0 16,3 2 0-16,0-2 0 0,-3-1 0 0,3 1 0 15,0-1 0-15,0-2 0 0,0 3 0 0,0-1 0 16,0-2-156-16,0 2-37 0,3-4-8 0</inkml:trace>
  <inkml:trace contextRef="#ctx0" brushRef="#br0" timeOffset="16521.009">14451 5139 2245 0,'12'-22'47'0,"-9"12"10"0,0 2-45 0,0 0-12 0,0 3 0 0,-3-1 0 16,0 1 107-16,0 5 19 0,0-3 4 0,0 3 1 31,0 0-59-31,0 0-11 0,-6 0-2 0,-3 8-1 0,3-2-31 0,-3 2-7 0,3-1 0 0,-6 9-1 16,3-8-19-16,-3 6 0 0,-3 1 0 0,0-1 0 15,1 2 0-15,-1-1 0 0,-3 1 0 0,-3 0 0 16,3 0 0-16,0 0 0 0,0 0 0 0,-2 2 0 16,5-4-147-16,0 1-36 0,0 1-7 0</inkml:trace>
  <inkml:trace contextRef="#ctx0" brushRef="#br0" timeOffset="16727.471">14177 5210 2269 0,'0'-16'64'0,"-3"0"15"0,3 3-63 0,0 2-16 0,0-4 0 0,0 4 0 16,0 3 110-16,3 0 19 0,0 3 4 0,0-1 1 15,0 4-62-15,3-1-12 0,0 3-2 0,0 3-1 16,0-1-45-16,0 4-12 0,3 4 0 0,0-4 0 15,0 2 29-15,2 2 1 0,-2 3 0 0,3-2 0 16,-3 2-48-16,3 0-10 0,0 1-1 0,-3-1-1 16,0 0 41-16,3 0 8 0,0 1 1 0,-3 1 1 15,0-1-61-15,2-1-13 0,-2 0-3 0,0 3 0 16,-3-3-124-16,3-2-26 0,0 2-5 0</inkml:trace>
  <inkml:trace contextRef="#ctx0" brushRef="#br0" timeOffset="17072.341">14641 5131 2269 0,'3'-8'64'0,"3"-3"15"0,-3 3-63 0,3 0-16 0,0 0 0 16,0 0 0-16,0 0 105 0,3 3 19 0,0 0 3 0,-3 2 1 15,3 1-103-15,0-1-25 0,-3 0 0 0,3 3 0 16,-3 3 0-16,0 0 0 0,-3 2 0 0,2 0 0 15,-5 0 0-15,3 6 0 0,-6-3 0 0,3 2 0 16,-2 1 0-16,-4 2 0 0,3 1 0 0,-3 1 0 16,0-4 0-16,-3 5 0 0,0 0 0 0,0-3 0 15,0 3-46-15,3-3-14 0,-3-2-4 0,3 2 0 16,3-5 52-16,0 2 12 0,0 4 0 0,0-9 0 16,3 0 0-16,3 3 0 0,0-5 0 0,0 2 0 15,3 0 0-15,0-2 0 0,3-3 0 0,0 3 0 16,0-3 0-16,3-3 0 0,0 3 0 0,0-3 10 15,2 3-10-15,1-5 0 0,0 2 0 0,0 1-11 16,0-3-13-16,0-1-4 0,0 1 0 0</inkml:trace>
  <inkml:trace contextRef="#ctx0" brushRef="#br0" timeOffset="17461.481">15177 4763 2066 0,'-9'0'43'0,"3"-5"10"0,0-1-42 0,-3 4-11 0,3-4 0 0,0 4 0 16,1-1 104-16,-1 0 20 0,0 1 3 0,0 2 1 16,6 0-103-16,-6-6-25 0,6 6 0 0,-6 0 0 15,6 0 0-15,-6 0 0 0,0 6 0 0,6-6 0 16,-6 0 0-16,6 0 0 0,-6 5 0 0,6-5 0 15,0 5 0-15,0 3 0 0,0 3 0 0,3-9 0 16,3 6 0-16,3 0 0 0,0 0 0 0,0 3 0 16,3-3 0-16,-1 0 0 0,4 0 0 0,-3 5 0 15,0-8 24-15,3 3 0 0,-3 0 0 0,0 0 0 16,0 0 13-16,-3 0 3 0,-3 0 0 0,0 0 0 16,0 0-32-16,-3 0-8 0,-3 0 0 0,0-1 0 15,-3 4-18-15,0-6-5 0,-3 3-1 0,0 3 0 16,-3 2 24-16,-3-8 10 0,0 6-1 0,-3 0 0 15,0-1-9-15,-3 1 8 0,-3-3-8 0,4 0 8 16,-1 2-8-16,-3-7-14 0,3 5 3 0,3-6 1 16,0 4-26-16,0-6-4 0,4 0-2 0,-1 0 0 15,3-6-121-15,3 4-24 0,0-3-5 0</inkml:trace>
  <inkml:trace contextRef="#ctx0" brushRef="#br0" timeOffset="17625.437">15130 4734 1824 0,'-12'-19'38'0,"9"14"8"0,0 2-37 0,3 3-9 0,-3-5 0 0,3 5 0 16,3-5 104-16,0-1 20 0,3 4 3 0,0-4 1 15,2 4-52-15,4-1-9 0,0 0-3 0,0 1 0 16,3-1-16-16,0 3-4 0,3-2-1 0,0-1 0 31,0 3-83-31,-1-3-17 0,1 3-3 0</inkml:trace>
  <inkml:trace contextRef="#ctx0" brushRef="#br0" timeOffset="18109.695">15561 5054 1465 0,'-15'0'30'0,"9"3"9"0,6-3-31 0,0 0-8 0,0 0 0 16,0 0 0-16,0 0 98 0,0 5 18 0,3 0 4 0,3 0 1 16,3-2-33-16,0 2-8 0,6-2 0 0,0 0-1 15,6-1-12-15,-3 1-3 0,5-3 0 0,-2 3 0 16,3-3-12-16,0 0-4 0,0 2 0 0,2-2 0 15,1 0-21-15,3 0-5 0,3 0-1 0,-3 0 0 16,-1 0-13-16,1 0-8 0,-3-2 10 0,0 2-10 16,-7-3 16-16,1 0-4 0,-3 1 0 0,0 2 0 15,-9-3-60-15,0 0-13 0,-3 3-3 0,-3-8 0 16,-3 8-153-16,-3-5-31 0</inkml:trace>
  <inkml:trace contextRef="#ctx0" brushRef="#br0" timeOffset="18334.222">15883 4892 2030 0,'-3'-5'57'0,"3"-3"14"16,0 3-57-16,0 0-14 0,3-1 0 0,-3-2 0 15,3 3 90-15,0 2 15 0,3 1 3 0,-6 2 1 16,3-3-28-16,-1 1-5 0,-2 2-2 0,0 0 0 0,6 0-52 0,-6 0-10 0,6 2-3 0,-6-2 0 31,3 5 44-31,0-2 9 0,0 2 2 0,0 3 0 0,-3 3-52 0,3-6-12 0,-3 6 0 0,-3 2 0 16,3 3 0-16,0 5 0 15,0-5 0-15,-3 5 9 16,3 3-9-16,0 0 0 0,3 2 0 0,-3 3 0 0,3-5 0 0,0 0 0 0,0-3 0 16,0 0 0-1,0 0-56-15,3-2-6 0,-3-3-2 0</inkml:trace>
  <inkml:trace contextRef="#ctx0" brushRef="#br0" timeOffset="18887.306">16668 4874 1579 0,'0'0'32'0,"0"0"10"0,0 0-34 15,0 0-8-15,0 0 0 0,0 3 0 0,0 2 104 0,3 0 20 0,-3 0 3 0,3 1 1 16,-3 2-52-16,0 0-9 0,3 0-3 0,-3 2 0 15,-3 1-51-15,3 2-13 0,0 0 0 0,-3 3 0 16,0 3 34-16,0-4 4 0,3 4 1 0,-3 2 0 16,1 0-11-16,2-2-3 0,-3 2 0 0,0-2 0 15,0-1-42-15,0 1-9 0,0-1-2 0,0-2 0 16,0 0 15-16,0 0 2 0,0 0 1 0,0-8 0 16,0 2-20-16,0 1-4 15,3-1-1-15,-3-4 0 0,0-1-169 0,3-5-35 0</inkml:trace>
  <inkml:trace contextRef="#ctx0" brushRef="#br0" timeOffset="19124.628">17207 4911 1839 0,'0'0'77'0,"0"-8"-61"15,0 8 100 1,0-5 20-16,0 5 4 0,0 0 0 0,0 0-60 0,0 0-12 0,0 0-2 0,0 0-1 31,0 0-26-31,-6 0-6 0,0 0-1 0,-3 2 0 0,0 4-14 16,1 2-3-16,-4 0-1 0,0 2 0 0,0 3-14 0,-3 3 0 0,-3 3 0 0,0 2 0 15,3 0 0-15,-3 0 9 0,1 0-9 0,-4 3 8 32,0-5-28-32,0 2-5 0,0-3-2 0,0 1 0 15,1 0-87-15,-1-4-18 0,0-1-3 0</inkml:trace>
  <inkml:trace contextRef="#ctx0" brushRef="#br0" timeOffset="19385.255">16886 5004 1846 0,'3'-8'78'16,"0"0"-62"-1,0 0 116-15,3 0 23 0,-3 3 5 0,0-1 0 16,3 4-56-16,-1-4-11 0,1 6-2 0,0-2-1 15,0 2-34-15,0 2-8 0,0-2 0 0,0 6-1 16,0-4-23-16,0 6-4 0,0 0 0 0,0 0-1 16,3 3-19-16,-3-1 0 0,3 3 0 0,0 1 0 15,0 4 8-15,0-5-8 0,0 3 0 0,-1 0 0 16,4-3 0-16,-3 3 0 0,3-2 0 0,0 1-12 16,0-7-42-16,-3 3-8 0,0 0-2 0,0-4 0 15,0 1-153-15,-3 0-31 0,3-2-7 0</inkml:trace>
  <inkml:trace contextRef="#ctx0" brushRef="#br0" timeOffset="19667.925">17341 5057 1948 0,'6'-6'55'0,"0"-2"13"0,3 0-55 0,-3 3-13 0,3 0 0 0,-3-1 0 16,3 1 72-16,0 5 11 0,0-5 2 0,0 2 1 15,-3 1-18-15,2 2-3 0,-2 0-1 0,0 0 0 16,0 2 0-16,-3 1 0 0,0 2 0 0,0 0 0 15,-3 1-51-15,0 2-13 0,0 2 0 0,-3 1 0 16,0 2 0-16,0 0 0 0,-3-2 0 0,3 5 0 16,-3-3 0-16,0 0 0 0,3 0 0 0,-2 1 0 15,2-1 0-15,-3 0 0 0,3-2 0 0,0 2 0 16,3 0 0-16,0-5 0 0,0 3 0 0,0-3 0 16,3 0 0-16,3-3 0 0,0 0 0 0,-1-2 0 15,1 2 0-15,3-5 0 0,0 3 0 0,0-3 0 16,3 0-48-16,0 0-13 0,0-3-3 0,3 0 0 15,0 1-51-15,0-1-10 0,2-2-3 0</inkml:trace>
  <inkml:trace contextRef="#ctx0" brushRef="#br0" timeOffset="20146.003">17672 4784 2176 0,'0'-11'62'0,"-3"3"13"0,3 1-60 16,3-1-15-16,-3 0 0 0,6 0 0 0,-1 2 74 0,1-2 12 0,3 1 2 0,0 1 1 31,3-2-20-31,0 6-4 0,0-6-1 0,3 2 0 0,-3 1 0 16,3 0 0-16,3 0 0 0,-4 2 0 0,4 0-51 0,0 1-13 0,0 2 0 0,0 0 0 16,-3 0 0-16,-3 0 0 0,3 5-12 0,-7 0 12 15,1 0-10 1,-3 1 10-16,-3 2-8 0,0 0 8 15,-6 0-29-15,0 0-1 0,0 2 0 0,-6 1 0 16,1-1-14-16,-1-2-2 0,-3 3-1 0,0-1 0 0,0 1 5 0,0 0 1 0,-3-4 0 0,3 4 0 16,0-3 33-16,0-3 8 0,0 6 0 0,6-8 0 15,4 2 0-15,-4 0 0 0,6-5 0 0,0 0 0 16,0 5 0-16,3-2 0 0,2 0 0 0,1-1 0 16,3-2 0-16,6 0 0 0,0 0 0 0,0 0 0 15,6 0 30-15,0 0 8 0,0-2 2 0,2 2 0 16,-2 2 4-16,0-2 2 0,0 3 0 0,-3 0 0 15,0 2-14-15,-4-5-2 0,1 0-1 0,-3 3 0 16,-3-1-17-16,0 4-3 0,-3-4-1 0,-3 3 0 16,0 3 1-16,-3-2 0 0,0 2 0 0,-6 0 0 15,3-1-1-15,-6 4-8 0,0-3 12 0,-3 3-4 16,0 2-8-16,-5 0 0 0,-1 0 0 0,-3 3 0 16,0-3-26-16,0 1-10 0,0 2-3 0,-5-1 0 15,5-1-152-15,-3-1-30 0</inkml:trace>
  <inkml:trace contextRef="#ctx0" brushRef="#br0" timeOffset="20405.387">18198 5154 1758 0,'0'0'36'0,"6"-8"10"0,0 6-37 0,3-3-9 0,0 2 0 0,3 0 0 15,3 1 107-15,6-1 19 0,-3 0 4 0,5 1 1 16,1-1-31-16,6 3-5 0,0-3-2 0,0 3 0 16,2-5-25-16,-2 5-4 0,3-3-2 0,0 3 0 15,2 0-33-15,1-2-6 0,0 2-2 0,2 0 0 16,-5-3-21-16,0 0 9 0,0 1-9 0,-4-1 0 16,-2-2 0-16,-3 2 0 0,0-2 0 0,-6 2-12 15,-3-2-96-15,-6 0-20 0,-1-1-3 0</inkml:trace>
  <inkml:trace contextRef="#ctx0" brushRef="#br0" timeOffset="20628.848">18588 4895 1805 0,'-9'0'76'16,"0"-3"-61"-1,4 3 126-15,5 0 26 0,-3 0 5 0,3 0 0 16,0 0-62-16,0 0-13 0,0 0-2 0,0 0-1 0,0 0-41 0,0 0-8 0,0 0-1 15,0 0-1 1,0 6-16-16,0-1-3 0,3 3-1 0,-3 0 0 16,0 0-8-16,0 5-2 0,0-2 0 0,0 2 0 15,0 3-13-15,3 0 8 0,-3 2-8 0,0-2 0 0,2 5 0 16,-2-5 0-16,3 3 0 0,-3 2 0 16,6-3-23-16,-3 3-7 0,0-2-2 0,0 0 0 15,3-1-104-15,0-2-20 0,0 0-5 0</inkml:trace>
  <inkml:trace contextRef="#ctx0" brushRef="#br0" timeOffset="21196.503">19407 4802 1744 0,'0'-13'36'0,"0"13"8"0,0-2-35 0,0-4-9 0,0 6 0 0,3-2 0 15,-3 2 98-15,0 0 18 0,0 0 3 0,0 0 1 16,6 2-44-16,-6-2-8 0,3 3-1 0,0 5-1 16,0 0-20-16,0 2-4 0,-3 1-1 0,0 5 0 15,0-6-18-15,0 6-4 0,0 0-1 0,0 5 0 16,0 1-10-16,0-1-8 0,0 5 9 0,0 1-9 16,0-1 28-16,3 3-1 0,-3 0 0 0,3-2 0 15,0-3-41-15,3 2-8 0,-3-5-2 0,0 3 0 16,3-5 39-16,-3-4 7 0,0 1 2 0,-1 0 0 15,4-5-80-15,-3-1-16 0,0 1-4 0,3-3 0 16,-3-3-134-16,3-2-27 0</inkml:trace>
  <inkml:trace contextRef="#ctx0" brushRef="#br0" timeOffset="21417.09">20181 4932 2262 0,'9'-8'64'0,"-3"-2"14"16,0 2-62-16,0 2-16 0,-3-2 0 0,0 3 0 0,0 0 83 16,-3 2 13-16,0 3 4 0,0 0 0 15,-3-5-45-15,3 5-9 0,-6 0-2 0,0 0 0 0,0 0-21 0,-3 0-5 0,3 3-1 0,-6 2 0 16,0 0-7-16,-3 3-2 0,0 0 0 0,-3 3 0 16,1 2-8-16,-4 3 0 15,-3 0 0-15,-3 2 0 0,3 1-11 0,0 2-1 0,-2 0 0 0,2 3 0 31,0-6-113-31,3 1-23 0,0-1-5 0</inkml:trace>
  <inkml:trace contextRef="#ctx0" brushRef="#br0" timeOffset="21679.5">19883 4892 1824 0,'3'-7'76'16,"0"-1"-60"-1,3 5 140-15,-3-5 29 0,0 3 6 0,3 2 1 16,-3 0-103-16,0 1-20 0,3-1-4 0,-3 3-1 16,3 3 0-16,-3-1 0 0,3 1 0 0,0 0 0 15,0 5-54-15,0-3-10 0,0 3 0 0,3 2 0 16,-4 4 0-16,4-4 0 0,-3 6 0 0,0 0 12 16,3 3-12-16,-3-1 0 0,3 3 0 0,-3 0 0 15,0 3 0-15,3-5 0 0,-3 2 0 0,0 0 0 16,3-2-16-16,-3-1-6 0,0-2-1 0,0 0 0 15,0 0-16-15,0-3-3 0,-1-2-1 0,1-1 0 16,0-2-119-16,0 0-24 0,3-3-5 0</inkml:trace>
  <inkml:trace contextRef="#ctx0" brushRef="#br0" timeOffset="21980.257">20413 4929 1482 0,'6'-7'62'15,"0"-1"-50"-15,3 5 123 0,-3-5 24 0,3 3 5 0,0 2 0 16,-3 0-53-16,3-2-11 0,-1 5-3 0,1-2 0 16,-3 2-37-16,0 0-7 0,3 2-1 0,-6-2-1 15,3 5-35-15,-6-5-8 0,3 3 0 0,-3 5-8 16,0 0 11-16,-3 0-11 0,0 0 10 0,-3 5-10 16,3-5 0-16,-3 5 0 0,-3 3 0 0,3-3-10 15,0 3-13 1,1 0-2-16,-1 0-1 0,3 3 0 0,0-4-1 0,0 1 0 0,0 0 0 0,3-3 0 15,3 1 15-15,-3-6 2 0,6 2 1 0,-3-2 0 16,3-3 9-16,2 1 0 0,1-1 0 0,0-2 0 16,3-3 0-16,0 0 0 0,0 0 0 0,3-3 11 15,0 0-11-15,-3 1-11 0,6-4 3 0</inkml:trace>
  <inkml:trace contextRef="#ctx0" brushRef="#br0" timeOffset="22351.252">20604 4604 1621 0,'-9'-18'33'0,"6"12"10"0,0-2-35 15,0 3-8-15,3-3 0 0,3 0 0 0,0 3 97 0,0-3 18 0,3 0 3 0,2 5 1 16,-2-5-35-16,6-2-6 0,-3 4-2 0,6-1 0 15,0 1-8-15,3 1-3 0,3 2 0 0,0-2 0 16,-1 2-22-16,1 1-5 0,0 2-1 0,0 0 0 16,-3 0-21-16,-3 0-5 0,0 2-1 15,-4 1 0-15,-2 2-2 0,-3-2-8 0,-3 2 12 0,0 1-4 16,-6 1-8-16,-3 4 0 0,0-3 0 0,-6 3 0 16,4 2 0-16,-7 3 0 0,0-3-10 0,0 5 10 15,0-2 0-15,0 5 0 0,0-7 0 0,0 4 0 16,6-2-8-16,1 3 8 0,-1-9 0 0,3 6-9 15,6-3 9-15,0 1 0 0,3-1 0 0,0-5-8 16,6 0 8-16,-1 0 0 0,7 0 0 0,0-1 0 16,0-4 0-16,6 2 0 0,3-2-9 0,0-3 9 15,-1 0-127-15,4 0-21 16,3 0-4-16</inkml:trace>
  <inkml:trace contextRef="#ctx0" brushRef="#br0" timeOffset="22751.925">21488 4747 2131 0,'11'0'60'0,"1"0"14"0,0 0-59 0,6 0-15 0,0-3 0 0,0 3 0 16,3 0 83-16,0-2 13 0,2-1 4 0,1 3 0 15,0-3-36-15,3 3-6 0,-3 0-2 0,2-2 0 16,1 2-30-16,0 0-6 0,-3 0-2 0,3 0 0 16,-1 2-18-16,1-2 0 0,-3 3 0 0,3 0 0 15,-6-1 0-15,-4 1 0 0,1 2 0 0,-3-2 0 16,-6 5-29-16,0-6-13 0,0 4-2 0,-6-1-1 16,-6 0-136-16,0 3-27 0,-3 3-6 0</inkml:trace>
  <inkml:trace contextRef="#ctx0" brushRef="#br0" timeOffset="22927.996">21562 4953 2105 0,'-9'3'60'0,"0"2"12"15,3-2-57-15,6-3-15 0,0 0 0 0,0 0 0 0,6 3 91 0,3-3 15 0,3 2 3 0,3-2 1 16,3 0-30-16,0-2-7 0,5 2-1 0,-2-3 0 16,3 0-24-16,3 1-6 0,-3-1-1 0,5 0 0 15,-2-2-27-15,0 0-6 0,3-3 0 0,0 2-8 16,-1 1 0-16,1-3-11 0,3 3 0 0,0 0 0 31,-1-1-153-31,-2 1-30 0,0 2-6 0</inkml:trace>
  <inkml:trace contextRef="#ctx0" brushRef="#br0" timeOffset="23482.709">22765 4588 2062 0,'11'-5'43'0,"-2"0"10"16,3-1-42-16,3 1-11 0,-3 2 0 0,0 1 0 16,0 2 61-16,-3 0 11 0,0 0 1 0,-3 0 1 15,0 0-41-15,0 2-8 0,-3 1-1 0,-3-3-1 16,0 0-4-16,0 8-1 0,0-3 0 0,-6 3 0 0,0 0-8 0,-6 3-2 0,0-3 0 0,-3 7 0 15,0-4-8-15,-3 2 0 0,-3 3 0 0,1 0 0 16,-1 0-27-16,-3 0 3 0,3 0 0 0,-3-3 0 31,3 3-6-31,-2-6-1 0,2 4 0 0,0-1 0 0,3 0 31 0,0-5 0 0,3 3 0 0,3-3 0 16,4-1 0-16,-1-1 0 0,3-1 11 0,3 0-3 16,0 1 0-16,6-1 0 0,0-2 0 15,3 5 0-15,0-6 8 0,5 3 3 0,1-2 0 0,0 2 0 16,3-2 7-16,3 0 2 0,-3 2 0 0,6-5 0 15,-3 0 1-15,2 0 1 0,4 0 0 0,0 0 0 16,0-5-16-16,3 2-3 0,2 0-1 0,1 3 0 16,-3-5-10-16,-3 5 0 0,3-3 0 0,-4-2 0 31,1 3-48-31,-3-4-9 0,-3 1-2 0,-6 0 0 16,-3-6-153-16,-3 3-32 0</inkml:trace>
  <inkml:trace contextRef="#ctx0" brushRef="#br0" timeOffset="23718.358">22887 4670 1831 0,'-15'-8'38'0,"0"-2"9"16,3 2-38-16,0 2-9 0,0 1 0 0,3 2 0 16,0 3 92-16,3 0 16 0,6 0 3 0,0 0 1 15,-3 3-36-15,-3 5-6 0,3-3-2 0,3 9 0 0,0-9-12 0,-3 8-2 0,3 0-1 0,0 3 0 16,0-3-10-16,0 1-3 0,0 2 0 0,0-1 0 31,0 1-20-31,-3 3-5 0,3-6-1 0,0 3 0 0,-3 2-14 0,3-2 0 0,0 0 0 0,-3 3 0 31,3-1 8-31,0 6-8 0,0-5 0 0,3 2 0 0,-3 3 0 0,3-3 0 0,0 5 0 0,0-7 0 16,0 2-14-16,0-5-2 16,0 0-1-16,3 0 0 15,-3-1-38-15,3-9-7 0,0 4-2 0</inkml:trace>
  <inkml:trace contextRef="#ctx0" brushRef="#br0" timeOffset="24134.871">23416 4678 2158 0,'0'-5'45'0,"0"0"10"16,0-1-44-16,0 6-11 0,0-2 0 0,0 2 0 16,0 0 87-16,0 0 15 0,0 0 3 0,0 0 1 15,0 0-61-15,0 0-12 0,0 0-2 0,0 0-1 16,0 0-20-16,0 0-10 0,-3 2 10 0,-3 4-10 15,1 1 12-15,-4 1-3 0,0 0-1 0,0 3 0 16,-3-3-8-16,-3 2 0 0,0 4 0 0,0-6 0 16,-3 2 0-16,0 1 0 0,1-3 0 0,-1 2 0 15,0-2 0-15,0 3 0 0,0-6-9 0,0 3 9 16,3 0 0-16,4-3 0 0,-1 6 0 0,0-8 0 16,3 2 0-16,3 0-8 0,0-2 8 0,6-3 0 15,0 0-9-15,0 0 9 0,0 5 0 0,0-5-9 16,3 5 9-16,3-2 0 0,0 5-9 0,0-5 9 0,3-1 0 0,3 1 0 15,-1 0 0-15,1-1 0 16,3 1-9-16,3-1 9 0,-3 1 0 0,6 2 0 0,-3-2 0 0,0 5 0 0,2-8 0 0,-2 5 0 16,3 1 0-16,0-4 0 0,0-2 0 0,-3 3 0 15,2-1 0-15,-2-2-8 0,0-2 8 0,0 2-10 32,-3-3-22-32,0 1-5 0,0 2-1 0,0-3 0 15,-4 0-25-15,1 1-5 0,0 2 0 0</inkml:trace>
  <inkml:trace contextRef="#ctx0" brushRef="#br0" timeOffset="24398.358">23458 4720 1941 0,'-9'-2'40'0,"0"-3"10"0,3 2-40 0,0 0-10 0,0 1 0 0,6 2 0 15,0 0 84-15,0 0 14 0,0 0 3 0,0 0 1 16,0 0-27-16,-3 2-6 0,3-2-1 0,-3 8 0 15,0-3-15-15,3 3-3 0,0 0-1 0,3 3 0 16,-3-3-13-16,0 8-4 0,3-8 0 0,0 5 0 16,-3 0-13-16,0 0-3 0,3 1-1 0,-3-1 0 15,0 0-7-15,0 3-8 0,0-5 11 0,0 2-11 16,-3 3 0-16,3-1 0 0,-3 1 0 0,3 3 0 16,-3-1 0-16,3-2-20 0,-3 5 2 0,0-5 1 15,3 3-41-15,-3-3-8 0,1 0-2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46:32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12897 10505 1824 0,'-24'13'38'0,"0"-3"8"16,4-2-37-16,2 0-9 0,3 3 0 0,0-6 0 15,3 3 37-15,-3-3 6 0,0 1 1 0,0-1 0 16,1-2-20-16,-4 2-3 0,0-2-1 0,-3-1 0 16,-3 1 15-16,0 0 2 0,-2-3 1 0,-4 2 0 15,-3 1 4-15,-3-3 1 0,-2-3 0 0,-7 3 0 16,0 0 3-16,1 3 1 0,-1-3 0 0,-6 0 0 0,1 0-47 16,-4 0 0-16,-2-3 0 0,-4 1-13 0,1 2 13 0,-1-3 8 15,1 3 0-15,-7 0-8 16,4-3 0-16,-1 1 0 0,-2-4-10 0,-7 1 10 0,7 0-9 0,-7-1 9 0,4-2 0 0,-10 1 0 15,7-1 0-15,-3 0 8 0,-4-3 0 0,-5 3 1 16,5-2-9 0,-5 2 0-16,3 0 0 0,-13-3 0 0,10 1-9 0,0 2-4 0,-4 0-1 0,-8-3 0 15,12 0 14-15,-6 4 0 0,2-4 0 0,-11 0 0 16,12 3 0-16,-4 0 0 0,4-2 0 0,-12 2 0 16,11-3 0-16,-2 3 0 0,3 0-8 0,-12-2 8 15,14 2 0-15,-2 0-9 0,0 3 9 0,-7-3 0 16,10 0-10-16,0 0 10 0,-1 0-12 0,-5 3 12 15,9-3-38-15,2 2-1 0,1-1 0 16,-6 1 0-16,11-2 39 0,-2 3 0 0,5-3 0 0,-8 3 0 16,8-3 0-16,-2 0 20 0,2 0-3 0,-8 0 0 15,12 3-27-15,-1-1-6 0,4 4 0 0,-7-1-1 16,7-2 25-16,-1 2 4 0,1 1 2 0,-4-1 0 16,10 0-22-16,-4 1-5 0,0-1-1 0,1 0 0 15,5 3 14-15,1-2 0 0,-1-1 0 0,1 3 0 16,5 0 0-16,-3-3 8 0,4 1 0 0,-1 2-8 15,6-3 0-15,1 3 0 0,-1-3-10 0,3 1 10 16,4-1 0-16,2 3 16 0,6-2 0 0,-3 2-1 16,1-3-7-16,2 3 0 0,-3-3-8 0,3 3 12 15,1 3 0-15,-1-3 0 0,3 0 0 0,0 5 0 16,0-2-12-16,3-1 0 0,-2 4 8 0,5-1-8 16,-3 3 0-16,3 0 0 0,3 0 0 0,0 0 0 15,3 2 0-15,4 1 0 0,-1 0 0 0,0-1 0 0,-3 3 0 16,0-2 0-16,0 2 8 0,0 0-8 0,3 3 12 0,3-2-3 0,3 1-1 0,3-1 0 15,3 1 0 1,3 1-8-16,6 0 12 0,3 13-4 0,-6-5-8 0,-9-13 0 16,0-1 0-16,0 19 0 0,3-7 0 0,0-9 0 15,0 0 0-15,3 19 0 0,-6-8 0 0,0-11 0 16,0 0 0-16,3 24 0 0,-3-5 0 0,0-19 0 0,3 6 0 16,-3 26 0-16,3-8 0 0,-3-19 0 0,0 3 0 0,0 24 0 15,0-5 0 1,0-21 0-16,0-1 0 0,3 27 0 0,-3-5 0 0,0-24 0 0,-3 5 0 0,6 3 0 15,-3 2 0-15,0 1-14 0,3 2 3 0,-6 2 1 16,0-2 10-16,-6 1-13 0,-3-1 5 0,3 0 8 16,6-3-12-16,3 1 12 0,6-1-10 0,0 3 10 15,-3 0 0-15,0 3 0 0,-3 0 0 0,0 2 0 16,3-5 0-16,-3 1 0 0,0-4 0 0,3 0 0 16,-3 1 0-16,0-3 0 0,3 2 0 0,-3 1 0 15,0-1 0-15,0 1 0 0,0-1 0 0,0 3 0 16,-3 0 0-16,3-2 0 0,3 2 0 0,-3-3 0 15,0-2 0-15,0 0 0 0,3-3 0 0,-3 0 0 16,0 0 0-16,0-2 0 0,0-1 0 0,-3-2 0 16,3 0 0-16,0 0 0 0,0-3 0 0,-3 1 0 15,3 1 0-15,0-1 0 0,0-4 0 0,0 6 0 16,0-3 0-16,0 1 0 0,0-1-8 0,0-3 8 16,0 1 0-16,3 0 0 0,0-1 0 0,0 1-9 15,3-3 9-15,0-3-10 0,2 0 10 0,4-2-10 16,6 0-2-16,0-1 0 0,6-2 0 0,0 0 0 15,5 0 12-15,4-2-10 0,0-1 10 0,3 3-10 0,-4-5 10 0,1 2-13 16,0 0 5-16,0 1 8 0,2-1 0 0,1-2 0 0,3 2 0 0,2 0 0 16,-2 1 0-16,6-4 0 0,-4 4 0 0,4-3 0 15,0 2 0-15,-1-2 0 0,4-1 0 0,0-2 0 16,2 6-10-16,-2-4 10 0,3 1 0 0,2 2-9 16,-2 1-1-16,-1-3 0 0,1-1 0 0,-1 4 0 15,1-4 10-15,3 6-8 0,-4-2 8 16,7 2-8-16,-4-3 8 0,4 0 0 0,0 3 0 0,2-2 0 15,-2-1 0-15,-1 0 0 0,1 3 0 0,5-2 0 16,1 2 0-16,2-3 0 0,1 3 0 0,5 0-8 16,-8-3 8-16,2 3 0 0,1-5 0 0,5 5 0 15,-5-2 0-15,-1-1 0 0,-2 0 0 0,8 3 0 16,-6 0 0-16,4 0 0 0,-1 0 0 0,7 0 0 16,-10 0 0-16,4-2 0 0,-4 2 0 0,4 0 0 15,-4-3 0-15,1 3 8 0,-1-3-8 0,7 3 0 16,-7 0 9-16,4 0-9 0,-1 0 12 0,6-2-12 15,-5 2 0-15,-4-3 0 0,1 0 0 0,5-2-9 16,-5 2 9-16,-1-2 0 0,1 3 0 0,5-4 0 16,-5 6 0-16,2-2 0 0,-2 2 0 0,5-3 0 15,-5 0 0-15,-4 1 0 0,1-1 0 0,2 0 8 16,-5 3-8-16,-1-2 0 0,1 2 0 0,-1 0 0 0,1 0 0 16,-4-3 0-16,1 3 0 0,2 0 8 0,-5-3-8 0,0 3 0 15,2-2 0-15,4-1 0 0,-7 0 0 16,4 3 9-16,-4-2-9 0,7 2 0 0,-7-3 8 0,1 1-8 0,0 2 0 0,2-3 0 31,-8 3 0-31,2-3 0 0,1 3 0 0,0 0 0 0,-7 0 8 0,1 0-8 0,-3-2 0 0,-1 2 0 16,1 0 0-1,-3 0 0-15,2-3 0 0,-2 3 0 0,0-3 8 0,2 3-8 0,-2-2 0 0,-3 2 0 16,2-3 0-16,-5 0 0 0,0 1 0 0,0-1 0 16,-4 0 0-16,4 1 0 0,-3-1 8 0,3-2-8 15,-4 0 0-15,1-1 0 0,0 1 0 0,0 2 0 16,-3-2 0-16,-4 0 0 0,1-1 9 0,0 1-9 15,-3-3 8-15,-3 3-8 0,0 0 0 0,-4-1 0 16,1-2 10-16,-3 3-10 0,3-3 10 0,-3-2-10 16,-3 2 0-16,3-3-13 0,-3 0 1 0,3-2 0 15,-3 0 47-15,2 0 9 0,-2 0 3 0,0-3 0 16,0 0-30-16,0 0-5 0,0-3-2 0,0 1 0 16,-3-1-2-16,0 1 0 0,0-1 0 0,-3-2 0 15,-3 0 5-15,3 0 1 0,-3 0 0 0,-3-3 0 16,0-3 4-16,0 1 1 0,-3-3 0 0,0-3 0 15,0 3-5-15,0 0-1 0,-3-3 0 0,3 0 0 16,-3 1 3-16,3-1 1 0,0 0 0 0,-3 0 0 16,1-2-17-16,2 0 0 0,0-4 0 0,-3 1 0 15,3 3 55-15,0 0 7 0,0-3 2 0,3 2 0 16,0-2-52-16,0 3-12 0,3-1 0 0,-3-2 0 16,6-5-48-16,0 0-13 0,0-3-3 0,3-6 0 15,6 4-102-15,0-6-21 0</inkml:trace>
  <inkml:trace contextRef="#ctx0" brushRef="#br0" timeOffset="8308.433">10953 12677 1967 0,'-6'3'56'0,"0"2"12"16,6-5-55-16,0 0-13 0,0 0 0 0,-3 3 0 15,3-3 16-15,0 0 1 0,-5 2 0 0,5-2 0 16,-6 3 18-16,0-3 3 0,0-3 1 0,0 1 0 16,-3-1-19-16,-3 0-4 0,0-2-1 0,-6 0 0 15,0-1 3-15,0 1 1 0,-2-3 0 0,-1 3 0 16,-6 0-19-16,0-1-11 0,0 1 2 0,-5-3 0 15,2 3 9-15,3 2 0 0,-3-2 0 0,3 2 0 16,-2-2 28-16,2 2 7 0,-3-2 1 0,3 0 1 16,1 2-8-16,2 0-1 0,0 1-1 0,0-1 0 15,3 0-47-15,0 1-10 0,4 2-2 0,-4 0 0 16,0 2 20-16,3 1 3 0,0 0 1 0,0 2 0 0,1-2 8 16,-1 5-10-16,3-3 10 0,-3 3-10 15,0 0-7-15,0 2-2 0,-3-2 0 0,3 3 0 0,1 2 19 0,-1 0 0 0,-3 1 0 0,6 1 0 16,-3 1 0-16,3 5 0 0,3-2 0 15,-2 5 0-15,5-3 0 0,-3 0 0 0,3 0 0 0,3 3 0 16,0-3 0-16,3 0 0 16,3 3-8-16,0 0 8 0,0 0 0 0,3 2 0 0,3-2 0 0,0 5 0 15,0-2 0-15,3 5 0 0,0-1 0 16,-1 1 0-16,1 0 8 0,3-3 0 0,-3 3-8 0,3-3 12 16,-3 0-12-16,0-3-8 0,0 1 8 15,0 2-13-15,-3-3 13 0,3 1 0 0,-3-1 0 0,0 1-9 16,0-3 9-16,0 2-12 0,0 0 12 0,-1-2-12 15,1 0-3-15,0-3-1 0,0 3 0 0,0-3 0 16,3-2 2-16,-3 2 0 0,3-3 0 0,-3 1 0 16,3-1 5-16,0-2 1 0,0 0 0 0,3-3 0 15,0 1-8-15,0-1-2 0,2-3 0 0,1 1 0 16,3 2 18-16,0-5 0 0,3 3 0 0,0-1 0 16,3-2 0-16,-1 0 0 0,4 0 0 0,0 0 0 15,3 0-11-15,-4-3 2 0,7 1 0 0,-3-1 0 16,0 0 9-16,3-2-8 0,-1 2 8 0,1-2-8 0,0-1 8 15,-1 1 0-15,4 2 0 0,0-2 0 16,-3 0 0-16,-1-1 0 0,-2 1 0 0,3 2 0 0,-3-5 0 0,-1 3 8 0,4 0-8 16,-6-1 0-16,3-2 0 0,-3 3 0 15,-1-3 0-15,-2 3 0 0,0-3 12 0,-3 0-3 0,-3 2 0 0,0-2 0 16,-1 0-9-16,-2 0-9 16,-3-2 9-16,0 2-13 0,0 0 13 15,-3-3 8-15,-3 0 0 0,3 1-8 0,-6-1 0 0,0-5 0 0,0 3 0 16,0-3 0-16,-3 0 0 0,0-3 0 0,0-2 0 0,-3 2 0 15,0-4 0-15,0-1 0 0,-3 0 0 0,0-3 0 16,0-2 48-16,0 0 2 0,0-3 1 0,-3 0 0 16,3 1-31-16,-3-1-5 0,3-3-2 0,-3-2 0 15,6 0 33-15,-3-3 6 0,3 1 2 0,-3-7 0 16,3 7-24-16,3-4-5 0,-3 1-1 0,1-3 0 16,-1 3-24-16,0-4-17 0,0 1 2 0,0-5 1 15,0 5 14-15,0-5 0 0,-3-1 0 0,0 1 0 16,0 2 0-16,0 1 0 0,0-1 0 0,0-2 0 15,0-1 0-15,0 1 0 0,0-6 0 0,0-2 0 16,3 5 0-16,3 0 0 0,0 0 0 0,3-5 0 16,6-3-208-16,0-3-38 0</inkml:trace>
  <inkml:trace contextRef="#ctx0" brushRef="#br0" timeOffset="15344.219">12998 11296 1824 0,'-9'32'38'0,"6"-19"8"0,3 0-37 0,6 3-9 0,0 0 0 0,0 2 0 16,3 1 0-16,0-1 0 0,0 3 0 0,0 3 0 15,0-3 0-15,0 3 0 0,-3 0 0 0,0 3 0 16,0-4 0-16,-3 1 0 0,0 3 0 0,-3-4 0 16,3 1 0-16,-3-3 0 0,3 1 0 0,-3-1 0 15,3-3 48-15,3-2 7 0,-1-3 1 0,4 3 1 16,3-3-40-16,3 1-8 0,0-4-1 0,3-2-8 16,6-2 50-16,0-1 3 0,2 0 1 0,4-5 0 15,0-5-23-15,3-6-5 0,-1-2-1 0,10-6 0 16,3-4 19-16,5-6 4 0,1-3 1 0,11-8 0 15,-2-2-39-15,2-8-10 0,1-9 0 0,11-7 0 16,-5 3 16-16,2-6 0 0,4-3 1 0,5-7 0 16,-9 8-53-16,1 2-10 0,2 3-2 0,1-8-1 15,-13 13-26-15,-2 2-5 0,-4 4 0 0,1-1-1 16,-12 9-39-16,-7 4-8 0,-5 6-2 0</inkml:trace>
  <inkml:trace contextRef="#ctx0" brushRef="#br0" timeOffset="15743.625">13647 11314 2066 0,'-30'16'43'0,"24"-8"10"16,1 0-42-16,2-3-11 0,0 3 0 0,0 0 0 15,6 3 0-15,0-3-12 0,0 5 2 0,2-2 1 16,1 2 9-16,0 3 0 0,3 0 8 0,0 2-8 16,0 3 0-16,0 0 8 0,0 3-8 0,3 0 0 15,-3 5 0-15,0 0 0 0,0 3 0 0,3 0 0 16,-3-1 0-16,2 4 0 0,-2-3 0 0,6-1 0 15,0-4 0-15,3-1 0 0,3-2 0 0,3-5 0 16,2-6 20-16,7-3 7 0,6-2 1 0,3-8 0 16,5-5 25-16,7-8 6 0,2-8 1 0,10-6 0 15,5-5-20-15,7-7-3 0,8-4-1 0,18-12 0 16,-9-1-36-16,13-10 0 0,2-3 0 0,27-21 0 16,-21 14-54-16,9-9-9 0,3-2-1 0,29-16-1 15,-29 18-143-15,3-2-28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7T22:42:19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20208 971 1291 0,'0'0'36'0,"0"0"9"0,-3-3-36 16,0-5-9-16,3 3 0 0,0-3 0 0,0 0 102 0,3 0 18 16,0 3 4-16,0-3 1 15,0-5-29-15,3 5-7 0,-3 0-1 0,2 0 0 16,1 0-20-16,3 0-4 0,0 0 0 0,0 0-1 16,0-2-18-16,3 7-3 0,0-5-1 0,0 0 0 0,0 3-13 0,3-3-4 0,0 3 0 0,-1 2 0 15,1-2-8-15,0 2-3 0,0 3 0 0,0-5 0 31,-3 5-13-31,0 0 8 0,0 0-8 0,-3 0 0 0,0 0 0 0,2 5 0 0,-5-2 0 0,3 2 0 16,-6-2 0 0,3 2 0-16,-3 3 0 0,0 0 0 0,-3 0-23 0,-3 5-1 0,0-5 0 0,-3 5 0 31,0 3-27-31,-3-3-5 0,0 3-2 0,-5 0 0 16,2 5-6-16,-6 0 0 0,3-5-1 0,-6 5 0 15,3 1 24-15,-3-4 5 0,1 3 0 0,2 1 1 0,-3-1 15 0,3-5 4 16,0 5 0-16,3-5 0 0,0-1 16 0,1 7 0 0,2-9 0 0,0 3 0 15,0 0 23-15,3-3-2 0,0 3 0 0,0-3 0 16,6-2 7-16,0 2 0 0,6-5 1 0,-3 5 0 16,3-5 3-16,0-3 0 0,6 3 0 0,-3 0 0 15,3 0 3-15,0-5 1 0,0 2 0 0,0 0 0 16,2-5-1-16,1 0 0 0,3 0 0 0,-3 0 0 16,6 0-12-16,-3-5-3 0,3 5 0 0,0 0 0 15,0 0-9-15,-4-5-3 0,4 5 0 0,0-3 0 16,-3 3-8-16,0 0 0 0,0 0-10 0,-3-5 10 15,3 2-53 1,-4 3-5-16,1 0-1 0,0-5 0 0,0 2-113 0,0-2-24 0,0 2-4 0</inkml:trace>
  <inkml:trace contextRef="#ctx0" brushRef="#br0" timeOffset="1370.26">20615 542 1170 0,'0'0'24'0,"0"0"6"15,3-2-30-15,0-4 0 0,-3-1 0 0,0 7 0 16,0 0 74-16,3 0 9 0,-3 0 1 16,0 0 1-16,0 0-45 0,0 0-10 0,0 0-2 0,0 0 0 15,0 0-17-15,0 0-11 0,0 0 12 0,0 0-12 16,3 5 8-16,-3-3-8 0,3 6 0 0,-3 0 0 15,3 0 0-15,-3 3 0 0,0-3 0 0,3 8 0 16,-3-8 0-16,0 5 0 0,3-5 0 0,-3 5 0 16,3-2 0-16,-3 2 0 0,0 0 0 0,0-2 0 0,0 2 0 0,0 0 0 15,0-5 0-15,0 8 0 16,0-8 0-16,0 5 0 0,-3-5 0 0,3 3 0 16,0-1 0-16,-3-2 0 0,3 0 0 15,0 0 0-15,-3 0 0 0,3-3 0 0,0 3 0 0,-3-5 0 16,3 2 0-16,0-5 0 0,0 8 0 0,0-8 0 0,0 0 12 0,0 0-12 0,0 0 12 15,0 0-12-15,0 0 29 0,0 0-1 0,0 0 0 0,0 0 0 32,0 0 13-32,0 0 3 0,0 0 0 0,0 0 0 0,0 0 1 0,0 0 1 0,-3-8 0 0,0 3 0 15,0-3-4-15,3 0-1 0,0 0 0 0,-3 3 0 16,3-6-5-16,0 3 0 16,0-5-1-16,0 0 0 0,0 2-9 0,0-2-2 0,0-3 0 0,0 3 0 15,0-3-3-15,-3 0-1 0,3 3 0 16,0-3 0-16,0 3-2 0,-3-3-1 15,3 3 0-15,0-3 0 16,0 3-1-16,0 5 0 0,0-6 0 0,0 4 0 0,3 2-4 0,-3-5-2 0,0 5 0 0,3-6 0 16,-3 7-10-16,3 1 12 0,0-2-12 0,-3 6 12 15,3-4-12-15,0 4 0 0,-3 2 9 0,0-6-9 16,0 6 0-16,3-5 0 0,-3 5 0 0,0 0 0 16,3-3 0-16,-3 3 0 0,6 0 0 0,-6 0 0 15,3 0 0-15,3 0 0 0,-6 0 0 0,3 3 0 16,3 2 0-16,0 1 0 0,-3-4 0 0,3 6-8 15,0 0 8-15,-3 3 0 0,3-1 0 0,0-2-8 16,-3 6 8-16,3-1 0 0,0 3 0 0,0 0 0 16,0-3 0-16,0 3 0 0,-1-3 0 0,1 3 0 15,-3 0 0-15,3-3-8 0,0 3 8 0,0-3 0 16,0-2 0-16,0 2-10 0,0 0 10 0,0-2 0 16,-3 2-10-16,3-5 10 0,0 0-8 0,0 5 8 15,0-5-10-15,0-3 10 0,-3 3-12 0,3-5 12 0,-3 2-8 0,0 3 8 16,3-3 0-16,-6-5 0 15,3 0 0-15,-3 0 0 0,3 3 0 0,-3-3 0 16,6 5 0-16,-6-5 0 0,0 0 0 0,3 0 0 0,-3 0 12 16,6-5 0-16,-4 2 0 0,1-2 0 0,0 2 16 0,0-2 2 0,3-3 1 0,-3 0 0 31,0 3 4-31,0-8 1 0,3 2 0 0,-3-2 0 0,0 0-7 0,3 2-1 16,-3-5 0-16,3-2 0 0,-3 2-4 0,0 0-2 0,0-5 0 0,3 5 0 15,-3 3-14-15,0-3-8 0,0 0 10 16,0-3-10-16,0 9 0 15,0 2 0-15,0-5 0 0,-3 5 0 0,3 0 0 0,-3 0 0 0,3 2 0 0,-3-1-10 32,0 1-26-32,0 6-4 0,0 0-2 0</inkml:trace>
  <inkml:trace contextRef="#ctx0" brushRef="#br0" timeOffset="17644.14">17285 13106 877 0,'0'0'37'0,"0"0"-29"16,-6 2 106-16,0-2 22 0,6 0 4 16,-6 3 0-16,0 0-25 0,0-3-6 0,6 0-1 0,-6 2 0 15,0 1-23-15,0-3-5 0,0 3 0 0,0-1-1 31,3 1-38-31,-3 2-7 0,0-2-2 0,3-1 0 0,-3 1-10 0,0 0-2 0,0 2-1 0,3-2 0 32,3-3-5-32,-6 5-1 0,3 0 0 0,0 0 0 0,0 1-3 0,1-1-1 0,2-5 0 0,0 5 0 15,0 3-9-15,0 0 0 16,2-2 0-16,1-1 0 0,0 3 0 0,0 0 0 0,0 2 0 0,0-2 0 16,3 0 0-16,0 3 0 0,0-3 0 15,3 2 0-15,-3-2-22 16,3 0 0-16,-3 0 0 0,3 3 0 0,0-3 22 0,3 2 0 0,-3-2 0 0,3 0 0 15,0 0 0-15,-4 3 0 0,4-1 0 0,0-2 0 16,0 3 0-16,0-3 0 0,-3 2 0 0,3-2 0 16,0 0 0-16,-3 0 0 0,3-3 0 0,0 3 0 15,-4-2 0-15,4-1 0 16,0 0 0-16,-3 0 0 0,3 1 0 0,0-1 0 0,-3 0 0 0,3 1 0 16,0 2 0-16,0-3 0 0,0 0 0 0,-1 0 0 15,4 3 0-15,-3-2 0 0,0 2 0 0,0-3 0 0,3 3 0 16,-3-6 0-16,3 4 0 0,-3-1 0 0,0 0 0 0,2-2 0 15,-2 0 0-15,3 2 0 16,-3-2 0-16,0-1 0 0,0 1 0 0,0-3 0 0,-3 2 0 0,3 1 0 0,0 0 0 16,-3-1 0-1,2 1 0-15,1 0 0 0,0-1 0 0,0 1 0 0,3 0 0 0,-3 2 0 0,0-2 0 16,3 2 0 0,-3-2 0-16,0-1 0 0,2 1 0 0,-2-1 0 0,3-2 0 15,-3 6 0-15,0-6 0 0,3 2 0 0,-3 4 0 0,0-6 0 16,0 2 0-16,0-2 0 15,-1 3 0-15,4-3 0 0,-3 0 0 0,0 0 0 0,3 0 0 0,-3 0 0 0,0 0 0 0,0 0 0 16,0 0 0-16,0 0 0 0,-3 0 0 0,2 0 0 16,1 0 0-16,0 0 0 0,3 0 0 0,-3-3 0 15,3 3 0-15,0-2 0 0,0-1 0 0,0 0 0 32,2 1 47-32,-2-1 13 0,0-2 4 0,3 2 0 0,0-2-52 0,-3 2-12 0,3-2 0 0,-3 2 0 15,-1-2 0-15,4 2 0 0,-3-2 0 0,0 2 0 16,0-2 0-16,-3 2 0 0,3-2 0 0,-3 0 0 15,0 0 0 1,-1-1 0-16,1-2 0 0,0 3 0 0,0 0 0 0,0-3 0 0,0 3 0 0,0-3 0 16,0 2 0-16,3-2 0 0,-3 3 0 0,2-3 0 15,-2 0 0-15,3 3 0 0,0-3 0 0,-3 3 0 16,3-3 0-16,-3 0 0 0,3 3 0 0,-3-3 0 16,2 0 0-16,-2-3 0 0,3 3 0 0,0-2 0 15,-3-1 0-15,0 0 0 0,3-2 0 0,0 3 0 16,-3-4 0-16,-3 4 0 0,2-3 0 0,-2-1 0 15,0 1 0-15,-3 0 0 0,3 0 0 0,0-1 0 16,-3-1 0-16,3-1 0 0,-3 0 0 0,0 0 0 16,0 0 0-1,0 0 0-15,0 0 0 0,-3 0 0 0,3 1 54 0,0-1 8 0,0-3 2 0,0 3 0 16,0 0-52-16,-1 0-12 0,1 1 0 0,0-1 0 16,0 0 0-16,0 0 0 0,0 0 0 0,-3 0 0 15,3 0-16-15,0-2-5 0,-3-1-2 0,3 1 0 0,0-1 23 0,-3-2 8 16,3 3 0-16,-3-6 0 0,3 3 0 0,0-1-8 0,0 1 12 0,0 3-4 15,0-1 0-15,-3 1 0 0,3-1 0 0,0 1 0 32,0-1-8-32,-1 1 0 0,1-1 0 0,0 3 0 0,0-2 0 0,0-1 0 0,0 1 0 0,0-1 0 31,3-2 0-31,-3 0 0 0,0-3 0 0,0 0 0 0,0 0 0 16,3 3 0-16,-3-3 0 0,0 3 0 0,0 0 0 0,3 2 0 15,-3-2 0-15,0 0 0 0,0 3 0 0,-1-4 0 0,1 4 0 0,0-3 0 31,-3 0 0-31,0-1 0 0,3 1 9 0,-3-3-9 0,0 1 0 0,0-1 0 0,0 0 0 0,0 3 0 16,0-3 0-16,-3 0 9 0,3 3-9 0,0-3 0 16,0 3 11-16,-3-3-11 15,3 3 10-15,0 0-10 16,-3 0 0-16,3 0-12 0,0-1 1 0,-3 1 0 16,0 0 23-16,3-3 4 0,-3-2 0 0,0 2 1 0,3-2-9 15,0-1-8-15,-3 3 9 0,3-2-9 0,0-1 0 16,-3 4 0-16,3-1 0 0,0-3 0 0,-3 3-12 0,3 1-8 0,-3-1-1 0,0-3-1 15,3 4 36-15,-3-4 7 0,3 1 2 0,-3-3 0 16,3 2-23-16,-3 1 0 0,3-4 0 0,0 4 0 0,-3 0 0 16,3-1 0-16,0 1 0 0,-3-1 8 15,3 1-26-15,-3-1-5 0,3 3-1 0,-3-5 0 16,3 0 43-16,-3 0 8 0,3-3 1 0,-3 1 1 0,3 2-29 16,-3-1 8-16,3 1-8 0,-3 0 0 15,2 3 0-15,-2-3 8 0,0 2-8 0,0 1 0 16,0-3 31-16,0 0 0 0,0-1 0 0,0-1 0 15,0-1-42-15,0 0-8 0,0 0-1 16,0 1-1-16,0 2 21 0,0-1 0 0,0 1 0 0,0 0 0 16,0 3 17-16,0-3 2 0,-2 0 0 0,2-3 0 0,0 0-28 15,-3-2-6-15,3 2-1 0,0-3 0 0,-3 4 16 0,3-1 0 0,0 0 0 16,0 3 0 0,-3 0 10-16,3-3 5 0,0 3 1 15,-3-3 0-15,3 1-25 0,0-4-5 0,-3 1-1 0,3-3 0 0,0 5 15 0,0 3 0 0,0-3 0 16,0 0 0-1,0 3 0-15,0-2 0 0,0-1 0 0,0 0 0 0,0-2 0 0,0-1 0 16,0-2 0-16,0 3 0 0,-3-1 0 0,3 1 0 0,0 2 0 0,-3-2 0 16,3 2 0-16,0 0 0 0,-3 1 0 0,3-4 0 15,-3 1 0-15,3-3 0 0,0 0 0 0,-3 0 0 16,3 2 0-16,0 1 0 0,0 2 0 0,3-2 0 16,-3 2 0-16,0 0 0 0,3-2 0 0,-3-1 0 15,0 1 14-15,3-3-1 0,-3 0 0 0,3 0 0 16,0 0-13-16,0 3-16 15,0-1 3-15,0-2 1 0,0 3 12 0,0 2 0 0,-1-2 0 0,1-1 0 0,0-2 0 16,0 0 16-16,0-3-3 0,0 1-1 16,0 2-12-16,0 2-13 0,3 1 2 0,-3-1 1 15,0 4 10-15,0-4 0 0,0 1 0 0,0-3 0 0,0 2 0 16,0-4 0-16,3 2 0 0,-3-3 0 0,-3 3 0 0,3 3 0 0,0 2 0 16,3-3 0-1,-3 1 0-15,0 2 0 0,0 1 0 0,-3-9 0 0,3 5 0 0,0 1 0 16,0-3 0-16,0 0 0 15,0 3 0-15,-3 2 0 0,3 0 0 16,0-2 0-16,-3 5 0 0,3-3 0 0,0 0 0 0,-3-2 0 0,0-1 0 0,3 1 0 0,-3-1 0 16,0-2 0-1,0 6 0-15,3 2 0 0,-3-1 0 0,0 1 0 0,3 3 0 0,-3-3 0 0,3 0 0 0,-3 0 0 16,3-3 8-16,-3 0-8 0,3 0 8 0,-1-2-8 16,-2 5 0-16,3 0 8 0,0 0-8 0,-3 2 0 15,3 1 0-15,-3 2 0 0,3 0 0 0,0 0 8 16,-3 0-8-16,3-2 0 0,0 2 8 0,-3-2-8 31,3-1 0-31,0 1 0 0,-3-3 0 0,3 2 0 0,0 1 0 0,-3 2 0 16,3 3 0-16,0-3 0 0,-3 3 0 0,3 0 0 15,0 2 0-15,-3 1 0 0,3-1 0 0,0 0 0 16,0-2 0-16,0 3 8 16,0-3-8-16,0 2 0 0,0-2 0 0,0 0 0 0,0 0 0 0,0-1 0 0,0-1 0 15,0 1 0-15,0 1 0 0,0 0 0 0,0 3 0 0,3-1 0 16,-3 3 0-16,0 0 0 0,3 0 0 15,0 3 0-15,0 3 0 0,0-9 0 0,-1 6 0 16,1-3 0-16,3 3 0 0,0 2 0 16,-3-2 0-16,0 0 0 0,3 0 0 0,-3 2 0 0,0-2 0 15,0-1 0-15,3 4 0 0,-3-3 0 0,0 2 0 0,3 0 0 16,-3 1 0-16,0-1 0 0,0 1 0 16,0 2 0-16,0-3 0 0,2 3 0 0,-2 0 0 0,0 0-8 15,0 0 8 1,0 3 0-16,0 0 0 0,0-3 0 0,0 3 0 0,3-1 0 0,-3 4 0 0,0-4 0 15,0 1 0-15,0 5 11 0,0-5-3 0,0 2 0 0,-3 1-8 0,3-1 0 0,-3 0 9 16,0 1-9 0,-3 2 8-16,6 0-8 0,-6 0 8 0,0 0-8 0,6 0 0 0,-6 0 0 15,6 0 0-15,-6 0 8 0,2 2-8 0,-2-2 0 0,6 6 0 0,0-4 0 32,-3 6 0-32,3-5 0 0,-3-1 0 0,0 6 0 0,3 0 0 0,-3 0 0 15,0 0 0-15,3 3 0 0,-3-3 0 0,0 2 0 16,3 1 0-16,-3 2-8 0,0 0 8 0,0-2 0 15,0-1 0-15,0 6 0 0,0-5 0 0,0 2 0 0,0 0 0 16,0-2 0-16,0 0 0 16,0-1-8-16,0 1 8 0,0-1 0 0,0 1 0 0,0-3-8 0,0 2 8 0,0 1 0 15,0 0 0-15,0-6 0 0,0 3 0 0,0-3-8 16,0 3 8-16,-1-5-13 0,1 5 5 0,0-6 8 16,0 4-20-16,-3-6 4 0,3 5 1 0,-3-5 0 15,3 5-2-15,-3-5-1 0,3 3 0 0,-3-3 0 16,0 0-17-16,3 2-3 0,-3-2-1 0,0 0 0 15,6 3-15-15,-6-3-3 0,3 0-1 0,-3 0 0 16,0 0-119 0,0 0-24-16,6 0-5 0</inkml:trace>
  <inkml:trace contextRef="#ctx0" brushRef="#br0" timeOffset="18134.77">19913 5279 1333 0,'0'0'56'0,"0"0"-44"0,-6 0 115 0,6 0 23 0,-6-3 5 0,6 3 1 15,-6 0-43-15,6 0-8 0,0 0-1 0,0 0-1 16,0 0-32-16,0 0-7 0,0 0 0 0,0 0-1 15,0 0-19-15,0 0-3 0,0 0-1 0,0 0 0 16,0 0-16-16,0 0-3 0,0 0-1 0,0 0 0 16,0 0-3-16,0 0-1 0,0 0 0 0,0 0 0 15,0 0-2-15,0 0-1 0,6 0 0 0,-3 0 0 16,3 3-13-16,0-3 9 0,0 2-9 16,0 1 8-16,0 2-8 0,0 1 0 0,0-4 0 0,3 4 0 15,-3-1 0-15,0 0 0 0,2 0 0 0,-2 1 0 16,0-1 0-16,3 3 0 0,0-3 0 0,-3 3 0 15,3-2-10-15,-3-1 10 0,3 0 0 0,0 0-9 16,-3-2 9-16,3 2 0 0,0-2 0 0,0 2-8 16,-3-2 8-16,0-3 0 0,2 3 0 0,-2 2 0 15,0-5 0-15,3 0 0 0,-3 0 0 0,3 0 0 0,-3 0 0 0,3 0 0 0,-3 0 0 16,0 0 0 0,3-8 0-16,-6 5 8 0,3 1-8 0,0-4 8 0,-3 1 2 0,3 2 1 15,0-5 0-15,-3 3 0 16,3-3 2-16,0 3 1 0,-3-3 0 0,3 0 0 0,-1 0-14 0,-2 0 8 15,6 0-8-15,-3-2 0 16,0 2 0-16,0 0-16 0,0-3 1 0,3 3 1 16,-3-2-145-16,3-1-29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49:42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15299 3146 1371 0,'0'0'28'0,"0"0"8"15,0 0-36-15,0 0 0 0,0 0 0 0,0 0 0 16,0 0 51-16,0 8 3 0,-3 0 1 0,3-3 0 15,0 6 7-15,0 2 2 0,3-5 0 0,-3 5 0 16,0 3 0-16,3 0 0 0,-3 5 0 0,0 0 0 16,3 0-52-16,-3 9-12 0,0 1 0 0,-3 6 0 15,3-5 34-15,-3 5 4 0,3 0 1 0,-6 3 0 16,3-3-25-16,-3 5-5 0,0-2-1 0,-3 5 0 16,3-5 1-16,-2 5 0 0,2-3 0 0,-3 3 0 0,0-8-9 15,3 0 10-15,-3-3-10 0,3 4 10 0,-3-9-10 0,3 0 0 0,-3 0 9 0,3 0-9 16,0-3 0-16,0 1 8 0,0-6-8 0,0-2 0 31,3-1-88-31,0-2-23 0,0-11-4 0</inkml:trace>
  <inkml:trace contextRef="#ctx0" brushRef="#br0" timeOffset="1941.094">15362 3233 1333 0,'0'-5'28'0,"0"0"6"0,0 2-34 0,0 3 0 0,0-8 0 0,0 3 0 16,0 5 80-16,-3-5 10 0,3 5 2 0,0-6 0 16,0 6-33-16,0 0-7 0,0 0 0 0,0 0-1 15,0 0-17-15,0 0-3 0,0 0-1 0,0 0 0 16,0 0-14-16,0 0-2 0,0 0-1 0,0 0 0 16,6 0-1-16,0 0-1 0,3 0 0 0,0 3 0 15,2 0-11-15,4-3 8 0,0 2-8 0,3-2 8 16,3 3-8-16,0 2 0 0,5-2 0 0,1 2 0 15,3-5 0-15,3 3 0 0,5 2 0 0,1-2 0 16,0-3 0-16,0 2 0 0,2-2 0 0,7 0 0 16,-3 0 0-16,5 3 0 0,1 0 0 0,5-1 0 15,-5-2 0-15,2 0 0 0,1 0 0 16,3 0 0-16,-4 0 0 0,4 3 0 0,-4 2 0 0,13-5 0 16,-10 0 0-16,7 0 10 0,-1 3-1 0,4-3 0 15,-4 0 0-15,-2 0 0 0,-1 0 0 0,4 0 0 16,-1 0-1-16,1 0-8 0,2 5 12 0,4-5-4 15,-4 0 1-15,-2 0 0 0,2 0 0 0,1 0 0 16,-7 0 1-16,1 0 0 0,-1 0 0 0,4 0 0 16,-3 0-1-16,-1 0 0 0,4 0 0 0,2 3 0 15,-8-3 1-15,-1-3 0 0,-2 3 0 0,2 0 0 16,-2 0-2-16,2 0-8 0,4 0 12 0,-1 0-4 16,1 0-8-16,-6-5 0 0,2 2 9 0,1 3-9 15,-1 0 8-15,-2-5-8 0,5 5 8 0,1-3-8 16,-1 3 0-16,1-2 0 0,-1 2 0 0,4-3 0 15,-6 0 0-15,2 1 0 0,-5 2 0 0,8-3 0 0,1 3 8 0,-1 0-8 0,4 0 10 0,2-5-10 32,-2 5 12-32,-4-3-4 0,1 3-8 0,2-5 12 0,-5 5-12 0,-1-3 8 0,4 3-8 15,-1-5 0-15,-2 2 8 0,2 3-8 16,1-2 0-16,2-1 0 0,-5 0 0 0,-4 3 0 16,1-2 0-16,2-1 0 0,-5 3 0 0,6 0 8 0,-1-5-8 15,1 2 0-15,-4 3 0 0,-2-5 0 16,-4 2 0-16,7 3 0 0,-6-5 0 0,2 2 0 0,4 3 0 0,-1-2 0 15,-2-1 0 1,-4 3 0-16,1 0 8 0,0-5-8 0,-4 5 0 0,4-3 0 0,-1 3 0 0,4-5 0 16,-9 5 0-16,-4 0 0 0,1-3 0 0,-3 3 0 15,-1 0 0-15,-2 0 0 0,3 0 0 0,-3 0 0 16,-4 0 13-16,-2 0 0 0,-3 0 0 0,0 0 0 16,-7 0 7-16,1 0 2 0,-3 0 0 0,-3 0 0 15,0 0-3-15,0 0-1 0,-3 0 0 0,0 3 0 16,-1-3-5-16,1 0-1 0,0 5 0 0,-3-5 0 15,3 0-4-15,0 3-8 0,-3 2 11 0,3-2-11 16,-3-1 9-16,3 1-9 0,-3 2 0 0,-3 3 9 16,3-5-9-16,-1 2 0 0,-2 0 9 0,0 3-9 15,0 0 9-15,-3 0-9 0,0 0 12 0,0 0-12 16,0 5 10-16,0-5-10 0,0 5 8 0,-3 3-8 16,0 0 0-16,3 5 8 0,-3-2-8 0,0 7 0 15,3-2 0-15,-3 3 0 0,0 2 8 0,3 0-8 16,-3-3 0-16,0 1 0 0,0-1 0 0,0 1 0 15,0 2 0-15,0-5 0 0,0-1 0 0,0 7 0 16,0-1 0-16,0 5 0 0,3-2 0 0,-3 5 0 16,0-3 0-16,3-5 0 0,-3 3 0 0,3-3 0 0,0-2 0 0,-3-1 0 15,3 1 0-15,0-6 0 0,0 3 0 16,-3-1 0-16,3 1 0 0,0 3 0 0,0 2 0 0,-3-8 0 0,3 5 0 0,0 1 8 16,-3-3-8-16,3-3 12 0,-3 0-12 0,0-3 12 15,0 1-12-15,-3 0 12 0,3-1-12 0,-3-7 12 16,0 7-4-16,-3-10-8 0,3 3 12 0,-3 2-4 31,0-5 0-31,0 2-8 0,0-2 12 0,-3 3-4 0,-3-3 0 0,3-3 0 0,-3 3 0 0,-2 0 0 16,-1 0 3-16,0-3 0 0,-3 3 0 0,0 0 0 15,0 0-1-15,-3-3 0 0,4 3 0 0,-4-2 0 16,-3-1-10-16,-3 0 8 0,-3-2-8 0,-5 2 8 16,-1 0-8-16,-3-2 0 0,-2 0 0 0,-7 2 8 15,6-2-8-15,-2 2 0 0,-1-2 0 0,-6 5 0 16,-2-1 0-16,-4-4 0 0,-2 0 0 0,-7 5 0 15,7-3 0-15,-7 0 8 0,1 3-8 0,-7-2 8 16,7-1-8-16,-4 0 0 0,4 3 0 0,-13-3-11 16,10 3 11-16,-3-2 0 0,-4-1 0 0,-8 0 0 15,5 0 0-15,-2 3 0 0,0 0 0 0,-10 0 0 16,10-2 0-16,-3-1 8 0,-1 3-8 0,-5 0 11 16,9-6-11-16,-4 6 0 0,1-2 0 0,-6-1 0 15,8 3 0-15,1-6 0 0,0 4 0 0,-10-1 0 0,13 0 0 0,-4 1 0 16,1-1-12-16,-9 3 12 15,8-5 0-15,1-1 0 0,-3 3 0 0,-7-2 0 0,10 0 0 0,-3-1 0 0,-1 1 0 16,-5 0 0-16,9-1 0 0,-1-2 0 0,1 3 0 0,-6-3 0 31,11 3 0-31,1-3 0 0,2 0 0 0,-2 5 0 0,2-5 0 0,4 0 0 16,0 3 0-16,-7-1 0 0,7-2 0 0,-1 0 0 0,-5 3 0 0,-1-3 0 16,10 3 0-16,-1-3 0 15,4 0 0-15,-4 0 0 16,4 2 0-16,2 1 0 0,1-1 0 0,-7 1 0 0,7 0 0 0,-1-3 0 0,1 2 0 0,-4-2 0 31,10 0 0-31,2 3 0 0,0 0 0 0,1 2 0 0,2-5 0 0,1 0 0 0,-1 0 0 0,-3 0 0 16,7 0 0-16,2 0 0 0,0 3 0 0,4-1 0 15,2-2 0-15,3 0 0 0,3 0 0 0,1 0 0 16,-1 0 0-16,3 0 0 0,-3-2 0 0,4-1 0 16,2 3 0-16,0 0 0 0,0 0 0 0,3-5 0 15,3 5 0-15,1-3 0 0,2 0 0 0,0 1 0 16,3 2 0-16,0-3 0 0,3 3 0 0,-3-3 0 15,3 3 0-15,3-2 8 0,-3-1-8 0,0 3 0 16,4-2 0-16,-1-1 0 0,3 0 8 0,-3 3-8 16,0-2 0-16,0-1 0 0,3 3 9 0,-3-5-9 15,0-1 10-15,3 4-2 0,0-1-8 0,-3 0 12 16,3-2-2-16,0 2-1 0,-3-2 0 0,3 0 0 16,-3-3 1-16,3 3 0 0,-3-1 0 0,3-2 0 15,-3 0 4-15,0 1 1 0,0-1 0 0,3-3 0 16,-3 0 1-16,0 1 0 0,3-3 0 0,-2-1 0 15,2-1-1-15,0-1 0 0,0-8 0 0,0 3 0 16,0-1-7-16,3 1-8 0,-3-2 11 0,3-1-11 16,0 3 8-16,0 2-8 0,3 0 0 0,0 1 0 0,0-1 0 0,0 1 0 0,3-1 0 0,-1 1 0 15,1-1-16-15,3 1-1 0,0-3 0 0,0-3 0 32,0 0-72-32,3-2-15 0,0-4-2 0</inkml:trace>
  <inkml:trace contextRef="#ctx0" brushRef="#br0" timeOffset="2939.821">18597 3286 1571 0,'0'0'44'0,"0"0"11"16,-3-5-44-16,3 5-11 0,-3-5 0 0,3 5 0 15,0 0 98-15,0 0 18 0,0 0 3 0,-3-6 1 16,3 6-24-16,0 0-4 0,0 0 0 0,0 0-1 16,0 0-27-16,0 0-4 0,0 0-2 0,0 0 0 15,-3 6-31-15,0 4-7 0,0-7 0 0,-3 10-1 0,6-5-11 0,-3 5-8 0,3 1 12 0,-2 4-12 16,2-2 9-16,0 3-9 0,0-1 0 0,0 3 9 16,2 0-9-16,-2 1 0 0,3-1 0 0,-3-3 0 15,3 3 0-15,0 1 0 0,-3-1 0 0,3 0 0 16,-3 0 0-16,0 3 0 0,-3-6 0 0,3 9 0 15,-3-6 19-15,3 6-2 0,0-1 0 0,0 3 0 16,0 0-17-16,0 0 0 0,0-5 0 0,-3 3 0 16,3-1 0-16,0-2 15 0,0-3-3 0,-3 5-1 15,3-7-11-15,0 5 8 0,0 0-8 0,-2-3 8 16,2 3-8-16,0-1 0 0,0 4 9 0,0-1-9 16,0 1 0-16,0 2 0 0,0-5 0 0,0 2 8 15,0-2-8-15,0 0 0 0,0 0 8 0,0-3-8 16,0-3 8-16,0 3-8 0,0-2 8 0,0 0-8 15,0-1 9-15,0 1-9 0,0-1 12 0,-3 1-12 16,3-1 9-16,0-2-9 0,0 3 0 0,-3-1 9 16,3 1-9-16,0-6 0 0,0 0 0 0,-3 3 0 15,3-3 0-15,0 0 0 0,-3-2 0 0,3 0 0 16,0-1-11-16,-3 1-7 0,3-9-2 0,-3 6 0 16,3-5-38-16,-3 2-8 0,0 1-2 0</inkml:trace>
  <inkml:trace contextRef="#ctx0" brushRef="#br0" timeOffset="4430.425">16713 3334 1713 0,'0'0'48'0,"0"0"12"16,0 0-48-16,0-3-12 0,0 3 0 0,0-8 0 15,0 8 70-15,0-5 12 0,0 5 2 0,0 0 1 16,0 0-17-16,0 0-3 0,-3-5-1 0,3 5 0 15,0 0 0-15,0 0 0 0,0 0 0 0,0 0 0 16,0 0 0-16,0 0 0 0,0 0 0 0,0 0 0 0,0 10-51 0,0-2-13 0,0-2 0 0,0 4 0 16,3 3 0-1,-3 1 0-15,0 2 0 0,0 2 0 0,0 1 0 0,0-1 0 16,0 3 0-16,0-2 0 0,0-1 0 16,0 1 0-16,0-1 0 0,3-2 0 15,-3 5 0-15,0-5 0 0,3 3 0 0,-3-1 0 16,0 3 0-16,3 1 0 0,-3-1 0 0,0 8 0 0,3-5 0 0,-3 10 0 15,0-5 0-15,0 3 0 0,3-3 11 0,-3-2-11 0,0-1 12 0,0-2-12 16,3 0 12-16,-3-1-4 0,0-1 0 0,0 4-8 16,0 1 11-16,0-4-11 0,0 4 10 0,-3 2-10 15,3 0 9-15,-3 3-9 0,0-3 8 0,3 3-8 16,-3-6 8-16,0 1-8 0,0-1 8 0,0-2-8 16,0-6 10-16,0 6-10 0,0-8 12 0,-3 5-12 15,3-2 32-15,0 2-1 0,-3-3 0 0,3 4 0 16,0 1-31-16,0-1 0 0,-3 1 0 0,3 1 0 15,0-3 0-15,3 1 0 0,-2-1 0 0,-1-3 0 16,3 1 0-16,0-6 0 0,-3 3 0 0,3 0 0 16,0-6 0-16,0 1 0 0,0 2 0 0,0-5 0 15,3 3-45-15,-3-3-15 0,3 0-4 0,-1-3 0 16,4 0-115-16,0-5-23 0</inkml:trace>
  <inkml:trace contextRef="#ctx0" brushRef="#br0" timeOffset="5302.029">20461 3305 1659 0,'0'0'34'0,"0"0"10"0,0 0-36 0,-3-3-8 0,3 3 0 0,-3-8 0 16,3 8 88-16,0-5 15 0,0 2 3 0,0 3 1 15,0-5-35-15,0 5-6 0,0-5-2 0,0 5 0 16,0 0 0-16,0-6 0 0,0 6 0 0,3-5 0 15,-3 5-51-15,0 0-13 0,0-5 0 0,0 5 0 16,0 0 52-16,0 0 8 0,0 0 2 0,0 0 0 16,0 0-24-16,0 0-5 0,0 0-1 0,-6 0 0 15,3 0-12-15,-3 0-2 0,0 5-1 0,0-5 0 16,0 5-7-16,3 3-2 0,0 3 0 0,0 2 0 16,0 0-8-16,0 6 0 0,3 2 0 0,-3 3 0 15,3 2 12-15,3 4-4 0,-3-1 0 0,3 0 0 16,0-8-8-16,0 5-14 0,0 1 3 0,3-1 1 15,-3 1 10-15,3 2 0 0,-3 0 0 0,3 3 0 16,-3 2 0-16,0 3 0 0,-3 0 0 0,3 3 0 16,-3-6 0-16,3-2 0 0,-3 2 0 0,0-2 8 15,0 3-8-15,0-6 0 0,0 2 0 0,-3 4 0 16,3-1 0-16,-3 3 0 0,3 3 0 0,0 0 8 16,-3-6-8-16,3-5 0 0,0 3 0 0,-3 0 0 15,3-3 0-15,-3 0 0 0,0 0 0 0,3 5 0 16,-3-7 0-16,0 7 0 0,3 1 0 0,-3-1 0 15,0-5 0-15,0-2 9 0,-3 2-9 0,3-8 10 16,0 0-10-16,-3-2 0 0,0-1-12 0,3 1 12 16,-3-4-20-16,0-4 4 0,0 5 1 0,0-5 0 15,0-1-33-15,0 1-8 0,3-3 0 0,-3 0-1 16,4-6-148-16,-4 3-30 0</inkml:trace>
  <inkml:trace contextRef="#ctx0" brushRef="#br0" timeOffset="5919.786">21461 3220 1094 0,'0'0'46'0,"0"0"-37"31,0 0 127-31,0 0 24 0,0 0 6 0,0 0 1 0,0 0-63 0,0 0-12 0,0 0-2 0,0 0-1 31,0 0 31-31,0 0 7 0,0 0 1 0,-3 8 0 0,3-3-52 0,-3 6-9 0,0 2-3 0,0 6 0 16,0 2-51-16,0 5-13 0,0 6 0 0,0 3 0 16,0 2 0-16,3-6 0 0,-3 6 0 0,3 0 0 15,0-2 0-15,0 2 0 0,0-5 0 0,0 5 0 16,0 0 0-16,3 5 0 0,-3 0 0 0,3 3 0 16,-3-8 0-16,0 0 0 0,0-2 0 0,0-1 0 15,0-2 0-15,-3 0 0 0,3-3 0 0,-3 3 0 16,0-3 18-16,0 0 1 0,0 0 0 0,0 3 0 15,0-6-19-15,0 1 0 0,0-6 0 0,0 3 0 16,0-3-11-16,0-3-5 0,3 1-2 0,-3-3 0 16,0 2-30-16,3-5-5 0,0 3-2 0,-3-5 0 15,0-3-133-15,0 0-26 0</inkml:trace>
  <inkml:trace contextRef="#ctx0" brushRef="#br0" timeOffset="6592.8">19461 3270 1644 0,'0'0'34'0,"0"0"9"16,0 0-35-16,0 0-8 0,0 6 0 0,0-1 0 16,2 3 88-16,-2 0 16 0,0 0 4 0,0 0 0 15,-2 5-33-15,2 0-7 0,0 3 0 0,-3 3-1 16,0-1-54-16,3 3-13 0,-3 3 0 0,0-3 0 0,0 3 52 0,0 3 8 16,0-6 2-16,0 3 0 0,0-1-43 15,0 4-9-15,0-3-2 0,-3 5 0 16,6 5-8-16,-3 1 0 0,3 4-12 0,0 6 12 0,0-8 0 0,0 0 0 0,3 3 0 0,-3 2 0 15,3-10 13-15,0 5 11 0,0-2 1 0,-3 2 1 32,3 0-26-32,0 0 0 0,0 2 8 0,-3 1-8 15,3-6-20-15,0-4-5 0,0 1-2 0,-3-4 0 0,3-1 73 16,0-2 14-16,-3-3 4 0,3 3 0 0,-3-3-103 0,3 0-20 16,-3 1-4-16,2-1-1 0,-2-3 52 0,0 1 12 0,3-1 0 15,-3 1 0-15,0-6-54 16,0 0-8-16,0-2-2 0</inkml:trace>
  <inkml:trace contextRef="#ctx0" brushRef="#br0" timeOffset="7305.894">17550 3223 1616 0,'0'0'46'0,"-6"5"10"0,0-5-45 0,6 0-11 0,-6 0 0 0,6 0 0 16,-6 3 78-16,6-3 14 0,-6 2 2 0,0 4 1 15,3-1-29-15,0 3-6 0,-3-3 0 0,3 6-1 16,0 2-17-16,0 3-3 0,0 0-1 0,0 5 0 15,0 5-15-15,3-2-3 0,0 8-1 0,-3 0 0 16,3-3 7-16,3 3 2 0,-3-3 0 0,3 0 0 16,0-3-39-16,3 3-7 0,-3 0-2 0,3 6 0 15,-3 2 20-15,3 0 0 0,0 3 0 0,0 7 0 16,-3-10 0-16,3-5 0 0,-3 0 0 0,-3 2 0 16,3-2 0-16,-3 0 0 0,0-3 0 0,0 5 0 15,0 1 20-15,0-1-3 0,-3 3 0 0,3 0 0 16,-3-5-17-16,0-3-19 0,-3 0 4 0,3-5 1 0,-3 0 14 15,3-3 0-15,0 0 0 0,-3 0 0 0,3 0 0 0,0-2 0 0,0 2 0 0,0 0 0 32,0 0 0-32,0-5-12 0,0 5 1 0,0-7 1 15,0 2-22-15,0-3-5 0,0 0-1 0,0 0 0 16,0-5-45-16,3-3-9 0,-3 1-1 0</inkml:trace>
  <inkml:trace contextRef="#ctx0" brushRef="#br0" timeOffset="7990.026">15871 3228 1579 0,'0'0'32'0,"0"0"10"0,0 0-34 0,0 0-8 0,0 0 0 0,0 0 0 15,0 0 53-15,-3 5 9 0,0 1 2 0,-3-1 0 16,3 3 21-16,0 5 5 0,-3-8 1 0,3 11 0 16,0 3-43-16,0 2-9 0,0 5-2 0,0 4 0 15,3-1 22-15,-3 2 4 0,3 1 1 0,0 3 0 16,3 2-52-16,-3-6-12 0,3 4 0 0,-3 4 0 15,3 1 0-15,3 5 0 0,-3 3 0 0,3-1 0 16,0-2 0-16,0-5 0 0,3 2 0 0,-3-2 0 16,0 0 0-16,-3-1 0 0,3 4 0 0,-3 2 0 15,2-6 0-15,-2-1 0 0,0-1 0 0,0 0 0 16,-3-3 0-16,3-5 0 0,-3-2 0 0,0 2 0 16,-3-3 0-16,3 3 0 0,0 0 0 0,-3-2 0 15,0 2 0-15,3-3 0 0,0 3 0 0,-3-5 0 0,3 0 0 16,0-3 0-16,-3-2 0 0,3-1 0 15,0-2-100-15,0-3-22 0,0-2-5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50:52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16555 3326 1668 0,'3'-3'70'0,"3"-7"-56"16,-3 4 98 0,3 1 19-16,0-3 4 0,0 3 1 0,3-3-37 0,0 0-7 0,0 3-2 0,3-3 0 15,0 5-30-15,3-5-5 0,-1 0-2 0,4 6 0 16,0-4-19-16,3 1-4 0,0 5-1 0,0-5 0 16,0 5-5-16,-1-3 0 0,-2 3-1 0,3 0 0 15,-3 0-10-15,-3 3-1 0,3 2-1 0,-6-2 0 16,-1-1 6-16,-2 4 2 0,-3 4 0 0,0-2 0 15,-3 0-19-15,0 0 0 0,-3 5 0 0,-3 3 0 16,-3-3-8-16,0 3-6 0,-3 5-1 0,-2-2 0 16,-4 0 15-16,0 2 0 0,0 3 0 0,0-6 0 15,-3 3-8-15,0-2 8 0,3-1 0 0,-2 1-9 16,-1-3 22-16,6-3 5 0,-3 3 1 0,3-3 0 16,3-2-19-16,0 2 0 0,3-5 0 0,0 2 0 15,3 1 0-15,3-8 0 0,0 4 0 0,3-1 0 16,3-1 0-16,0-2 0 0,3 2 0 0,3-2 0 15,0 2 0-15,6-5 0 0,0 3 0 0,2 2 0 16,-2-5 0-16,3 0 0 0,0 0 0 0,0 0 0 16,0 0 0-16,-3 0 0 0,-4 0-11 0,4 0 11 15,-3 0-8-15,3 0 8 0,-3-5 0 0,3 5 0 16,-3 0-52-16,-1-3-3 0,4 3-1 0,0 0 0 16,0-5-175-16,3 2-35 0</inkml:trace>
  <inkml:trace contextRef="#ctx0" brushRef="#br0" timeOffset="421.364">17490 3289 1824 0,'3'-8'76'0,"0"0"-60"15,0 0 89-15,0 3 19 0,-3-3 3 0,0 5 1 16,-3-5-52-16,3 6-9 0,-3-4-3 0,-3 4 0 16,-3-1 0-16,3 3 0 0,-6 0 0 0,0 0 0 15,0 3-51-15,0 2-13 0,-2 0 0 0,-4 3 0 16,3 0-13-16,-3 0-6 0,3-3-1 0,0 3 0 16,0 3 20-16,3 2 0 0,1-5 0 0,2 5 0 15,6-2 0-15,3 7 0 0,0-2 0 0,3-2 0 16,6 1 0-16,2 1 0 0,1 0 0 0,3 0 0 15,3 3 0-15,0-9 9 0,0 9 1 0,3-9 0 16,-1 4 1-16,1-1 0 0,0-5 0 0,0 2 0 16,-3-2-11-16,3 3 0 0,-3-3 0 0,-4 0 0 15,1 0 0-15,-6 0 0 0,0-1 0 0,-3 1 0 16,0 0 0-16,-6-2 0 0,0-1 0 0,-3 3 0 16,0 0-17-16,-6-6 4 0,0 1 1 0,-3 5 0 15,-3 0-30-15,1-5-6 0,-1 5 0 0,-6-3-1 16,3 0-12-16,0 0-3 0,0-2 0 0,0 5 0 15,-2-8-69-15,2 0-15 0,-3 0-2 0</inkml:trace>
  <inkml:trace contextRef="#ctx0" brushRef="#br0" timeOffset="625.331">17448 3175 2063 0,'6'-13'87'0,"0"0"-70"16,0 2 90-16,0 1 17 0,3 2 4 0,-3-3 1 15,3 3-52-15,3 0-10 0,0 3-3 0,3-3 0 16,0 0 0-16,2 0 0 0,4 3 0 0,0 5 0 16,0-8-51-16,3 8-13 0,-3-5 0 0,2 5 0 15,1 0 0-15,0 5 0 0,-3-5 0 0,3 8 0 16,-1-8-48-16,4 5-13 0,0 3-3 0,0 0 0 16,0 0-153-1,-1-3-31-15</inkml:trace>
  <inkml:trace contextRef="#ctx0" brushRef="#br0" timeOffset="1548.808">18389 2979 1721 0,'-3'-8'72'16,"-3"6"-57"0,3-9 112-16,-3 6 22 0,-3 0 5 0,0 5 1 15,0-8-43-15,0 8-9 0,-3-6-2 0,1 6 0 0,-1 6-59 0,-3-6-12 0,3 8-2 0,-3-3-1 32,0 6-27-32,0 2 0 0,0 3 0 0,0 0 0 0,1 2 0 0,-1 6 0 0,-3-3 0 0,0 3 0 15,3 0 24-15,-3 2-1 0,0-5 0 0,3 6 0 16,1-1-37-16,-1 3-7 0,3 0-2 0,0 3 0 15,0 0 23-15,3 2 0 0,0 1 0 0,3-1 0 16,3-2 0-16,3 0 0 0,0-9 0 16,3 4 0-16,3-1-13 0,0-5 1 0,3 1 1 0,3-1 0 15,0 0-4-15,0-5-1 0,3 5 0 0,2-5 0 16,1-3-16 0,-3 3-4-16,3-8-1 0,3 0 0 0,-3 0 24 0,0-3 5 0,2-5 8 0,-2 0-13 15,3-5 13-15,0 0 8 0,3-3 0 0,0 0-8 16,-4 0 0-16,-2 0 0 0,3-3 0 0,-3 1 0 15,0-1 0-15,-6-2 0 0,0 5 0 0,0-5 0 16,-3 2 58-16,-4 0 5 0,1 1 1 0,0-3 0 16,-6 2-52-16,3 0-12 0,-6-2 0 0,0 5 0 15,0 0 54-15,-3-2 8 0,1 2 2 0,-4 0 0 16,0 3-52-16,-6-1-12 0,3 4 0 0,-6-4 0 16,0 4 0-16,-3 2 0 0,0-6 0 0,1 4 0 15,-1 2 24-15,-3 2 3 0,3-2 0 0,-3 6 0 16,1-6-43-16,-1 8-9 0,-3-6-2 0,0 4 0 15,3 4-139-15,-2 1-28 0,-1-1-6 0</inkml:trace>
  <inkml:trace contextRef="#ctx0" brushRef="#br0" timeOffset="7232.927">18660 3617 1337 0,'3'-18'28'0,"-3"10"6"16,0 2-34-16,0-2 0 0,0 0 0 0,0-2 0 0,0 5 89 0,0-3 11 0,-3 2 3 0,3 4 0 16,0-6-11-16,-3 2-3 0,3 1 0 0,0 3 0 15,0 2-20-15,0 0-4 0,0 0-1 0,0 0 0 16,0 0-51-16,0 0-13 0,0 0 0 0,0 0 0 16,-3 7 54-16,3 7 8 0,-3-6 2 0,0 5 0 15,3 3-52-15,-3-6-12 0,0 9 0 0,0-3 0 16,0 5 0-16,0-3 0 0,0 4 0 0,0 4 0 15,0 1 0-15,0 2 0 0,0 0 0 0,3 5 0 16,-3-5 0-16,3 0 0 0,3-5 0 0,-3 3 0 16,0-4-48-16,3-1-13 0,0-4-3 0,-3-2 0 15,3-3-102-15,0 0-21 0,3-2-4 16</inkml:trace>
  <inkml:trace contextRef="#ctx0" brushRef="#br0" timeOffset="7626.059">19011 3614 1788 0,'-6'-2'51'0,"-3"2"10"0,3 0-49 0,0 0-12 16,-3 0 0-16,0 0 0 0,0 2 49 0,-2 4 7 0,-1-1 2 0,-3 3 0 16,3 0-41-16,-3 0-8 0,3 0-1 0,0 5-8 15,3-5 58-15,-3 3 5 0,6 2 1 0,-3 3 0 16,3 0-52-16,4 2-12 0,-1-2 0 0,0 5 0 15,3-5 0-15,0 5 0 0,3-8 0 0,0 6 0 16,-1-6 0-16,4 0 0 0,0 1 0 0,0-4 0 16,3-2 0-16,0 0 0 0,0 0 0 0,3-3 0 15,-3-2-11-15,6-3-5 0,-3 0 0 0,0-3-1 16,0 1 8-16,-1-4 9 0,1-2-13 0,0 0 5 16,-3-2 16-16,3-1 4 0,0-5 1 0,0 3 0 15,-3-3-1-15,0-5-1 0,0 0 0 16,0 0 0-16,-3 0 42 0,-3 2 9 0,0 1 2 0,0-1 0 15,-3 3-8-15,-3 3 0 0,3 0-1 0,-6-1 0 16,3 4-37-16,-6-1-7 0,3 3-2 0,-3-2 0 16,-3 2 11-16,0 3 1 0,0-3 1 0,-3 2 0 15,0 4-35-15,0-4-7 0,-2 6-2 0,-1-2 0 16,0 2 22-16,0 2 0 0,0-2 0 0,0 6 0 16,0-6-229-16,4 2-42 0</inkml:trace>
  <inkml:trace contextRef="#ctx0" brushRef="#br0" timeOffset="31451.901">21258 3313 2310 0,'-3'-19'48'0,"0"11"11"16,3-2-47-16,0 4-12 0,-3 1 0 0,3 0 0 15,0 2 53-15,0 3 9 0,0 0 2 0,3-5 0 16,0 2 0-16,3 3 0 0,-3-5 0 0,6 2 0 15,0 3-52-15,0 0-12 0,3 0 0 0,0 0 0 16,3 3 0-16,0 2 0 0,3-5 0 0,-1 0 0 16,1 3-100-16,0 2-22 0,6-5-5 0</inkml:trace>
  <inkml:trace contextRef="#ctx0" brushRef="#br0" timeOffset="34302.871">19714 4713 1580 0,'8'-6'67'0,"1"1"-54"15,0 2 131-15,0-5 27 0,0 3 5 0,3 0 0 16,3-3-77-16,-3 3-16 0,3-3-3 0,3 2-1 16,2 1-12-16,-2 0-3 0,3-1 0 0,0 1 0 15,0 5-51-15,-3-3-13 0,0 3 0 0,-4 3 0 16,-2 0 0-16,-3 5 0 0,-3-3 0 0,-6 6 0 0,0 2 0 15,-6 0 0-15,-3 3 0 0,-3 2 0 16,-2 1 0-16,-1 0 0 0,-3 2 0 0,-3 0 0 0,0-3 8 0,3 4 0 0,-3-4-8 0,1 3 12 16,2 0-12-16,0 1 0 0,0-1 0 0,3 0-10 31,3-3 10-31,0 1 0 0,3-1 0 0,3-2-8 0,3 0 8 0,3-3-8 16,3 3 8-16,3-8-8 0,0 3 8 0,3-6 0 15,3 0 0-15,0 3-8 0,3-8 8 0,0 0 0 0,3 0 8 16,3-8-8-16,-1 6 0 0,1-6 0 15,0 0 0-15,3 0 8 16,-3-3-32-16,3 1-7 0,-1-1-1 0</inkml:trace>
  <inkml:trace contextRef="#ctx0" brushRef="#br0" timeOffset="34762.634">20231 4750 1824 0,'0'0'38'0,"0"0"8"16,0 0-37-16,0 0-9 0,0 0 0 0,0 0 0 16,0 0 96-16,0 0 16 0,0-6 4 0,0 1 1 15,0 0-41-15,0-9-8 0,0 4-1 0,0-1-1 16,3-2 6-16,0 0 0 0,0-6 1 0,0 1 0 16,0 5-58-16,0-9-15 0,3 4 0 0,0-3 0 15,-3 5 54-15,3 0 8 0,0 0 2 0,0 3 0 16,-3 2-52-16,0-5-12 0,0 6 0 0,0-1 0 15,0 3 0-15,0 0 0 0,0 0 0 0,-3 3 0 16,0 5 0-16,3-3 0 0,-3 3 0 0,0 0 0 16,0 0 0-16,6 0 0 0,0 6 0 0,0-4 0 15,0 6 29-15,0 3 3 0,0 0 1 0,-3 2 0 16,5 5-53-16,-2 1-10 0,3 2-2 0,3 5-1 0,-3-4 33 0,3 1 0 0,0 1 0 16,0 0 0-1,0-5-28-15,-3-4 0 0,3 1 1 0,0-2 0 0,-3-4 16 0,-1 1 11 0,1-9-13 0,0 1 5 16,0 0 33-16,0-6 7 0,-3 0 2 0,3 1 0 15,-3-9-34-15,0 1 0 0,-3-4 0 16,3 1 0-16,0-3 58 0,0-5 5 0,0 2 1 0,3-4 0 16,-3 2-52-16,3-3-12 0,-1 3 0 0,1-1 0 15,3 4 0-15,3-1 0 0,0 3 0 0,0 3 0 16,0-5 0-16,3 4 0 0,0 4 0 0,2-1 0 16,1 3-100-16,0 3-22 15,0-3-5-15</inkml:trace>
  <inkml:trace contextRef="#ctx0" brushRef="#br0" timeOffset="34980.286">20990 4726 2177 0,'0'0'92'16,"6"0"-74"-1,0 0 97-15,3-3 19 0,0 3 4 0,3-3 1 16,0 1-41-16,3-3-8 0,3-1-2 0,3 1 0 15,2 0-19-15,1-3-4 0,6 0-1 0,0 0 0 0,0 0-51 16,-1 3-13-16,1-3 0 0,0 0 0 16,0 0 0-16,-1 2 0 0,1-1 0 0,3-1-10 0,-3 5 10 0,-1-2 0 15,4 2 8-15,-3 3-8 16,-6 0-98-16,0 3-24 0,-4-1-5 0</inkml:trace>
  <inkml:trace contextRef="#ctx0" brushRef="#br0" timeOffset="35158.491">21270 4927 2245 0,'-29'8'47'0,"20"-3"10"0,3-2-45 15,6-3-12-15,0 0 0 0,0 0 0 0,0 0 67 0,6 2 11 0,3-2 2 0,-1 3 1 16,7-3-13-16,-3-3-4 0,6 3 0 0,-3-2 0 16,3-1-7-16,3-5-1 0,-3 5-1 0,-1-4 0 15,7 1-39-15,0 1-8 0,3-3-8 0,0 0 11 16,2 0-58-16,4 3-11 0,0 0-2 0</inkml:trace>
  <inkml:trace contextRef="#ctx0" brushRef="#br0" timeOffset="35733.007">21961 4355 1805 0,'15'-5'76'16,"0"-3"-61"-16,2 0 103 0,-2 3 21 0,3-3 4 0,-3 3 1 16,3 2-68-16,-3-5-12 0,3 3-4 0,-3-1 0 15,-1 4-30-15,-2-1-6 0,0 1-2 0,0 2 0 16,0 2-11-16,0-2-3 0,-3 5 0 0,-3-2 0 15,0 5-8-15,0 0 0 0,-3 0 9 0,0 2-9 16,0 1 24-16,-6 2 0 0,3 1 0 0,-6-1 0 16,3 3-71-16,-6-3-13 0,3 3-4 0,-6 2 0 15,0-7 52-15,-3 5 12 0,0-3 0 0,0 3 0 16,1-6-14-16,-1 6 0 0,0-5 0 0,3 2 0 16,3 0 14-16,0 1 0 0,3-4-10 0,0 1 10 15,3-1 0-15,3-2 0 0,0 0 0 0,3 0 0 16,3 0 8-16,3-5 5 0,0 2 2 0,3-2 0 15,0-1 6-15,0 4 2 0,3-6 0 0,2 0 0 16,-2-6 1-16,0 4 1 0,3-1 0 0,0-2 0 16,0-1-13-16,3-2-2 0,-1 1-1 0,1-1 0 15,3 0 0-15,-3-3 0 0,3 3 0 0,-3-2 0 16,2-1-205-16,1 0-42 0</inkml:trace>
  <inkml:trace contextRef="#ctx0" brushRef="#br0" timeOffset="36067.464">22735 4308 2153 0,'0'0'44'0,"0"0"12"0,0 0-44 0,0 0-12 0,-6-3 0 0,0 3 0 15,0 0 86-15,0 0 15 0,-3 0 3 0,0 3 1 16,0 2-84-16,-3 0-21 0,3 1 0 0,0 1 0 16,-3 4 0-16,4-3 0 0,-1 0 0 0,0 3 0 15,0-1 0-15,3 1 0 0,-3-1 0 0,3 6 0 16,3-11 16-16,3 6 0 0,0 2-1 0,3-5 0 15,3 0-15-15,0 0 0 0,3 5 0 0,3-5 0 16,0-5-16-16,-1 5 3 0,4-3 1 0,3 3 0 16,-3 0 60-16,3-3 13 0,0 3 3 0,-3 0 0 15,-3 0-52-15,3 0-12 0,-7 0 0 0,1 0 0 16,-3 0 0-16,0 2 0 0,-6-4 0 0,0 4 0 16,-3 4 0-16,-3-7 0 0,0 4 0 0,-3 0 0 15,-2-1 0-15,-4 1 0 0,0-3 0 0,0 2 0 16,-3 1 0-16,3-3 0 0,0 2 0 0,-3-2 0 15,4 0-16-15,-1-2-7 0,0-1-1 0,-3-2 0 16,3-1-80-16,0 1-17 0,0-3-3 0</inkml:trace>
  <inkml:trace contextRef="#ctx0" brushRef="#br0" timeOffset="36259.089">22675 4297 2426 0,'0'-8'68'0,"-3"-2"16"0,3 2-67 16,3-3-17-16,-3 3 0 0,3 3 0 0,0-3 72 0,3 0 12 0,0 0 1 0,3 3 1 16,3-1-69-16,0 4-17 0,3-6 0 0,0 3 0 15,5 2 55-15,1-2 7 0,6 2 2 0,-3 0 0 16,3 1-64-16,-4-1-24 0,7 0 0 0,-3 1 1 16,0-4 1-16,0 4 0 0,2-3 0 0</inkml:trace>
  <inkml:trace contextRef="#ctx0" brushRef="#br0" timeOffset="36663.74">23533 4025 2066 0,'0'0'43'0,"0"0"10"16,0 0-42-16,-9 0-11 0,3 0 0 0,0 2 0 15,-3 4 104-15,3-1 20 0,-3 0 3 0,-3 0 1 16,3 9-71-16,-3-6-13 0,-3 2-4 0,3 3 0 15,-3 3-24-15,1 3-4 0,-1-1-2 0,-3 9 0 16,0-6-10-16,0 8 0 0,0 0 9 0,-3 3-9 16,4-3 13-16,2 0-1 0,-3-2-1 0,3 2 0 15,6 0-11-15,0-3 0 0,3 3 0 0,3-2 0 0,3 2 0 16,3 3 0-16,0-1 0 0,6-2 0 16,0 1 0-16,6-9 0 0,3 0 0 0,0-5 0 15,-1 0-15-15,4-6-5 0,0 1 0 0,3-3-1 16,-3-6 21-16,3 4 0 0,-4-12-9 0,1 4 9 0,3-6 15 0,-6-3 6 15,3 3 2-15,-3-5 0 16,-1-3-23-16,1-2 0 0,-3-1 0 0,0-2 0 0,-6 2 56 16,-3-4 6-16,0 4 2 0,-3 1 0 0,-3-1 0 0,-3 6 0 0,0-3 0 0,-6 5 0 15,-3 1-52-15,-3 2-12 0,0 5 0 0,-3-5 0 16,-2 8 0-16,-1 0 0 0,0 0 0 0,-6 0 0 31,-3 0-48-31,1 3-13 0,-4 2-3 0,-3-2 0 0,0 5-102 0,-2 2-21 0,-1 6-4 0</inkml:trace>
  <inkml:trace contextRef="#ctx0" brushRef="#br0" timeOffset="37385.311">20333 5697 1337 0,'-3'10'28'0,"0"4"6"0,3-1-34 0,0-3 0 0,0 4 0 0,0-1 0 16,0-2 58-16,0-1 5 0,0-2 1 0,3 0 0 15,-3 0 51-15,0-8 10 0,0 0 3 0,0 0 0 16,0 0-28-16,0 0-6 0,3 0-1 0,-3 0 0 16,6-3-13-16,-3-2-4 0,3 0 0 0,-3-3 0 15,-1-3-24-15,1 1-4 0,0-4-2 0,3 4 0 16,-3-3-14-16,0-1-2 0,3 1-1 0,-3 0 0 16,3 0-9-16,0-3-1 0,0 2-1 0,-3-1 0 15,3 1-4-15,0 1-1 0,0 0 0 0,-3 0 0 16,3 2-13-16,-3 3 11 0,0 0-11 0,0 0 10 15,0 3-10-15,0 2 0 0,-3 3 0 0,0 0 8 16,0 0-8-16,3 0 0 0,3 6 0 0,0-1 0 16,0 3 0-16,0 5 0 0,3-5-11 0,-1 5 11 15,4 3-10-15,-3-3 10 0,3 6-12 0,0-3 12 16,0 0-29-16,0 0 1 0,0-1 0 0,3-1 0 16,-3-1-19-16,2-5-3 0,-2 0-1 0,3 0 0 0,-3-3 41 15,0-2 10-15,3-3 0 0,-3 0 0 0,0-3 49 0,0-2 12 0,0-1 3 16,-3 1 0-1,-1-3-52-15,1 0-12 0,0-2 0 0,0 4 0 0,-3-7 54 0,3 3 8 16,-3-1 2-16,3-2 0 0,-3-1-52 16,3 1-12-16,0-3 0 0,-3 1 0 0,0-1 0 0,3 0 0 0,-3-3 0 0,0 3 0 15,2 0 0-15,-2 1 0 0,0-1 0 0,0 3 0 16,0 2 0-16,-3 3 0 0,3 0 0 0,0 3 0 16,0 2-202-1,0 3-43-15,0 0-9 0</inkml:trace>
  <inkml:trace contextRef="#ctx0" brushRef="#br0" timeOffset="37592.515">21008 5623 1579 0,'0'0'32'0,"6"-3"10"0,-3 0-34 0,3-2-8 0,0 3 0 0,0-4 0 16,0 4 155-16,3-4 29 0,3 4 5 0,-3-4 2 15,6 1-101-15,0 0-20 0,0 2-4 0,2-7-1 16,1 4-1-16,0 1 0 0,3 0 0 0,0-3 0 15,0 2-51-15,-1 1-13 0,-2-3 0 0,3 6 0 16,-3-4 0-16,0 4 0 0,0-1 0 0,-3 0 0 16,-1 3 0-16,1 0-12 0,-3 0 3 0,0 3 0 15,-3 0-191-15,0-1-37 0,0 4-8 0</inkml:trace>
  <inkml:trace contextRef="#ctx0" brushRef="#br0" timeOffset="37770.397">21193 5726 1824 0,'-9'3'76'0,"3"-3"-60"16,6 0 89-16,0 0 19 0,0 0 3 0,0 0 1 16,0 0-52-16,0 0-9 0,9 0-3 0,0-3 0 15,3 0-21-15,0 1-5 0,6 2-1 0,-4-3 0 16,4 0-8-16,-3 3-1 0,6-5-1 0,-3 2 0 16,0 1-35-16,0-4-8 0,-1 1 0 0,1 0-1 31,0-3-89-31,0 3-18 0,3-3-3 0</inkml:trace>
  <inkml:trace contextRef="#ctx0" brushRef="#br0" timeOffset="38134.642">21848 5324 1530 0,'-6'-13'32'0,"3"10"8"15,0-2-32-15,0 2-8 0,-3-2 0 0,3-1 0 16,0 4 114-16,3 2 22 0,-3-6 4 0,3 6 0 15,0 0-60-15,0 0-13 0,0 0-3 0,0-5 0 16,0 5 0-16,6-3 0 0,0 1 0 0,0-1 0 16,6-2 0-16,0 5 0 0,3-3 0 0,2 1 0 15,1 2-51-15,3 0-13 0,3 0 0 0,0-6 0 16,-3 6 0-16,-1 6 0 0,4-6 0 0,-6 0 0 16,3 2 0-16,-6 1 0 0,0 2 0 0,-6-2 0 15,0 2 0-15,-4 0 0 0,-2 1 0 0,-3 2 0 16,0-3 0-16,-3 3 0 0,-2 2 0 0,-1 1 0 15,-3 0 0-15,0 2 0 0,-3 0 0 0,0 0 0 16,-3 6 0-16,0-6 0 0,0 3 0 0,0 2 0 16,0 1 0-16,4-3 0 0,-1 2 0 0,0-2 0 0,3 0 40 0,3-3 6 15,0-2 1-15,3 2 0 0,3-2-24 0,0-1-5 0,3-2-1 0,0 3 0 16,0-3-17-16,3 0 0 0,0 0 0 0,3-3 0 31,0 3-160-31,3-3-36 0</inkml:trace>
  <inkml:trace contextRef="#ctx0" brushRef="#br0" timeOffset="38282.836">22059 5961 2549 0,'0'0'108'16,"0"0"-87"-1,0 0 19-15,0 0 4 0,6 0 1 0,0-2 0 16,0-1-110-16,0 0-23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51:50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7503 12087 2078 0,'-5'8'88'16,"2"2"-71"-1,0 1-17-15,0 0 0 0,3 2 0 0,-3 0-9 16,3 3 9-16,0-3 9 0,-3 3-1 0,3 3-8 16,-3 2 8-16,0 3-8 0,0 2 0 0,0 3 0 15,0 3 11-15,-3 2-11 0,3 1 10 0,0 4-10 16,-3-4 24-16,3 2-2 0,0-3 0 0,0 6 0 15,0 2-6-15,3 3 0 0,0 0-1 0,0 5 0 16,0-5-15-16,3 0 0 0,0 0 8 0,0 3-8 16,0 0 0-16,3 2 0 0,0 3 0 0,0 0 0 15,0-6 0-15,0-2 0 0,0 0 0 0,0 0 0 16,0 0 0-16,-4-2 0 0,4-1 0 0,0 0 0 16,0-2 0-16,0 0 0 0,0-6 0 0,0 1 0 0,0-4 12 15,3-4 0-15,-3-3 0 0,3-1 0 0,0-4-12 0,-3-1-16 0,3-2 3 16,0-2 1-16,0-4 12 0,0 1 0 0,0-1-10 0,2-4 10 15,-2-1 0-15,0 0-11 0,0-2 11 16,0-1-8-16,6-2 8 0,-3-2 0 0,3-1 0 0,3-2 0 16,3 0 0-16,5-1 0 0,1-4 0 0,3-1 0 15,3 1 0-15,5-1 0 0,1-2 0 16,3-3 0-16,-1 3 0 0,1-3 0 0,3-3 0 0,2 1 0 16,1-1 0-16,5-2 0 15,1 2 0-15,6-4 0 0,-4 4 0 0,1 1 0 16,2 2 0-16,1-3 0 0,-1 3 0 0,-2 6 0 0,5-3 0 0,7 2-8 15,-7 0 8-15,7 6 0 0,2 0 0 0,7-3 0 16,-7 3 20-16,1-1-1 0,-1-2 0 0,9 6 0 16,-5-4-19-16,2 1-11 0,1 0 2 0,8 2 0 15,-6-2 9-15,1 2 9 0,2 1-1 0,9-1-8 16,-8 0 18-16,2 1-3 0,3 2-1 0,9-3 0 16,-8 0-14-16,-1 3 11 0,3 0-11 0,12 0 10 15,-11 0-10-15,-1 0 0 0,3 0 0 0,9 3 8 16,-8 0-21-16,-4-1-5 0,3 1-1 0,9 0 0 15,-8 2 19-15,-1-3 0 0,3 4 0 0,9-1 0 16,-11-2 0-16,2 2 0 0,0-2 0 0,15-1 0 16,-15 4 13-16,1-4 7 0,2 1 0 0,12 0 1 15,-12 2-21-15,0-3 8 0,3 4-8 0,10-1 0 16,-16-2-14-16,0 2-7 0,0 0-2 0,9 1 0 0,-11-1 39 0,-4 0 8 0,3 0 2 16,6 1 0-1,-11-1-42-15,-1 0-8 0,-3 3-1 0,10-2-1 16,-16-1 26-16,0 0 0 0,4 0 0 0,-1 1 0 0,-6-1 0 0,-2 0 0 15,-1-2 0-15,4 2 0 0,-7 1 20 0,-3-4 8 16,4 3 3-16,2-2 0 16,-5 0-50-16,-4-1-9 0,4 1-3 0,-1 0 0 0,-8-1 55 0,-4 1 10 0,4 0 2 0,-4-1 1 15,-5 1-8-15,3-3-1 0,-4 3-1 0,1-1 0 16,-4 1-44-16,-2-3-9 0,0 3-2 0,-1-3 0 16,-2 0 28-16,0 0 0 0,-1 0 0 0,4 0 0 15,-6-3 0-15,-4-2 0 0,1-1 0 0,0 1 0 16,-6-3 0-16,-4-3 0 0,-2 4 0 0,0-4 8 15,-3-2-8-15,0-1 0 0,0 1 0 0,-1-3 8 16,-2 1 11-16,0-1 2 0,-3 0 1 0,0-5 0 16,0-1 34-16,-3 1 6 0,0 0 2 0,-3-5 0 15,-1-1-52-15,-2-2-12 0,0-3 0 0,0-5 0 16,-3 3 0-16,0-6 0 0,-3 0 0 0,3-2 0 16,-3 0 54-16,0-1 8 0,0 4 2 0,0-9 0 15,-3 1-52-15,3-4-12 0,0-2 0 0,0 0 0 16,-3 3 0-16,3 0 0 0,0 0 0 0,-3-3 0 15,3 5 0-15,0-2 0 0,-3-3 0 0,3 0 0 16,0 5 0-16,0 6 0 0,0 2 0 0,3-2 0 16,-3 2 0-16,0-2 0 0,-3 2 0 0,3 1 0 15,-3 4 29-15,-3 1 3 0,3 5 1 0,-3 0 0 16,1-1-23-16,-7 4-10 0,3 2 8 0,-3 0-8 16,-3 1-24-16,0 1-11 0,-3 4-1 0,0-3-1 0,0 2 56 0,-2 1 11 15,-1-4 2-15,0 7 1 16,-6-4-53-16,0 6-10 0,-2-3-2 0,-4 0-1 0,-3 5 33 0,-3 1 0 0,-2-1 0 0,-7 3 0 15,0 0 0-15,1 1 0 0,-4 1 0 0,-5-2 0 16,2 6 0-16,-5-1 0 0,-1 0 0 0,-5 1 0 16,-1-1 0-16,1 0 0 0,-4-2 0 0,-8 2 0 15,8 1 0-15,-5-1 12 0,2 3 0 0,-8 0 0 16,3 0-12-16,2 0 0 0,-2 0-9 16,-9 0 9-16,5 0-12 0,1 3 12 0,-1-3-13 0,-8 0 5 15,6 2 8-15,-1-2 0 0,-2 3 0 0,-9-3 0 16,9 3 0-16,-1-1 0 0,-5-2 8 0,-6 3-8 15,8 2 0-15,-2-2 0 0,0 0 0 0,-12-1-12 16,11 4 12-16,1-4 0 0,-3 4 0 0,-9-1 0 16,11 0 0-16,-2 0-12 0,0 3 4 0,-6-2 0 15,8 2 8-15,1-3 0 0,0 0 0 0,-6 3 0 16,11-3 0-16,-2 1 0 0,3 2 0 0,-7-3 0 16,10 0 0-16,3 0 0 0,-1-2 0 0,-8 2 8 15,12-2-8-15,-1 2 9 0,1 1-9 0,-6-4 10 16,5 4-10-16,4-4 0 0,-4 4 0 0,-5-4 0 15,9 3 0-15,2-2 0 0,-2 2 0 0,-4-2 0 16,10 0 0-16,-4-1 0 0,4 1 9 0,-6 0-9 16,5-1 0-16,1-2 0 0,-1 3 0 0,-2-3 0 15,2 3 0-15,4-3 0 0,-1 0 0 0,-2 0 8 16,5 0-8-16,4 0 0 0,-4 0-8 0,-2-3 8 16,2 3 0-16,1-3 0 0,-4 3 0 0,-2 0 0 15,8 0 0-15,-2 3 0 0,2-3 0 0,-2 3 0 16,5-3 0-16,1 0 0 0,-1 2 0 0,-2-2 0 15,5 3 0-15,-3-1 0 0,4 1 0 0,-1 0 0 16,7-1 0-16,-4-2 0 0,6 3 0 0,-2 0-8 16,2-1 8-16,3 1 0 0,1 0 0 0,-1-1 0 0,3 4 0 0,1-4 0 0,-1 1 8 15,0 2-8-15,7-2 0 0,2-1 0 0,0 1 0 0,0 2 0 16,1-2 0-16,2 2 16 0,0-2-3 0,0 2 0 16,0-2-13-16,1 2 9 0,-1-2-9 0,0 2 8 15,0 0-8-15,0 1 8 0,1-1-8 0,2 0 8 16,0 3-23-16,0 0-5 0,0 0 0 0,4 3-1 15,-1-3 37-15,0 2 8 0,3 1 2 0,-6 2 0 16,3-2-26-16,1 2 0 0,-4 0 0 0,0 3 0 16,-3 0 0-16,3 0 0 0,0 0-9 0,-2 2 9 15,2-2-20-15,3 0-1 0,0 0 0 16,0 0 0-16,1-3 21 0,-1-3 0 0,3 1 0 0,-3-3 0 16,0 3-100-16,-3-3-24 0,4-1-6 0</inkml:trace>
  <inkml:trace contextRef="#ctx0" brushRef="#br0" timeOffset="5751.988">6950 12071 1824 0,'-24'0'38'0,"12"0"8"0,3-3-37 0,0 3-9 0,0-2 0 0,0-1 0 16,0 0 53-16,1 1 9 0,2-1 2 0,-6 1 0 31,-3-1 0-31,0 3 0 0,0-3 0 0,-3 1 0 0,0-1-52 0,0 0-12 0,-2 1 0 0,-1-1 0 16,-3 0 54-16,3-2 8 0,-3 2 2 0,0 1 0 15,1 2-64-15,2 0 0 0,0 0-9 0,-3 2 0 16,0 1 9-16,1 2 11 0,-1 1-3 0,-3 2 0 16,-3 0-8-16,3 2 0 0,-2 1 9 0,-1 2-9 15,0-2 0-15,3 2 0 0,1-3 0 0,-1 6 0 16,0 0 0-16,3 5 0 0,0-2 0 0,3 5 0 15,-2-1-24-15,2 6-2 0,0 1-1 0,3-1 0 16,0 2 13-16,3 1 2 0,1 3 1 0,2-1 0 16,3-2-1-16,3 2 0 0,3 1 0 0,0 2 0 15,3-3 2-15,3 3 0 0,3 3 0 0,3-3 0 16,3-3 1-16,-1-2 0 0,7-3 0 0,-3 0 0 16,3-2 9-16,0-1 0 0,0-2 10 0,3 0-10 15,-1-6-12-15,4-2-8 0,3 0-1 0,0-3-1 16,3 0 22-16,-1-2-11 0,4 0 11 0,0-1-8 15,0-2 8-15,-4-3 0 0,1-2 0 0,6 0-8 16,-6-6 28-16,2 0 7 0,4-2 1 0,0 0 0 0,2-3-28 0,1-3 0 16,0 1 0-16,0-4 0 0,-4 1 0 0,-5-3 0 0,0 0 0 0,0-2 0 15,-1 2 0-15,-2-2 0 0,0 2 0 0,0-5 0 16,0-3 22-16,-4-3-1 0,4 1 0 0,0-1 0 16,-3-2-4-1,0 3-1-15,-4-1 0 0,-2 1 0 0,-3 2 9 0,0 3 2 0,-6-3 0 0,0 3 0 16,-6 0 29-16,0 2 7 0,0 3 1 0,-3-2 0 15,-3 2-34-15,-3 0-6 0,0-2-2 0,-3 2 0 16,-3 0 2-16,-3-3 1 0,-3 1 0 0,0 2 0 16,-5-3-10-16,-1 6-3 0,-3-3 0 0,-3 3 0 15,3 2-12-15,-2 3 9 0,-1-2-9 0,-3 5 8 16,-5-3-33-16,-4 2-7 0,-6 1-2 0,-2 0 0 16,-1 2-162-16,3 0-33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52:07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21062 2773 1824 0,'0'0'38'0,"0"0"8"0,-3 5-37 0,0 3-9 0,0-2 0 0,-3 1 0 15,0 1 68-15,-3 0 11 0,0 0 2 0,-3 6 1 16,-3-7-26-16,1-1-6 0,-4 4-1 0,-6-2 0 16,0 0-12-16,-3 0-2 0,0 3-1 0,-2-9 0 15,-1 4-6-15,0 2 0 0,0-6-1 0,4 4 0 16,-1-6-27-16,3 0 0 0,3 0 0 0,3-6 0 15,0 4 56-15,1-6 7 0,2 0 1 0,6-3 0 16,0 1-52-16,6 2-12 0,3-6 0 0,3 1 0 16,3 3-16-16,3-9-7 0,0 3-1 0,6 0 0 15,-1 3 39-15,4-3 7 0,3 3 2 0,3 2 0 16,0-4-24-16,3 9 0 0,2-2 0 0,1 0 0 16,-3 8-12-16,0 0-6 0,-1 0-2 0,-2 8 0 15,0 0 20-15,-3 0 14 0,0 5-2 0,-3-2-1 16,-3 7-2-16,-1-7 0 0,1 5 0 0,-6 2 0 15,0-2-9-15,0 6 0 0,-3-9 0 0,-3 11 0 16,0-3 0-16,-3 3 0 0,-3-1 0 0,0 4 0 16,-3-1 16-16,-3 1 0 0,0-3 1 0,0 2 0 15,-6-5-27-15,3 3-6 0,-2-3 0 0,-1-2-1 0,-3-1 32 16,-3-2 6-16,0-3 2 0,0 3 0 0,-2-8-37 0,2 3-7 0,-3-1-2 0,-3-2 0 16,6 0 23-16,0 0 0 0,1 0 0 0,2-3 0 31,0 3-158-31,6-5-27 0,0 2-6 0</inkml:trace>
  <inkml:trace contextRef="#ctx0" brushRef="#br0" timeOffset="459.033">21940 2868 2066 0,'30'-8'43'0,"-24"8"10"16,3-2-42-16,-3 2-11 0,0 0 0 0,-6 0 0 15,0 0 53-15,0 0 9 0,0 0 2 0,0 0 0 16,-6 2 0-16,-3 4 0 0,0 2 0 0,-6-1 0 16,0-1 0-16,-3 2 0 0,-3 0 0 0,0 2 0 15,-2-2-52-15,-1 3-12 0,0-9 0 0,-3 4 0 16,0 2 30-16,-5-8 3 0,2 2 1 0,-3-2 0 16,0 0-3-16,4 0-1 0,-4-2 0 0,3 2 0 15,6-6-30-15,4 4 0 0,2-6 0 0,6 0 0 16,0 3 0-16,6-3 0 0,0-6 0 0,3 4 0 15,6-1 0-15,3 1-8 0,0-4-1 0,6 1 0 16,6 3 9-16,-1-6 0 0,7 2 0 0,3 1 0 16,3 0 0-16,3 5 12 0,-1-3-2 0,4 4-1 15,-6 4-21-15,0 0-4 0,-1-2 0 0,1 5-1 16,-3 5 17-16,0-2 0 0,2 2 0 0,-2 3 0 16,-3 5 10-16,0-5 6 0,0 6 0 0,-3 1 1 15,-1-4-17-15,-5 8 0 0,0-6 0 0,-3 5 0 16,-3 1 0-16,0 5 0 0,-6-3 0 0,0 3 0 0,0-1 0 0,-6 4 0 0,0-6 0 0,-3 3 0 15,-3-3 0-15,-3 0 0 0,0-2 0 0,-6-1 0 16,3 1 0-16,-5-3 0 0,2-3 0 0,-6 3 0 16,3-6 0-16,0 1 0 0,0 2 0 0,1-5 0 31,-1 0-60-31,0 0-15 0,0-3-3 0,3-2-1 0,0 2-133 0,3-5-28 16</inkml:trace>
  <inkml:trace contextRef="#ctx0" brushRef="#br0" timeOffset="916.609">22785 2924 2055 0,'12'-3'43'0,"-3"1"9"16,0-4-41-16,-3 6-11 0,0-2 0 0,-6 2 0 15,0 0 97-15,0 0 18 0,0 0 3 0,0 0 1 16,-6 2-44-16,0 4-9 0,-6-4-2 0,0 1 0 15,0 5-20-15,-2-8-5 0,-4 8-1 0,0-6 0 16,0 4-16-16,0-4-3 0,-3 1-1 0,0 0 0 16,1-3-7-16,-4 0-2 0,0-3 0 0,0 0 0 15,-3 1-9-15,4-6 0 0,-7 2 0 0,6-2 8 16,0 3-8-16,3-3 0 0,0 0-12 0,4 0 12 0,5 0 0 16,3 0 16-16,3 1 0 0,3-1-1 15,3 0-63-15,3-6-13 0,6 7-3 0,0-1 0 0,6-3 64 0,2 3 23 0,1-3-1 0,6 4 0 31,-3-1-22-31,3 2 0 0,3-2 0 0,-4 8 0 0,4-5 0 16,-3 5 0-16,0 0 0 0,0 0 0 0,-1 5 0 16,1 3 0-16,0-5 0 0,0 8 0 0,0-4 8 0,-4 1-8 0,1 0 10 15,0 6-10 1,-3-4 9-16,-3 9-9 0,0-3 8 0,-3 5-8 0,-3-5 12 0,0 5-4 0,-3 3 0 0,-1 5 0 16,-2-8-8-16,-3 0 0 0,0 3 0 0,-3 0 8 15,-2-6-8-15,-1 1 0 0,-3-1 9 0,0 1-9 16,-3-6 8-16,-3 3-8 0,0-3 8 0,-3-2-8 15,0-1 0-15,0 1 0 0,1-3 0 0,-4 0-12 16,6 2-27-16,-3-2-5 0,3 0-2 16</inkml:trace>
  <inkml:trace contextRef="#ctx0" brushRef="#br0" timeOffset="1618.527">23503 2995 1789 0,'12'-2'76'0,"-3"-1"-61"16,0 0 81-16,-1 3 16 0,1-2 3 0,-3 2 1 16,0 0-25-16,0 0-5 0,-6 0-1 0,0 0 0 15,0 0-38-15,0 0-8 0,0 0-2 0,0 2 0 16,-6 6-8-16,0 3-1 0,0-3-1 0,-6 0 0 16,1-3-27-16,-1 6 0 0,-6-3 0 0,0-1 0 15,0-1 0-15,-6-1 0 0,0 3 0 0,1-8 0 16,-1 0 56-16,0 0 7 0,-3 0 1 0,3-8 0 15,4 5-52-15,-1-5-12 0,3 1 0 0,3-4 0 16,3 0-48-16,3 1-13 0,3-3-3 0,3-1 0 16,3 4 64-16,6-9 24 0,0 9 0 0,3-6-1 15,3 5-23-15,3 1 0 0,3 2-10 0,0-6 10 16,2 6-8-16,1 3 8 0,3-3 0 0,0 6 0 16,-3-4 0-16,-3 4 0 0,2 2 0 0,1-6 0 0,-3 6 0 0,0 0 0 15,0 6 0-15,0-4 9 0,-3 4-9 0,-1 4 12 16,1-2-12-16,-3 11 12 15,0-3-12-15,-6 5 0 0,0-3 9 0,0 9-9 0,-6 2 8 16,0-5-8-16,0 2 8 0,-3 3-8 16,0-2 0-16,-3-6 9 0,0 3-9 0,-3-3 0 15,0-3 29-15,-3 6-1 0,0-8 0 0,1 5 0 0,-4 0-28 16,3-5 0-16,0 5 0 0,-3-2 0 0,3-1 0 16,0-2 0-16,0 0 0 0,0 0 0 15,0-5-45-15,1-1-15 0,-1-2-4 0,0 0 0 0,3-3 52 0,0-2 12 0,0 2 0 0</inkml:trace>
  <inkml:trace contextRef="#ctx0" brushRef="#br0" timeOffset="2146.463">24247 2924 1621 0,'6'0'33'0,"0"0"10"15,0 0-35-15,0 0-8 0,0 0 0 0,0 0 0 16,-3 2 100-16,3 4 19 0,-1-6 3 0,-5 0 1 16,3 8-41-16,-3-6-8 0,3 6-2 0,-6 0 0 15,0 3-12-15,-2-3-2 0,-1 2-1 0,-3 1 0 16,0 0-13-16,-3 2-4 0,0-5 0 0,-3 5 0 0,0-5-2 0,-6-6-1 15,0 6 0-15,-2-2 0 16,-4-1-19-16,0-5-4 0,-6 0-1 0,4 0 0 0,-1-5-4 0,3 2-1 0,0-2 0 0,0-3 0 16,7 0-8-16,2 0 12 0,3-5-12 15,3 0 12-15,3 2-4 0,6-2 0 0,0-1 0 0,3 1 0 16,6-3-8-16,0 6 0 0,3-9 0 0,6 3 0 16,0 3-10-16,6 3 10 0,2-4 0 0,4 4-9 15,0 4 9-15,0-1 0 0,2 1 0 0,-2 4-8 16,3 2 8-16,-6 0 8 0,3 0-8 15,-4 2 11-15,1 4 1 0,-3-4 1 0,0 6 0 16,0 3 0-16,-3-3 2 0,-4 7 0 0,4-1 0 0,-6 2 0 16,-3 5 1-16,0 0 0 0,-3 5 0 0,-6 1 0 15,0 2-7-15,-3-5-1 0,0 0 0 0,-6 2 0 16,0-7-8-16,0 2 10 0,-3 0-10 0,-2 0 10 16,-1-5-10-16,3 5 10 0,-6-8-10 0,3 3 10 15,-3 0-10-15,0-3 0 0,0 3 0 0,-2-3 0 16,2 3-9-16,-3-5-7 0,0 2-2 0,-3 0 0 15,3 1-99-15,1 1-20 0,-1-7-4 0</inkml:trace>
  <inkml:trace contextRef="#ctx0" brushRef="#br0" timeOffset="3015.3">20169 2971 1744 0,'0'0'73'16,"3"6"-58"-16,0 2 97 0,-3-3 19 0,3 3 4 0,-3 0 1 15,0 2-47-15,-3-2-9 0,0 6-1 0,-3-1-1 16,-3-5-26-16,0 5-4 0,0-2-2 0,-3-1 0 16,-3 1-6-16,0-3-2 0,1-3 0 0,-4 3 0 15,-3-3-15-15,3-2-3 0,-3 0-1 0,3-3 0 16,-2 0-6-16,2-3-1 0,0 0 0 0,0-2 0 15,3-3-12-15,0 0 9 0,3-8-9 0,3 6 8 16,3-6-8-16,3 0 0 0,-3 0 0 0,6-3 8 16,3 1-8-16,0-3 0 0,3 2 0 0,3 1-11 15,3-1 11-15,0 1 0 0,3 2-9 0,3 3 9 16,0 5 0-16,3-6 0 0,2 6 0 16,-2 1 0-16,3 1 0 0,-3 4 15 0,3 2-3 0,-4-6 0 15,-2 12 7-15,0-6 1 0,0 2 0 0,-3 6 0 16,0 0-4-16,-3 3 0 0,0-1 0 0,0 3 0 15,-4 9-6-15,-2-4-2 0,3 9 0 0,-6-4 0 16,0 7-8-16,0-4 10 0,-6 6-10 0,0-3 10 16,0 0-1-16,-6-8 0 0,3 3 0 0,-5 0 0 15,2-3-1-15,-6 0-8 0,3 0 12 0,-6-5-4 16,3 5 14-16,-6-5 2 0,0 5 1 0,1-5 0 16,-7 5-10-16,3-2-3 0,-3-1 0 0,0 1 0 15,1 0-12-15,2-4 0 0,-3 1 0 0,3 0 0 0,3-5-15 16,1-1 4-16,2 1 1 0,0-1 0 15,3-2-81-15,0 0-16 0,0 0-3 0</inkml:trace>
  <inkml:trace contextRef="#ctx0" brushRef="#br0" timeOffset="9347.27">20005 3874 2243 0,'-6'-3'64'0,"-3"3"13"15,0-3-61-15,0 3-16 0,1 0 0 0,-4 3 0 16,0 0 60-16,3-1 8 0,-3 1 3 0,0 5 0 15,0-3-13-15,0 3-2 0,3 3-1 0,-3-1 0 16,6 4-37-16,-3-1-7 0,1 5-2 0,2-4 0 16,0 4-9-16,3-2 0 0,0 3 0 0,0-1 0 0,3 3 13 0,3 0 1 15,0-2 0-15,0 5 0 0,6-8-14 16,-1 5 0-16,7-8 0 0,0 3 0 0,6-6-8 0,0-2-5 16,3-2-1-16,3-1 0 0,-1-8 14 0,4 1 0 0,0-6 0 0,0 0 0 31,-4 0 0-31,-5-8 0 0,3 3 0 0,-3-6 0 0,-6 3 48 0,0 0 13 0,-3 1 3 0,-4-1 0 15,1-3-16-15,-6 1-2 0,0-1-1 0,-3 1 0 16,-3 2-23-16,0 3-5 0,-6-6-1 16,1 3 0-16,-4 3-16 0,-3 2 0 0,-3-2 8 0,-6 2-8 15,0 4 0-15,-3 1-17 0,-2 6 3 0,-4 0 1 16,3 0-30 0,0 3-5-16,1 2-2 0,2 6 0 15,3-1-114-15,6 1-22 0,0 0-5 0</inkml:trace>
  <inkml:trace contextRef="#ctx0" brushRef="#br0" timeOffset="9747.992">21136 3995 2030 0,'-20'-7'57'0,"2"-1"14"16,0 2-57-16,-3 1-14 0,3 2 0 0,0-2 0 15,-3 2 54-15,4 3 8 0,-1 0 2 0,0 0 0 16,0 3 51-16,3 2 10 0,0-2 3 0,0 5 0 0,3 3-103 0,3-4-25 0,1 7 0 16,-1 2 0-1,3-3 0-15,0 3 0 0,3 2 0 0,0 1 0 16,3-1 0-16,3 3 0 0,0 3 0 0,3-3 0 16,3 6 20-16,2-11 0 0,4 5-1 0,0-5 0 15,3-3-19-15,0 0 0 0,3-5 0 0,3 3 0 16,-4-6 8-16,4-2-8 0,-3-3 9 0,3-3-9 0,-3-2 38 15,3-3 2-15,2-3 0 0,-2 1 0 0,-3-6 19 0,0 0 4 0,-3-5 1 0,0 0 0 16,-4-1-52-16,-2 1-12 0,0-3 0 0,-6 1 0 16,0 1 0-16,-3 1 0 0,0 0 0 0,-6 3 0 15,-3-6 54-15,-3 5 8 0,0 3 2 0,-6-2 0 16,-2 2-64-16,-4 0-21 0,-3 0 0 0,0 3 0 16,0 2 7-16,-2 1 2 0,2 2 0 0,-3 5 0 31,3-5-67-31,0 3-13 0,-2 2-2 0</inkml:trace>
  <inkml:trace contextRef="#ctx0" brushRef="#br0" timeOffset="10295.023">21928 4003 2170 0,'0'0'48'0,"-9"3"9"0,3-3 3 0,-3 3 1 0,3-1-49 16,-3 1-12-16,0 2 0 0,1 1 0 0,-1 2 64 0,0-3 9 0,3 3 3 0,-3 2 0 16,3-2-40-16,-3 3-7 0,3-1-1 0,-3 4-1 15,6-1-9-15,-3 3-2 0,3 0 0 0,3 5 0 16,3-8-16-16,0 11 8 0,3-8-8 0,0 5 0 16,3-3 0-16,3 1 0 0,0-3 0 0,6 0 0 15,-1-3 13-15,4-3-1 0,6 1 0 0,0-3 0 16,3-3-12-16,-1-2 0 0,4-3 0 0,0 0 0 15,0-3 0-15,-7-2 0 0,-2 0 0 0,0-6 0 16,-3 3 0-16,-3-2 0 0,-3-1 0 0,-3-7 0 16,-1 2 0-16,-2-6 0 0,-3 4 0 0,0-3 0 0,-3 0 54 15,-3-1 8-15,-3 4 2 0,0-1 0 0,-3 4-52 0,0-1-12 16,-3-3 0-16,-2 3 0 0,-4 0 0 0,0 3 0 16,-6 3 0-16,0-6 0 0,-3 5 0 0,1 3 0 15,-4 6 0-15,-3-9 0 0,3 6 0 0,3 2 0 16,1 0 0-16,-1 3 0 15,6 0-48-15,3 0-13 0,0 0-3 0,6 3 0 16,3 0-154-16,0 2-31 0</inkml:trace>
  <inkml:trace contextRef="#ctx0" brushRef="#br0" timeOffset="10665.597">22803 4054 1900 0,'0'0'42'0,"0"0"9"0,0 0 1 0,0 0 1 0,-3-6-42 0,-3 4-11 0,0-4 0 0,0 4 0 16,-3-1 73-16,-2 1 13 0,-1 2 2 0,0 2 1 16,-3-2-39-16,0 3-8 0,0-1-2 0,3 4 0 15,-3-1-12-15,0 6-4 0,1-3 0 0,-1-3 0 16,3 5-12-16,-3 4-2 0,3-4-1 0,0 3 0 16,3 1-9-16,3-1 0 0,0 5 0 0,3 1 0 15,3-1 0-15,3 1 0 0,3 0 0 0,3-1 0 16,3-2 0-16,0-3 0 0,6 3-8 0,-3-3 8 15,3-2 0-15,2-3-11 0,1 0 11 0,6-3-8 0,3-2 8 0,-3-3 0 16,5 0 0-16,1-3 0 16,-3-2 13-16,0 2-1 0,-1-8-1 0,-2 1 0 0,-3 2 21 0,-3-11 5 15,-3 6 1-15,-3-5 0 0,-4 2 7 16,1-8 2-16,-3 5 0 0,-3-2 0 16,0 3-13-16,-3-1-2 0,-3 1-1 0,0-1 0 15,-3 3-17-15,0-2-3 0,-6 5-1 0,0-6 0 16,-3 9-2-16,-2-6 0 0,-4 2 0 0,-3 6 0 0,-3-5-8 0,0 5 0 15,-6 3 0-15,1-3 0 16,-1 5-28-16,3-2-4 0,-3 2 0 0,4 1-1 16,5 2-116-16,0 2-23 0,6 1-5 0</inkml:trace>
  <inkml:trace contextRef="#ctx0" brushRef="#br0" timeOffset="11077.175">23586 4085 1771 0,'0'0'39'0,"0"0"8"0,-6-2 1 0,0-4 2 0,0 4-40 0,-3-3-10 0,0 5 0 0,0-6 0 15,1 4 93-15,-4 2 17 0,0-6 3 0,0 6 1 16,0 0-48-16,0 6-10 0,0-6-1 0,0 8-1 16,-3-8-19-16,3 5-4 0,0 3-1 0,1 0 0 15,2 0-16-15,0 2-3 0,3-2-1 0,0 3 0 16,3 2-10-16,0 0 0 0,3 0 0 0,0 3 0 15,3-2 0-15,3 1 0 0,0-1 0 0,3 2 0 16,0-6 0-16,2 3-9 0,4-2 9 0,-3-3 0 16,6 0 0-16,-3-3 0 0,3 3 0 0,3-8 0 15,0 3 0-15,-1-6 0 0,4 3 12 0,0-8-3 0,-3 0 22 0,0 0 4 16,0 3 1-16,-4-11 0 0,1 3 7 0,0 0 1 16,-3-3 1-16,-3 0 0 0,0-3-2 0,-6 3-1 15,3-2 0-15,-6 5 0 0,0-6-14 0,-3 3-2 16,0 0-1-16,-6 1 0 0,0-4-13 0,-3 3-2 15,0 6-1-15,-6-9 0 0,0 8-9 0,-6-2 0 16,0 0 0-16,-2 2 0 16,2 1-17-16,-3 2-9 0,0 0-2 0,0 0 0 15,4 0-83-15,-1 3-17 0,3 2-3 0,0 0-678 16,3 6-136-16</inkml:trace>
  <inkml:trace contextRef="#ctx0" brushRef="#br0" timeOffset="11450.941">24309 4062 1879 0,'0'0'41'0,"-6"-6"9"0,0 4 2 0,-2-1 0 0,2 0-41 0,-3 1-11 0,0-1 0 0,0 3 0 16,-3-3 75-16,-3 6 13 0,3-3 2 0,0 5 1 15,0-2-31-15,0 2-5 0,1 3-2 0,2 0 0 16,3 0-23-16,-3 3-5 0,3-1-1 0,3 4 0 16,0-1-16-16,3 3-8 0,0-3 0 0,0 5 8 0,6-2-8 15,0 3 0-15,0-6 0 0,6 3 0 16,-1 0 0-16,7-3 0 0,-3 0 0 0,3 0 8 16,3-2-8-16,-3-3 0 0,3 0 0 0,2-3 0 15,-2 0 13-15,3-2 1 0,-3-3 0 0,-3 0 0 16,3-3 22-16,-7-2 4 0,1 0 0 0,-3-3 1 0,-3 0 14 0,0-8 2 15,-3 3 1-15,0-6 0 0,-6 1-14 0,3-3-2 16,-6 5-1-16,0-8 0 0,0 6-25 0,-6-1-6 16,3 6-1-16,-6-6 0 0,0 3-9 0,-3 0-12 15,1 3 2-15,-10-3 1 16,3 3-95-16,-3 3-20 0,-3-6-3 0,-5 8-1103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53:34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19725 2490 1963 0,'0'0'56'0,"3"-5"12"15,0 2-55-15,0-5-13 0,3 3 0 0,0-1 0 16,3 4 90-16,-3-4 15 0,3 4 3 0,3-6 1 16,-3 3-30-16,3 2-7 0,0-8 0 0,0 9-1 15,3-4-31-15,-1 4-5 0,1 2-2 0,0-5 0 16,-3 2-21-16,0 3-12 0,0 0 12 0,0 3-12 16,-3-3 8-16,-3 5-8 0,3-5 0 0,-6 8 0 15,0-6 0-15,-3 9 0 0,-3-3 0 0,-3 0-9 16,0 2-21-16,-3 4-4 0,-3 2-1 0,0 2 0 15,0-2 0-15,-3 5 0 0,0-2 0 0,0-1 0 16,0 1 35-16,4 2 0 0,-4-5 0 0,6 2 0 0,-3-5 0 0,6 3 0 0,0 0 0 0,0-3 0 16,3-5 0-16,3 3-8 0,0-3 8 15,3 2 0 1,0-2 0-16,3-5 0 0,3 2 0 0,-3-2 0 0,6 2 18 0,0-2-2 0,0-3-1 0,2 3 0 16,1-3-5-16,3 0-1 0,0-3 0 15,0 3 0-15,3-3-9 0,-3 3 0 0,2-5 0 16,-2 2 0-1,-3 3-84-15,3-8-18 0,-3 8-4 0</inkml:trace>
  <inkml:trace contextRef="#ctx0" brushRef="#br0" timeOffset="543.437">20199 2469 1854 0,'0'0'39'0,"0"0"8"16,0 0-38-16,0 0-9 0,0 0 0 0,0 0 0 16,0 0 96-16,0 0 18 0,0 0 3 0,0 0 1 15,0-6-36-15,3 4-7 0,0-6-2 0,-3 3 0 16,3-3-12-16,0 0-2 0,-3 0-1 0,3 0 0 15,-3-5-15-15,3-1-3 0,-3-2-1 0,3 1 0 16,-3-1-10-16,3-3-1 0,-3 1-1 0,2-1 0 16,-2 1-7-16,3-4-2 0,0 1 0 0,-3 5 0 15,3 1-4-15,-3-4-1 0,3 8 0 0,-3-2 0 16,3 5-5-16,-3 0 0 0,3 3-8 0,-3 5 12 0,0 0-12 0,0 0 0 0,0 0 0 0,3 8 0 16,3 0 0-16,0 2 0 0,0 6 0 0,0-2 0 15,3 1 0-15,-3 7 0 0,3-6 0 0,0 5 0 16,3-5-10-16,-3 5 2 0,3-5 0 0,-3-1 0 15,2 1-9-15,1-2-2 0,0-1 0 0,-3 3 0 16,3-8 4-16,-3 0 1 0,0 0 0 16,3-3 0-16,-3 3 14 0,0-6 0 0,-3 1 0 15,3 0 0-15,-3 2 0 0,0-5 0 0,-1-5 0 0,1 2 0 16,0 0 31-16,-3 1 2 0,3-4 1 0,0 4 0 16,0-6-5-16,-3-5-1 0,3 5 0 0,0-8 0 15,0 3-16-15,0-3-3 0,0-3-1 0,0 1 0 16,3-4-8-16,-3 1 0 0,6 0 0 0,-3-3 0 15,0 8-10-15,2-5-4 0,1 5-1 0,0 1 0 16,0 1-83-16,3 6-17 0,3-5-3 0,0 8-1 16,0 2-161-16,0 3-32 0</inkml:trace>
  <inkml:trace contextRef="#ctx0" brushRef="#br0" timeOffset="764.184">20976 2424 2228 0,'0'0'63'0,"0"0"14"0,6 0-61 0,-3-6-16 0,2 4 0 15,4 2 0-15,-3-5 77 0,6 2 13 0,-3-2 2 0,6 2 1 16,0-2-37-16,0-1-8 0,3 4-2 0,3-4 0 16,2 4 14-16,1-6 4 0,0 3 0 0,0 2 0 15,3-2-64 1,-4 5-13-16,1-8-3 0,0 2 0 0,0 4 16 0,-3 2 0 0,-3-6 0 0,-1 4 0 31,1 2-44-31,-3 0-4 0,0 0 0 0</inkml:trace>
  <inkml:trace contextRef="#ctx0" brushRef="#br0" timeOffset="959.661">21116 2588 2310 0,'0'0'48'0,"0"0"11"15,0 0-47-15,0 0-12 0,0 0 0 0,0 0 0 16,8 5 104-16,1-5 20 0,3-5 3 0,3 2 1 16,0 3-103-16,3-5-25 0,3 2 0 0,0-5 0 15,-4 6 40-15,4-1 2 0,3 3 1 0,-3 0 0 16,0-5-34-16,0 2-9 0,2-2 0 0,-2 2 0 16,3-2-55-16,3-3-15 0,0 3-3 0</inkml:trace>
  <inkml:trace contextRef="#ctx0" brushRef="#br0" timeOffset="1536.162">22008 2114 2166 0,'0'-5'45'0,"0"5"10"16,3-3-44-16,-3 3-11 0,0-5 0 0,0 5 0 16,0 0 82-16,0 0 14 0,0 0 4 0,0 0 0 15,0 0-52-15,0 0-9 0,0 5-3 0,0 8 0 0,0-2-18 0,0 8-4 0,0-1-1 0,-3 3 0 32,3 3-13-32,0 3 8 0,-2-4-8 0,2 4 0 0,0-1 8 15,-3 1-8-15,3-6 0 0,0 5 0 16,-3 1 0-16,0-6 0 0,0 5 0 0,0 4 0 0,0-1 0 15,0 0 0-15,0 0-8 0,0 0 8 16,-3 0-45-16,3-8-3 0,0 0 0 0,0-2 0 16,0-1-113-16,0-2-23 0,0-5-5 0</inkml:trace>
  <inkml:trace contextRef="#ctx0" brushRef="#br0" timeOffset="1859.395">22384 2159 2067 0,'0'-13'87'16,"0"-3"-70"0,0 5 89-16,3 1 18 0,-1-1 3 0,4 3 1 15,0 0-70-15,0-2-14 0,6 7-2 0,-3-2-1 16,6 2-13-16,-3-2-4 0,6 2 0 0,-3 3 0 16,3 0-9-16,-1 0-3 0,4 3 0 0,-3 2 0 15,0 3-12-15,3 0-18 0,-3-3 4 0,0 6 1 16,-1 2 13-16,1 8 0 0,-3-5 0 0,0 5 0 15,0 3 0-15,-3 0 0 0,-3 3 0 0,-3 2 0 16,0-8 0-16,-6 3 0 0,0-3 0 0,-3 3 0 16,-3-1 0-16,-3-1 0 0,0-1 0 0,-3 0 0 15,0 3 0-15,-3 5 0 0,3-5 0 0,-3 5 0 16,0-3 0-16,4 1 0 0,-4-1 0 0,0-2 0 16,0-3-57-16,0 0-9 0,0 0-2 0,0-5 0 15,3 0-130-15,0-3-26 0,4 3-6 0</inkml:trace>
  <inkml:trace contextRef="#ctx0" brushRef="#br0" timeOffset="2073.819">22455 2466 1824 0,'-12'-3'76'16,"3"1"-60"-1,3-4 89-15,0 4 19 0,6 2 3 0,0 0 1 16,0 0-52-16,6-5-9 0,0 2-3 0,6 3 0 15,0-5 0-15,6 5 0 0,6 0 0 0,-4-3 0 16,4 3-51-16,3 0-13 0,-3-5 0 0,6 2 0 16,2 3 54-16,1-3 8 0,3 1 2 0,3 2 0 15,-4 0-103-15,4 2-20 0,0 1-4 0,-1 0-1 32,-2-3-102-32,-6 0-21 0</inkml:trace>
  <inkml:trace contextRef="#ctx0" brushRef="#br0" timeOffset="6411.557">19630 3847 1758 0,'0'0'36'0,"3"-5"10"0,-3-3-37 0,6 0-9 0,-3 0 0 0,0-8 0 16,3 3 118-16,0-3 22 0,0-2 4 0,0 2 0 15,0 0-60-15,0-5-13 0,3 5-3 0,-3-8 0 16,0 3-8-16,0-3-1 0,0 0-1 0,-1 0 0 16,1 1-21-16,-3-1-4 0,0 3-1 0,0-3 0 15,0 11-1-15,0-6-1 0,-3 9 0 0,3-4 0 16,-3 6-10-16,0 3-3 0,0 5 0 0,0 0 0 16,0 0-9-16,0 0-8 0,0 0 12 0,3 8-12 15,0 5 0-15,0 0 0 0,0 1 0 0,0 4 0 16,3 1 0-16,0-3 0 0,0 5 0 0,0-3 0 15,3 3 0-15,-3-5-11 0,3 3 11 0,0-3-10 16,0 0-8-16,0-3-2 0,2-3 0 0,-2 1 0 16,3-3 20-16,-3 0 11 0,0-5-2 0,0-1 0 15,0 3-9-15,0-5 0 0,0 0 0 0,0 0 0 16,-3-2 0-16,3-3 0 0,0 2 0 0,0-5 0 16,-3 3 0-16,2-3 0 0,-2 0 0 0,3 0 0 15,0-5 30-15,0-1 4 0,0 4 1 0,0-9 0 16,0 3-25-16,0-2-10 0,3 5 8 0,0-9-8 15,0 7 0-15,-3-1 0 0,2-3-9 0,1 9 9 16,-3-6-79-16,3 10-9 0,-3-7-1 0,0 11-1 16,0-6-146-16,-3 5-28 0</inkml:trace>
  <inkml:trace contextRef="#ctx0" brushRef="#br0" timeOffset="6603.494">20362 3575 2055 0,'0'0'43'0,"0"0"9"0,3-6-41 0,3 4-11 0,3-3 0 0,-3 2 0 16,3 0 107 0,3-2 19-16,-3 2 4 0,3 1 1 0,0-4-54 0,3 4-10 0,0-6-3 0,2 2 0 15,-2 1-51-15,3 0-13 0,0 0 0 0,0-1 0 16,0 4 0-16,0-4 0 0,-1 4 0 0,1 2 0 16,0 0 0-16,0-6 0 0,0 6 0 0,0 0 0 15,-3 0-100 1,0 0-22-16,-4 0-5 0</inkml:trace>
  <inkml:trace contextRef="#ctx0" brushRef="#br0" timeOffset="6803.895">20541 3723 1997 0,'0'0'41'0,"6"0"11"15,0 0-41-15,0-5-11 0,3 5 0 0,0-3 0 16,0 3 96-16,3-5 18 0,-4 2 3 0,4 3 1 15,0-8-72-15,0 5-14 0,3-2-4 0,0 0 0 16,0 0-28-16,3 2 0 0,0-5 0 0,-4 3 0 16,4-1 0-16,0 1 0 0,-3 2 0 0,3 1 0 15,0-6-148-15,0 3-35 0,0-1-7 0</inkml:trace>
  <inkml:trace contextRef="#ctx0" brushRef="#br0" timeOffset="7408.637">21264 3294 2060 0,'0'0'58'0,"0"0"14"16,0 0-58-16,-3-5-14 0,0 2 0 0,0-2 0 15,3 0 77-15,3-3 13 0,-3 5 2 0,3-5 1 16,3 3-30-16,0 2-7 0,0-5 0 0,3 3-1 0,0 0-16 16,3 2-3-16,0-2-1 0,3 2 0 15,0 3-10-15,0-5-1 0,2 2-1 0,1 3 0 0,0 0-6 16,3-5-1-16,-6 5 0 0,3 5 0 0,0-5-8 15,-4 0-8-15,1 3 9 0,0 2-9 0,-3-5 0 0,0 8 8 0,-3-5-8 16,-3 5 0 0,0 2 0-16,-3-2 0 0,0 0 0 0,-3 3 0 0,-3 2 8 0,0 0-8 0,-3 3 0 15,0 0 0-15,0 2 20 0,-3 1-3 16,-3 2 0-16,0 3 0 0,3-5-17 0,-3 2 0 0,1-3 0 0,-1 3 0 16,3-2-8-16,-3-1-6 0,3-2-1 0,0 3 0 15,0-3 24-15,3-3 5 0,0 3 1 0,0-6 0 16,3 4-15-16,0-6 0 0,0 2 0 0,3-2 0 15,0 0 0-15,0 0 0 0,3 0 0 0,-3-5 0 16,3 4-100-16,3-1-22 0,-3-1-5 0</inkml:trace>
  <inkml:trace contextRef="#ctx0" brushRef="#br0" timeOffset="7570.788">21437 3908 2680 0,'-6'8'76'0,"0"5"16"15,0-7-73-15,3-1-19 0,3 3 0 0,0-8 0 16,-3 5 69-16,3 3 11 0,0-8 1 0,0 0 1 16,0 5-66-16,0-5-16 0,0 0 0 0,6 3 0 15,-3 0 0-15,3-3 0 0,0 0 0 0,-6 0 0 16,3-3-201-16,-3 3-44 0</inkml:trace>
  <inkml:trace contextRef="#ctx0" brushRef="#br0" timeOffset="8032.757">22113 3519 2221 0,'9'0'63'0,"3"0"13"16,-1 0-60-16,1 0-16 0,3-2 0 0,0 2 0 0,0-3 76 16,0 3 12-16,3 0 2 0,0-3 1 0,-1 3-45 0,4-2-9 15,3 2-1-15,0 0-1 0,-3-6-20 0,3 4-4 0,2 2-1 0,-2-6 0 16,-3 6-10-16,0-2 10 0,3 2-10 0,-7 0 10 15,1 0-10-15,-3 0 0 0,0 2 0 0,0-2 0 32,-6 6-134-32,0-4-29 0,0 4-5 0</inkml:trace>
  <inkml:trace contextRef="#ctx0" brushRef="#br0" timeOffset="8227.785">22300 3715 1956 0,'-18'8'40'0,"12"-5"11"0,6-3-41 0,0 0-10 0,0 0 0 0,0 0 0 16,0 0 97-16,0 0 18 0,9 0 3 0,-3 0 1 16,3 0-14-16,0-3-2 0,3 3-1 0,3 0 0 15,0-5-82-15,0 2-20 0,3-2 0 0,-1 2 0 16,1 3 0-16,3-8 0 0,0 5 0 0,0 1 0 16,0-1 0-16,-1 1 0 0,1-1 0 0,0-5 0 15,0 3-108-15,0 2-27 0,-3-8-5 0</inkml:trace>
  <inkml:trace contextRef="#ctx0" brushRef="#br0" timeOffset="8619.95">23321 3360 1963 0,'0'0'40'0,"0"-5"12"0,0 5-42 0,-3-3-10 0,0-4 0 0,-3 4 0 31,-3-2 73-31,0 2 13 0,0 0 2 0,-2 3 1 15,-4 0-44-15,0 3-9 0,0 0-1 0,-3-1-1 0,0 4-2 16,0 1 0-16,0 1 0 0,1 3 0 0,-1-3-32 0,6 3 0 0,0-1 0 0,0 3 0 16,6 1 0-16,0-4 0 0,3 1 0 0,0 5 0 15,3-6 0-15,6 1 0 0,0 5 0 0,0-6 0 16,6 1 0-16,3-1 0 0,0 4 0 0,3-6 0 16,-1 0 32-16,4 5 0 0,-3-5 0 0,3-3 0 15,-3 3-20-15,0 0-12 0,-3 0 12 16,-1-3-12-16,1 0 9 0,-6 3-9 0,3-2 0 0,-3-1 9 15,-3 3-9-15,-3-6 10 0,0 4-10 0,-3-6 10 16,0 5-10-16,0 3 12 0,-6 0-12 0,3-5 12 16,-6 2-4-16,0 0-8 0,0 0 12 0,-3 6-4 15,0-8-8-15,-2 2 0 0,-1 3 0 0,0-5 8 16,-3 5-8-16,0-3 0 0,0 0 9 0,-3-2-9 16,7 2 0-16,-4-2 0 0,0-1 0 0,3 4 0 15,0-6-163-15,3 0-37 0,-3 0-7 0</inkml:trace>
  <inkml:trace contextRef="#ctx0" brushRef="#br0" timeOffset="8819.985">23205 3345 2310 0,'-15'-14'48'0,"12"6"11"0,0 3-47 0,0 0-12 0,3-1 0 0,3 4 0 15,0-1 112-15,3-2 20 0,0 2 4 0,6 3 0 16,0 0-68-16,3-5-15 0,3 5-2 15,3 0-1-15,-4 0-31 0,4 0-7 0,3 0 0 0,0 0-1 16,-3 0-11-16,2-3 0 0,-2 3 0 0,3 0 0 31,0 0 0-31,0 0 0 0,3 0 0 0,-4 0 0 16,1 0-134-16,0 3-19 0,-3-3-4 0</inkml:trace>
  <inkml:trace contextRef="#ctx0" brushRef="#br0" timeOffset="28556.066">16978 6856 2269 0,'0'0'64'0,"0"0"15"0,-3 2-63 0,3-2-16 0,-3 6 0 0,0 2 0 16,0 0 105-16,0 0 19 0,3-1 3 0,-3 7 1 16,0-1-103-16,0 0-25 0,3 6 0 0,-3 2 0 15,3 5 28-15,-3 6 1 0,3 5 0 0,0 3 0 16,0-1-17-16,0 4-4 0,3-1-8 0,0 6 12 16,-3 2 3-16,3 6 0 0,0 4 0 0,-3 1 0 15,3-5-15-15,-3-3 8 0,0-3-8 0,0 6 0 16,0-6 8-16,0 3-8 0,0 2 0 0,-3-2 0 15,0-5 8-15,0-8-8 0,-3-3 0 0,3 0 9 16,-3-5-9-16,0-3 0 0,3 0 0 0,-3-3 0 16,0-2-24-16,4-8-6 0,-1 0-2 0,0-3 0 15,0-8-134-15,3-2-27 0,0-3-6 0</inkml:trace>
  <inkml:trace contextRef="#ctx0" brushRef="#br0" timeOffset="31930.318">21419 6755 1576 0,'-6'-13'32'16,"3"8"9"-16,0-1-33 0,0 4-8 0,0-4 0 0,3 6 0 15,-3-2 127-15,3 2 23 0,-3-5 5 0,3 5 1 16,0 0-45-16,0 0-9 0,0 0-2 0,0 0 0 15,0 0-35-15,-3 5-7 0,3 3-2 0,-3 0 0 16,3 2-21-16,0 1-5 0,0 2-1 0,0 0 0 16,0 1-12-16,3-1-2 0,-3 3-1 0,0 0 0 15,3-3-6-15,-3 3-8 0,0 0 11 0,3-1-11 16,-3 7 18-16,0 1-3 0,0 1-1 0,0 5 0 16,0 3 9-16,3 0 1 0,-3 2 1 0,0 3 0 15,3-8-25-15,0 0-19 0,-3-2 3 0,3 2 1 16,-3 0 35-16,0-2 8 0,0-1 0 0,-3 3 1 0,3 3-19 0,0 2-10 15,-3 1 10-15,3 2-10 0,-3-5 11 0,0-3-11 0,3 0 12 16,-3 0-12-16,0-3 12 0,3-2-12 0,-3 0 12 0,0 0-12 16,0 2 10-16,0 3-10 0,0 3 8 0,0-3-8 15,3 3 0-15,-3 0 0 0,1-1 8 0,-1 1-8 16,3-5 0-16,-3-1 0 0,0 1 9 0,3-6-9 16,0 0 8-16,-3-3-8 0,3 1 8 0,0-1-8 15,0 1 0-15,0-1 8 0,0 1-8 16,3 0 0-16,-3-1 0 0,0 1 0 0,3-1 0 0,0 1 0 15,0-4 0-15,-3-1 0 0,2 4 0 16,1-5 0-16,-3-2-13 0,0 2-1 0,3-5 0 0,-3 3 0 16,0-6-41-1,3 0-8-15,-3 1-1 0,0-6-1 0,0 0-187 0,0 0-38 16</inkml:trace>
  <inkml:trace contextRef="#ctx0" brushRef="#br0" timeOffset="32769.256">19148 6837 1018 0,'-9'-2'43'16,"0"-4"-35"0,3 4 112-16,0-4 23 0,3 1 4 0,-3 0 1 15,3 0-68-15,3 5-12 0,0 0-4 0,0 0 0 16,0 0 52-16,0 0 9 0,0 0 3 0,0 0 0 15,0 0-52-15,0 0-9 0,0 0-3 0,0 0 0 0,0 0 0 0,0 0 0 0,0 0 0 0,-3 5 0 16,0 0-51-16,0 3-13 0,0 0 0 0,0 3 0 16,0-1 0-16,0 1 0 0,3 2 0 0,-3 3 0 15,0 0 54-15,3 5 8 0,0 3 2 0,0 2 0 16,3 6-52-16,0 0-12 0,0 5 0 0,3-3 0 16,0 0 0-16,0-2 0 0,0 0 0 0,3 0 0 15,-3-1 0-15,0 4 0 0,0-1 0 0,0 6 0 16,-3 0-16-16,3-1-5 0,-3 4-2 15,0-1 0-15,0-5 23 0,0-5 0 0,-3 0 0 0,3 2 0 16,-3-2 0-16,3 5 8 16,-3 0-8-16,0 5 8 0,0-5-8 0,0 0 10 0,0 0-10 0,0-2 10 15,0-4 1-15,0-4 0 0,0-3 0 0,-3 0 0 16,3-1 1-16,-3-1 1 0,0-1 0 0,0 0 0 16,0 0-5-16,0-2 0 0,0-1-8 0,-3 1 12 15,3-6-12-15,0 3 0 0,-3-6 8 0,3 1-8 16,-3-6-14-16,3 0-6 0,0-2 0 0,3-3-1 15,-6-3-93-15,0-2-18 0,0 0-4 0</inkml:trace>
  <inkml:trace contextRef="#ctx0" brushRef="#br0" timeOffset="33399.61">17814 6901 1892 0,'0'0'40'0,"0"0"8"0,0-6-39 0,-3 1-9 0,3 5 0 0,0-5 0 15,0 5 83-15,0-5 14 0,-3-1 3 0,3 6 1 16,0 0-22-16,0 0-5 0,0 0-1 0,0 0 0 15,0 0-41-15,0 0-9 0,-5 0-2 0,5 0 0 16,-6 0-3-16,0 3-1 0,3 0 0 0,-3 2 0 16,0 0 3-16,3 0 1 0,-3 3 0 0,3 0 0 15,0 3-1-15,0 0-1 0,0 2 0 0,0 3 0 16,3 2-3-16,-3 3-1 0,3 3 0 0,0 0 0 16,0 0-15-16,3 5 11 0,-3-3-11 0,3 3 10 15,0-2 1-15,0-1 0 0,3-2 0 0,-3 3 0 16,3 2-11-16,0 0 0 0,0 3 0 0,0 5 0 15,3 0 0-15,-1 5 0 0,1 3 0 0,0 0 8 16,0-5-8-16,0-3 0 0,3 0 0 0,-3 2 0 0,0 4 0 0,0 2 0 16,0 5 0-16,-3 0 0 0,3-5 0 0,-3-8 0 0,3 0 8 0,-3-2-8 15,-3-1 0-15,2-2 0 16,1 0 0-16,-3 2 8 0,0 0-8 0,0 1 0 0,0 2 9 0,0-3-9 31,0-7 12-31,-3-1-1 0,3-2-1 0,0-3 0 0,0-5-10 0,-3 0-12 0,3-3 2 0,0-2 1 16,0-1-11-16,0-2-1 0,0-2-1 15,0-1 0 1,3-2-110-16,-3-1-21 0,3-2-5 0</inkml:trace>
  <inkml:trace contextRef="#ctx0" brushRef="#br0" timeOffset="34047.772">20202 6806 1713 0,'0'0'72'15,"0"0"-57"-15,0 0 98 0,0 0 20 0,0 0 4 0,0 0 1 16,0 0-54-16,0 0-10 0,0 0-2 0,0 0-1 16,0 0-23-16,0 0-4 0,0 0 0 0,0 5-1 15,0 0-15-15,0 3-4 0,0 0 0 0,0 0 0 16,0 2-4-16,0 1-2 0,0 2 0 0,0 1 0 16,0 1 2-16,0 4 0 0,0-1 0 0,0 6 0 15,0 3 12-15,0 2 2 0,0 5 1 0,0 3 0 16,0-5-35-16,0 0-20 0,0-3 2 0,0 3 1 15,0-3 17-15,0 0 0 0,0 0-8 0,0 3 8 16,0 2 0-16,0 1 0 0,0 4 0 0,0 1 0 16,0-3 8-16,3-3-8 0,-3-2 11 0,0 2-11 15,3-4 8-15,-3-1-8 0,0-3 0 0,0 3 0 16,0 0 0-16,3 0 0 0,-3 3 0 0,3 3 0 16,0-4 10-16,-3-2-10 0,3 1 8 0,0-1-8 15,-3-6 0-15,2-1 0 0,1-1 0 0,-3-3 0 16,3 1 9-16,-3-3-9 0,3 0 10 0,-3-3-10 15,0 0 0-15,3 0 0 0,-3-2 0 0,0-1 0 16,0 1 0-16,0 0 9 0,0-1-9 0,0-2 8 0,0 0-8 0,3-3 0 16,-3 1 0-16,3-1 0 15,-3 0-59-15,0-5-4 0,6 3-1 0</inkml:trace>
  <inkml:trace contextRef="#ctx0" brushRef="#br0" timeOffset="35680.663">21904 5509 1773 0,'0'0'50'0,"-3"-5"11"0,3 5-49 0,-3-6-12 0,3 1 0 0,-3 0 0 16,3 0 94-16,0-1 16 0,0-2 3 0,3 3 1 15,-3-3-26-15,3 0-4 0,3 3-2 0,-3-3 0 16,3 0-22-16,0 3-5 0,0-1-1 0,0-2 0 16,0 3-23-16,3 2-5 0,3 1-1 0,-3-6 0 15,3 5-15-15,0 3-10 0,0-2 12 0,-1-1-12 16,1 3 8-16,3 3-8 0,-3-1 0 0,0 1 0 16,-3-3 0-16,0 8 0 0,0-8 0 0,-3 5 0 15,0 0 8-15,0 3-8 0,-3-2 0 0,0 2 0 16,-3 2 9-16,0-2-9 0,-3 5 0 0,0-2 9 15,0 0-9-15,-3-1-14 0,0 3 3 0,0-2 1 16,0-1-10-16,-3 1-1 0,0 0-1 0,-3-1 0 16,3-2 0-16,0 3 0 0,0-3 0 0,0 0 0 15,3 0 4-15,-2 0 1 0,2-1 0 0,0-1 0 16,3-1 7-16,-3 0 2 0,3 1 0 0,3-6 0 0,0 0 8 0,0 5-10 0,0-5 10 0,3 3-10 16,-3-3 10-16,3 5-10 0,3-3 10 15,0-2-10-15,0 3 10 0,2 0 0 0,1-3 10 0,0 0-10 16,3 0 8-16,0 0-8 0,0 0 0 15,3-3 9-15,-3 3-9 0,3-3 8 0,-3 3-8 0,2-2 8 16,-2-1-8-16,0 1 0 0,0-1 0 0,0-2 0 31,0-1-43-31,-3 1-10 0,0 0-3 0</inkml:trace>
  <inkml:trace contextRef="#ctx0" brushRef="#br0" timeOffset="36122.662">22259 5101 1606 0,'0'0'33'0,"0"0"9"16,-3 3-34-16,0 2-8 0,0 3 0 0,0-2 0 15,0-1 66-15,0 3 11 0,3 0 3 0,-3 2 0 16,0-4-39-16,0 4-7 0,3 1-2 0,-3-1 0 16,3 1-22-16,0-3-10 0,3 0 8 0,-3 0-8 15,3 0 0-15,3-3 0 0,-3 0 0 0,3 1 0 0,0-4 24 0,-1 4-1 16,1-6 0-16,3 2 0 15,0-2 24-15,0-2 5 0,0 2 0 0,0 0 1 16,0-8 8-16,0 5 2 0,0 0 0 0,0-2 0 0,0 0-7 0,-3 2 0 0,3-5-1 0,-6 3 0 16,3-3-20-16,-6 3-4 0,3-3-1 0,-3 2 0 15,-3-1-7-15,0-1-2 0,-3 0 0 0,0 0 0 16,0 2-10-16,-3-4-3 0,0 5 0 0,-3-1 0 16,3 1-8-16,-3 2 8 0,0 1-8 0,0 2 8 15,-3 0-19-15,4 0-4 0,2 2-1 0,-3 1 0 16,0 2-111-16,0 1-22 0,0-1-5 15</inkml:trace>
  <inkml:trace contextRef="#ctx0" brushRef="#br0" timeOffset="36892.899">20654 5453 1436 0,'0'0'30'0,"0"0"6"0,0 0-28 0,0 0-8 0,0 0 0 0,0 0 0 16,-6 3 74-16,6-3 14 0,0 0 2 0,-6 0 1 15,6 0-4-15,0 0-1 0,0 0 0 0,0 0 0 16,-3-3-19-16,3 3-4 0,-3-5-1 0,0 2 0 15,3-2-17-15,0 0-3 0,0 0-1 0,3-1 0 16,0 1-5-16,0 0 0 0,3-3-1 0,0 2 0 16,3-1 0-16,0-1 0 0,0 2 0 0,3-2 0 15,0 3-9-15,0 0-2 0,3 0 0 0,-1 2 0 16,-2 0-11-16,3 1-2 0,-3-1-1 0,0 3 0 16,0 0-10-16,-3 0 10 0,0 3-10 0,-3-1 10 15,0 4-10-15,-3-1 0 0,0 0 0 0,0 3 0 16,-3 0 0-16,-3 8 0 0,0-8 0 0,-3 5 0 0,0 3-15 15,0 0-1-15,-3 2-1 0,0-2 0 0,-3 3 3 0,0-3 1 16,3-1 0-16,-3 1 0 16,0-2-41-16,3-1-8 0,1 0-2 0,-1-2 0 0,3-1 52 0,0-2 12 0,0 0 0 0,3 0 0 15,0-3 0-15,3 1-9 0,3-1 9 0,0-3-8 16,0 1 8-16,3 0-10 0,0-3 10 0,0 2-10 16,2-2 10-16,1 0 12 0,0 0-2 0,3 0-1 15,-3 0-9-15,3 0-9 0,0-2 9 0,0-1-13 16,3 0 4-16,-3 1 1 0,0-3 0 0,2 2 0 15,-2-5-112-15,0 0-23 16,0-3-4-16</inkml:trace>
  <inkml:trace contextRef="#ctx0" brushRef="#br0" timeOffset="37176.251">20976 5070 1957 0,'0'0'82'16,"0"0"-66"-1,0-6 93-15,0 6 19 0,0 0 3 0,0 0 1 16,0 0-58-16,0 0-11 0,0 0-3 0,0 0 0 0,0 0-24 0,0 0-4 16,3 8-2-16,-3 0 0 15,0 3-9-15,3 2-1 0,-3 0-1 0,0 3 0 0,3 0-19 0,-3 0 10 0,0 0-10 0,3 0 8 16,-3-3-8-16,0 3 0 0,2-3 0 0,-2 6 0 15,0-6 0-15,0 0 0 0,0 3-10 0,0 0 10 32,0 2-40-32,0-2-1 0,0 3-1 0,0-1 0 15,-2 3-112-15,2-2-22 0,0-1-5 0</inkml:trace>
  <inkml:trace contextRef="#ctx0" brushRef="#br0" timeOffset="37948.166">19499 5501 1386 0,'0'0'28'0,"-3"5"8"0,3-5-28 0,-6 6-8 0,3-4 0 0,3-2 0 16,-3 6 68-16,3-6 13 0,-6 2 3 0,6-2 0 16,0 0-18-16,0 0-3 0,0 0-1 0,0 0 0 15,0 0 2-15,0 0 0 0,0 0 0 0,0 0 0 16,0 0-14-16,-3-5-2 0,3 0-1 0,0-1 0 16,0-2-11-16,3 0-3 0,3 1 0 0,0-1 0 15,0 0-13-15,3 0-2 0,3 0-1 0,-3 0 0 16,3 0 16-16,3 0 3 0,0 3 1 0,0-1 0 15,-1 1-12-15,1 0-2 0,0 2-1 0,-3 0 0 16,0 3-14-16,0 0-8 0,-3 0 10 0,0 0-10 16,0 3 18-16,-3 2-2 0,0 1-1 0,-3 2 0 15,-3 0-15-15,0 5 9 0,0 0-9 0,-3 0 8 16,-3 3-8-16,0 3 0 0,0-3 0 0,-3-1-11 16,0 4-13-16,-3-3-4 0,0 0 0 0,0 0 0 0,0-3 5 0,0-3 1 15,0 4 0-15,4-4 0 16,-1 1-6-16,3-3 0 0,0 0-1 0,3 0 0 0,3-3 29 0,0 3 0 0,3-6 0 15,3 4 0-15,3-4 0 0,-1 1 0 16,4 2 0-16,0-5 0 16,3 0 0-16,0 0 0 0,0 0 0 0,0 0 0 0,3 0 0 0,-3-5 0 15,-1 2 0-15,1 1 0 16,0 2-57-16,-3-6-6 0,3 1-1 0</inkml:trace>
  <inkml:trace contextRef="#ctx0" brushRef="#br0" timeOffset="38406.268">19830 5170 1421 0,'0'0'60'16,"0"-5"-48"0,0 0 75-16,0-1 15 0,3 1 3 0,-3 0 1 15,3-3-34-15,0 3-6 0,0-3-2 0,2 2 0 16,-2-2 0-16,3 0 0 0,0 1 0 0,3-1 0 16,-3 2 0-16,3-2 0 0,0 3 0 0,0 0 0 15,3 0 0-15,0 2 0 0,0 0 0 0,0-2 0 16,0 5-64-16,-4-3-9 0,4 3-4 0,-3 3-1 15,0 2 14-15,-3-2 0 0,-3 5 9 0,0 0-9 16,0 2 9-16,-3 1-9 0,-3 2 8 0,0 3-8 0,-3-3 0 0,0 0 8 16,0 6-8-16,-3-6 0 0,3 3 8 0,-2-5-8 0,-1 2 0 0,0 0 8 15,3-2-8-15,0-1 0 0,0-2 0 0,0 3 0 16,3-3 0 0,3-3 0-16,0 6 0 0,0-9 0 0,6 4 0 0,-3-1 0 0,6 0 0 0,0-2 0 15,3-3 0-15,-1 2 0 0,4-2 0 0,0 3 0 31,0-3-20-31,3 0-5 0,-3 0-2 0,3 0 0 0,0 0 15 0,-4 0 4 0,4 0 0 0,-3 0 0 16,-3 0-108-16,0 0-20 0,0 0-5 16</inkml:trace>
  <inkml:trace contextRef="#ctx0" brushRef="#br0" timeOffset="39200.701">18279 5702 1356 0,'0'0'57'0,"0"0"-45"16,0 0 115-16,0 0 23 0,0-5 5 0,0 0 1 15,0 5-59-15,0-6-11 0,3 1-2 0,3 0-1 16,-3-1-6-16,6 1-1 0,-3 0 0 0,3-1 0 15,2-1-36-15,1 1-7 0,0 1-1 0,0 0-1 16,3-1-1-16,0 4 0 0,0-4 0 0,-3 4 0 16,0-3-22-16,0 2-8 0,-1 0 0 0,-2 1 9 15,0 2 17-15,0 0 3 0,-3-3 1 0,0 3 0 16,0 0-22-16,0 0-8 0,0 3 0 0,0-3 9 16,-3 0-9-16,3 2 0 0,-3-2 0 0,0 3 0 15,3 0 0-15,-3 2 8 0,0-3-8 0,0 4 0 16,-3-4 0-16,0-2 8 0,3 8-8 0,-3-2 0 15,0-1 0-15,0 3 8 0,0-3-8 0,-3 0 0 16,0 1 0-16,0 2 0 0,0-3-9 0,-3 3 9 16,0 0-20-16,-3-3 2 0,3 0 1 0,-3 3 0 0,-3-2 0 0,3 2 0 0,-3 0 0 15,3-3 0-15,-3 3 5 16,1 0 0-16,-1 0 1 0,3 0 0 0,-3 0 11 0,3-1 0 0,0 1 0 0,0 0 0 16,3 0 0-16,0 0-8 0,0-3 8 0,3 1 0 15,3-1-8-15,0 0 8 0,0-5-8 0,3 6 8 16,3-1 0-16,-3 0-10 0,3-2 10 0,0 2 0 15,0-2 0-15,3-1 0 0,0 1 0 0,0-3 0 16,3 3 0-16,-3-3 0 0,0-3 0 0,2 3 0 16,-2 0 0-16,3-3 9 0,0 1-9 0,0-1 8 15,-3-2-8-15,3 2 0 0,0-2 0 0,-3-3 0 32,0 3-106-32,3-3-23 0,-4 0-5 0</inkml:trace>
  <inkml:trace contextRef="#ctx0" brushRef="#br0" timeOffset="39749.037">18556 5279 1824 0,'0'0'38'0,"0"-6"8"0,0 1-37 16,3-3-9-16,-3 6 0 0,3-6 0 0,0 2 104 0,0 1 18 0,2-3 4 0,-2 3 1 16,3 0-63-16,-3-3-13 0,3 2-3 0,3 1 0 31,0 0-24-31,0 2-6 0,3 0-1 0,0-2 0 0,3 3 17 0,0-1 3 0,3 0 1 0,-4 1 0 31,4-1-10-31,-3 3-1 0,0 0-1 0,0 0 0 0,-3 0-26 0,0 3 0 0,-6-1 0 0,0 1 0 16,0 2 0-16,-6-5 0 0,3 5 0 0,-3 1 0 15,-3 2 0-15,0 0 0 0,0-3 0 0,-3 3 0 16,-3 0 0-16,3-3 0 0,-3 3 0 0,0-3 0 31,0 3-46-31,0-5-14 0,3 2-4 0,0 0 0 0,0 1 52 0,0-4 12 0,6-2 0 0,0 0 0 16,0 0 0-16,0 0 0 0,0 0 0 0,0 0 0 16,0 0 0-16,6 6 0 0,0-4 0 0,0 4 0 15,3-6 0-15,3 0 0 0,0 0 0 0,0 0 0 16,3 2 48-16,-3 1 13 0,2-3 3 0,-2 3 0 15,0-1-52-15,0 4-12 0,-3-4 0 0,0 3 0 16,-3-2 24-16,3 2 3 0,-6 1 0 0,0-1 0 16,0 3-3-16,-3-3 0 0,0 3 0 0,0 0 0 15,-3 0-8-15,-3 0-3 0,3 3 0 0,-6-1 0 16,3 3-13-16,-3-2 0 0,-3 2 0 0,0 0 0 16,0 1 0-16,-2-1 0 0,-1-3 0 0,-6 4 0 15,3-1-48-15,0-3-13 0,0 1-3 0,-3 2 0 16,1-2-117-16,-1 2-24 0</inkml:trace>
  <inkml:trace contextRef="#ctx0" brushRef="#br0" timeOffset="40465.658">17073 6009 1698 0,'-6'8'48'0,"3"-3"11"16,0-2-47-16,-3 2-12 0,6-5 0 0,-3 6 0 16,-3-4 64-16,3 3 12 0,3-5 1 0,-5 3 1 0,5-3-18 0,0 0-3 0,0 0-1 0,-6 3 0 31,6-3 2-31,0 0 0 0,0 0 0 0,0 0 0 16,0 0-26-16,0 0-6 0,0 0-1 0,0 0 0 15,0-6-25-15,3 1 0 0,0 0 0 0,0 0 0 0,2-1 56 0,4-2 7 16,0 3 1-16,0 0 0 0,3-1-52 0,3 1-12 0,0-3 0 0,0 3 0 15,0 2 0-15,0-2 9 0,2 2-9 0,-2-2 8 16,-3 5-8-16,0-3 0 0,0 3 0 0,-3 0-11 16,0 0 22-16,-3 0 4 0,-3 3 1 0,0 2 0 15,0-2-16-15,0 2 9 0,-3 3-9 0,-3 0 8 16,0 0-22-16,-3 0-5 0,3 3-1 0,-6-1 0 16,3-2 20-16,-3 3 0 0,0-1 0 0,-3 1 0 15,0-3-20-15,3 2-1 0,-3-2 0 0,1 0 0 16,2 3-13-16,0-3-2 0,0 0-1 0,3 0 0 15,0 0 5-15,3-3 2 0,0 0 0 0,3-5 0 16,-3 6-8-16,3-6-2 0,3 5 0 0,3-3 0 16,-3 4 54-16,3-6 10 0,3 2 3 0,0-2 0 15,0 0-27-15,3 0 0 0,-1 0 0 0,1-2 0 16,3-1 0-16,-3 0 0 0,3-2 0 0,0 3 0 16,-3-1 0-16,3-2-16 0,-3 2 4 0</inkml:trace>
  <inkml:trace contextRef="#ctx0" brushRef="#br0" timeOffset="40961.098">17395 5631 1934 0,'0'-8'40'0,"3"2"9"0,0 4-39 15,-3-3-10-15,3-1 0 0,0 4 0 0,3-4 81 0,-3 4 15 0,0-1 2 0,-3 3 1 16,6-3-28-16,-6 3-6 0,5-2-1 0,-5 2 0 16,0 0-51-16,0 0-13 0,0 0 0 0,0 0 0 15,0 0 0-15,0 0 0 0,0 8 0 0,0-3 0 16,-3 0 54-16,1 3 8 0,-1-3 2 0,-3 3 0 15,0 0-52-15,0 0-12 0,0 0 0 0,-3 3 0 16,3-3-21-16,-3 0-7 0,0-3-2 0,0 3 0 16,3 0 30-16,-3 0 0 0,0-3 0 0,3 0 0 15,-3 1 0-15,3-1 0 0,0 0 0 0,0 1 0 16,6-6 0-16,-2 5 0 0,2-5 0 0,0 0 0 16,-3 5 0-16,3-5-9 0,0 0 9 0,3 5 0 15,-1 1 0-15,1-1 0 0,0-2 0 0,3-3-8 16,0 2 8-16,0 1 0 0,0-3 8 0,0 0-8 15,0 0 14-15,3-3-2 0,-3 3 0 0,3-2 0 16,0 2 4-16,0-3 1 0,3-2 0 0,-3 2 0 16,3 0-17-16,-1 1 0 0,4-1 0 0,-3 0 0 15,0 1 0-15,0-3 0 0,3-1 0 0,-3 4 0 0,0-1 0 0,0 0 0 0,-3 1 0 16,3-1 0 0,-4 0-120-16,-2-2-27 0,0 2-5 0</inkml:trace>
  <inkml:trace contextRef="#ctx0" brushRef="#br0" timeOffset="41196.288">17535 5551 2030 0,'0'0'57'0,"-3"0"14"0,3 0-57 0,0 0-14 0,0 0 0 0,0 0 0 16,0 0 54-16,0 0 8 0,0 0 2 0,-6 3 0 16,6-3 51-16,-3 5 10 0,-3 1 3 0,6 4 0 15,-3-7-52-15,3 5-9 0,0 0-3 0,3 2 0 16,-3 1-51-16,3-3-13 0,0 2 0 0,-3 1 0 15,3-1 39-15,0 1 5 0,0 0 0 0,0 2 1 16,0 3-27-16,-3 0-6 0,3 0 0 0,0 5-1 16,0 0-11-16,-3 3 0 0,3 2 0 0,-1 1 0 15,1-4 0-15,-3 1 0 0,3 0 0 0,0-3 0 16,0 0-28-16,-3-5-10 0,3 0-2 16</inkml:trace>
  <inkml:trace contextRef="#ctx0" brushRef="#br0" timeOffset="42864.982">22142 6139 1934 0,'0'0'40'0,"0"0"9"0,0 0-39 0,0-6-10 0,0 6 0 0,0-5 0 16,0 5 131-16,0-5 24 0,0 5 5 0,0 0 0 15,0 0-72-15,0 0-14 0,0 0-3 0,0 0-1 16,0 0-33-16,0 0-6 0,0 0-2 0,0 0 0 15,0 0-13-15,0 0-4 0,0 0 0 0,0 0 0 16,0 5-4-16,0 6-8 0,0-3 11 0,0 0-11 16,-3 2 14-16,3 3-4 0,0 1-1 0,-3-4 0 15,3 6-9-15,0-3 8 0,-2 1-8 0,2 1 8 16,0-1-8-16,0 2 0 0,0-3 0 0,-3 0 8 16,3 0-8-16,0 0 0 0,0-2 0 0,0 0 0 15,0-1-12-15,0-2-5 0,0 3-1 0,0-3 0 16,-3 0-82-16,6-3-17 0,-3 3-3 0</inkml:trace>
  <inkml:trace contextRef="#ctx0" brushRef="#br0" timeOffset="43977.084">20743 6186 1579 0,'0'0'32'0,"0"0"10"0,-6 0-34 0,6 0-8 0,0 0 0 0,-5 3 0 16,5-3 53-16,0 0 9 0,0 0 2 0,0 0 0 16,0 0 0-16,0 0 0 0,0-5 0 0,0-1 0 15,0 1 0-15,2 0 0 0,1 0 0 0,0-1 0 16,3 4 13-16,0-4 3 0,3 1 1 0,0 0 0 16,0 2-37-1,0-2-7-15,3 2-1 0,0-2-1 0,0 2-11 0,0 1-1 0,3-1-1 0,-4 0 0 16,1 3-1-16,-3 0 0 0,3 0 0 0,-3 0 0 15,0 0-13-15,0 0-8 0,-3 3 10 0,0 0-10 16,-6-3 9-16,3 2-9 0,0 3 8 0,-3 3-8 16,0-2 0-16,0 2 0 0,-3 0 0 0,0 0 0 15,0-1-9-15,-3 4-7 0,0 0-2 0,0 2 0 16,-3-3-4-16,0 4-1 0,0-1 0 0,-3 3 0 16,3-3 3-16,-2 0 0 0,2 0 0 0,-3 1 0 15,3-4 20-15,0 1-9 0,0-1 9 0,3 1 0 16,3-3-8-16,0 0 8 0,0 0 0 0,3-3 0 15,0 0-9-15,3-2 9 0,3 0 0 0,0 2-9 16,0-5 9-16,3 3 0 0,0-3 0 0,0 2 0 16,3-2 0-16,-1 0 0 0,1-2 0 0,0 2 0 15,0 0 0-15,3-3 0 0,-3 3 0 0,3 0 0 16,0 0 0-16,-3-3 0 0,0 3 0 0,2-2 0 16,-2 2-106-16,0 0-16 0,0-3-3 0</inkml:trace>
  <inkml:trace contextRef="#ctx0" brushRef="#br0" timeOffset="44684.834">19734 6163 1273 0,'0'0'53'16,"0"0"-42"-1,3-3 107-15,3 0 22 0,-6 3 4 0,3 0 0 16,-3 0-12-16,6-2-4 0,-6 2 0 0,0 0 0 0,0 0-41 0,0 0-9 16,0 0-2-16,0 0 0 0,0 0-43 0,0 0-9 0,0 0-1 0,0 0-1 15,0 0-12-15,-9 2-2 0,0 4-8 0,0-1 12 31,0 0-12-31,-2 3 0 0,-1-3 8 0,0 3-8 0,-3 0 20 0,3 3 0 0,-3-3 1 0,0 2 0 16,0 1-33-16,3-1-6 0,1-2-2 0,-1 3 0 16,3 0 32-16,0-3 7 0,3-1 1 0,0 1 0 15,3 0-20-15,0-2 0 0,3-1 0 0,0-5 0 16,3 5 0-16,3 1 0 0,0-1 0 0,0-3 0 16,3 1 0-16,0 0 0 0,0-1 0 0,2 1 0 15,1-3-22-15,0 3-8 0,0-3-2 0,3 0 0 16,0 0 32-16,-3 0 0 0,3 0 11 0,0 0-3 15,-4 0-8-15,4 0 0 0,-3-3-8 0,0 3 8 16,0 0-11-16,-3-3 11 0,3 1-13 0,-3 2 5 16,0-3-36-16,0 0-8 0,-3 1 0 0,0 2-1 15,-6 0-179-15,0 0-36 0</inkml:trace>
  <inkml:trace contextRef="#ctx0" brushRef="#br0" timeOffset="44978.339">19785 6147 2066 0,'-6'-6'43'0,"0"4"10"0,3 2-42 15,3 0-11-15,-6-3 0 0,6 3 0 0,0 0 104 0,0 0 20 0,0 0 3 0,0 0 1 16,0 0-52-16,0 0-11 0,0 0-1 0,0 0-1 16,0 0-19-16,0 0-3 0,-3 5-1 0,0 1 0 15,3 2-12-15,0 0-2 0,-3-1-1 0,3 1 0 16,0 3-25-16,0 0 0 0,0 2 0 0,0-3 0 15,0 6 0-15,0-3 0 0,0 3 0 0,0 3 0 16,3-3 24-16,-3 0 0 0,3 0 0 0,-3 2 0 16,3-2-24-16,0 0 0 0,-3 0 0 0,3-3 0 15,0 3 0-15,-3-3 0 0,3 0 0 0,-3-2 0 16,3-3-16-16,-3 2-6 0,3-2-1 0,-3-2 0 31,3-1-85-31,-3 3-18 0,3-3-3 0</inkml:trace>
  <inkml:trace contextRef="#ctx0" brushRef="#br0" timeOffset="45883.345">18651 6181 2229 0,'0'0'46'0,"0"0"12"16,-3-3-46-16,-3 3-12 0,0 0 0 0,-3 0 0 15,3 3 78-15,-3 0 14 0,0 2 2 0,-3 0 1 16,0 3-63-16,1 3-13 0,-4-1-3 0,0 1 0 15,0 2-16-15,3 0 0 0,-3 6 8 0,0-3-8 16,3 0 0-16,0 2 0 0,0-2 0 0,4 3 0 0,2-3 0 0,3-3 0 0,0 3 0 0,0-1-9 31,3-1-1-31,6-4 0 0,0 4 0 0,3-4 0 16,-1-2-26-16,7 0-4 0,0 0-2 0,3-3 0 16,-3 1 2-16,3-4 1 0,0 1 0 0,-3-3 0 15,2 0 15-15,-2 0 2 0,0-3 1 0,-3 1 0 0,0-1 21 0,-3 0 0 0,-3 1 0 0,0-1 0 16,-6 3 13-16,0 0 7 0,0 0 2 0,0-5 0 15,-3-1 24-15,-3 1 5 0,0 0 1 0,-3-3 0 16,0 0-25-16,-3 0-5 0,3 0-1 16,-6-3 0-16,3 1-13 0,-2-3-8 0,-1 2 10 0,0-2-10 15,3-3 0 1,-3 3 0-16,0-3 0 0,3-3 0 0,-3 1 10 0,3 2-10 0,1-5 10 16,2 2-10-16,0 1 16 0,3 2-4 0,0-3 0 0,3 1 0 15,0 5 5-15,3-3 1 0,3 2 0 0,-3 1 0 16,6 3 7-16,0-1 2 0,3 3 0 0,0-2 0 15,2 2-11-15,1 0-1 0,0 2-1 0,3-2 0 16,-3 3 2-16,3 2 1 0,0-2 0 0,-3 3 0 16,3-1 4-16,-3 3 1 0,-1 0 0 0,1 0 0 15,0 3-10-15,-3-1-3 0,0 3 0 0,0 3 0 16,0-2-9-16,-3-1-11 0,3 0 3 0,-6 3 0 16,3 0 8-16,-6 0 0 0,3 3 0 0,-3 2 0 15,0 0 0-15,-3 0 0 0,0 3 0 0,0 0 0 16,0 0-58-16,0 0-10 15,0 2-1-15,-3 1-1 0,0-3-93 0,0 0-18 0,0 0-4 0</inkml:trace>
  <inkml:trace contextRef="#ctx0" brushRef="#br0" timeOffset="46527.303">17282 6319 1821 0,'0'0'52'0,"0"0"11"0,0 0-51 15,3-3-12-15,3 0 0 0,-3 1 0 0,-3 2 95 0,0 0 16 0,5 0 3 0,-5 0 1 16,3 0-25-16,-3 0-5 0,0 0-1 0,3 2 0 15,3 1-27-15,-3 2-5 0,-3 1-2 0,3-1 0 16,-3 3-11-16,3 0-3 0,-3 0 0 16,0 2 0-16,0 1-10 15,0-1-2-15,0 4-1 0,0-1 0 0,0 0-13 0,-3-2-2 0,3 2-8 0,0 0 12 16,3 3-12-16,-3-5 0 0,0 2 0 0,3 0 0 16,-3 0 0-16,3 1 0 0,0-1 0 0,0 0 0 15,0 3 0-15,-3-3 0 0,3 3 0 0,0-3 0 16,-3-2-12-16,3 2-4 0,0-2-2 0,-3-1 0 15,3-2-25-15,-3 0-5 0,0-3 0 0,3 1-1 16,-3-6-115 0,0 0-22-16,3 2-5 0</inkml:trace>
  <inkml:trace contextRef="#ctx0" brushRef="#br0" timeOffset="46944.31">17663 6327 2066 0,'-6'-16'43'0,"3"10"10"16,0 1-42-16,0 0-11 0,0 0 0 0,0 2 0 16,3 3 104-16,0 0 20 0,-6-5 3 0,6 5 1 15,0 0-52-15,0 0-9 0,0 0-3 0,-6 5 0 16,3 3-46-16,-3 0-10 0,0 5-8 0,0-2 12 16,3 2-12-16,-3 0 0 0,0 3 0 0,0 0 0 0,3 0 0 15,-3 0 0-15,0 2 0 0,3-2 0 16,0 0 0-16,0 0 0 0,0 0 0 0,0-1 0 0,3 1 0 0,-3 0 0 0,6 3-10 0,-3-1 10 15,6-2-26-15,-3 0 1 0,3 3 0 0,3-6 0 32,-3 0-12-32,3-2-3 0,3-1 0 0,-3-2 0 0,3-3 40 0,-3-2 0 0,3-3 0 0,0 0 0 15,0 0 0-15,-1-3 0 0,1-2 0 0,0 2 0 16,-3-5 24-16,0 3 0 0,0-3 0 0,0 0 0 16,-3-2 10-16,-3 2 2 0,3-3 0 0,-3 3 0 15,0-2 8-15,-3-1 3 0,3 3 0 0,-3-2 0 16,0-1-7-16,0 0-2 0,-3 1 0 0,3 2 0 15,-3 0-17-15,0 0-3 0,-3 3-1 0,3-1 0 16,-6 1-9-16,3 0-8 0,-3 2 9 0,-3 3-9 16,3-2 0-16,-6-1 0 0,3 3 0 0,-5 0 0 15,2 3-86-15,-3-1-14 0,-3 4-2 16</inkml:trace>
  <inkml:trace contextRef="#ctx0" brushRef="#br0" timeOffset="71432.519">17389 7425 1824 0,'0'0'76'0,"0"0"-60"31,0 0 119-31,0 0 24 0,0 0 5 0,0 0 0 0,0 0-69 0,0 0-15 0,0 0-2 0,0 0-1 16,0 8-26-16,3 0-6 0,-3-1-1 0,0 1 0 31,3 3-8-31,-3 0-1 0,0 2-1 0,3 3 0 0,-3-3-34 16,3 5 0-16,0 1 0 0,-3-1 0 0,3 1 0 0,0-3 0 0,0 2 0 0,0 1 0 15,0-1 0-15,-3 1 0 0,3 0 0 16,0-1 0-16,-3 3 0 0,2 0 0 0,-2 3 0 0,0 0 0 15,3 0 16-15,-3-3-3 0,0 3-1 0,0 0 0 16,0-6-12-16,0 1 0 0,0-1 0 0,0-2 0 16,3-3 0-16,-3-2-15 0,0-1 2 0,3-2 0 15,-3 0-92-15,0-2-19 0,3 2-3 0</inkml:trace>
  <inkml:trace contextRef="#ctx0" brushRef="#br0" timeOffset="74181.77">22107 7343 1637 0,'0'0'34'0,"0"0"8"0,0 0-34 0,0-6-8 0,0 6 0 0,0 0 0 15,0 0 134-15,0 0 25 0,0-5 5 0,0 5 0 16,0 0-44 0,0 0-10-16,0 0-2 0,0 0 0 0,0 0-28 0,0 0-7 0,0 0-1 0,0 0 0 15,0 11-32-15,0-3-8 0,0 0 0 0,0 5-1 16,-3 0-12-16,0 0-3 0,0 6 0 0,0-1 0 16,-3 3 0-16,3 3-1 0,-3 3 0 0,0-3 0 15,-3-1-6-15,6 1-1 0,-3 0 0 0,0 0 0 16,3-3-8-16,0 0 0 0,0 0 9 0,0 0-9 15,3-2 0-15,0 2 0 0,0-2 0 0,3-1 0 16,-3 3 0-16,3-5 0 0,0 3 0 0,-3-1 0 16,3-2-39-16,-3 0-2 15,3 0-1-15,0-3 0 0,-3 0-162 0,3 1-33 16,0-4-7-16</inkml:trace>
  <inkml:trace contextRef="#ctx0" brushRef="#br0" timeOffset="77998.835">18422 7441 1530 0,'-12'-8'32'0,"9"2"8"15,-3 4-32-15,0 2-8 0,3-3 0 0,-6 0 0 16,3 3 44-16,-3 3 8 0,0 0 2 0,-3-1 0 15,3 4-25-15,-3 2-5 0,1-1 0 0,-1 7-1 16,0-4 21-16,0 6 5 0,0 0 1 0,0 3 0 16,3-1-29-16,0 1-5 0,0 2-2 0,3 3 0 0,0-1-14 0,3-1 0 0,0 4 8 0,0-2-8 15,3-3 0-15,3 0 0 16,-3 0 0-16,6 1 0 16,0-4-24-16,3-2-2 0,3 2 0 0,0-4 0 0,3-4 5 0,3-2 1 0,3 0 0 0,-1-3 0 15,1-5 20 1,3 0 0-16,-3-2-9 0,3-4 9 0,-3-1 36 0,-1-1 12 0,1-3 1 0,0 0 1 15,-6-2 10-15,0 0 1 0,-3 0 1 0,0-3 0 16,-3 0 2-16,-4-3 0 0,4 1 0 0,-6-3 0 16,0-3 0-16,-3 0 0 0,-3-2 0 0,0 2 0 15,0-3-52-15,-3 1-12 0,1-3 0 0,-4 2 0 16,-3 4 0-16,0-1 0 0,-6 3 0 0,3-1 0 16,-3 7-13-16,-3-1-6 0,4 0-1 0,-1 5 0 15,-3 1-8-15,3 2-1 0,0 2-1 16,-3 1 0-16,3 5-175 0,1 0-35 0</inkml:trace>
  <inkml:trace contextRef="#ctx0" brushRef="#br0" timeOffset="79112.217">20806 7454 1580 0,'0'0'67'16,"0"0"-54"0,0 0 92-16,-3 0 19 0,-6 2 3 0,3 1 1 15,0 2-103-15,-3 3-25 0,0 3 0 0,0 2 0 16,-3 0 0-16,3 3 0 0,1 0 0 0,-1 3 0 15,0-1 20-15,3 1 0 0,-3-3-1 0,3 5 0 16,3-5-31-16,0 2-5 0,0 1-2 0,6-1 0 16,-3-2 19-16,3-3 0 0,0 3 0 0,3-3 0 0,3-2 0 0,0 2 0 15,0 0 0-15,5-2 0 0,-2-3 0 0,6 0 0 16,-3-3 0-16,3 0 0 16,3-5 0-16,-3 0 0 0,3 0 0 0,-4-5 0 0,4 3 48 0,-3-4 12 0,3-2 4 0,-6 0 0 15,0 0 0-15,0-2 0 0,-4-1 0 0,-2-2 0 16,0 0 0-16,0 0 0 0,0-3 0 0,-6 0 0 15,3 0 0-15,-6 0 0 0,3-2 0 0,-3-1 0 16,-3 0-52-16,0 1-12 0,0-3 0 0,-3 2 0 16,-3 1 54-16,0 2 8 0,0-3 2 15,-5 3 0-15,-1 3-52 0,-6 0-12 0,0 0 0 0,-3 5 0 16,0 0-48-16,-2 3-13 0,-4 2-3 0,-3 3 0 16,6 3-102-16,-2 2-21 0,2 3-4 0</inkml:trace>
  <inkml:trace contextRef="#ctx0" brushRef="#br0" timeOffset="87212.334">16954 6885 1851 0,'-6'-3'52'0,"-3"3"12"0,3-2-51 0,0 2-13 0,0 0 0 0,-2 0 0 15,2-3 68-15,3 3 10 0,3 0 2 0,-6 0 1 16,6 0-19-16,0 0-4 0,0 0-1 0,0 0 0 15,0 0-14-15,0 0-3 0,0 0-1 0,0 0 0 16,0 0-13-16,0 0-2 0,0 0-1 0,0 0 0 16,6 0 1-16,0 3 1 0,2-3 0 0,-2 0 0 15,3 2-13-15,0-2-2 0,0 3-1 0,0-3 0 16,3 0-9-16,0 0 0 0,0 0 0 0,0 0 0 16,3 0 0-16,0 0 0 0,2 0 0 0,4 0 0 15,0 0 0-15,3 3 0 0,0-3 0 0,2 0 0 0,1 0 0 0,3 0 0 16,3 0 0-16,0 0 0 15,5-3 0-15,-2 3 0 0,0-5 0 0,8 2 0 0,-2 0 0 16,9 1 0-16,-4-1 0 0,10-2 0 0,-7 2 0 0,1-2 0 0,0 2 0 16,2-2 0-1,-2 2 0-15,2 1 0 0,4-4 0 0,-1 4 0 0,-2-1 8 0,-3 0-8 0,2 1 0 0,1-1 8 16,-4 0-8-16,1 1 0 0,-3-1 0 0,5 0 8 16,-5 1-8-16,2 2 8 0,-2-3-8 0,3 1 8 15,-4-1-8-15,1 0 0 0,0 1 0 0,-1-1 8 16,-2 0-8-16,-6 1 0 0,-1 2 0 0,4-3 0 15,-3 0 0-15,-1 1 0 0,1 2 9 0,0-3-9 16,-1 0 0-16,-5 1 8 0,0 2-8 0,0-3 0 16,-1 0 0-16,-2 3 8 0,0 0-8 0,3-2 0 15,-4 2 0-15,1-3 0 0,3 3 0 0,0 0 0 16,-4 0 0-16,1 0 0 0,3 0 0 0,-3 0 0 16,-4 0 0-16,1 0 0 0,-3 0 0 0,3 0 0 15,0 0 0-15,2 0 0 0,1 0 0 0,0 0 0 16,3 0 0-16,-1 0 0 0,-2 0 0 0,3 0 0 15,0 3 0-15,-4-3 0 0,1 2 0 0,0-2 0 16,0 3 0-16,-1 0 0 0,4-1 0 0,0-2 0 16,-3 3 0-16,2 0 0 0,1-1 0 0,0 1 0 15,0 0 0-15,-4-1 0 0,4 1 0 0,-3 0 0 16,3-1 0-16,-4 1 0 0,4 0 0 0,0-1 0 16,0 1 0-16,-1-1 0 0,1-2 0 0,3 0 0 0,-3 3 0 15,-1-3 0-15,-2-3 0 0,6 3 0 0,-6 0 0 0,-1 0 0 0,4 0 0 0,0 0 8 16,-3 0-8-1,2-2 0-15,1 2 0 0,0 0 8 0,0-3-8 0,-1 1 0 0,-2 2 0 16,-3-3 0-16,3 0 0 0,-6 3 0 0,-1-2 0 0,4-1 0 16,-3 0 0-16,0 3 0 15,0-2 0-15,-1-1 0 0,1 0 9 0,0 1-9 0,0-1 12 0,-3 0-12 16,2 1 18-16,-2-1-3 0,0 0-1 16,-3-2 0-16,3 5-5 0,-3-2-1 0,0-1 0 0,-1 0 0 15,-2 3 2-15,0-2 0 0,0-1 0 0,0 0 0 16,-3 3-2-16,3-2 0 0,-3 2 0 0,0-3 0 15,-1 3 0-15,1-3-8 0,0 3 12 0,0 0-4 16,-3 0-8-16,0 3 8 0,0-3-8 0,0 3 8 16,0-3-8-16,0 2 0 0,0-2 0 0,-3 3 0 15,0 0 0-15,0-1 0 0,0-2 0 0,-1 3 0 16,-5-3 0-16,3 3-16 0,-3-3 3 0,0 0 0 16,0 0-51-16,0 5-11 0,0 3-1 0</inkml:trace>
  <inkml:trace contextRef="#ctx0" brushRef="#br0" timeOffset="89098.137">16916 8316 1720 0,'0'0'48'0,"0"0"12"16,0 0-48-16,0 0-12 0,0 0 0 0,0 0 0 15,0 0 92-15,0 0 16 0,0 0 4 0,0 0 0 0,0 0-39 0,-3 6-7 0,0-1-2 0,3 3 0 16,0-3-21-16,0 3-5 0,0-3-1 0,0 3 0 16,0 0-20-16,0 3-4 0,0-3-1 0,3 2 0 15,-3-2-12-15,0 3 0 0,3 0 0 0,-1-1 0 16,-1448-2 0-16,2895 3 0 0,-1449-1 0 0,3 1 0 16,0-3 0-16,-3 2 0 0,3-2 0 0,0 0 0 15,0-3 0-15,3 1 0 0,-3-1 0 0,0 0 0 16,3 1 0-16,0-4 0 0,-3 4 0 0,3-4 0 15,0 1 11-15,3 0-11 0,-3-3 12 0,3 0-12 16,0 2 15-16,0-2-4 0,0 0-1 16,3 0 0-16,-1-2-10 0,1 2 8 0,0-3-8 0,3 3 8 15,3-3-8-15,-3 3 0 0,3 0 0 0,-3 0 8 16,2 0-8-16,4 0 0 0,-3 0 0 0,3 0 0 16,0-2 0-16,0 2 0 0,0 0 0 0,2-3 0 15,1 3 9-15,0-3-9 0,0 3 10 0,6 0-10 16,2 0 16-16,7 0-2 0,3 0-1 0,2 0 0 15,1-2-13-15,0 2 11 0,2 0-11 0,4 0 10 16,-1-3-10-16,7 3 0 0,0 0 0 0,5-3 0 16,-8 3 0-16,2 0 0 0,4-2 0 0,-1-1 0 15,-2 3 0-15,2 0 0 0,4 0 0 0,2 0 0 16,-2 0 0-16,-1 0 0 0,1 0 0 0,2-3 0 16,-5 3 0-16,-1 0 8 0,1-2-8 0,5 2 0 0,-5 0 8 0,2 2-8 15,1-2 8-15,2 0-8 16,-5 0 0-16,0 0 8 0,-4 0-8 0,4 0 0 0,-7 0 8 0,7 0-8 0,-4 0 0 0,7 0 8 31,-7 0-8-31,-2 0 0 0,2-2 0 0,1 2 8 0,-6 0-8 16,2 0 10-16,-2 2-10 0,2-2 10 15,-2 3-2-15,0-3-8 0,-1 0 12 0,1 0-4 16,-4 0 0-16,4 0 0 0,-6 0 0 0,5 3 0 0,-5-3-8 0,0 0 0 0,-1 0 9 0,1 0-9 16,-3 0 0-16,-1 2 8 15,4-2-8-15,-3 3 0 0,-7-3 0 0,4 0 0 0,-6 0 0 0,5 0 0 16,-2 0 0-16,3 0 0 0,0-3 0 0,2 3 8 15,-2 0-8-15,0 3 0 0,2-3 0 0,-2 3 0 16,3-3 0-16,-4 0 0 0,1-3 0 0,0 3 0 16,-1 0 0-16,4 0 0 0,0 0 0 0,-4 0 0 15,1 0 0-15,-3 0 0 0,-3-3 0 0,-1 3 0 16,1 0 0-16,-3 0 8 0,3-2-8 0,-1 2 0 16,1-3 0-16,3 3 0 0,0 0 0 0,-4-3 0 15,1 3 0-15,0 0 0 0,-3 0 0 0,-1 0 8 16,1 0-8-16,-6 0 0 0,3 0 0 0,-4-2 0 15,4 2 0-15,-6-3 0 0,3 3 0 0,-3 0 0 16,0 0 0-16,-1 0 8 0,-2 0-8 0,-3 0 8 16,0 0 4-16,0 0 0 0,-3 0 1 0,0-3 0 15,0 3-5-15,-3 0-8 0,0 0 11 0,-1 0-11 16,-2 0 10-16,0-2-10 0,0 2 8 0,0-3-8 16,-3 3 11-16,3-2-3 0,-6 2-8 0,0-3 12 15,3 0 1-15,0 1 0 0,-3-4 0 0,0 1 0 16,3 2-5-16,-3-2 0 0,0-3-8 0,3 3 12 15,-3-3-12-15,0 3 9 0,0-3-9 0,0 2 8 0,0-2-8 0,0-2 8 0,0 2-8 16,0-3 8 0,3-2 1-16,-3 0 0 0,0 0 0 0,0-3 0 0,3 0-1 0,-3-5-8 0,0 2 12 0,0-2-4 31,3 0-8-31,-3 0 0 0,0 0 9 0,0-1-9 0,0-1 0 0,0 1 8 0,0-1-8 0,0-1 0 16,0-3 0-16,0 3 9 15,0-2-9-15,-3-3 0 0,3 2 11 0,0-2-11 0,3-2 10 0,-3 1-10 16,0 1 9-16,0 3-9 0,0-1 8 0,0 1-8 15,0 2 9-15,0-2-9 0,0 2 10 0,0-5-10 16,0 0 10-16,0 0-10 0,0-1 10 0,0-1-10 16,0 2 11-16,3 0-11 0,-3-1 12 0,0 1-12 15,3 3 12-15,-3 2-12 0,0 3 12 0,3-3-12 16,-3 6 11-16,3-4-11 0,0 4 10 0,-3-1-10 16,3 1 8-16,0 2-8 0,0 0 0 0,-3 0 0 15,3 0 8-15,0-2-8 0,-3 2 0 0,0 0 0 16,3 3 0-16,-3 0 0 0,0-1 0 0,0 1 0 15,0 3 8-15,0-1-8 0,0 0 0 0,-3 1 9 16,3 2-9-16,0-3 0 0,-3 3 0 0,3 0 8 16,0 0-8-16,-3 3 0 0,3 0 0 0,-3-3 0 15,0 3 0-15,3-1 0 0,-3 1 0 0,0 0 0 16,3-1 0-16,-3 1 8 0,0 0-8 0,0 0 0 16,0 2 0-16,0-5 0 0,-3 3 8 0,3-1-8 15,-3 1 0-15,0 0 0 0,0 0 0 0,0 2 8 16,0-2-8-16,-3-1 0 0,3 1 0 0,1 0 0 15,-1 2 0-15,-3-2 0 0,3 2 0 0,0 0 0 16,-3 1 0-16,3-3 0 0,0 5 0 0,0-3 0 0,0 0 0 16,0 1 0-16,0 2 0 0,0-3 0 15,0 3 0-15,0-3 0 0,-3 3 0 0,3 0 0 16,0-2 0-16,0 2 0 0,0 0 0 0,-2-3 0 16,2 3 0-16,0 0 0 0,0-3 0 0,-3 3 0 0,3 0 0 0,-3 0 0 0,0 0 0 0,3 0 0 15,-3-2 0-15,0 2 0 0,3-3 0 0,-3 0 0 16,-3 3 0-16,0-2 0 0,3-1 0 0,-2 1 0 15,-4-1 0-15,3 0 12 0,-3-2-12 0,-3 2 12 16,0 3-4-16,-3-2-8 0,4-1 12 0,-4 3-4 16,0-3-8-16,-3 3 0 0,0 0 0 0,0-2 8 15,4 2-8-15,-1 0 0 0,0 0 0 0,0 0 0 16,6 0 0-16,-3 0 0 0,6 0-12 0,-2 0 12 16,5-3-92-16,0 3-12 0,0-3-1 0</inkml:trace>
  <inkml:trace contextRef="#ctx0" brushRef="#br0" timeOffset="91119.096">19600 7528 1444 0,'-3'-5'60'0,"3"2"-48"15,0 3 122-15,-3-5 24 0,3 5 5 0,-3-6 1 32,3 6-45-32,0 0-9 0,-3-2-2 0,3 2 0 0,-5 0-32 0,-1 2-8 0,0-2 0 0,0 6-1 31,0-4-40-31,0 4-8 0,0 2-2 0,-3-1 0 0,3 1 38 0,-3 3 7 0,3 0 2 0,-3 2 0 15,3 0-52-15,0-2-12 0,-3 2 0 0,3 3 0 16,0-3 0-16,3 0 0 0,-3 3 0 0,3-3 0 16,3 3 0-16,-2-3 0 0,2 3 0 0,2-3 0 15,1 3 0-15,0-2 0 16,3-1 0-16,0 0 0 0,0 0-11 0,3-2-5 0,3-1 0 0,-3 1-1 16,6-6 17-16,-3 1 0 0,3-4 0 0,0 1 0 15,2-3 10-15,-2-5 6 0,3 2 0 0,3-5 1 16,-3 0-17-16,0-2-9 0,0-1 1 0,-1 0 0 15,-2-2 32-15,0 0 6 0,-3 2 2 0,0-2 0 16,-3 0 6-16,0 0 2 0,0-1 0 0,-3 1 0 16,0 0-32-16,-3 0-8 0,0-1 0 0,-3 1 0 15,0 3 0-15,0-1 0 0,-3-2 0 0,0 5 0 16,-3-3 28-16,3 1 4 0,-3 2 0 0,-3 0 1 16,0 3-33-16,0-1 0 0,-3 4 0 0,0-1 0 15,-6 3-11-15,1 0-9 0,-1 3-1 0,-6 2-1 16,0 3-110-16,0-3-21 0,-3 6-5 0</inkml:trace>
  <inkml:trace contextRef="#ctx0" brushRef="#br0" timeOffset="95004.69">15034 9838 1303 0,'0'0'55'0,"-3"-3"-44"15,3 3 101-15,-3-5 20 0,0 0 4 0,3-1 0 16,0 1-7-16,0 2-1 0,3-2-1 0,0 2 0 16,3-2-50-16,0 2-9 0,0 1-3 0,3-1 0 15,3 1-1-15,0-1 0 0,3 0 0 0,0 3 0 16,0 0-36-16,2 0-7 0,1 0-1 0,0 3-1 16,-3 0-19-16,0-1 8 0,0 3-8 0,-3 3 0 15,0-2-11-15,-6 4-9 0,2-2-1 0,-5 5-1 16,-6 1 22-16,1 2 0 0,-4 2 0 0,-3 3 0 31,-3 0-56-31,-3 1-6 0,-3 1-2 0,-3 1 0 0,0-3 0 0,3 1 0 0,-2-1 0 16,-1-3 0-16,3 1 52 0,0-3 12 0,6 2 0 0,0-2 0 15,3-3 0-15,3 1 0 0,3-4 0 0,0 1 0 16,6-3 0-16,0 0 0 0,3-3 0 0,3 0 0 16,3-2 0-16,3-1 0 0,3-2 9 0,3-2-9 15,0 2 0-15,2-3 0 0,4 0 0 0,0-2-10 16,-3 3 30-16,0-4 5 0,-1 1 2 0,-2 0 0 15,0-3-43-15,-3 2-9 0,0-1-2 0</inkml:trace>
  <inkml:trace contextRef="#ctx0" brushRef="#br0" timeOffset="95457.415">15564 9793 2310 0,'6'-5'48'0,"0"-3"11"0,3 0-47 0,-3 2-12 0,3-2 0 0,3 1 0 16,0-1 104-16,0 2 20 0,2-2 3 0,-2 0 1 16,3 0-74-16,-3 3-14 0,3 0-4 0,-3 0 0 15,3-1-6-15,0 1-2 0,0 2 0 0,-1 1 0 16,1 2-28-16,0 0 0 0,-3 0 0 0,3 2 0 16,-6 1 0-16,0 2 0 0,0 1 0 0,-3 2 0 15,0-1 22-15,-6 1-2 0,0 0 0 0,-6 6 0 16,0-1-32-16,-3 0-6 0,-3 3-2 0,0 2 0 15,-3 1 20-15,0 2 0 0,0 0 0 0,1 3 0 16,-1-3-19-16,-3-2 0 0,3 2 0 0,0-3 0 16,0-2 31-16,6-2 5 0,0-1 2 0,3 0 0 15,3-5-19-15,6-3 0 0,0 1 0 0,3-1 0 16,3-2-48-16,0-1-12 16,3 1-4-16,3-1 0 0,0 1 52 0,0-3 12 0,3 3 0 0,-1-3 0 15,1 5 0-15,3-2 0 0,0 2 0 0,0-2 0 16,0 2 48-16,-4-2 13 0,-2 2 3 0,0 0 0 15,-6-2-64-15,0 5-12 0,-3-3-2 0,-3 3-1 16,0-3 15-16,-6 3 12 0,0 0-3 0,-6 0 0 16,0 3-9-16,-3-1 10 0,-3 1-10 0,1-1 10 0,-4 4-10 15,0-1 0-15,0 3 0 0,-3 0 0 16,0-1-8-16,3-1-8 0,1-1 0 0,-1 3-1 16,-3-6-95-16,0 1-20 0,0 0-3 0</inkml:trace>
  <inkml:trace contextRef="#ctx0" brushRef="#br0" timeOffset="96039.392">16183 10060 1580 0,'0'0'67'15,"0"0"-54"-15,0 0 92 16,0 0 19-16,0 0 3 0,0 0 1 0,0 0-12 0,0 0-3 0,0 0 0 0,0 0 0 16,0 5-27-16,0 3-6 0,0-2 0 0,0 4-1 15,0-2-63-15,0 3-16 0,-3-1 0 0,3 1 0 16,0 2 42-16,-3 0 6 0,3 1 0 0,0-1 1 16,-3 5-34-16,3-2-7 0,0 3-8 0,0-1 11 15,0 3-2-15,0-2 0 0,3 5 0 0,-3 0 0 16,0-3-17-16,3 0-4 0,0 0-1 0,-3 0 0 15,3-2-2-15,0-1 0 0,0-2 0 0,0-3 0 16,0 3-17-16,0-3-3 0,0-2-1 0,0 0 0 16,0-3-176-16,3 0-35 0</inkml:trace>
  <inkml:trace contextRef="#ctx0" brushRef="#br0" timeOffset="96382.96">16499 10311 2310 0,'-6'-7'48'0,"0"1"11"16,0-2-47-16,0 3-12 0,0 2 0 0,0 1 0 16,0-1 104-16,0 3 20 0,0 3 3 0,0-1 1 15,0 4-52-15,0-1-9 0,0 6-3 0,3-4 0 16,-3 4-51-16,3 2-13 0,1 3 0 0,-1-3 0 0,3 3 0 0,0-3-18 0,0 1 4 0,3 2 1 16,-1-6 13-16,1 3 0 0,3-2 0 0,3 0-9 15,-3-1 9-15,6-5-12 0,-3 3 12 0,3-2-12 16,0-4 12-16,0 1-13 0,0 0 5 0,0-1 8 15,0-2 15-15,-4-2 10 0,4-1 3 0,-3-2 0 32,0-1-74-32,3 1-14 0,-3 0-4 0,0-6 0 0,-3 1 103 0,3-1 20 0,0-5 4 0,-3 3 1 15,0-6-24-15,3-2-5 0,-6-3-1 0,3 1 0 16,-3 1 15-16,-3-1 3 0,3 1 1 16,-3 1 0-16,-3 3-17 0,0 2-3 0,-3 5-1 15,-3-2 0-15,3 3-12 0,-3-1-4 0,-3 3 0 0,0 3 0 16,0-1-16-16,-3 4-9 0,0-1 1 0,-3 0 0 15,-2 3-76-15,-7 3-14 0,-3 0-3 16</inkml:trace>
  <inkml:trace contextRef="#ctx0" brushRef="#br0" timeOffset="105912.623">17076 11058 1792 0,'0'0'51'0,"0"0"10"15,0 0-49-15,0 0-12 0,0 0 0 0,0 0 0 16,0 0 105-16,0 0 19 0,3 5 3 0,0 0 1 0,-3 1-36 15,3-1-6-15,0 3-2 0,-3 0 0 16,0 2-46-16,3 3-10 0,-3 3-1 0,0 3-1 16,3-3-4-16,-3 5-1 0,0 0 0 0,3 0 0 0,-3 3-8 0,0-3-1 0,0 3-1 0,0 3 0 15,-3-1-20-15,3 0-4 0,0 4-1 0,-3 1 0 16,3 1 14-16,-3 5 0 0,3 0 0 0,0 3 0 16,0-6 0-16,0 1 0 0,0-6 0 0,0 2 0 15,0-4 13-15,0-1 6 0,0 4 1 0,0-7 0 16,3 1-20-16,-3 0 0 0,0-3 0 0,3 0 0 15,-3-2-27 1,0-1-5-16,3-2-2 0,0-3 0 0,0-2-95 0,-3-3-19 0,3 0-4 0</inkml:trace>
  <inkml:trace contextRef="#ctx0" brushRef="#br0" timeOffset="108130.236">17088 10991 1306 0,'0'0'27'0,"0"0"7"0,0 0-34 16,0 0 0-16,0 0 0 0,0 0 0 0,0 0 105 0,0 0 15 0,0 8 2 0,0-8 1 31,0 6-38-31,0-6-7 0,0 5-2 0,0 0 0 0,0-5-8 0,0 8-3 0,0-8 0 16,0 6 0-16,0-6-52 0,0 5-13 0,3 0 0 0,-3-2 0 15,3 2 54-15,3-2 8 0,0-1 2 0,0 1 0 16,3 0-52-16,0-1-12 0,0-2 0 0,0 3 0 16,3 0 0-16,2-3 0 0,1 0 0 0,0 2 0 15,0-2 0-15,3 0 0 0,0 3 0 0,0-3 0 16,0 0 54-16,2 0 8 0,-2-3 2 0,0 3 0 16,0 0-52-16,3-2-12 0,0-1 0 0,-1 0 0 15,4 3 0-15,0-2 0 0,3-1 0 0,6 3 0 16,-4-3 0-16,7 3 0 0,3 0 0 0,0-2 0 15,2-4 0-15,4 4 0 0,-1-6 0 0,7 3 0 16,-3-1-20-16,5 1-8 0,4 0 0 0,2-1-1 16,-2 1 29-16,-1 2 0 0,4-5 0 0,6 3 0 15,-10 0 0-15,1 0 0 0,-1-1 0 0,4 4 0 16,-4-4 0-16,4 4 0 0,-1-4 0 0,1 4 0 16,-7-1 8-16,1 0 2 0,-3 1 0 0,2-1 0 15,-2 3 1-15,2-2 0 0,1 2 0 0,0 0 0 16,-4 0-11-16,-2 0 0 0,-4 0 9 0,4 0-9 15,0 0 0-15,-1 2 0 0,1-2 0 0,0 0 8 16,-7 3-8-16,1-3 0 0,0 0 0 0,-1 2 8 16,-2-2-8-16,0 0 0 0,-1 0 0 0,1 3 0 15,0-3 0-15,2 0 0 0,-2 3 0 0,0-1 0 0,-1-2 0 0,-5 0 0 0,6 3 0 0,-3-3 0 16,-1 0 0-16,4 3 0 0,0-1 0 0,-1 1 0 16,1 0 0-16,-3-1 0 0,3 4 0 0,-4-4 0 15,1-2 0-15,-3 3 0 0,2-3 0 0,1 3 0 16,-3-3 0-16,3 2 0 0,-1 1 0 0,4-1 0 15,-3-2 0-15,-1 0 8 0,-2 3-8 0,3-3 0 16,-3 0 0-16,2 0 0 0,-2 0 0 0,6 0 0 16,-3 3 0-16,-1-3 0 0,4 2 0 0,3-2 0 15,-4 0 0-15,-2 0 0 0,3 0 0 0,2 0 0 16,-2-2 0-16,6 2 0 0,-4-3 0 0,4 3 0 16,0-3 0-16,-4 3 0 0,1 0 0 0,3-2 0 15,-4-1 0-15,-2 3 0 0,3-2 0 0,-1 2 8 16,-2 0-8-16,0 0 0 0,3 0 0 0,-4 2 0 15,-2-2 0-15,-3 0 0 0,-1 0 0 0,4 0 0 16,-6 0 0-16,0 0 0 0,-1 0 0 0,1 0 0 16,-3 0 0-16,0 0 0 0,0 0 0 0,-4 3 0 15,1-3 0-15,-3 2 0 0,0 1 0 0,-3-3 0 16,0 3 0-16,-1-3 0 0,1 2 0 0,0-2 8 16,-6 3-8-16,3-3 0 0,-3 0 0 0,0 3 0 15,-3-3 0-15,3 0 0 0,-3 0 0 0,-4 2 0 16,4-2 8-16,-3 0-8 0,0 3 8 0,0 0-8 15,0-1 20-15,-6-2 0 0,3 0 0 0,-3 0 0 0,3 6 0 16,0-1 0-16,-3-5 0 0,0 8 0 0,0 0-5 0,0 0-2 0,0 0 0 0,-3 2 0 31,3 1-5-31,-3-1 0 0,0 1-8 0,3 5 12 0,-3-3-12 0,0 0 0 0,3 3 0 0,-3 3 0 16,0-3 8 0,0-1-8-16,0 4 0 0,0-1 9 0,0 4-9 15,0-4 0-15,0 3 0 0,0 1 0 0,1-4 0 16,-1 3 0-16,0 0 0 0,0 3 0 0,0 0 0 15,0 0-14-15,0 2 2 0,0 3 0 0,3-2 12 0,-3 2 0 0,3-3 0 0,-3 4 0 16,3-1 0-16,0-3 0 16,0 1 0-16,-3-4 0 0,3 4 0 0,-3-6 0 0,3 3 0 0,0-3 0 15,0 0 14-15,0 0 6 0,0-2 0 0,0 2 1 16,0-2-21-16,0-1 9 0,0 1-9 0,-3-1 0 16,3-5 8-16,0 3-8 0,-3-3 0 0,3-2 0 15,-3 2 10-15,3-2-2 0,-3-3 0 0,3 2 0 16,-3-2 6-16,0-2 1 0,0 2 0 0,0-1 0 15,-3-1 0-15,3-1 0 0,0 0 0 0,-3 3 0 16,0-5-2-16,0 2 0 0,0 0 0 0,-3 1 0 16,3-1-3-16,-3 0-1 0,1-2 0 0,-1 5 0 15,0-5 3-15,-3 2 1 0,0-2 0 0,0-1 0 16,0 3-2-16,-3-2-1 0,3 0 0 0,-3 2 0 16,0-2 0-16,1-1 0 0,-1 1 0 0,0 2 0 15,0-2-10-15,0 0 0 0,0-1 9 0,0 4-9 16,0-4 11-16,1 3-3 0,-1-2 0 0,0 2 0 15,-3-2-8-15,-3 0 12 0,0-1-12 0,0 1 12 16,1 0-12-16,-4-3 8 0,0 0-8 0,-3 2 8 16,-3-2-8-16,1 3 8 0,-4 0-8 0,-6-1 8 15,3-2-8-15,-5 5 0 0,-4-2 0 0,-3 2 8 0,1-2-8 16,-1 2 0-16,-5 1 9 0,-4-1-9 0,7 0 0 0,-1 3 9 0,-3-3-9 0,1 1 0 16,-4 2 8-16,4 0-8 0,-7 0 0 0,-2 5 0 15,2-5 0-15,1 0 0 0,-1 0 0 0,-6 0 0 16,7 0-16-16,-1-1-6 0,1 1-2 0,-4 0 0 15,1-2 40-15,2 2 7 0,-5-3 1 0,-4 0 1 16,10 0-25-16,2 1 0 0,1-1 8 0,-4-2-8 31,4 2-19-31,-1-5-5 0,4 3-2 0,-4-1 0 0,6 1 42 0,1 0 8 0,2-1 1 0,-5 1 1 16,5-3-26-16,-3 0 0 0,4 2 0 0,-7-2 0 16,9 3 0-16,-2-3 0 0,-1 3 0 0,1-1 0 15,-4 1 0-15,3-3 0 0,-5 0 0 0,2 0 0 16,1 0 0-16,5 0 0 0,-3 0 0 0,1 0 0 15,-1 0 0-15,0 0 0 0,-2 0 0 0,2 0 0 16,7 0 0-16,-1 0 0 0,3 0 0 0,-3 0 0 16,7 0 0-16,-1 0 0 0,-3 0 0 0,4 0 0 15,-1 0 0-15,3-3 0 0,0 1 0 0,4 2 0 16,-1-3 0-16,3-2 0 0,3 2 0 0,-2 1 0 16,2-1 0-16,-3 3 0 0,3-3 0 0,-3 3 0 15,3-2 0-15,-2 2 0 0,2 0 0 0,-3-3 0 16,6 3 0-16,-3 0 0 0,4-3 0 0,-1 3 0 15,3-2 0-15,0 2 0 0,0 0 0 0,0-3 0 16,3 3 0-16,1-3 0 0,2 1 0 0,-3 2 0 16,0-3 0-16,0 3 0 0,-3 0 0 0,0-3 0 0,3 3 0 0,-2 0 0 15,-1 0 0-15,0 0 0 16,0-2 0-16,3 2 0 0,-3-3 0 0,0 0 0 0,3 3 0 0,1-2 0 0,-4-1 0 0,3 1 0 16,0 2 0-1,3-3 0-15,-3 0 0 0,3 1 0 0,0-1 0 16,3 0 0-16,-2 1 0 0,2-4 0 0,3 4 0 15,-3-1 0-15,3-2 0 0,0 2 0 0,3-2 0 0,-3 2 0 0,3-2 0 16,-3 0 0-16,3-1 0 0,0 4 0 0,-3-6 0 0,3 2 0 16,0 4 0-16,-3-3 10 0,3-3-2 0,-3 2-8 15,3 4 0-15,-3-6 0 0,3 2 0 0,-3 1 0 16,0 0 0-16,0 0 0 0,1-1 0 0,-1 1 0 16,3 0 33-16,-3-1 0 0,0 4 0 0,3-4 0 15,-3 1-33-15,0 0 0 0,3 0 0 0,-3-1 0 16,0-2 0-16,3 3 0 0,0 0 0 0,-3-1 0 15,3 1 0-15,0-3 0 0,-3 3 0 0,3 0 0 16,0-1 0-16,0-2 0 0,0 3 0 0,-3-3 0 16,3 3 0-16,-3 0 0 0,3-1 0 0,0-2 0 15,0 3 0-15,-3 2 0 0,0-2 0 0,3 0 0 16,-2 0 0-16,-1-1 0 0,0 4 0 0,0-4 0 16,0 4 0-16,3-4 0 0,-3 4 0 0,0-4 0 15,3 4 0-15,-3-1 0 0,3 1 0 0,3 2 0 16,-3-6-16-16,3 6-11 0,-3-2-1 0,3 2-1 15,0-6 46-15,0 6 10 0,-3-5 1 0,3 5 1 16,3-5-29-16,-3-1 0 0,0 6 0 0,0-5 0 16,0 5-19-16,0 0-9 0,3-5-3 0,-3 5 0 15,0-3 31-15,0-2-9 0,0 5 9 0,0-3 0 16,0 3-12-16,-3-5 4 0,3 5 0 0,0 0 0 0,0-3-4 0,0 3-1 0,0-5 0 16,-3 0 0-16,3 5-4 0,0 0-1 0,0-3 0 0,-3-2 0 31,3-1-21-31,0 1-4 0,0 0-1 0,3-3 0 15,-3 0-44-15,3 0-10 0,0-3-2 0</inkml:trace>
  <inkml:trace contextRef="#ctx0" brushRef="#br0" timeOffset="116681.328">21508 11089 1094 0,'0'0'46'0,"0"0"-37"16,0 0 147-16,3-2 28 0,0-4 7 0,-3 6 1 16,3-2-103-16,-3 2-20 0,3-3-4 0,-3 3-1 15,0 0 0-15,3-2 0 0,-3 2 0 0,0 0 0 16,0 0 8-16,0 0 2 0,0 0 0 0,0 0 0 15,0 0-23-15,0 0-5 0,0 0-1 0,0 0 0 16,6 2-5-16,-6-2-2 0,3 5 0 0,0 3 0 16,0 0-7-16,0 3-2 0,-3-3 0 0,3 2 0 15,-6 4-8-15,3-4-1 0,0 3-1 0,0 1 0 16,0 2-7-16,0-3 0 0,0 3-1 0,0 0 0 16,0-3-11-16,3 0 8 0,-3 0-8 0,0 3 8 15,3-5-8-15,-3 2 0 0,0 0 0 0,3 3 8 16,-3-3-8-16,0-2 0 0,0 2 9 0,0 0-9 15,-3 3 29-15,3 0 2 0,0 3 0 0,0 2 0 0,0 0-31 16,0 5 0-16,3-2 0 0,-3 0 0 0,0 2 0 0,3-4 0 16,-3 1 0-16,3-1 0 0,-3-4 0 0,0-2 12 0,3 3-1 0,-3-6-1 15,0 3-2-15,0-3-8 0,-3 3 12 0,3-3-4 16,-3 0-17-16,3 0-4 0,-3 1-1 0,0-1 0 16,3 0 27-16,0 3 6 0,-3 0 1 0,3-3 0 15,0 3-20-15,0 0 0 0,0 0 0 16,0 0 0-16,0-1 0 0,0-1 0 0,0-1 0 0,0 0 0 15,-3-2 0-15,3-1 0 0,0-2 0 0,-3 0 0 16,3 0 0-16,-3 0-16 0,3 0 4 0,-3-3 0 16,0 1-28-1,3-4-4-15,0-2-2 0,-3 3 0 16,3-3-91-16,0 0-19 0,0 0-3 0</inkml:trace>
  <inkml:trace contextRef="#ctx0" brushRef="#br0" timeOffset="117747.561">19038 11044 1440 0,'0'0'30'0,"0"-2"6"0,0-4-28 0,3 1-8 0,-3 0 0 15,0 0 0-15,3-1 81 0,-3 4 15 0,3-4 4 0,-3 6 0 16,0-5-13-16,0 5-3 0,3-3 0 0,-3 3 0 16,0 0-19-16,0 0-4 0,0 0-1 0,0 0 0 15,0 0-8-15,0 0-3 0,0 0 0 0,0 0 0 16,0 0 12-16,0 0 3 0,0 0 0 0,0 0 0 16,0 0-52-16,0 8-12 0,0-2 0 0,0 4 0 15,-3 1 39-15,3 2 5 0,0 3 0 0,-3 2 1 16,3 1-29-16,0 5-7 0,-3 0-1 0,3 2 0 15,0-2 2-15,0 0 0 0,0-1 0 0,0 1 0 16,0 0-10-16,0-3 0 0,0 0 0 0,0 3 0 16,-3 0 0-16,3 0 0 0,0 2 0 0,-3 6 0 15,3-3 8-15,0 6 0 0,-3 2 0 0,3-3 0 16,0 0-8-16,-3-4-9 0,3-4 9 0,0 0-13 16,0-2 13-16,0 0 0 0,0 0 0 0,0 0 0 15,-3 2 0-15,3 1 0 0,0 2 0 0,0 0 0 16,0 0 0-16,0 0 0 0,0-2 0 0,0-1 0 15,3-5 21-15,-3 0 7 0,0-2 2 0,3-1 0 16,-3-2-18-16,0 0-3 0,3 0-1 0,-3 0 0 16,0-3-8-16,3 3 0 0,-3-3 0 0,0 0 8 0,0 3-8 0,0-2 0 15,-3 1 9-15,3 1-9 0,-3 0 0 0,3-3 9 0,-3 3-9 0,0-2 0 16,3 1 8-16,-3-4-8 0,0 0 0 0,0-1 0 31,0 1-34-31,3-3-10 0,-3 0-3 0,3-3 0 16,-3-2 17-16,3-3 3 0,0 0 1 0,0 0 0 15,0 0-163-15,0 0-33 0,0 0-6 0</inkml:trace>
  <inkml:trace contextRef="#ctx0" brushRef="#br0" timeOffset="118446.259">17936 11034 1621 0,'3'-3'33'0,"-3"3"10"0,6-2-35 0,-6-1-8 0,3 0 0 0,-3 3 0 16,0 0 76-16,0 0 14 0,0-5 2 0,0 5 1 15,0 0-19-15,0 0-4 0,0 0-1 0,0 0 0 16,0 0-8-16,0 0-1 0,-3 3-1 0,-3-1 0 16,1 4-16-16,2 1-3 0,-3 1-1 0,3 6 0 15,0 2-7-15,0 5 0 0,0 2-1 0,0 1 0 16,3 5-2-16,-3-2 0 0,0 5 0 0,3-3 0 15,-3-3-5-15,3-2-2 0,0 0 0 0,-3 2 0 16,0 1-8-16,3-1-2 0,-3 6 0 0,3 2 0 16,0-2-12-16,0 5 8 0,0 3-8 0,0-3 0 15,0-3 0-15,0-5 0 0,-3 3 0 0,3 0 0 16,0 0 0-16,0-1 8 0,0 6-8 0,3 3 0 16,-3-3 0-16,3 0 8 0,0 0-8 0,0 0 0 15,0-8 15-15,0 1-3 0,0-4-1 0,0 0 0 16,0-4-11-16,3 1 0 0,-3 1 0 0,0-3 0 15,3 3 11-15,-4-3-3 0,1 1-8 0,3-1 12 16,-3 0-12-16,3-5 0 0,0 2 0 0,-3-2 0 16,3-3 0-16,-3 1 0 0,3-6 0 0,-3-1-10 15,3 1 10-15,0-2 0 0,0-1-9 0,-3-5 9 16,3 0-158-16,0-3-27 0,0 1-6 0</inkml:trace>
  <inkml:trace contextRef="#ctx0" brushRef="#br0" timeOffset="119201.366">20220 10994 1337 0,'0'0'56'16,"0"0"-44"-1,0 0 123-15,0 0 25 0,0 0 4 0,0 0 2 0,0 0-61 0,0 0-12 0,0 0-2 0,0 0-1 16,0 0 30-16,0 0 7 0,-3 5 1 0,0 3 0 16,0 3-103-16,3 0-25 0,-3 2 0 0,3 5 0 15,-3 1 30-15,3 2 1 0,-3 3 0 0,3 2 0 16,0 1-16-16,-3-3-3 0,3 5-1 0,0-3 0 16,0 1-11-16,0-4 10 0,0 1-10 0,0 5 10 15,0-2 6-15,0 2 0 0,0 0 1 0,3 5 0 16,-3-2-17-16,0 2 8 0,3-2-8 0,-3 5 0 15,0-8 0-15,0 0 0 0,0 1 0 0,0-1 0 16,-3-5 0-16,3 2 0 0,0 0 0 0,-3 4 0 16,3-4 21-16,0 3 7 0,-3 3 2 0,3 0 0 15,0-6-17-15,0 3-3 0,0-5-1 0,0 0 0 16,3-3 13-16,-3 0 2 0,0-2 1 0,0-1 0 16,0-2-25-16,0-3 0 0,0 3 0 0,0-3 0 15,0 1 12-15,0-4-4 0,0 3 0 0,0 1 0 16,0-4-8-16,0 3-11 0,0-2 3 0,0 2 0 15,0-2 8-15,0-1 0 0,0-2 0 0,0 3 0 16,3-3 0-16,-3 0 0 0,0 0 0 0,0-3 0 16,3 0 0-16,-3-5 0 0,0 3 0 0,0-3 0 15,0 0 0-15,0 0 0 0,0 0 0 0,0 0 0 16,6-3-172-16,0-5-32 0,0 1-6 0</inkml:trace>
  <inkml:trace contextRef="#ctx0" brushRef="#br0" timeOffset="120213.084">22229 10256 2340 0,'0'0'66'0,"0"0"15"0,-3-5-65 0,3 5-16 0,0 0 0 0,0 0 0 15,-3-3 88-15,3 3 15 0,0 0 2 0,0 0 1 16,0 0-35-16,0 0-7 0,0 0-2 0,0 0 0 16,0 0-18-16,-3 3-4 0,3-3-1 0,-6 8 0 15,3 2-11-15,3 1-1 0,-3 2-1 0,0 5 0 16,3-2-14-16,0 5-2 0,-3-2-1 0,3 2 0 15,0 0-9-15,-3-2 0 0,3-1 0 0,0 4 8 16,-3-7-8-16,3 1 0 0,0 0 0 0,0 0 0 16,-3-3 0-16,3 3 0 0,0-3 0 0,0 1 0 15,0-1 0-15,0 0 0 0,0 0 0 0,0 1 0 16,-3-4 0-16,3 1 0 0,0-3-14 0,0 0 5 16,0 0-147-16,0-3-28 0,0 0-7 0</inkml:trace>
  <inkml:trace contextRef="#ctx0" brushRef="#br0" timeOffset="120995.375">20800 10409 1578 0,'0'0'44'0,"-6"6"12"16,6-6-45-16,0 0-11 0,0 0 0 0,0 0 0 16,0 0 93-16,-3 2 17 0,3-2 3 0,0 0 1 15,0 0-22-15,0 0-5 0,0 0-1 0,0 0 0 16,0 0-22-16,0 0-4 0,3-2 0 0,0-4-1 16,0 4-11-16,3-4-1 0,0 1-1 0,3 2 0 0,-3-2-6 0,3 3 0 0,0-4-1 15,0 4 0 1,-1-1-9-16,1 0-2 0,3 1 0 0,-3-1 0 0,0 0-9 0,0 1-3 0,3 2 0 0,-3-3 0 15,-3 3-2-15,3 0-1 16,-3 3 0-16,0-1 0 0,0-2-5 0,0 3-8 16,-3 2 11-16,3 1-11 15,-6-4 10-15,3 6-10 0,-3 0 8 0,0 0-8 0,0 3 8 0,0-3-8 16,-3 2 8-16,0 1-8 0,0 2 0 0,-3-2 0 0,0 2 0 0,-3-3-11 16,0 4-11-16,0-4-2 0,-3 1-1 0,0-1 0 31,0 1-2-31,3 0 0 0,-3-4 0 0,3 1 0 0,1-2 13 0,-1 2 2 0,3 0 1 0,-3-3 0 15,6 0 11-15,-3 0-8 0,6 1 8 0,0-6-8 16,0 0 8-16,0 0-8 0,0 5 8 0,3 0-8 16,-3-5 8-16,6 6 0 0,3-4 0 0,-3 1 0 15,5-3 0-15,-2 3 0 0,3-3 10 0,0 0-10 16,0 0 8-16,0-3-8 0,3 3 0 0,-3 0 9 16,0-3-9-16,3 1 0 0,-3 2 0 0,-1-3 0 15,4 0-15-15,-3 1-5 0,3 2 0 0,-3-3-1 16,-3 3-141-16,3 0-28 0,-3 0-6 15</inkml:trace>
  <inkml:trace contextRef="#ctx0" brushRef="#br0" timeOffset="121687.57">19722 10285 1580 0,'0'0'67'15,"0"0"-54"1,0 0 143-16,0 0 29 0,0 0 6 0,0 0 1 16,0 0-103-16,3-3-20 0,-3 3-4 0,0 0-1 15,0 0 0-15,0 0 0 0,0 0 0 0,0 0 0 16,0 0-51-16,0 0-13 0,0 0 0 0,0 0 0 16,-6 6 24-16,1-1 1 0,-4 3 1 0,0-3 0 0,0 3-18 15,-3 3-8-15,-3-3 8 0,0 2-8 16,-3 1 0-16,3 2 0 0,-6 0 0 0,4 0 0 15,2 1-26-15,-3-4-1 0,0 1 0 0,6-1 0 16,0-2 27-16,0 0 0 0,3 0 0 0,0-2 0 16,3 2 0-16,4-3 0 0,-4 0 0 0,6-5 0 15,0 5 0-15,0-5 0 0,0 0 0 0,0 6 0 16,3-1 0-16,-3-5 0 0,3 5 0 0,2-2 0 0,1 0 0 0,0 2 0 0,3-5 0 0,0 2 0 16,0 1 0-16,3 0-8 0,-3-3 8 0,6 2 0 15,-3-2 0-15,3 0 14 0,0 3-2 0,-1 0 0 16,1-3-2-16,0 0-1 0,3 2 0 0,-3-2 0 15,0 0-9-15,0 0 8 0,-3 0-8 0,0 0 8 16,-1 0-8-16,-2 0 0 0,3 0 0 0,-3 0 0 16,-3-2-23-16,3 2-9 0,-3-3-3 0,0 0 0 15,-6 3-219-15,0 0-44 0</inkml:trace>
  <inkml:trace contextRef="#ctx0" brushRef="#br0" timeOffset="121957.494">19746 10330 2269 0,'-9'-3'64'0,"3"1"15"16,-3-1-63-16,3 0-16 0,1 3 0 0,-1-2 0 15,6 2 105-15,-6 0 19 0,6 0 3 0,0 0 1 16,-6 5-52-16,3 0-9 0,0-2-3 0,0 5 0 16,3 2-32-16,-3 1-6 0,3 0-2 0,-3 5 0 15,3-3 2-15,0 3 0 0,3-3 0 0,-3 3 0 16,0 0-11-16,3-3-3 0,0 0 0 0,-3 0 0 0,3 1-12 0,-3-1 0 0,3 0 0 0,0 0 0 15,-3 0 0-15,3 1 8 16,0-1-8-16,-3 3 0 0,3 0 0 0,0 0 0 0,0 2 0 0,-3 1 0 16,3-1 0-16,-1 1 0 0,1-3 0 0,-3 2 0 31,3-5-36-31,0 1-11 0,0-4-1 0,-3 3-1 16,3-5-95-16,0 0-18 0,-3 0-4 0</inkml:trace>
  <inkml:trace contextRef="#ctx0" brushRef="#br0" timeOffset="122773.03">18582 10470 2066 0,'-12'-5'43'0,"12"5"10"0,-2-3-42 15,-4 3-11-15,6 0 0 0,-6-2 0 16,0 2 104-16,0 0 20 0,0 0 3 0,0 2 1 0,0 1-52 0,0 0-9 0,-3-1-3 0,3 4 0 16,-3-1 0-16,3 0 0 0,-3 0 0 0,-3 3 0 15,3 0-51-15,-3 3-13 0,4-1 0 0,-1 1 0 16,-3 0 0-16,3-1 9 0,-3 1-9 0,3 2 8 15,0 0-16-15,0 0-4 0,0 1-1 0,3 2 0 32,3-3-13-32,0 3-2 0,0 0-1 0,6-3 0 0,-3 3-11 0,3-3-3 0,3 0 0 0,0 0 0 15,3-2 11 1,0-3 3-16,0 0 0 0,3-3 0 0,-3-2 17 0,3 2 3 0,-3-5 1 0,2 3 0 16,-2-3 8-16,3-3 0 0,0 3 0 0,-3-5 0 15,-3 2-12-15,3 0 2 0,-3 1 1 0,-3-1 0 16,0-2 9-16,0 0 0 0,-3-1 0 0,0 1 0 15,-3-3 49-15,0 0 12 0,-3 0 3 0,3 0 0 16,-6-2-52-16,3-1-12 0,-3-2 0 0,0 2 0 16,-3-2 54-16,0 0 8 0,1 0 2 0,-4-3 0 15,3 2-52-15,-3 1-12 0,0 0 0 0,-3 0 0 16,6 0-9-16,0-1-5 0,0 1-1 0,1 0 0 16,2 0 24-16,3 2 5 0,0-2 1 0,0 0 0 15,3-1-15-15,0 4-18 0,3-3 4 0,3-1 1 16,-3-2 13-16,6 3 8 0,0 0 0 0,3 0-8 0,3 2 10 15,2 3-10-15,-2-2 8 0,6 4-8 16,0 1 0-16,-3 2 0 0,3 3 8 0,0-2-8 0,-3 4 9 0,-1 1 0 0,4 2 0 0,-6 1 0 16,-3 2-9-16,0 2-11 15,0 3 3-15,-3 1 0 0,0-1 8 0,-3 3 0 0,0 0 0 0,0 2 0 16,-3-2 0-16,0 0 0 0,3 0 0 16,-6 0 0-16,0-3 0 15,0 0 0-15,0 0 0 0,-3 1 0 0,0-1-53 16,-3-3-9-16,3 1-2 0,-3 2 0 15,0-2 0-15,0 2 0 0,-3-2 0 0,0-1 0 16,1 1-102-16,-1-1-21 0,0-2-4 0</inkml:trace>
  <inkml:trace contextRef="#ctx0" brushRef="#br0" timeOffset="123380.395">17201 10489 1094 0,'0'0'23'0,"6"0"5"0,-3 0-28 0,-3 0 0 0,6 0 0 0,0 0 0 15,-3 0 56-15,3 0 7 0,0-3 1 0,0 3 0 16,-3-3 0-16,3 3 0 0,-3 0 0 0,0-2 0 16,-3 2 0-16,6 0 0 0,-6 0 0 0,3 0 0 15,-3 0 0-15,0 0 0 0,0 0 0 0,0 0 0 16,3 2 51-16,-3-2 10 0,6 3 3 0,-6-3 0 16,0 0-52-16,0 5-9 0,0-5-3 0,3 6 0 15,-3-6 0-15,0 5 0 0,0 0 0 0,0 3 0 16,0-3-51-16,-3 3-13 0,6-2 0 0,-3 2 0 15,0 0 0-15,0 0 0 0,0-1 0 0,0 4 0 16,0 0 0-16,0 2 0 0,0 0 0 0,-3 0 0 16,3 3 0-16,0 0 0 0,0 3 0 0,-3 2 0 15,3-3 0-15,0 1 0 0,0-1 0 0,0 1 0 16,3-1 0-16,-3-2 0 0,0 3 0 0,3-6 0 16,-3 0 0-16,3 0 0 0,-3-2 0 0,0 0 0 15,3-1-48-15,-3-2-13 0,0 0-3 0,3 0 0 16,-3 0 52-16,3-3 12 0,-3 1 0 0,0-6 0 15,3 2-156-15,-3-2-29 0,5 0-6 0</inkml:trace>
  <inkml:trace contextRef="#ctx0" brushRef="#br0" timeOffset="123845.304">17585 10550 2055 0,'-9'-8'43'0,"9"8"9"0,-6-3-41 15,0 0-11-15,3 3 0 0,3 0 0 16,-6-2 107-16,6 2 19 0,-5-3 4 0,5 3 1 0,0 0-54 0,0 0-10 0,-6-3-3 0,6 3 0 16,0 0-51-16,-3 6-13 0,3-6 0 0,-6 2 0 15,0 4 54-15,3-1 8 0,-3 3 2 0,3-3 0 16,-3 3-52-16,3 0-12 0,0 3 0 0,-3-1 0 16,3 1 0-16,-3 5 0 0,3-3 0 0,-3 3 0 15,3 2 0-15,0-2 0 0,3 3 0 0,-3-1 0 16,3-2 0-16,3 0 0 0,-3 0 0 0,3 0 0 15,3-3-48-15,-3 0-13 0,3-2-3 0,0-1 0 16,3 1 52-16,-3-3 12 0,6 0 0 0,-3-3 0 16,0 3 0-16,-1-3 0 0,1-2 0 0,3 2 0 15,-3 1 0-15,0-4 0 0,3 1 0 0,0 0 0 16,-3-3-54-16,3 2-8 0,-3-2-2 0,0 0 0 16,0 0 64-16,0 0 0 0,-1-2 16 0,-2 2-3 15,0-6-13-15,0 4-16 0,0-1 3 0,-3-2 1 16,0-1 51-16,0 1 10 0,0 0 3 0,-3-3 0 15,0 0-12-15,0 0-1 0,0 0-1 0,0 0 0 16,-3-3-5-16,3 1-1 0,-3-1 0 0,0 3 0 16,0 0-5-16,0 1-2 0,-3 1 0 0,0 1 0 15,0 0-10-15,-2 2-3 0,-1 0 0 0,0 1 0 16,-3 2-12-16,-3 2 9 0,0 1-9 0,-3 0 8 0,0 2-8 0,0 0 0 0,1 3-10 16,-4 3 10-1,0-3-97-15,3 2-14 0,-3 1-2 0</inkml:trace>
  <inkml:trace contextRef="#ctx0" brushRef="#br0" timeOffset="142553.172">17457 11486 1302 0,'0'0'36'0,"0"0"10"0,0 0-37 0,0 0-9 0,0 0 0 0,0 0 0 15,0 0 56-15,-3-2 8 0,3 2 3 0,0 0 0 16,0 0 37-16,0 0 7 0,0 0 1 0,0 0 1 16,0 0-27-16,0 0-6 0,0 0 0 0,-6 0-1 15,6 0-12-15,0 0-3 0,-6 5 0 0,0 0 0 16,3-2 0-16,-3 5 0 0,4-3 0 0,-4 3 0 15,3-3-51-15,0 3-13 0,0 0 0 0,3 3 0 16,-3-1 54-16,3-2 8 0,0 3 2 0,-3-1 0 16,3 1-52-16,0 2-12 0,3-2 0 0,-3 2 0 15,0-2 0-15,3-1 0 0,0 3 0 0,0-2 0 16,-3 0 24-16,3-1 1 0,-3 1 1 0,3-1 0 16,-3 1-18-16,0 0-8 0,0-1 0 0,0 1 8 15,0-1 22-15,0 1 4 0,0 0 1 0,0-1 0 16,-3 1-35-16,3-3 0 0,0 2 0 0,0 1 0 15,-3-1-13-15,3-2-10 0,0 3-1 0,0-3-1 16,0 0 25-16,0 0 0 0,0 0 0 0,0 0 0 16,0-3-36-16,0-5-3 0,0 5 0 0,0-5 0 15,0 0-123-15,0 0-25 0,6 3-5 0</inkml:trace>
  <inkml:trace contextRef="#ctx0" brushRef="#br0" timeOffset="144704.139">19651 11539 1440 0,'3'-2'60'0,"-3"2"-48"15,3-6 72-15,-3 6 13 0,3-2 3 16,-3 2 1-16,0 0 22 0,0 0 4 0,0 0 1 0,0 0 0 16,0 0-52-16,0 0-9 0,6 2-3 0,-6-2 0 31,3 6 0-31,0-1 0 0,0 0 0 0,0 6 0 0,0-1-51 0,0 4-13 0,0-4 0 0,0 6 0 16,0 3 32-16,0-4 3 0,0 1 1 0,3 3 0 15,-3-1-25-15,0 3-11 0,0-2 10 0,-1 5-10 16,1-3 24-16,0 0 0 0,0 3-1 0,0 0 0 15,0 0-35-15,-3-3-6 0,3 3-2 0,-3-1 0 16,3-1 20-16,-3-4 0 0,3 3 0 0,-3-5 0 16,3 0-17-16,-3 0 3 0,0-6 1 0,0 1 0 15,0 0-20-15,0-1-4 0,-3-2-1 0,3-3 0 16,-3 1-66-16,3-6-12 16,0 5-4-16</inkml:trace>
  <inkml:trace contextRef="#ctx0" brushRef="#br0" timeOffset="145453.249">20999 11415 1421 0,'0'0'60'15,"0"0"-48"-15,0 0 117 0,0 0 24 16,-3-5 5-16,3 5 1 0,0 0-67 0,0 0-14 0,0 0-2 0,0 0-1 16,0 0 16-16,0 0 3 0,0 0 1 0,0 0 0 31,0 0-34-31,0 0-6 0,0 0-2 0,0 0 0 0,0 7-13 0,0 1-4 0,3 0 0 0,-3 6 0 16,0-1-16-16,3 3-4 0,-3 2-1 0,0 3 0 15,3 1-15-15,-3 1 11 0,0 1-11 0,0 3 10 16,3-6-10-16,0 3 0 0,0-3 0 15,-3 3 0-15,3-3 0 16,-3-3 0-16,0 3 0 0,3-2 0 0,-3 0 0 0,3-1 0 0,-3 1 0 0,3-1 0 16,0-2-11-16,-3 2-1 0,3-2 0 0,-3 3 0 31,3-6-11-31,-3 3-2 0,3-5-1 0,-3-1 0 0,3 1-60 0,0-6-12 0,-3 3-2 0</inkml:trace>
  <inkml:trace contextRef="#ctx0" brushRef="#br0" timeOffset="146037.788">22151 11391 1337 0,'0'0'56'0,"0"0"-44"15,0 0 92-15,0 0 20 0,0 0 3 0,0 0 1 16,0 0 0-16,0 0 0 0,0 0 0 0,0 0 0 15,0 0-52-15,0 0-9 0,0 0-3 0,0 0 0 16,0 0 0-16,0 0 0 0,0 0 0 0,0 5 0 16,-3 1-51-16,0 2-13 0,0 2 0 0,0 1 0 15,0 2 54-15,1 0 8 0,-1 6 2 0,0-1 0 16,0 3-52-16,0 1-12 0,0 1 0 0,0 1 0 16,0-3 0-16,3 1 0 0,-3-1 0 0,3-3 0 15,0 1 0-15,0-1 0 0,0-2 0 0,3 0 0 16,0 0 0-16,0-3 0 0,0 0 0 0,0 1 0 15,0-1 0-15,0-3 0 0,0 4 0 0,-1-1 0 16,1-3 0-16,0 1 0 0,0-3 0 0,0 3 0 16,0-1-100-16,0-2-22 0,0 0-5 15</inkml:trace>
  <inkml:trace contextRef="#ctx0" brushRef="#br0" timeOffset="148806.034">18454 11494 1668 0,'0'0'35'0,"0"0"7"0,0 0-34 0,0 0-8 0,0 0 0 0,0 0 0 16,-6 0 108-16,1 0 19 0,-1 3 4 0,0-3 1 15,0 3-33-15,-3-1-7 0,3 3 0 0,-3-2-1 16,0 2-30-16,3-2-5 0,-3 2-2 0,0 1 0 16,0 2-27-16,0-1-6 0,0 1-1 0,0 0 0 15,0 6-20-15,1-1 0 0,-1 3 0 0,0 0 0 16,0 2 0-16,0 1 0 0,3-4 0 0,-3 7 0 16,0-4 0-16,3 1 0 0,3 2 0 0,-3-3 0 15,3 4 0-15,3-4 0 0,-3 1 0 0,3 2 0 16,0-3 0-16,3 1 0 0,3-1 0 0,0 1 0 15,3-3 0-15,0-3 0 0,3 0 0 0,0 0 0 16,0-5 0-16,2 0 0 0,1 0 0 0,0-5-12 16,3 0 12-16,0-3 0 0,0-3-9 0,0 0 9 15,0-2 0-15,-1-3 0 0,-2-3 0 0,3 1 0 16,0-3 0-16,-6-3 10 0,3 0-1 0,-3-3 0 16,0 1 22-16,0-1 4 0,-1 1 1 0,-2-3 0 0,0-1 7 0,-3 4 1 0,3-1 1 0,-6 1 0 15,3-1-16 1,-3 1-3-16,-3 2-1 0,3-3 0 0,-3 4-9 15,-3-1-1-15,0-3-1 0,0 3 0 0,0 3-6 0,-3 0 0 0,0 0-8 0,0 2 12 32,0 0-12-32,-3 3 0 0,0 1 0 0,-2 1 0 15,-4 1-76-15,0 2-20 0,-3 1-5 0</inkml:trace>
  <inkml:trace contextRef="#ctx0" brushRef="#br0" timeOffset="153556.518">18773 14386 1579 0,'-6'3'32'0,"0"0"10"0,0-1-34 0,6-2-8 0,0 0 0 0,0 0 0 16,0 0 53-16,0 0 9 0,0 0 2 16,0 0 0-16,0 0-52 0,0 0-12 0,0 0 0 0,0 0 0 15,0 0 44-15,0 0 7 0,3-2 1 0,3-1 0 16,3 0-32-16,0 1-7 0,3 2-1 0,0-3 0 15,0 0 30-15,2 1 6 0,1-1 0 0,3-2 1 16,0 2-33-16,3 0-6 0,-3 1-2 0,3-3 0 16,-1 2-8-16,-2-2 8 0,0 2-8 0,6-2 8 15,-3-1-8-15,3 1 0 0,-1 0 9 0,7-1-9 16,0-1 16-16,0 4 0 0,2-2-1 0,4-1 0 16,-3 1-7-16,0 0-8 0,2-1 11 0,1 1-11 15,0 0 8-15,3 0-8 0,-1 2 0 0,7-2 0 16,-3-1 8-16,2 1-8 0,1 0 9 0,2 2-9 15,-2-2 14-15,0 2-3 0,-1-2-1 0,7 2 0 16,-3-2-2-16,2 2 0 0,4-2 0 0,2 2 0 16,-2 1 7-16,-3-4 1 0,5 6 0 0,1-2 0 15,-4-1-3-15,4 0 0 0,-1 1 0 0,4 2 0 16,-1-3-13-16,1 1-13 0,2-1 2 0,1 0 1 16,-4 3 33-16,1-2 6 0,-3-1 2 0,5 0 0 15,-5 3-31-15,5-2 8 0,4-1-8 0,-1 0 0 0,-2 1 0 0,-4 2 0 16,1-3 8-16,5 0-8 15,-5 1 10-15,-1 2-1 0,1-5 0 0,5 2 0 16,-2 0 10-16,-1 1 1 0,4-4 1 0,-1 4 0 0,-5-4-21 0,-4 6-10 0,4-2 1 0,-4-1 0 31,1 0 23-31,0 3 5 0,2-2 1 0,1-1 0 0,-7 0-4 0,1 3 0 0,-4 3 0 0,4-3 0 16,-3 0 0-16,-1 0 0 0,4 0 0 0,-4 0 0 16,-2 3 0-16,-6-3 0 0,-4 2 0 0,1 4 0 15,0-6-8-15,2 2-8 0,-2 1 9 16,0 0-9-16,-6-3 23 0,-4 0-2 0,1 2 0 0,-3-2 0 15,-3 0-11-15,-6 0-2 16,-1 0-8-16,-5 0 12 0,0 0-12 0,-3 0 0 0,-3 0 0 0,-6 0 0 16,0 0-11-16,0 0-8 0,0 0-1 0,-3-5-1 15,-6-3-155 1,-3-3-32-16</inkml:trace>
  <inkml:trace contextRef="#ctx0" brushRef="#br0" timeOffset="154226.678">19425 13537 2579 0,'0'0'73'0,"-3"-5"16"15,3 5-71-15,0 0-18 0,0 0 0 0,0 0 0 16,0 0 71-16,0 0 10 0,0 0 3 0,0 0 0 16,0 0-31-16,-6 2-5 0,0 4-2 0,3 2 0 15,0-1-2-15,0 4-1 0,0 2 0 0,0 6 0 16,0-3-43-16,3 5-16 0,-3 0 1 0,0 3 0 0,3 0 15 0,-3-1 0 0,3 1 0 15,0 3 0-15,-3-3 0 0,3-1 0 0,0 1 0 0,0 3 0 16,0-4 12-16,0 1 1 0,3 0 1 0,-3 3 0 16,0-9-27-16,3 3-6 0,0-2-1 0,-3-3 0 15,3-1 2-15,0-4 0 0,-3 0 0 0,3-3 0 32,0-3-23-32,0-2-5 0,0-1-1 0,-3-2 0 15,6 0-99-15,0-2-20 0,3-4-4 0</inkml:trace>
  <inkml:trace contextRef="#ctx0" brushRef="#br0" timeOffset="154671.047">19892 13481 2553 0,'-3'-5'53'0,"3"5"12"0,-3-5-52 0,0 2-13 0,3 3 0 0,0 0 0 15,-3-3 105-15,-3 1 19 0,6 2 3 0,-6 2 1 16,-3 1-61-16,3 0-12 0,-3 5-3 0,4 0 0 15,-4 2-26-15,0 3-6 0,3 3 0 0,-3 6-1 16,0-4-11-16,0 6-8 0,0 0 12 0,0 2-12 16,0-2 8-16,0 2-8 0,0 1 0 0,-3-3 0 15,3 2 0-15,3 1 0 0,-2-4 0 0,2 4 0 16,3 2-15-16,0-3 0 0,3 4 0 0,3-1 0 16,0-6-16-16,3 1-3 0,0-3-1 0,-1 1 0 15,4-9-14-15,3 0-3 0,0-2-1 0,0-3 0 16,3-3 5-16,-3-2 2 0,3-3 0 0,0 0 0 15,0-6 46-15,2 1 0 0,1-3 12 0,3-3-2 0,-3-2-10 0,0 0 0 16,3-3 0-16,-3 0 0 16,-4-2 0-16,1-1 0 0,-3 1 0 0,0-1 0 0,-3 1 56 0,0 2 10 15,-3 0 2-15,-3 0 0 0,-3 3-9 0,0 0-2 0,-3-1 0 16,0 4 0-16,-6 2-17 0,0 0-4 0,0 5-1 0,-3-2 0 16,0 2-3-16,-3-2 0 0,-2 5 0 0,-1 0 0 15,0 0-32-15,0 3 0 0,-3 2 0 0,3 0 0 16,0 3-16-16,1 0-3 0,-1 3-1 0,0-1 0 31,3 1-29-31,-3 2-7 0,3 0 0 0,0 0-1 0,0 1-147 0,4 2-30 0,2-1-6 0</inkml:trace>
  <inkml:trace contextRef="#ctx0" brushRef="#br0" timeOffset="155476.658">21133 13542 2310 0,'0'0'48'0,"0"0"11"0,0 0-47 0,0 0-12 0,0 0 0 0,0 0 0 16,0 0 104-16,-6 3 20 0,0 2 3 0,-2 0 1 16,2 3-52-16,-3 0-11 0,0 0-1 0,-3 3-1 15,0 2-29-15,3 0-6 0,-3 1 0 0,0 1-1 16,0-1-16-16,-3 2-3 0,3-1-8 0,1 1 12 15,-1 0-12-15,0 0 0 0,3 0 0 0,-3-3 0 16,6 3-16-16,0-3 1 0,3 3 0 0,0-3 0 16,6 1-28-16,-3-4-5 0,6 1-2 0,0-1 0 15,0-2-10-15,6 0-1 0,-3 0-1 0,3-3 0 16,0-2 32-16,-1-3 6 0,1 0 2 0,0-3 0 16,3 1 10-16,-3-4 1 0,3 1 1 0,-3 0 0 15,-3-3 10-15,3 3 0 0,-3-1 0 0,-3-2 0 16,-3 3 0-16,0-3 0 0,-6 0 0 0,0 0 0 15,-3-2 49-15,-6 2 12 0,0-3 3 0,0-2 0 16,-6 2-64-16,0-2-15 0,-3 0-1 0,-2 0-1 0,-4-3 33 16,0-3 6-16,-3 3 2 0,0-7 0 15,4 1 5-15,-1 1 2 0,3-3 0 0,0 1 0 0,6-1-4 16,3 3-1-16,7 2 0 0,-1 1 0 0,3 2 6 16,3 0 0-16,3 0 1 0,0 3 0 0,6 2-21 0,3-2-4 0,-1 2 0 0,7 3-8 31,3 1 14-31,3 1-4 0,3-2-1 0,3 3 0 0,-4 2 4 0,4 1 1 0,0-1 0 0,0 3 0 15,-3 3-14-15,-1-1 0 0,1 4 0 0,-3-1 0 16,0 3 0-16,0 0 0 0,-3 0 0 0,0 2 0 16,-4 1 9-16,-5 0-9 0,0-1 8 0,-3 3-8 15,0 3-12-15,-6-3-8 0,-3 3-2 0,0 0 0 16,0 0-19-16,-3 0-4 0,3 2-1 0,-3-2 0 16,0-2-168-1,0-1-34-15,0-3-6 0</inkml:trace>
  <inkml:trace contextRef="#ctx0" brushRef="#br0" timeOffset="156342.3">22291 13328 1580 0,'0'0'67'0,"0"0"-54"15,0 0 92-15,0 0 19 0,0 0 3 0,0 0 1 16,0 0 0-16,0 0 0 0,3 5 0 0,-3-5 0 15,3 5-52-15,-3-5-9 0,3 3-3 0,-3-3 0 16,3 5 0-16,-3-5 0 0,0 6 0 0,0-6 0 16,-3 5-51-16,0 0-13 0,0 3 0 0,-3-2 0 15,-3-1 0-15,3 3 0 0,-3-3 0 0,1 3 0 16,-4 0 0-16,0 0 0 0,0 0 0 0,0 0 0 16,-3 0 0-16,-3-3 0 0,0 3 0 0,0-3 0 15,4 3 0-15,-1-3 0 0,0 1 0 0,3 2 0 0,0-3 0 16,3 0 0-16,0 1 0 0,3-1 0 15,3 0 8-15,3-5-8 0,-3 5 11 0,3-5-11 16,0 0 0-16,0 6 0 0,3-1 0 0,0 0-12 16,3 1 12-16,0-1 0 0,0 0 0 0,0 0 0 15,3-2 0-15,0 2 0 0,0-2 0 0,3 0 0 16,-3-1 0-16,3 1 0 0,2 0 0 0,-2-1 0 0,0 1 0 0,3-3 0 0,0-3 0 16,-3 1 0-1,0-1-54-15,3 0-8 0,0-5-2 0,-1 3 0 16,1-3 0-16,0 0 0 0,3-2 0 0,-3-1 0 15,-3 0-22-15,3 4-5 0,-3-4-1 0,0 0 0 16,-4 1 34-16,-2-1 6 0,0 1 2 0,-3-1 0 0,0 0 50 0,-6 1 12 0,0-3 2 0,0 2 0 16,-3 0 91-16,1 4 19 0,-1-4 3 0,-3 6 1 15,3-1-52-15,-3 1-9 0,3 0-3 0,-3 2 0 16,3 0 0-16,0 3 0 0,6 0 0 0,-6 0 0 16,6 0 0-16,0 0 0 0,-6 3 0 0,3 5 0 15,0-3-28-15,3 3-7 0,0 0-1 0,3 0 0 16,0 3-12-16,0-1-4 0,3 4 0 0,-3-1 0 15,3 5 2-15,0 1 0 0,0 2 0 0,3 3 0 16,-3 2-14-16,0 6 0 0,3 0 0 0,-3 2-10 16,-3-5 10-16,2 0 0 0,1-2 0 0,-3-3 8 15,0-1-8-15,-3-1-15 0,3-4 4 0,-3 3 1 16,0-2-26-16,3-3-6 0,0 2-1 0,0-5 0 16,0-2-178-16,3-3-36 0</inkml:trace>
  <inkml:trace contextRef="#ctx0" brushRef="#br0" timeOffset="156998.397">23107 13338 2269 0,'0'0'64'0,"0"0"15"16,0-5-63-16,0 5-16 0,-3-5 0 0,3 0 0 15,3-1 105-15,-3 4 19 0,3-4 3 0,3 4 1 16,-3-4-103-16,6 4-25 0,0-4 0 0,0 4 0 15,2-1 61-15,1 1 7 0,3-1 2 0,-3 3 0 16,3 0-41-16,0 0-8 0,3 0-1 0,-3 3-1 16,-3-1-11-16,-1 1-8 0,1 2 12 0,-3 0-12 0,-3-2 11 0,0 5-11 0,-3-3 10 0,-3 3-10 15,0 3 0-15,-3-3 0 0,0 2 0 0,-6 1 0 16,0 2-17-16,-3-2-7 0,-2 2 0 0,-1 3-1 31,0-3-18-31,-3 3-3 0,0 0-1 0,0 2 0 16,0-2 16-16,4 3 3 0,-1-1 1 0,0 1 0 15,3-3-11-15,3 0-2 0,0-3-1 0,3 0 0 0,3 0 14 0,0-2 3 0,3-1 1 16,0-2 0-16,0 0 23 0,3 0 0 16,3-2 0-16,-3 1 0 0,6-1 0 0,0-1 0 15,0 0 0-15,3-2 0 0,3 0 14 0,-1 2 7 0,4-5 2 0,3 3 0 16,0-3-11-16,3 0-3 0,-3-3 0 0,2 3 0 16,1 0-9-16,0-3 10 0,0 1-10 0,0-1 10 15,-1-2 14-15,1 2 2 0,-3-2 1 0,3-1 0 16,0 1-175-16,3 0-36 0</inkml:trace>
  <inkml:trace contextRef="#ctx0" brushRef="#br0" timeOffset="157466.069">24101 13127 2024 0,'6'-19'42'0,"-6"14"10"0,3-3-41 16,0 0-11-16,0 3 0 0,0-3 0 0,0 3 108 0,0 2 20 0,-3 3 4 0,0 0 1 15,0 0-34-15,0 0-7 0,0 0-2 0,0 0 0 16,0 0-25-16,3 5-5 0,-3 1 0 0,3 1-1 16,-3 4-23-16,0 2-4 0,0 3 0 0,0 0-1 15,-3 5-10-15,3 3-1 0,0 0-1 0,-3 5 0 16,3-3-10-16,0-2-1 0,-3 0-8 0,3 2 12 15,0-2-12-15,-3 0 8 0,3-3-8 0,0 6 0 16,0-3 0-16,3 2 0 0,-3 0 0 0,3-2 0 16,0 3 0-16,-3-3 0 0,3-1 0 0,0-1 0 15,0-4 0-15,-3-2-15 0,3 0 2 0,0-3 0 16,0 0-39-16,-3-2-8 0,0-3-2 0,3 0 0 16,-3 0-104-16,0 0-21 0,0 0-4 0</inkml:trace>
  <inkml:trace contextRef="#ctx0" brushRef="#br0" timeOffset="158272.119">23425 14140 1579 0,'0'0'32'0,"0"0"10"15,0 0-34-15,0 0-8 0,0 0 0 0,3-2 0 16,-3 2 53-16,6 0 9 0,0 0 2 0,-3-3 0 16,3 3 0-16,0-3 0 0,-3 3 0 0,3 0 0 15,0 0-52-15,3 0-12 0,-3 0 0 0,3 0 0 16,0 3 54-16,3-3 8 0,0 3 2 0,-1-3 0 0,7 0-64 15,0 2-12-15,0-2-2 0,3 0-1 0,0 3 15 0,3-3 0 0,-1 0 0 0,1 0 10 32,0 3 1-32,0-3 0 0,3 0 0 0,-4 2 0 0,4 1-11 0,3-1 0 0,3 1 0 0,-1 0 0 15,7-3 29-15,0 0 4 0,5-3 1 0,1 3 0 16,-3-3-25-16,-4 3-9 0,1 0 0 0,3 0 9 16,0 0 15-16,-4-2 2 0,4 2 1 0,3 0 0 15,-7-3-41-15,1 3-8 0,0-2-2 0,-1 2 0 16,-5 0 33-16,0 0 7 0,0 0 0 0,-4 2 1 15,4-2-6-15,-3 3-2 0,3-3 0 0,-4 0 0 16,1 0 3-16,-6 0 0 0,0 0 0 0,0 2 0 16,-4-2 0-16,-2 0 0 0,-3 3 0 0,-3-3 0 15,0 3 2-15,-3-3 1 0,-3 0 0 0,0 2 0 16,0-2 0-16,-6 0 0 0,0 0 0 0,0 0 0 16,0 0 7-16,0 0 2 0,0 0 0 0,0 0 0 15,0 0-12-15,0 0-1 0,0 0-1 0,0 0 0 16,0 0-10-16,0 0 0 0,0 0 0 0,0 0 0 15,0 0 0-15,0 0 0 0,0 0-12 0,0 0 12 16,0 0-52-16,0 0-2 0,0 0-1 0</inkml:trace>
  <inkml:trace contextRef="#ctx0" brushRef="#br0" timeOffset="159323.359">19446 14884 1805 0,'0'0'76'0,"0"0"-61"15,0 0 94-15,0 0 19 0,0 0 4 16,0 5 1-16,0 3-4 0,0 0-1 0,0-3 0 0,0 6 0 16,0-3-52-16,0 2-10 0,-3 1-2 0,3 2-1 31,0-2-23-31,-3 2-4 0,3 0 0 0,-3 0-1 0,3 3-16 0,-3 3-3 0,0-1-1 0,0 3 0 16,3 3-15-16,-3 0 8 0,0 0-8 0,0 5 0 15,3-3 0-15,0-2 0 0,-3 3 0 16,3-3 0-16,0-1 8 0,-3-4-8 0,3 2 0 0,0-2 0 15,0-4 0-15,-3 1 0 0,3 0 0 0,0-3 0 16,-3 1 0-16,3-1 0 0,0-2 0 0,0-1 0 16,-3 1 0-16,3-3 0 0,0-3 0 0,0 3-10 15,0-8-31-15,0 2-7 0,0-2 0 0,0 0-1 16,0 0-87-16,3 3-18 0,3-6-3 0</inkml:trace>
  <inkml:trace contextRef="#ctx0" brushRef="#br0" timeOffset="160389.511">21002 14905 2462 0,'-9'5'52'0,"-2"-2"10"0,-1 2-50 0,3 0-12 0,-3 1 0 0,0-1 0 16,0 3 76-16,0-3 13 0,-3 3 3 0,3 0 0 15,3 0-32-15,-3 0-7 0,4-3-1 0,-4 3 0 16,6 3-35-16,-3-3-7 0,3 2-2 0,0 1 0 16,6 0-8-16,-3 2 0 0,3 0 0 0,0 0 0 15,0 3 0-15,3 0 0 0,3 0 0 0,0 2 0 16,3-2-32-16,0-3-8 0,0 3-1 0,2-2-1 16,1-4-5-16,0 1-1 0,3-3 0 15,-3-3 0-15,3 0 8 0,-3-2 2 0,3-3 0 0,-3 0 0 16,0 0 38-16,-1-3 12 0,1-2 0 0,0 0 0 0,0-1-12 15,-3-2-17-15,0-2 4 0,3-1 1 16,-3-2 59-16,0 2 12 0,-3-4 2 0,3 1 1 0,-3 1-6 0,-3-3 0 0,3 3-1 16,-6 0 0-16,3-3-5 0,-3 3-1 15,-3-1 0-15,3 1 0 0,-3 0-14 0,-3 2-3 0,3 1-1 0,-6 2 0 16,3-3-11-16,-3 1-1 0,0-1-1 0,0 3 0 16,-3 3-8-16,3-3-2 0,-3 3 0 0,0-1 0 15,-3 4-8-15,1 2 0 0,-1-3 0 0,-3 6 0 31,3-3-30-31,-3 2-8 0,0 1-2 0,0 0 0 16,3 2-133-16,4-2-27 0,2-1-6 0</inkml:trace>
  <inkml:trace contextRef="#ctx0" brushRef="#br0" timeOffset="161033.932">22440 14767 1789 0,'0'0'76'16,"0"0"-61"-1,0 0 109-15,0 0 21 0,0 0 5 0,0 0 1 16,0 0-30-16,0 6-5 0,0 2-2 0,0-1 0 16,-3 1-40-16,3 3-8 0,0 0-2 0,-3 4 0 15,3-1-51-15,0 2-13 0,-3-1 0 0,3 1 0 16,0 0 0-16,0 0 0 0,0 0 0 0,0 2 0 16,0-2 34-16,0 0 4 0,0 0 1 0,0 0 0 15,0 0-39-15,0 0 0 0,0 2 0 0,0-2 0 16,3 0-26-16,-3-3-10 0,0 3-1 0,3 0-1 15,-3-3 22-15,3 0 5 0,-3 3 1 0,3-5 0 16,0-1-35-16,-3 1-7 0,3-3-2 0,0 0 0 16,0-3-32-16,0 1-6 0,3-4-2 0</inkml:trace>
  <inkml:trace contextRef="#ctx0" brushRef="#br0" timeOffset="161461.76">23271 14802 2066 0,'0'0'43'0,"0"0"10"16,0 0-42-16,0 0-11 0,0 0 0 0,-6-3 0 15,6 3 104-15,0 0 20 0,0 0 3 0,0 0 1 16,0 0-52-16,-6 3-9 0,6-3-3 0,-3 5 0 16,0 0 0-16,3 3 0 0,0 0 0 0,0 3 0 15,0-3 0-15,0 2 0 0,0 1 0 0,3-1 0 16,-3 4-51-16,0-1-13 0,3-3 0 0,-3 4 0 0,0 2 0 15,3-3 0-15,-3 0 0 0,0 0 0 0,3 3 0 0,-3-3 0 16,0 3 0-16,0 0 0 0,0-3 0 0,0 3 0 0,0 0 0 16,0 3 0-16,0-1 0 0,0 1 0 15,0 2 0-15,0-3 0 16,0 4-48-16,0-4-13 0,0 1-3 0,0-4 0 16,0 1-59-16,3-2-12 0,0-4-2 0</inkml:trace>
  <inkml:trace contextRef="#ctx0" brushRef="#br0" timeOffset="161950.093">24092 14701 2269 0,'0'0'64'0,"3"0"15"0,3 3-63 16,-3-1-16-16,0 4 0 0,3-4 0 0,-3 4 105 0,0-1 19 0,-3 3 3 0,3 3 1 16,-3-1-52-16,3 3-9 0,-3 1-3 0,0 1 0 15,0 4-51-15,-3-1-13 0,3 4 0 0,0-1 0 16,0 0 54-16,-3-3 8 0,3 1 2 0,0 2 0 15,0-2-64-15,0-3-20 0,3 2 0 0,-3 1 0 16,3-1 20-16,-3-2 0 0,3 0 0 0,0 2 0 16,3 1 0-16,-3-3-12 0,0 2 12 15,3-2-10 1,-3 0-13-16,3-3-2 0,-3 1-1 0,3-4 0 16,-1 1-30-16,-2-3-7 0,3-3-1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57:12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10778 3829 1208 0,'0'0'51'16,"0"0"-41"-16,0 0 81 0,0 0 16 0,0 0 3 0,0 0 1 16,0 0-22-16,0 0-4 0,0 0-1 0,0 0 0 15,0 0-14-15,0 0-3 0,0 0-1 0,0 0 0 16,0 0-16-16,0 0-3 0,0 0-1 0,0 0 0 31,0 0-18-31,0 0-4 0,0 0-1 0,6 2 0 0,0 1-13 0,0 0-2 0,3-3-8 0,-1 2 12 16,1-2-4-16,3 3 0 0,0-3-8 0,3 5 12 15,-3-5-12-15,3 0 9 0,0 0-9 0,0 0 8 16,0 0 0-16,2 0-8 0,1 0 12 0,3 0-4 16,0 0 3-16,3 0 0 0,3 0 0 0,2-5 0 15,-2 5-3-15,3-3 0 0,0 1 0 0,-1 2 0 16,-2-6-8-16,0 4 0 0,3-1 9 0,-3 3-9 16,2-5 0-16,4 2 0 0,0-2 0 0,2 2 8 15,1 3-8-15,3-5 0 0,0 2 0 0,-1 1 8 16,-2-4-8-16,0 4 0 0,-1-1 0 0,4-2 8 15,0 2-8-15,3-2 0 0,2 2 0 0,1-2 0 16,-1 2 0-16,-2 1 0 0,3-4 0 0,-1 4 0 16,1-1 0-16,3-2 0 0,2 2 0 0,1-2 0 15,-3 0 0-15,2 2 0 0,-2 0 0 0,5 1 0 16,1-1 0-16,-1-2 0 0,4 2 0 0,3 3 0 16,-7-5 0-16,1 2 0 0,-1-5 0 0,7 5 0 15,-4 1 0-15,4-1 8 0,-1 3-8 0,7-2 0 16,-7-1 0-16,1 3 0 0,0-8 0 0,2 8 8 0,-5-5-8 0,5 2 0 0,1 3 0 0,5-8 8 31,-2 5-8-31,-4 1 0 0,7-1 0 0,2 0 0 0,-9 1 0 0,1 2 0 0,-3-5 0 16,5 2 0-1,-5 3 8-15,2-5 1 0,1 5 0 0,2 0 0 0,-2-3-1 0,-4 0-8 0,1 1 12 16,-1-1-4-16,-2 3-8 16,-1 0 0-16,-2 0 9 0,2 0-9 0,-2 0 8 15,3-3-8-15,-1 3 10 0,4 0-10 0,-10 0 8 0,4 0-8 0,-4 0 0 0,7 0 9 16,-3 0-9-16,-1 0 0 0,4 0 0 0,-1 0 0 15,-5 0 10-15,-1 0-10 0,1 0 12 0,0 0-12 16,-4 0 0-16,7 0 0 0,-4 0 0 0,4 0 0 16,-6 0 0-16,-1 0 0 0,-2 0 0 0,6 0 0 15,-4 0 0-15,1 0 0 0,2 0 0 0,1 0 0 16,-3 0 0-16,-4 0 0 0,4 0 0 0,0 0 0 16,-4-2 8-16,4 2-8 0,2-3 0 0,-2 3 0 15,0 0 0-15,-1 0 0 0,-2-3 0 0,6 3 0 16,-7 0 0-16,4-2 0 0,-1 2 0 0,7-6 0 15,-9 4 8-15,2 2-8 0,1 0 0 0,0-5 0 16,-4 2 0-16,1 0 0 0,2 3 0 0,1-2 0 16,0-1 0-16,-1 0 0 0,-2 3 8 0,6-2-8 15,-7 2 8-15,-2 0-8 0,3-6 9 0,-1 4-9 16,1 2 12-16,0-6-3 0,2 6-1 0,1-2 0 16,-7 2 1-16,1-5 0 0,-3 2 0 0,2 0 0 15,1 3 1-15,3-2 0 0,-1-1 0 0,1 0 0 16,-3 3-10-16,-1-2 12 0,1 2-12 0,3-6 12 15,-4 6-12-15,1-2 0 0,0 2 0 0,5-6 0 16,-5 6 0-16,3-2 0 0,-4 2 8 0,4-6-8 16,-6 4 0-16,-1-1 0 0,-2 3 0 0,3-2 8 0,0-1-8 0,2 0 0 0,1 3 0 0,3-2 0 15,-7 2 0-15,-2 0 0 0,0 0 0 16,-1-6 0-16,1 6 0 0,-3 0 0 0,3-2 0 0,-1 2 0 16,-2 0 8-16,6 0-8 0,-4 0 0 0,1 0 8 15,-3 0-8-15,0 0 8 0,-4 0-8 0,1 0 8 16,0 0-8-16,-3 0 0 0,3 0 9 0,2 0-9 15,1 0 0 1,0-6 0-16,-1 6 0 0,4 0 0 0,-3 0 0 0,0 0 0 0,-4 0 0 0,1 0 8 16,0 0-8-16,0 0 0 15,0 0 0-15,-1 0 0 0,4 0 0 0,0 0 0 0,0 0 0 0,2 0 0 16,-2 0 9-16,0 0-9 0,-1 0 12 0,-2 0-12 16,0 0 8-16,-3 0-8 0,3 0 0 0,-1 0 0 15,-2 0 0-15,6 0 0 0,3 0 0 0,-1 0 0 16,1-2 9-16,-3 2-9 0,2 0 0 0,-2 0 9 15,0 0-9-15,-3 0 0 0,2 0 0 0,1 0 0 16,0 0 8-16,3 0-8 0,-1 0 0 0,4 0 8 16,-3 0 0-16,0 0 0 0,-1 0 0 0,1 0 0 15,0 0-8-15,-4 0 0 0,1 0 0 0,3-6 8 16,0 6-8-16,2-2 8 0,1 2-8 0,3-3 8 16,-7 0-8-16,1 1 0 0,0 2 0 0,0-3 0 15,-1 1 8-15,-2 2-8 0,0 0 8 0,5-6-8 16,-2 4 9-16,3 2-9 0,0-6 10 0,-1 1-10 15,-2 2 10-15,-3 1-10 0,-4 2 10 0,4-3-10 0,-3 0 12 0,0 3-4 0,0-5-8 0,5 3 12 32,-5 2-4-32,6-6 0 0,-1 4-8 0,-2 2 12 0,-3-6-4 15,0 6-8-15,-3-2 11 0,-1-1-11 0,-2 0 11 0,-3 1-11 16,0-1 10-16,-3 0-10 0,2 3 10 16,1-5-10-16,0 2 10 0,0 3-10 15,0-5 8-15,0 5-8 0,-3 0 0 0,2-2 9 0,-2 2-9 0,0 0 0 0,0 0 0 0,-3 0 0 16,0 2 0-16,-3-2 0 0,0 0 0 0,2 5 0 15,-2-5 0-15,0 0 0 0,0 0 0 0,0 0 0 32,0 0-27-32,0 0-4 0,3-5-1 0,-3 3 0 15,0-6-167-15,2-3-33 0</inkml:trace>
  <inkml:trace contextRef="#ctx0" brushRef="#br0" timeOffset="1592.196">23047 3448 1060 0,'0'0'22'0,"0"0"5"0,3-3-27 0,0 0 0 0,0-2 0 0,0 3 0 16,3-4 72-16,-3 4 10 0,0-6 2 0,0 2 0 15,0 1-23-15,0 2-4 0,0-2-1 0,0 2 0 16,0-4-11-16,-3 7-2 0,0-8-1 0,0 8 0 16,0-6 11-16,0 6 3 0,0-5 0 0,0 5 0 15,0-3-13-15,0 3-3 0,0 0 0 0,0 0 0 16,0 0-19-16,0 0-4 0,0 0-1 0,0 0 0 16,0 0-7-16,0 0-1 0,0 0-8 0,0 0 12 15,0 0-12-15,0 0 0 0,0 0 8 0,0 0-8 16,0 0 0-16,0 0 0 0,0 0 0 0,0 0 0 15,0 0 12-15,0 0 0 0,0 0 0 0,3 0 0 16,3 3 9-16,0 0 2 0,0-1 0 0,3 1 0 16,0 0 0-16,0-3 0 0,3 2 0 0,2 4 0 0,1-6-1 15,3 2 0-15,3-2 0 0,0 5 0 0,3-5 0 16,2 0 0-16,1 0 0 0,3 0 0 16,0 0-2-16,0 0-1 0,2 0 0 0,7-5 0 0,0 3 0 0,5 2 0 15,7 0 0-15,-1-6 0 0,-2 4-3 0,0-1-1 0,-1-2 0 0,4 2 0 16,0 3-5-1,2-3-1-15,4 3 0 0,2-5 0 0,-2 5 3 16,-4-3 1-16,1-2 0 0,3 5 0 0,-4-3 7 0,1 3 2 0,-4 3 0 0,7-3 0 16,-13 0-14-16,1-3-8 0,0 3 8 0,-1 0-8 15,-2-5 8-15,-3 5-8 0,2 0 10 0,1-2-10 16,-9 4 0-16,-6-2 8 0,-1 5-8 0,-2-5 0 16,-6 0 0-16,0 0 0 0,-6 0 0 0,0 0 0 15,0 0 0-15,-3 3 0 0,-3-3 0 0,0 0 0 16,0 5 0-16,-6-5-13 0,0 0 1 0,0 0 0 15,0 0-40-15,0 0-7 0,0 0-1 0</inkml:trace>
  <inkml:trace contextRef="#ctx0" brushRef="#br0" timeOffset="3487.19">19490 2360 1690 0,'0'0'35'0,"0"0"9"15,0 0-36-15,0 0-8 0,0 0 0 0,0 0 0 16,0 0 103-16,0 0 18 0,3 6 4 0,0-1 1 16,0 3-36-16,0-6-7 0,0 4-2 0,0 2 0 15,0 0-33-15,0 0-6 0,0-1-2 0,-3 4 0 16,3 0-17-16,0 2-4 0,0 3-1 0,0 5 0 16,0-5-10-16,-3 5-8 0,3 3 9 0,0 2-9 0,-3-2 0 0,3 0 8 15,0 2-8-15,-3-5 0 16,3 3 0-16,0-3 0 0,0-2 8 0,0 2-8 0,0 0 0 0,-3 0 0 0,3-5 0 0,-3 6 0 15,0 1 0-15,0 1 0 0,-3 3 0 0,3 4 0 16,-3-2 0-16,0 6 0 0,0-6 0 0,0 8 0 16,0-5 12-16,0 5-3 0,0-3-1 15,-3 11 0-15,3-5 52 0,0 7 11 0,0 9 1 0,3-3 1 16,0-5-58-16,0-1-15 0,0-2 0 0,3 5 0 16,-3 3 0-16,6 3 0 0,-3 5 0 15,0 2 0-15,3-4 0 0,0-7 0 0,0-1 0 16,0 10 0-16,0-8 8 0,3 5 0 0,-3 3-8 0,2 2 12 15,-5-5-12-15,3 3-8 0,-3-3 8 0,0 3-13 16,0-3 13-16,-3 1 0 0,0-1 0 16,-3 3 0-16,3-3 0 0,-3 5 0 0,-3-2 0 0,3 5 0 15,-3-10 0-15,4-3 15 0,-4-3-3 0,3 6-1 16,0-3-11-16,3 5 0 0,-3 3 0 0,3 2 0 16,0-7 0-16,0-3 0 0,0 0 0 0,0 2 0 15,3 1 0-15,0 2 0 0,0 6 0 0,0 7 0 16,0-2 0-16,-1 2 0 0,1 6 0 0,0 5 0 15,0-11 32-15,0 4 8 0,0-4 2 0,3 8 0 16,-3-10-26-16,0 3-4 0,3 2-2 0,0 5 0 16,-3-2-2-16,0-1 0 0,3 7 0 0,0 6 0 15,-3-6 4-15,0 1 0 0,3 1 0 0,-3 10 0 16,-3-10-3-16,3 2 0 0,-3 0 0 0,3 9 0 16,-3-14-1-16,0 0 0 0,-3 0 0 0,3 5 0 15,-3-10 0-15,0-3-8 0,0 3 12 0,0 7-4 16,-3-10-8-16,3 6 10 0,0-3-10 0,-6 10 10 0,6-8 6 15,-3 1 0-15,3 2 1 0,-3 8 0 0,3-14-17 16,0 1-14-16,-3-3 2 0,3 3 1 0,0-11 11 16,0-5 0-16,3-3 0 0,0 6 0 0,0-4 0 0,0 7 8 0,0-1-8 15,0 5 0-15,0-13 0 0,3-5 0 0,0-2 0 0,0 2 8 16,0-3-8-16,0 3 0 0,0 0 0 0,3 0 0 31,-3-11 0-31,3-5 0 0,-3-3 0 0,3-2 8 0,0 0-8 0,0 0 0 0,-3-3 0 0,3 5 0 16,0-7 0-16,-3-1-10 0,3-2 10 0,0 0-10 15,-3-6-12-15,3-5-2 0,0 1-1 0,0-6 0 16,0-6-84-16,-3-4-17 0,3-4-3 0</inkml:trace>
  <inkml:trace contextRef="#ctx0" brushRef="#br0" timeOffset="4608.698">19669 10838 2460 0,'0'0'70'0,"0"0"14"16,3 5-67-16,0 1-17 0,0-1 0 0,3 0 0 0,-3 0 14 0,3 3-1 0,-3-2 0 0,3-1 0 15,0 3 41-15,-3 0 8 0,2 2 2 0,-2 1 0 16,0 2-52-16,0 0-12 0,0 6 0 0,-3 0 0 16,0 2 0-16,-3 3 0 0,3 2 0 0,-3 0 0 15,0 1 0-15,0 2 0 0,3-3 0 0,-2 4 0 31,2-7-100-31,0-1-22 0,0-1-5 0</inkml:trace>
  <inkml:trace contextRef="#ctx0" brushRef="#br0" timeOffset="5870.656">20190 2440 1982 0,'0'0'56'0,"-6"5"12"16,0-5-54-16,3 8-14 0,-3 0 0 0,3 0 0 15,-3 5 20-15,3 3 0 0,0 0 1 0,-3 2 0 16,3 6-11-16,0-3-2 0,0 3-8 0,3 0 12 15,0-3-12-15,0 3 0 0,3-3 0 0,-3-2 0 16,3-1 0-16,0-2 0 0,0 2 0 0,0-7 0 0,0 2 0 0,-3 0 0 0,3-5 8 0,0-5-8 16,-3-3 25-16,0 0 3 0,0 0 0 0,0 0 0 15,0 0 28-15,0 0 5 0,0 0 2 0,0-3 0 16,0-5-15-16,0-7-4 0,0 1 0 0,0-2 0 16,0-5-20-16,3-8-4 0,-3 3 0 0,3-6-1 15,0 3-19-15,3-3 8 16,0-5-8-16,0 3 0 0,0 2 12 15,3 3-12-15,0 0 12 0,-3-6-12 0,2 6 20 0,4 3-4 16,-3-3 0-16,3 0 0 0,3 2 9 0,-3 1 2 16,3 4 0-16,0 1 0 0,0 0-11 0,3 5-1 0,-4 0-1 0,4 3 0 15,-3 0-3-15,3 5-1 0,-3 0 0 0,0 5 0 16,-3-2-10-16,3 5 0 0,-4 0 0 0,-2-5 0 16,0 10 0-16,0-5 0 0,0 5 0 0,-3 3 0 15,0-5 0-15,-3 5 0 0,3 0 0 0,-3 2 0 16,-3 1 0-16,3 2 0 0,-3 0 0 0,0-2 0 15,0 2 0-15,-3 1 0 0,0 1 0 0,0-1 0 16,-3-4 0-16,0 3-16 0,0 3 4 0,-3-2 1 16,0-1-7-16,-3 3-2 0,-2-8 0 0,-1 5 0 15,-3-3 4-15,0 4 1 0,0-4 0 0,-3 1 0 16,0-1 5-16,4 4 1 0,-1-6 0 0,0 0 0 16,0 5-2-16,3-5 0 0,3 5 0 0,0-5 0 15,0 0 11-15,3 0-12 0,3 5 12 0,3-5-12 16,-2 0 12-16,2-6 0 0,3 9 0 0,-3-3 0 15,3 0 0-15,3-3-10 0,-3 3 10 0,3 0 0 16,0 0 10-16,-1-5 9 0,4 5 1 0,0 2 1 16,0-7-21-16,0 2 0 0,3 3 0 0,0 0 0 0,0-5 0 15,3-1 0-15,0 6 0 0,3 0 0 16,0-8-19-16,0 3-8 0,2 2-1 0,1-5-1 16,0 3 29-16,0-3 0 0,3-3 0 0,-3 3 0 0,0 0 0 15,2-8 0-15,-2 8 0 0,-3-8 0 0,3 0 0 0,-6 3 0 0,3 0 0 0,-3-3 0 16,-3 0 0-16,0-3 0 0,-1 1 8 0,1 2-8 15,-3-3 36-15,-3-2 0 0,3 5 0 0,-3-5 0 16,-3 5 1-16,3-5 1 0,-3 5 0 0,0 5 0 16,-3-5-11-16,0 3-3 0,0-1 0 0,3 6 0 15,-9-2-12-15,3 2-2 0,-3 0-1 0,1 2 0 16,-1 4-9-16,0-4 0 0,-3 4 0 0,3 2 0 16,0 0 0-16,0 5 0 0,3 0 0 0,0 3 0 15,3-3-11-15,0 6-1 0,3-1 0 0,0 1 0 16,3-1-8-16,3 1-1 0,0-1-1 0,0-2 0 31,3 0-3-31,0-3-1 0,0 1 0 0,-3 1 0 0,3-7-9 0,3 0-1 16,-4 0-1-16,1 0 0 0,0-3-97 0,3-2-19 0,-3 2-4 0</inkml:trace>
  <inkml:trace contextRef="#ctx0" brushRef="#br0" timeOffset="7319.542">20809 2551 1637 0,'0'-16'34'0,"0"11"8"0,3 2-34 16,-3-5-8-16,3 3 0 0,0 2 0 16,0 3 97-16,3-5 18 0,0 2 3 0,0 3 1 0,3 0-31 0,-3 0-7 0,2 0-1 0,1 3 0 15,-3 2-13-15,3 3-3 0,-3 0-1 0,0-3 0 16,0 6-16-16,0 2-3 0,0-2-1 0,-3 2 0 16,0 3-35-16,-3-3-8 0,3 3 0 0,-3 0 0 15,3 2-9-15,-3-7-4 0,0 7-1 0,0-7 0 16,0 0 14-16,-3-1 0 0,3 3 0 15,0-5 0-15,0-2 0 0,-3 1 0 0,3 1 0 0,0-5 0 16,0-3 0 0,0 0 0-16,0 0 0 0,0 0 0 0,0 0 8 0,0 0-8 0,0 0 12 0,0 0-12 15,0 0 10-15,-3-8-10 0,3-2 8 0,0 4-8 16,0-7 10-16,0 2-10 16,3-2 12-16,0-3-12 0,0 3 17 0,0 0-3 0,3-3-1 0,-3 0 0 15,3 3 3-15,0-3 0 0,0 3 0 0,0 2 0 16,0-2-7-16,0 5-1 0,0 0 0 0,-3 0 0 15,2-2-8-15,1 7 8 0,-3-5-8 0,3 8 8 16,-3-5-8-16,3 2 0 0,-6 3 0 0,6 0 8 16,-6 0 8-16,3 3 0 0,3 2 1 0,-3 3 0 15,3-5-17-15,-3 7-14 0,0 1 2 0,0 2 1 16,0 0 11-16,0-2 0 0,-3 5 0 0,3-3-8 16,0 0 8-16,-3 0 0 0,3 3 0 0,-3-8 0 15,3 3 0-15,-3-1 0 0,0-2 0 0,0 0 0 16,0-2 0-16,0-6 0 0,0 0 0 0,0 0-8 15,0 0 8-15,0 0 0 0,0 0 0 0,0 0 0 16,0 0 8-16,0 0-8 0,0 0 8 0,0 0-8 16,0-6 0-16,0-2 0 0,3-5 0 0,0 2 0 0,0-2 0 15,0 0 0-15,3-3 0 0,0 0 0 16,0 3 9-16,3-3 1 0,0 0 0 0,-1 3 0 16,1 0-10-16,0 2 0 0,0 1 0 0,0 2 0 0,0 0 0 0,0 2 0 0,0 4 0 0,0 2 0 15,-3-5 0-15,3 5 0 0,-3 0 0 0,0 0 0 16,0 0 0-16,-6 0 0 0,3 5 0 0,3 3 0 15,-3 0 0-15,-3 5 0 0,3-5 0 0,-3 5 0 16,0 3 0-16,0-3 0 0,-3 3 0 0,3 0 0 16,-3 0 0-16,3 2 0 0,-3-2 0 0,0 0 0 15,3 0-49-15,0-3-12 0,-3 0-3 0,3 3 0 16,0-8 44-16,3 5 9 0,-3-5 2 0,3 0 0 16,3 0-7-16,-3-2 0 0,5 2-1 0,-2-6 0 15,3 3-17-15,0-5-3 0,3 3-1 16,0-3 0-16,0 0 49 0,3-3 9 0,0 3 3 0,0-5 0 15,0 3-37-15,-1-6-7 0,1 2-2 0,0-2 0 16,0 0 49-16,3 0 10 0,0 1 1 0,-3-4 1 16,0 3-10-16,2-3-3 0,-2 1 0 0,0-1 0 15,0-2-25-15,-3 0 0 0,0 2 8 0,-3-7-8 16,0 7 53-16,0-5 9 0,-3 3 2 0,0 0 0 16,-3 2-52-16,-3-2-12 0,0 5 0 0,0-5 0 15,-3 2 0-15,0 6 0 0,0-3 0 0,0 0 0 16,-3-3 39-16,0 9 5 0,0-6 0 0,-3 8 1 15,3-8-33-15,-3 8-12 0,0-5 0 0,0 5 9 16,-3 0-9-16,3 0 0 0,0 0 0 0,-3 5 0 16,3-2 0-16,-2 2 0 0,2 3 0 0,0-3 0 0,3 3 0 0,-3 3-9 0,3 2 9 0,-3 0 0 31,3 3-20-31,0-3 2 0,3 3 1 0,0-3 0 0,0 3-3 0,3 0 0 0,0-3 0 0,0 3 0 31,3-5-9-31,0 2-3 0,0 0 0 0,3-7 0 16,-3 4 1-16,3-2 0 0,0 0 0 0,0-3 0 0,0 1 17 0,0-4 3 15,0-2 1-15,0 5 0 0,0-5 10 16,0-5 0-16,0 5 0 0,-1-2 8 0,1-1-8 0,0 0 0 16,0-2 0-16,0 2 0 15,0-5 52-15,0 3 10 0,3 2 2 0,-3-4 0 0,3 4-52 0,-3 0-12 0,0-5 0 0,3 3 0 16,-3 2 0-16,0-5 0 0,-3 3 0 0,3 2 0 16,-3 1 0-16,-3 2 0 0,0 0 0 0,0 0 0 15,0 0 0-15,0 0 0 0,3 2 0 0,-3-2 0 16,6 6 0-16,-3-1 0 0,0 0 0 0,-1 3 0 15,1 0 0-15,0-5 0 0,0 7 0 0,0-7 0 16,3 5 0-16,0-3 0 0,-3 3 0 0,3-5 0 16,0 0 0-16,0 4 0 0,3-7 0 0,-3 3 0 15,0 2-10-15,3-5-5 0,-3 0-1 0,0 0 0 16,3 0 16-16,-3 0 0 0,0-5 0 0,-3 2 0 16,3-2 0-16,0 0 0 0,-3 2 0 0,2-5 10 15,-2 0 12-15,0 0 2 0,0 1 1 0,0 1 0 16,0-7 3-16,0 5 0 0,0-3 0 0,0 6 0 15,0-8-9-15,0 5-2 0,0 0 0 0,0 0 0 16,0 3-5-16,-3 2 0 0,0 3-1 0,0 0 0 16,0 0-11-16,0 0 0 0,0 0 9 0,0 0-9 15,6 3 0-15,-3 2 8 0,3 3-8 0,-3 0 0 16,0 0 0-16,0 0 0 0,0 0 0 0,0 0 8 16,0 2-8-16,3-2 0 0,-3 0 0 0,0-2 0 15,0 1 0-15,3-4 0 0,-3 2-12 0,0-2 4 16,-3-3-18-16,3 5-3 0,-3-5-1 0,0 0 0 15,0 0-7-15,6-5-2 0,0 5 0 0,-3-3 0 16,3-5-128-16,-4 1-25 0,1 1-6 0,0-2-1 16,0-5-40-16,0 0-8 0,0-3-1 0,0 0-1 15,0 0-6-15,0 0-1 0,0 3 0 0,0-8 0 0,0 5 205 0,-3 0 41 0,3-5 10 0,-3 5 0 16,3 3 69-16,-3-3 16 0,0 3 3 16,0-3 1-16,0 3 28 0,0 5 6 0,0-5 1 0,0 5 0 15,0 0-65-15,-3 2-13 0,3 6-2 0</inkml:trace>
  <inkml:trace contextRef="#ctx0" brushRef="#br0" timeOffset="7768.652">21913 2535 2066 0,'0'0'43'0,"6"0"10"16,0 0-42-16,0 0-11 0,0 0 0 0,0 0 0 15,0 0 104-15,0 5 20 0,3-5 3 0,-3 8 1 16,3-5-52-16,-3 2-9 0,0 3-3 0,0-3 0 16,0 3 0-16,-1 3 0 0,1 2 0 0,0 0 0 0,0-5-51 15,0 8-13-15,-3-3 0 0,3-2 0 0,-3-1 0 0,0 1 0 0,-3 2 0 0,3-5 0 16,-3 0 0-16,0 0 0 16,0 0 0-16,-3-3 0 0,0 3 0 0,3-8 0 0,-3 3 0 0,3-3 0 31,0 0 0-31,-3 3 0 0,3-3 0 0,0 0 0 0,0 0 0 0,0 0 0 0,0 0 0 0,0 0 0 15,0 0 0 1,-3-6 0-16,3 1 0 0,0-3 0 16,3 0 0-16,0 0 0 0,0 0 0 0,3-5 0 0,3 5 0 15,-3-5 0-15,6 2 0 0,-3 3 0 0,0-2 0 0,0-1 0 0,0 3 0 16,0 3 0-16,0 2 0 0,-1-5 0 0,1 3 0 0,0 5 0 16,-3 0 0-16,3 0 0 0,-3 0 0 0,0 0 0 15,0 5 54-15,0 3 8 0,0-5 2 0,-3 5 0 16,3 0-52-16,0 2-12 0,0 1 0 0,3 2 0 15,-6-2 0-15,6-1 0 0,-3 1 0 0,0-3 0 16,2 2-48-16,-2-2-13 0,0 0-3 16,0 0 0-16,0 0 52 0,0-3 12 0,-3 3 0 0,0-5 0 15,0 2-156-15,-3-5-29 16,6 0-6-16</inkml:trace>
  <inkml:trace contextRef="#ctx0" brushRef="#br0" timeOffset="8857.35">22800 2297 2609 0,'3'-8'54'0,"-3"5"14"0,3 0-55 16,-3 3-13-16,3-7 0 0,-3 7 0 15,0 0 76-15,0 0 13 0,0 0 3 0,0 0 0 16,0 0-56-16,3 7-10 0,0-1-2 0,0 2-1 0,0 2-15 0,0 4-8 0,-3-1 8 0,3-3-8 15,-3 4 0-15,0 1 0 0,-3-1 0 0,3 2 8 16,-3-1-8-16,0 4 0 0,0-1 0 16,0 1 0-16,-3 5 0 0,3-3 0 0,-3 8 0 0,3-8 0 15,0 3-14-15,-3-3-1 0,3 3 0 0,-3-8 0 16,3 0 3-16,0 2 0 0,-2-7 0 0,2-3 0 16,0 2 12-16,0-2 0 0,0-5 0 0,3-3-9 15,0 0 9-15,0 0 0 0,0 0 0 0,0 0 0 16,0 0 0-16,0 0 8 0,0-3-8 0,3-5 11 15,-3-2 0-15,3-1 0 0,0 3 0 0,0-8 0 16,0 3 2-16,-1-5 1 0,-2 2 0 0,3 0 0 16,-3 0-2-16,-3 0-1 0,3 3 0 0,-5-3 0 15,2 8-11-15,-3-5 12 0,-3 5-12 0,3-5 12 16,-3 7-12-16,-3 4 0 0,0-6 9 0,0 8-9 16,0 0 0-16,-3 0 0 0,3 0 0 0,0 8 0 15,-2-8 0-15,2 8 0 0,-3-3 0 0,0 3 0 16,3 0-8-16,0 5 8 0,3-2-8 0,0 2 8 15,0 0-12-15,3 3 2 0,3 0 1 0,0 5 0 16,0-8 9-16,6 3-12 0,0 0 12 0,0 0-12 16,3-3 12-16,0 3-13 0,3-3 5 0,0-2 8 15,0-1-10-15,3 1 10 0,-3-3 0 0,3 3-9 0,3-3 9 0,-3-6 0 0,2 3 0 16,1-2-8-16,3 2 8 0,0-5 0 0,3 0 0 16,0 0 0-1,0-5 0-15,2 2 0 0,1-2 0 0,3 3 0 0,-6-4 0 0,3 1 0 0,-1-3 0 0,-2 0 0 16,0 0 0-1,-3-2 8-15,0-1-8 0,0 0 8 0,-3-2 4 0,-1 5 0 16,-2-8 1-16,0 3 0 0,-3 0 8 0,0 2 2 16,-3-2 0-16,0 0 0 0,0 2 2 0,-6 1 1 0,3-1 0 15,-6 3 0-15,3-5-8 0,-6 5-2 0,3 0 0 0,-3 0 0 16,-3 3-8 0,0 2-8-16,0-2 12 0,0 5-12 0,-2 0 0 0,-1 5 0 0,0-5 0 0,0 8 0 15,3-5 0-15,-3 5 0 0,3 2 0 0,3 6 0 16,0-8-13-16,0 5 3 0,3 3 1 0,0 0 0 15,6 0-6-15,-3 0-1 0,6-3 0 0,-3 3 0 16,6-5-20-16,0 4-4 0,3-4 0 0,0 0-1 16,0-1-17-16,3-2-3 0,-1 0-1 0,1-3 0 15,0-2 9-15,0 0 1 0,0-1 1 0,0-2 0 16,-3-2 33-16,3-1 6 0,-3 3 2 0,-3-3 0 16,-1-2 18-16,1 2 4 0,-3-2 1 0,3 2 0 15,-3-5 24-15,-3 1 5 0,3-4 1 0,0 3 0 16,0-3-10-16,0-2-1 0,3 5-1 0,0-8 0 15,0 3-14-15,0 5-2 0,0-8-1 0,3 6 0 16,-4-1-6-16,1 3 0 0,3-2-8 0,-3 7 12 16,0-5-12-16,0 8 9 0,0 0-9 0,0 0 8 15,-3 0 1-15,3 3 0 0,-3 2 0 0,0 0 0 16,0 3 1-16,0 3 0 0,-3-3 0 0,3 5 0 16,-3 0-10-16,3 0 0 0,-4 3 9 0,1-5-9 15,0 7 0-15,0-7 0 0,0 5 0 0,0-3 8 0,-3 0-8 0,3-2 0 0,-3 0-8 16,3-1 8-16,-3-2 0 0,-3-3 0 0,3 3 0 15,-3-2-8-15,3-6 8 0,-6 8 0 0,6-8 0 0,0 0 8 16,-3 0 14-16,3 0 3 0,0 0 1 0,0 0 0 16,0 0 3-16,0 0 1 0,0 0 0 0,-3-6 0 15,3-2-5-15,0 3-1 0,3-3 0 0,3-3 0 16,0 4-9-16,0-7-3 0,6 1 0 0,3-3 0 16,0 0-12-16,6-5 9 0,3-3-9 0,2 3 8 15,4-5-8-15,0 2 0 0,0 0 0 0,2-2 0 16,-5 7 0-16,0 3 0 0,-3 3-12 0,0 0 12 15,-6 5-44 1,-1 0 0-16,1 0-1 0,-3 0 0 16,-6 0-159-16,0 3-31 0</inkml:trace>
  <inkml:trace contextRef="#ctx0" brushRef="#br0" timeOffset="9971.765">16189 2913 2333 0,'0'0'66'0,"0"0"14"16,0 0-64-16,0 0-16 0,0 0 0 0,0 0 0 16,0 11 34-16,0-1 3 0,0 4 1 0,0-4 0 0,0 9-25 0,0-3-5 15,0 5 0-15,0 0-8 16,0-3 9-16,0 1-9 0,0 0 0 0,0 2 9 15,0-3-9-15,3 1 0 0,-3-3 0 0,0 2 0 0,0-7 17 0,0 2-1 0,0 0-1 0,0-5 0 16,0 0 25-16,0-3 6 0,0-5 1 0,0 0 0 16,0 0-9-16,0 0-2 0,0 0 0 0,0 0 0 15,0 0 7-15,-3-5 1 0,0-3 0 0,0 0 0 16,0-8-18-16,3-2-3 0,-3-1-1 0,3-2 0 16,0-8 3-16,0 0 1 0,0-8 0 0,3 2 0 15,0-2-26-15,3 6-20 0,0-6 3 16,3 0 1-16,3 7 16 0,-3-4 0 0,6 2 0 0,0-2 0 15,0 2 13-15,2-2-3 0,4 2-1 16,0 0 0-16,-3 3 1 0,3 3 0 0,0 2 0 0,-1 3 0 16,1 5-10-16,-3 3 10 0,0 2-10 0,-3 0 10 15,0 3-10-15,-3 6 0 0,0-6 0 0,-3 8 0 16,-1-5 0-16,1 5 0 0,-3 0 0 0,0 0 0 16,0 5 0-16,-3-2 0 0,3 2 0 0,-3 3 0 15,-3 0-14-15,3 5 5 0,-3-2 1 0,-3 2 0 16,3 3-4-16,-3 2-1 0,0-2 0 0,-3 5 0 15,0-5-6-15,0 5-1 0,-3-2 0 0,0 2 0 16,-5-3 2-16,-1 1 0 0,-3 0 0 0,-3-1 0 16,0-2 7-16,-3 2 2 0,1-2 0 0,-1-2 0 15,0-4 9-15,3 3-8 0,0 1 8 0,0-4-8 16,7 1 8-16,-1 5 0 0,0-8 0 0,6 2 0 16,0 1 0-16,3-1 0 0,0-2 0 0,3 0 0 15,3 3-9-15,0-3 9 0,0 0-10 0,3-3 10 16,3 0-9-16,-3 1 9 0,3-1-8 0,3 3 8 15,-3 0 0-15,6-6 0 0,-3 1 0 0,3 5 0 16,-1 0 0-16,1-5 0 0,3 2 0 0,0-3 0 16,0 4 0-16,3-1 0 0,0 3 9 0,0 0-9 0,-1-5 16 0,1 2-4 0,-3 3-1 0,3-3 0 15,-3 3-11-15,-3 0 8 0,0-5-8 16,0 5 8-16,0-1-8 0,-4 4 0 0,1-8 0 0,-3 5 8 16,3-3-8-16,-3 0 0 0,3 1 0 0,-3-1 8 31,0 0-27-31,0-2-5 0,0 2-2 0,-3-2 0 0,-3-3-212 0,0 0-42 0</inkml:trace>
  <inkml:trace contextRef="#ctx0" brushRef="#br0" timeOffset="10690.61">16642 3051 2200 0,'0'0'46'0,"0"0"10"0,0 0-45 0,0 0-11 0,0 0 0 0,0 0 0 15,0 0 56-15,0 0 10 0,0 0 2 0,0 0 0 16,0 0-35-16,0 0-6 0,6 2-2 0,0 4 0 16,2-1-25-16,-2 3 0 0,6-5 0 0,-3 2 0 15,0-2 0-15,3 2 0 0,-3-2 0 0,3-1 0 16,0 1 0-16,3-1 0 0,0-2 0 0,2-2 0 16,-2-1 0-16,0 1 0 0,0-1 0 0,0-2 0 15,0-3 40-15,0 0 4 0,0 0 0 0,-3 0 0 0,-1-5 32 16,-2 2 6-16,0 0 2 0,0 1 0 0,-3-6-68 0,0 5-16 0,0 1 0 15,0-3 0 1,-6 5 24-16,3-6 0 0,-3 6 1 0,-3 1 0 0,3 1-9 0,-6 4-3 0,3-4 0 0,-3 4 0 31,-3 2 11-31,0-6 1 0,0 6 1 0,-5 6 0 0,2-6-26 0,-6 2 0 0,0 6 0 0,3 0 0 32,-3 3-46-32,3-1-14 0,0 4-4 0,1 1 0 0,2 1 52 0,3 3 12 0,3-3 0 0,3 0 0 15,0 5 0 1,3-8 0-16,3 3 0 0,3-3 0 15,0 3-54-15,6-8-8 0,-4 3-2 0,7-1 0 0,-3-2 52 0,3-5 12 0,3 2 0 0,0-5 0 16,0 3-27 0,-3-3-2-16,2-3-1 0,1 3 0 0,0-5 30 0,-3 2 0 0,3-5 8 0,0-2-8 15,3 2 26-15,-4-3-2 0,4-2 0 0,3 0 0 16,-3-3 32-16,3 0 7 0,-3 0 1 0,-1-5 0 16,-2 5 0-16,0-5 0 0,-3 5 0 0,-3-3 0 15,0 3-52-15,-6 3-12 0,3 3 0 0,-6-6 0 16,0 5 0-16,-6 3 0 0,3 0 0 0,-6 0 0 15,0 6 54-15,-3-6 8 0,-3 5 2 0,0 3 0 16,-3-3-52-16,0 3-12 0,0 3 0 0,1-3 0 16,2 3-17-16,3 5-7 0,-3 0 0 0,6 0-1 15,0-1 15-15,3 7 10 0,3-4-12 0,3 6 12 16,0 3-33-16,6-6 0 0,3 5 0 0,0 1 0 16,0 5 33-16,2-8 0 0,4 5 0 0,-3-8 0 15,0 6 0-15,0-6 0 0,-3 3 0 0,0-3 0 16,0-2 0-16,-3 2 0 0,-3 0 0 0,2-5 0 15,-5 0 0-15,3 5 0 0,-3-8 0 0,0 3 0 0,-6 0 12 16,3 0 10-16,-3-5 2 0,-3 2 0 16,-2-2-24-16,2-1 0 0,-3 4 0 0,-3-4 8 15,3 1-27-15,-3 2-5 0,0-5 0 0,0 3-1 0,-3 2 25 0,3-5 0 0,-3 0 0 0,3 0-8 32,4 0-44-32,-4 0-9 0,3 0-2 0,3 0 0 15,6 0-67-15,-6-5-14 0,6 5-2 0</inkml:trace>
  <inkml:trace contextRef="#ctx0" brushRef="#br0" timeOffset="11379.208">17487 2953 2508 0,'-3'-5'71'0,"0"-3"16"0,0 0-70 0,0-3-17 0,0 9 0 0,0-6 0 16,0 8 106-16,-3-6 18 0,6 6 3 0,-3-2 1 15,3 2-52-15,-6 0-9 0,6 0-3 0,-6 2 0 16,6-2-51-16,-6 6-13 0,3 2 0 0,-3-3 0 15,3 5 0-15,1 4 0 0,-1-4 0 0,0 3 0 16,0 3 0-16,3 3 0 0,0-3 0 0,0 0 0 16,0-1 0-16,3 4 0 0,0-3 0 0,0 5 0 15,2-10-48-15,1 2-13 0,0 0-3 0,3-2 0 16,0-3 0-16,0 2 0 16,3-2 0-16,-3-5 0 0,3 2 0 0,0-2 0 0,0-1 0 0,-3-2 0 15,3-2 52-15,-4-1 12 0,-2-2 0 0,3 2 0 16,0-5 48-16,-3 0 13 0,0 3 3 0,3-3 0 0,-3-5 0 0,0 2 0 0,0 1 0 15,0-6 0-15,3 3-52 16,-3-6-12-16,0 0 0 0,3 1 0 0,-3-1 54 0,0 4 8 0,3-1 2 16,-4 0 0-1,1 0-52-15,0 3-12 0,0 5 0 0,0 0 0 0,-3 3 0 16,0-1 0-16,0 4 0 0,-3 2 0 0,0 0 0 0,0 0 0 16,3 8 0-16,0-3 0 0,-3 3 0 0,3 2 0 0,-3 4 0 15,0-1 0-15,3 3 0 0,-3 0 0 16,3-1 0-16,3 4 0 0,-3-3 0 0,0-3 0 0,3 6 0 15,0-6 0 1,0 0-48-16,0 3-13 0,0-11-3 0,0 6 0 0,0-3 52 16,0-3 12-16,0-2 0 0,0 2 0 0,0-5 0 0,-1 0 0 0,4 0 0 0,-3-8 0 15,3 3 0-15,0 2 0 0,0-7 0 0,0-1 0 16,0-2 48-16,0-6 13 0,0 1 3 0,3-4 0 16,-3-4-40-16,3 0-7 0,0-4-1 0,-1 1-1 15,1 0 4-15,0 3 1 0,0 5 0 0,-3-6 0 16,0 3-12-16,-3 1-8 0,0 1 9 0,-3 1-9 15,-3 5 11-15,0-5-11 0,-3 5 12 0,0 0-12 16,-3 6 18-16,0-1-3 0,0 6-1 0,0 2 0 16,0-2-14-16,0 5 9 0,6 0-9 0,-6 8 8 15,0 0-8-15,0 2 0 0,0 1 0 0,3 5 0 16,-3-3 0-16,6 3 0 0,-3-3 0 0,3 8 0 16,0-5 0-16,0-2-9 0,3 4 9 0,0 3-13 15,0 0 13-15,3 8 0 0,0 1 0 0,0-1 0 16,0 2 0-16,0-1 0 0,3 4-8 0,0-5 8 15,-3-2 0-15,0-1 0 0,3-7 0 0,-3 2 0 16,0-3 0-16,0-2-12 0,0-5 12 0,0 2-12 16,0 0-11-16,0-5-1 0,-3 0-1 0,2 0 0 15,1-3-43-15,-3-2-8 0,3 2-1 0</inkml:trace>
  <inkml:trace contextRef="#ctx0" brushRef="#br0" timeOffset="11710.522">18422 2556 2432 0,'-6'-16'51'0,"3"6"10"0,-3-1-49 0,3 3-12 0,0-5 0 0,0 8 0 16,0 2 112-16,0-5 19 0,0 3 4 0,3 5 1 16,0 0-52-16,0 0-9 0,0 0-3 0,0 0 0 15,-6 5-36-15,0-2-7 0,3 5-1 0,-3 5-1 16,3 3-11-16,0 2-3 0,3 6 0 0,0-3 0 15,0 8-5-15,0-5-8 0,0 5 11 0,3-5-11 16,0 2 8-16,0-2-8 0,0 0 0 0,0 3 0 16,0-1 0-16,3 6 0 0,-3 2 0 0,0 3 0 15,-3 0 0-15,3 0 0 0,-3 3 0 0,0-3 0 16,-3-5 8-16,0-6-8 0,0 1 0 0,0-1 0 16,-3-5 0-16,3 3-14 0,-3-11 2 0,-3 6 1 15,3-6-20-15,3 0-4 0,-3 3-1 0,0-8 0 16,3 0-62-16,0-3-13 0,3-5-2 0,0 0-1 15,0 0-114-15,3-5-22 0,0-3-5 0</inkml:trace>
  <inkml:trace contextRef="#ctx0" brushRef="#br0" timeOffset="11895.352">18350 3035 1706 0,'-15'-26'48'0,"0"7"11"0,4 0-47 16,-4 4-12-16,3 1 0 0,0 4 0 0,0-3 126 0,6 5 23 15,0 2 5-15,0-2 1 0,3 6-47 0,3 2-8 0,0 0-3 0,0 0 0 31,3-6-24-31,3 4-5 0,0-1 0 0,3 0-1 0,3 3-14 0,0 0-2 0,3 0-1 0,2 0 0 16,1 0-19-16,3 0-4 0,0 0-1 0,3 0 0 16,0 0-14-16,-1 0-4 0,1 3 0 0,0-3 0 31,3 0-64-31,-3 0-14 0,2 0-2 0</inkml:trace>
  <inkml:trace contextRef="#ctx0" brushRef="#br0" timeOffset="14972.314">11284 4294 1444 0,'-6'6'30'0,"-3"2"6"15,6-3-28-15,-3 0-8 0,3 1 0 0,-3 1 0 16,3-1 94-16,3-6 18 0,0 0 3 0,0 0 1 15,0 0-28-15,0 0-6 0,0 0-1 0,0 0 0 16,0 0-2-16,0 0-1 0,0 0 0 0,0 0 0 16,0 0-16-16,0 0-3 0,6-6-1 0,3 1 0 15,-3 0-7-15,3 0-2 0,0-3 0 0,0 0 0 16,3-3-10-16,-1 3-3 0,1-2 0 0,3-1 0 16,3 0-16-16,0 4-4 0,3-1-1 0,0 0 0 15,-1 2-7-15,1 1-8 0,0 2 11 0,0 3-11 16,-6 0 8-16,0 3-8 0,-3 2 0 0,-3 3 0 0,-3 3 0 0,-3-3 0 0,-3 2 0 0,-3 4-9 15,0 2-11-15,-6 2-1 16,-3-5-1-16,-3 6 0 16,0-3-6-16,-3 2 0 0,-3 1-1 0,0-3 0 15,1-1 0-15,2 1 0 0,-3 3 0 0,3-3 0 0,3-3 29 0,3 0 0 0,3 0 0 16,0 3 0-16,3-5 0 0,3-3-9 16,3 2 9-16,3-2-8 0,0-2 0 0,3-1 0 0,3 0 0 0,3-2 0 15,3-3 8-15,3 0-12 16,0-3 12-16,3 1-12 0,-1-4 0 0,4 4 0 0,3-4 0 15,-3 1 0 1,0-3-104-16,0 3-22 0,-1 0-4 0</inkml:trace>
  <inkml:trace contextRef="#ctx0" brushRef="#br0" timeOffset="15472.403">11760 4212 1736 0,'3'-10'73'0,"0"-3"-58"16,0 2 126-16,3 6 26 0,0-8 5 0,0 2 0 16,3 0-52-16,0 3-10 0,3-2-2 0,-1 2-1 15,1 3-39-15,6-3-8 0,-3 2-2 0,3 1 0 16,0 0-18-16,0 5-4 0,0-3-1 0,-4 3 0 16,1 3-17-16,0-1-3 0,-3 1-1 0,0 2 0 15,-3 1-14-15,-3 2 0 0,0 0 8 0,-3 5-8 16,0-5 17-16,-3 2 1 0,0 4 0 0,0 1 0 15,-3-1-66-15,-3 1-12 0,0 1-4 0,-3 3 0 16,0-6 52-16,-3 3 12 0,0 0 0 0,0 0 0 16,0-3 0-16,-2-2 0 0,2-1 0 0,0 1 0 15,-3-3 0-15,6 0 0 0,0-6 0 0,0 1 0 0,3 0 0 0,6-3 0 0,0 0 0 0,0 0 0 16,0 0 0-16,0 0 0 0,9 0-8 0,0 0 8 16,3-3 0-16,0 0 0 0,3 1 9 0,3 2-9 15,-4-3 10-15,1 0-10 0,3 1 10 0,-3 2-10 16,0 0 12-16,0 0-3 0,-3 0-1 0,0 2 0 15,-3-2 0-15,-1 3 0 0,1 0 0 16,-3-1 0-16,0 1-8 0,0 0 8 0,0 2-8 0,0 0 8 16,-3-2-8-16,3 5 0 0,-3-3 0 0,0 0 0 15,-3 3 0-15,0 0 0 0,0-3 8 0,0 3-8 16,-3 3 0-16,0-3 0 0,0 3 0 0,-3-1 0 16,-3 3 0-16,3-5 0 0,-6 3-12 0,3-1 12 15,-5 1-22-15,2 2 3 0,-3 0 1 0,-3 1 0 16,0-4-34-16,0 4-8 0,0-4 0 0,-2 3-1 15,2 1-163-15,3-4-33 0</inkml:trace>
  <inkml:trace contextRef="#ctx0" brushRef="#br0" timeOffset="17916.968">12507 4204 1900 0,'0'0'40'0,"0"0"8"0,0 0-39 0,0 0-9 0,0 0 0 0,0 0 0 16,-3-2 88-16,3 2 16 0,-6-5 4 0,-3 5 0 15,3 5-36-15,-3-5-6 16,0 2-2-16,-2 4 0 0,2-1-36 0,-3 0-8 0,3 3-2 0,0 3 0 16,0-3-10-16,3 0-8 0,0 2 9 0,0 1-9 15,3-6-12-15,3 6-9 0,0-3-2 0,0 0 0 16,3 0 23-16,3-3 0 0,0 3 0 0,3-3 0 16,0 3 16-16,3-5 8 0,0 2 2 0,0 0 0 15,2 1-10-15,-2-4-1 0,0 4-1 0,3-1 0 16,-3 0-6-16,0-5-8 0,0 3 11 0,0 2-11 15,0-2 10-15,-3 2-10 0,0 0 8 0,-4 1-8 16,1-1 9-16,-3 0-9 0,0 0 10 0,-3 1-10 16,0-1 12-16,0 0-4 0,-3 3-8 0,-3 0 12 0,3-2-12 0,-2-1 11 15,-1 3-11-15,-3 2 10 16,0-2-20-16,3-5-4 0,-6 5-1 0,3 0 0 16,0-3-21-16,0 3-5 0,3-3-1 0</inkml:trace>
  <inkml:trace contextRef="#ctx0" brushRef="#br0" timeOffset="18143.62">12445 4223 2401 0,'0'-8'50'0,"3"5"11"15,0 1-49-15,0-4-12 0,3 4 0 0,-4-3 0 16,4 2 86-16,0 0 14 0,3 1 4 0,-3-1 0 15,3 3-49-15,3-3-10 0,-3-2-1 0,3 2-1 16,3 1-22-16,0 2-4 0,3-6-1 0,-4 4 0 16,7-3-16-16,0 2 0 0,0-2 0 0,3 2 0 15,0 0-62-15,-1-2-19 0,1 2-4 0</inkml:trace>
  <inkml:trace contextRef="#ctx0" brushRef="#br0" timeOffset="18435.362">13278 3834 2336 0,'0'0'48'0,"-6"0"12"15,0 0-48-15,6 0-12 0,-6 3 0 0,0 7 0 16,3-2 100-16,-3 0 16 0,3 3 4 0,-3 7 1 16,3-5-18-16,-3 3-4 0,1 3-1 0,-4-1 0 0,0 1-38 0,0 2-8 0,-3-2-2 0,-6 7 0 15,3 3-5-15,-6 8-1 0,0 6 0 0,-2 2 0 16,-1 0-35-16,0-3-9 0,0 3 0 0,-3 5 0 15,1-2-11-15,2 7-4 0,0-4-1 0,-3 4 0 16,0-7 26-16,1-3 5 0,-1-3 1 0,0 6 0 16,0-11-16-16,0 0 0 0,4-3 0 0,2 6 0 15,0-6 0-15,3 1-18 0,3-4 4 0,0 4 1 16,6-9 13-16,0-2 0 0,1-5-10 0,5-1 10 31,-3-2-64-31,6-5-8 0,0-3-1 0,0 0-1 0,0-6-125 0,0-2-25 16</inkml:trace>
  <inkml:trace contextRef="#ctx0" brushRef="#br0" timeOffset="20223.695">13213 4353 1824 0,'0'-8'76'0,"-3"5"-60"31,3-8 140-31,-3 6 29 0,3-3 6 0,-3 6 1 16,0-1-103-16,3 3-20 0,-3-5-4 0,3 5-1 0,0 0 0 0,0 0 0 0,0 0 0 0,0 0 0 16,0 0-51-16,-3 5-13 0,-3-2 0 0,3 5 0 15,0 2 0-15,-3 6 0 0,3-5 0 0,0 7 0 16,0-5 0-16,0 3 0 0,0 3 0 0,3-1 0 16,-3 3 0-16,3 3 0 0,-3-5 0 0,3 5 0 15,0 2 0-15,0-2 0 0,3 2 0 0,-3-2 0 16,0 3 0-16,0-9 0 0,3 3 0 0,-3-5 0 15,0 3 0-15,0-9 0 0,0 1 0 0,-3-1 0 16,3-2 0-16,0-2 0 0,0-6 0 0,0 0 0 16,0 0 0-16,0 0 0 0,0 0 0 0,0 0 0 15,0 0 0-15,0 0 0 0,3-6 0 0,0 4 0 16,0-11 0-16,3 2 0 0,0 0 0 0,0-2 0 16,3 0 0-16,0 0 0 0,0-9 0 0,3 7 0 15,-1-1 20-15,1 2 0 0,0 1 1 0,3 0 0 16,-3 2-21-16,0 1 0 0,0 2 0 0,0 3 0 15,-3-1 8-15,0 1-8 0,0 2 8 0,-1 3-8 16,-2 0-16-16,0 0-7 0,0 3-1 0,0 0-1 16,0 2 49-16,-3 0 9 0,3 1 3 0,-3 2 0 15,-3-1-25-15,3 4-11 0,-3-3 10 0,0 5-10 16,0-2 9-16,-3-1-9 0,0 4 8 0,0-4-8 16,-3 3 8-16,0 1-8 0,0-4 0 0,0 1 8 0,-3-1-8 0,1-2 0 0,-1 3 0 15,-3-3 0-15,0 0-12 0,0 0 12 0,-3-6-12 0,0 4 12 31,0-1-39-31,0-2 0 0,0-1 0 0,4-2 0 16,-4 0-71-16,3 0-14 0,3-2-4 0</inkml:trace>
  <inkml:trace contextRef="#ctx0" brushRef="#br0" timeOffset="21032.297">13635 4586 2108 0,'9'-11'44'0,"-6"6"10"15,0-1-43-15,0 1-11 0,0 2 0 0,3-2 0 16,-3-3 126-16,0 3 23 0,3-3 5 0,-3 5 1 16,0-5-66-16,0-2-13 0,0 4-2 0,0-1-1 15,0 1-18-15,-3 1-4 0,3 2-1 0,-3-7 0 16,-3 4-21-16,3 4-4 0,0 2-1 0,-6-5 0 15,3 2-8-15,-3 0-1 0,0 3-1 0,-3 0 0 16,0 0-4-16,0 0-1 0,0 3 0 0,-3 0 0 16,3 2-9-16,1-3 0 0,-4 4 9 0,3-1-9 15,0 3 0-15,3 0 0 0,3 0 0 0,0 0 0 16,0 2-9-16,3 1-3 0,0 0-1 0,3-1 0 16,0 1-30-16,3 2-5 0,3-2-2 0,0-1 0 15,0-2-9-15,2-3-1 0,1 1-1 0,0 2 0 16,0-6 2-16,-3-2 1 0,3 5 0 0,-3-5 0 15,0 0 38-15,-3-5 8 0,0 5 2 0,0-2 0 0,-3 2 42 0,3-6 9 0,-3 4 2 0,0-4 0 16,-3 4 19-16,3-4 4 0,0 1 1 0,-3 2 0 16,3-4-3-16,0 1 0 0,-3 4 0 15,0 2 0-15,3-6-51 0,-3 6-13 0,2-2 0 0,-2 2 0 16,0 0-8-16,0 0-5 0,0 0-1 0,0 0 0 16,0 0 22-16,3 2 5 0,0 4 1 0,0 2 0 15,0-1-14-15,0 4 0 0,0-3 0 0,-3 5 0 16,3-2-20-16,0-1-8 0,-3 4 0 0,3-1-1 31,0-3 1-31,-3 4 0 0,3-4 0 0,0-2 0 0,0 3-4 16,3-3-1-16,-3-3 0 0,3 0 0 0,0-5-4 0,0 0-1 15,3 0 0-15,0-2 0 0,0-4 38 0,0-2 0 0,3-2 0 0,0-3 0 16,2-1 44-16,-2-4 16 0,3-3 3 0,0-1 1 16,0-1-52-16,-3 4-12 0,3-5 0 0,-3 3 0 15,-3 5 38-15,-1-2 5 0,1 2 1 0,-3 5 0 16,-3-5-16-16,0 3-2 0,-3 5-1 0,0-5 0 15,-3 2-5-15,0 6 0 0,0-3-1 0,-3 0 0 16,3 6-7-16,-2-1 0 0,-1 0-1 0,0 3 0 16,6 0-11-16,-6 0 8 0,6 0-8 0,-6 6 8 15,3-1-8-15,3 3 0 0,0-3-12 0,0 3 12 16,3 0-10-16,3 0 10 0,0 0 0 0,0 3-9 16,2-1 9-16,-2 3 0 0,3-2 0 0,-3 2-8 15,3 0-16-15,-3 1-4 0,0 1 0 0,0-1 0 0,-3 2 28 0,0-1 0 0,0-1 0 0,-3 4 0 16,0-5 19-16,0 3 9 15,-3-2 1-15,0-1 1 0,0 3-30 16,0-6 8-16,-3 3-8 0,0 1 0 16,0-4-22-16,-3 1-7 0,3-1-2 0,-3-2 0 0,1 0 31 15,-1 0 0-15,0-2 0 0,0-1 0 16,0 0-57-16,3 0-6 0,0-2-1 0,6-3 0 16,0 0-51-16,0 0-10 0,0 0-3 0</inkml:trace>
  <inkml:trace contextRef="#ctx0" brushRef="#br0" timeOffset="21392.82">14076 4596 1900 0,'3'-3'80'0,"0"-4"-64"15,0 4 111-15,3-2 22 0,0 2 5 0,0-2 1 16,0 2-59-16,2 0-12 0,1 1-3 0,0-1 0 16,0 0-65-16,0 3-16 0,3-5 0 0,-3 0 0 15,3 2 55-15,-3 1 7 0,3-1 2 0,0 0 0 16,3 1-52-16,-4-4-12 0,4 6 0 0,-3-8 0 15,0 8 0-15,3-8 0 0,-3 3 0 0,0 0 0 16,-3 0 0-16,0-1 0 0,3 1 0 0,-6 2 0 16,-3-5 0-16,3 3 0 0,-3 0 0 0,-3 0 0 15,-3-1 54-15,0 1 8 0,0 2 2 0,-3 3 0 16,-3-5-37-16,0 2-7 0,-3 3-2 0,0 3 0 16,0 2-10-16,-3-5-8 0,3 3 12 0,-3 5-12 15,3-3 8-15,-2 3-8 0,5 5 0 0,0-5 0 16,3 3 0-16,3 7 0 0,0-7 0 0,0 7 0 15,3 1-24-15,3 2 2 0,3 0 0 0,3 3 0 0,-3-5 30 0,6 2 5 0,-1 3 2 16,1-11 0-16,-3 5-24 0,0-4-5 0,3-4-1 0,-3 1 0 16,0-3 15-16,3-3 0 0,0 0 0 0,-3-2 0 31,3 0-105-31,0-6-19 0,2 0-3 0</inkml:trace>
  <inkml:trace contextRef="#ctx0" brushRef="#br0" timeOffset="27541.382">11442 6147 1579 0,'0'0'32'0,"0"-6"10"0,0 6-34 0,2-5-8 0,1 0 0 0,0-1 0 15,0 1 132-15,3 3 25 0,-3-4 5 0,3 4 1 16,0-1-56-16,3 0-11 0,0 1-3 0,0-1 0 16,3 0-23-16,-3 3-5 0,3-2-1 0,0-1 0 15,0 3-51-15,-3 3-13 0,2-3 0 0,-2 2 0 16,3 1 0-16,-3 2 0 0,-3 1 0 0,0-4 0 16,0 6 0-16,-3-3 0 0,-3 3 0 0,0 0 0 15,0 3 0-15,-6 0 0 0,3-1 0 0,-6 3 0 16,3 1 0-16,-3-1 0 0,-3 0 0 0,0 0 0 15,4 3 0-15,-4 0 0 0,0 0 0 0,0 0 0 0,3-3 0 16,0 0 0-16,3-2 0 0,0-1 0 0,3 1 0 16,3-3 0-16,0-3 0 0,3 3 0 0,3-3 0 0,3 1 0 15,0-6 0-15,3 2 0 16,0-2-48-16,3 0-13 0,-1 0-3 0,4-2 0 16,0-1-51-16,3-2-10 0,-3-3-3 0</inkml:trace>
  <inkml:trace contextRef="#ctx0" brushRef="#br0" timeOffset="28024.516">11888 6094 2206 0,'0'0'63'0,"0"0"13"15,0-6-61-15,0 6-15 0,3-5 0 0,0 0 0 16,3 0 68-16,0-1 10 0,6 1 2 0,-3 2 1 15,3-2-13-15,-3 0-4 0,2-1 0 0,1 1 0 16,0 3-4-16,0-1-2 0,3 0 0 0,-3 1 0 16,0-1-39-16,0 3-8 0,0-3-2 0,-3 3 0 15,0 3-9-15,-1-3 0 0,-2 3 0 0,0-1 0 16,-3 4 0-16,0-1 0 0,0 0 0 0,-3 0 0 16,-3 3-18-16,0 0-2 0,-3 0-1 0,0 0 0 15,0 0-1-15,-2 0 0 0,2 0 0 0,-3-3 0 16,0 3 13-16,3-3 9 0,-3 1-12 0,3-1 12 15,0 0 0-15,6-5 0 0,0 0 0 0,0 0 0 16,0 0 0-16,0 0 0 0,0 0 0 0,0 0 9 0,6 3 2 0,3 0 0 16,0-1 0-16,0 1 0 15,3-3 0-15,0 3 0 0,-1-3 0 0,4 0 0 0,-3 2-1 16,3-2 0-16,-3 0 0 0,3 3 0 0,-3 0 1 0,-3-1 0 0,3 1 0 16,-6-1 0-1,3 4-11-15,-4-1 0 0,1 0 0 0,-3 3 0 0,0 3 0 0,-3-1 0 0,0 1 0 0,-3 0 0 16,0 2 0-16,-3 3 0 0,1-3 0 0,-4 3 0 15,0-3 15-15,-3 3 4 0,3 0 1 0,-6-3 0 16,0 3-20-16,0-3 0 0,-3 0 0 0,0 1 0 16,-2-1-18-16,2-3-4 0,-3 1-1 0,0 2 0 15,0-2-29-15,3-3-7 0,-2 0-1 0</inkml:trace>
  <inkml:trace contextRef="#ctx0" brushRef="#br0" timeOffset="28420.909">12534 6112 2445 0,'-3'-5'69'0,"-3"2"15"16,3-2-67-16,-3 2-17 0,3-2 0 0,-3 2 0 15,3 1 67-15,-3-1 9 0,0 1 3 0,0-1 0 16,0 3-39-16,0 0-7 0,-3 0-1 0,1 0-1 16,2 3-14-16,-3-1-2 0,0-2-1 0,3 5 0 0,0-2 6 15,3 2 0-15,-3 1 1 0,6-6 0 0,0 8-21 0,0 0 0 0,3-3 0 0,3 3 0 32,0 0 0-32,3 2 0 0,3-2 0 0,0 3 0 0,-1-3 0 0,4 2 0 0,-3-2 0 0,3 0 0 15,3 3 8-15,0-3 0 0,0 0 0 0,-3 0 0 16,2 0-8-16,-2-1-10 0,3 1 10 0,-6 0-13 15,3 0 13 1,-6 0 0-16,0-2 0 0,-3 1 0 0,-3 1 0 0,-3 3 0 0,0-3 0 0,-3 0 0 16,-3 0 0-16,-3 0 0 0,0 0 0 0,-3 0 0 15,0-3 0 1,-3 3 0-16,3 0 0 0,-3-3 0 0,1 0 0 0,-1 1 0 0,0-1 0 0,-3-2 0 31,3-1-107-31,-3 1-18 0,3-3-4 0</inkml:trace>
  <inkml:trace contextRef="#ctx0" brushRef="#br0" timeOffset="28618.223">12501 6043 2200 0,'0'-5'92'16,"3"-3"-73"-1,-3 3 115-15,3 0 23 0,3-1 5 0,0 1 1 16,0 0-74-16,3-1-14 0,0 1-3 0,6 0-1 15,-3 0-39-15,6-1-7 0,-4 4-1 0,7-4-1 16,-3 4-23-16,3-4 9 0,3 1-9 0,-3 0 0 16,-1 2-24-16,1 1-12 0,0-1-3 0</inkml:trace>
  <inkml:trace contextRef="#ctx0" brushRef="#br0" timeOffset="29112.391">13236 5742 2370 0,'6'-3'67'0,"-6"3"15"15,0 0-66-15,0 0-16 0,0 0 0 0,0 0 0 16,0 8 85-16,0 3 14 0,-3-1 2 0,-3 4 1 16,0 4-48-16,-2 3-10 0,-1 3-1 0,-3 2-1 15,0 4-23-15,-3-1-5 0,0 2-1 0,0 4 0 0,0-3-13 0,-3-1 9 0,1 1-9 0,2 5 8 32,-3 0-8-32,3 3 8 0,-3 2-8 0,3 3 8 0,0-5-8 15,3 0 0-15,-2-1 0 0,2-2 0 0,0-2 0 0,3-1 0 0,-3 0 0 16,3-2 0-16,0-3 0 15,3 0 0-15,-3-2 0 0,3-1 0 16,3-4-52-16,0-7-8 0,0 1-3 0,3 0 0 16,0-5-123-16,3-1-25 0,0-4-5 0</inkml:trace>
  <inkml:trace contextRef="#ctx0" brushRef="#br0" timeOffset="29610.046">13376 6223 2214 0,'0'-8'46'0,"0"3"11"15,0 0-45-15,0 0-12 0,0-3 0 0,3 0 0 16,0 2 73-16,0-2 13 0,3 1 2 0,0 1 1 16,3-2-20-16,0 3-4 0,3 0-1 0,0-3 0 15,0 2 0-15,3 1 0 0,2 3 0 0,-2-1 0 16,3 0 0-16,0 1 0 0,-3 2 0 0,3 0 0 16,-3 2-51-16,-3 1-13 0,0 0 0 0,-1 2 0 15,-5 0 0-15,0 6 0 0,-3-3 0 0,0 5 0 16,-6 0-48-16,0 3-13 0,-3 3-3 0,-3-1 0 0,-2 1 52 0,-4 2 12 0,0 3 0 0,-3-3 0 15,0 0 0-15,0-3 0 0,0 1 0 0,0-3 0 16,1 0-23-16,2 0-1 0,3-1-1 0,0-1 0 16,3-1 25-16,3-5-8 0,0 2 8 0,3-2 0 15,3-2 0-15,0-1 8 0,3 0 0 0,3-2 0 16,0 0 8-16,3-3 3 0,3 2 0 16,3-2 0-16,0 0-19 0,2-2 0 0,4 2 0 0,-3-3 0 15,3 0 0-15,0 3 0 0,0-2 0 0,2-1 0 16,-2 3 0-16,0 0 0 0,-3-3 0 15,3 3 0-15,-3-2 0 0,0-1 0 0,-1 0 0 0,-2 3 0 16,0-2-48-16,0 2-12 0,0 0-4 0</inkml:trace>
  <inkml:trace contextRef="#ctx0" brushRef="#br0" timeOffset="38443.635">16457 6081 1616 0,'0'0'46'0,"0"-6"10"0,0 6-45 0,0-5-11 0,0 0 0 16,0-1 0-1,0 1 108-15,0 2 20 0,3-5 4 0,-3 3 1 16,3 3-16-16,-3-4-3 0,0 1-1 0,0 5 0 16,3-5-23-16,0-1-5 0,-3 4-1 0,3-4 0 15,-3 6-21-15,3-2-5 0,0-1-1 0,0 0 0 0,-3 3-13 0,0 0-4 0,3-2 0 16,-3 2 0 0,6-3-11-16,-6 3-2 0,3 3-1 0,-3-3 0 0,6 2-10 0,-3 1-1 0,0 2-1 0,3 3 0 15,-3-2-4-15,0 2-1 0,3 2 0 0,-3-2 0 16,0 3-9-16,0-1 0 0,-1 1 0 0,1 2 8 15,0 0-8-15,-3 1 0 0,3 1 0 0,0 1 0 16,-3 3 16-16,0-1 0 0,3 4 1 0,-3-4 0 16,0 3-17-16,0-2 0 0,0-1 0 0,0 1 0 15,0-3 0-15,0-3 0 0,0 3 0 0,0-3 0 16,0-2-48-16,0-1-12 0,3 1-4 0,-3-3 0 16,0 0 0-16,0 0 0 0,0-3 0 0,0-5 0 15,0 0-103-15,0 5-21 0,0-5-4 0</inkml:trace>
  <inkml:trace contextRef="#ctx0" brushRef="#br0" timeOffset="39331.466">17058 5991 1792 0,'0'0'51'0,"0"0"10"0,0 0-49 16,0 0-12-16,0 0 0 0,0 0 0 0,0 0 105 0,0 0 19 0,0 0 3 0,0 0 1 16,0 0 0-16,0 0 0 0,0 0 0 0,3 2 0 15,0 3-103-15,0 1-25 0,0-1 0 0,0 3 0 16,0 0 53-16,-3 3 6 0,3-4 1 0,-3 7 0 15,0-1-45-15,0 0-15 0,-3 3 9 0,3 0-9 16,0 2 0-16,-3 4 0 0,3 1 0 0,0 1 0 16,0 0 0-16,0 0 0 0,0 0 0 0,0-1 0 15,0-1 0-15,0-1 0 0,0-3 0 0,0-2 0 16,0 0 0-16,-3 0 0 0,0 0 0 0,3-3 0 16,0-2 13-16,-3-1-2 0,3-2-1 0,0 0 0 15,0 0-10-15,3 0-14 0,-3-3 3 0,3 1 1 16,-3-6-146-16,6 2-30 0,-3 1-6 0</inkml:trace>
  <inkml:trace contextRef="#ctx0" brushRef="#br0" timeOffset="39788.813">17439 6036 1820 0,'0'-6'76'16,"3"1"-60"-1,0 2 90-15,0-2 18 0,3 0 4 0,0-1 1 16,0 1-52-16,3 2-10 0,0-2-3 0,3 0 0 15,3 0 0-15,3-1 0 0,0 1 0 0,2 2 0 16,-2-2-21-16,3 0-5 0,0-1-1 0,0 4 0 16,0-1-12-16,-4 1-2 0,-2-1-1 0,3 3 0 15,-3 0-11-15,-3 0-3 0,0 5 0 0,0-2 0 16,-3 2-8-16,3 0 8 0,-3 3-8 0,-3 0 8 16,-1 0-8-16,1 3-9 0,-3-1 9 0,0 4-13 15,-3-1 22-15,0 0 5 0,0 0 1 0,-3 3 0 16,-3 0-24-16,3 5-5 0,-2 0-1 0,-1 1 0 15,0 1 15-15,0 4 15 0,0-1-3 0,-3 1-1 0,3-1-11 0,-3-2 0 16,0 0 0-16,3 0 0 16,-3-3-18-16,0 0 4 0,0-2 1 0,3 2 0 15,0-5-12-15,0-1-3 0,0-1 0 0,0-1 0 16,3 0-23-16,-2-2-5 0,2-3 0 0,0 2-1 16,3-4-146-16,-3-1-29 0,3 0-5 0</inkml:trace>
  <inkml:trace contextRef="#ctx0" brushRef="#br0" timeOffset="40039.455">17648 6297 2135 0,'-6'-2'44'0,"-3"-3"11"0,6 2-44 0,-3 0-11 0,3 1 0 0,3 2 0 15,0 0 98-15,0 0 18 0,0 0 3 0,0 0 1 16,0 0-43-16,0 0-8 0,3-3-1 0,3-2-1 15,0 5-18-15,3-3-3 0,0 0-1 0,0 1 0 16,0 2-8-16,2-3-1 0,1 0-1 0,3 1 0 16,-3 2 0-16,3-3 0 0,-3 0 0 0,3 1 0 15,0-1-35-15,0-2 0 0,2 2 0 0,4-2 0 16,0 2 0-16,0 1-22 0,0-4 3 0,0 4 1 16,-1-1-166-16,1-2-34 0</inkml:trace>
  <inkml:trace contextRef="#ctx0" brushRef="#br0" timeOffset="41707.411">20714 5885 2128 0,'0'0'60'0,"0"0"13"16,3-3-58-16,0-2-15 0,-3 5 0 0,0-6 0 15,0 6 115-15,3-2 20 0,-3 2 4 0,0 0 1 16,3-3-40-16,-3 3-8 0,6-2-2 0,-6 2 0 16,5 5-72-16,1 0-18 0,0 0 0 0,0 6 0 15,-3-3 34-15,3 5 3 0,-3 0 1 0,0 3 0 16,0-3-17-16,0 3-3 0,-3-2-1 0,3 1 0 15,-3 1-7-15,0 0-2 0,0 0 0 0,0 0 0 16,0 3-8-16,-3-1 0 0,3 1 0 0,-3 4 8 16,3-1-8-16,-3 4 0 0,0 0 0 0,3 1 8 15,-3-1-8-15,0-2 0 0,3 0 0 0,0-5 0 16,-3-1 0-16,3 1 0 0,0-6 8 0,0 0-8 0,0-2 0 0,0 2 0 16,0-3 0-16,0-2 0 15,0 0-15-15,3 0-5 0,-3-2 0 0,3-1-1 16,-3-5-25-16,3 5-5 0,-3-5-1 0,3 3 0 15,-3-3-135-15,6 2-27 0,-6-2-6 0</inkml:trace>
  <inkml:trace contextRef="#ctx0" brushRef="#br0" timeOffset="44450.641">11647 7888 2348 0,'0'0'67'0,"0"0"13"16,0 0-64-16,0 0-16 0,0 0 0 0,0 0 0 15,-3 5 89-15,0 0 15 0,0 1 2 0,3 2 1 16,0 2-86-16,0 1-21 0,3-1 0 0,-3 4 0 15,3 1 28-15,0-1 0 0,0 1 1 0,-3 1 0 16,3 3-19-16,-3-1-10 0,0-2 10 0,0 5-10 0,0 1 9 0,0-4-9 0,0 3 8 16,-3 0-8-1,0 3 26-15,3 3 0 0,-3-3 0 0,0 2 0 16,0-2-72-16,0 0-14 0,3-3-4 0,-3 0 0 16,3-5 52-16,-3 2 12 0,3-4 0 0,0-1 0 15,0-3-43-15,0 1-5 0,0-3-2 0,0 3 0 16,0-4-125-16,3-4-25 0,-3-3-4 0</inkml:trace>
  <inkml:trace contextRef="#ctx0" brushRef="#br0" timeOffset="44724.712">11921 7951 2624 0,'-3'-2'75'0,"3"2"15"16,0 0-72-16,-3-6-18 0,3 6 0 0,0 0 0 15,0 0 66-15,0 0 10 0,0 0 1 0,0 0 1 16,0 8-34-16,-3-2-8 0,3 1 0 0,0 4-1 16,0 0-14-16,3-1-2 0,-3 1-1 0,0 2 0 15,0 0-6-15,3 0-2 0,-3 3 0 0,0 0 0 16,0 0-10-16,0 0 0 0,0 3 0 0,0-1 0 16,-3 3 0-16,3 3 0 0,0 0 0 0,-3 2 0 15,0-2-9-15,0 3-4 0,3-1-1 0,-3-2 0 16,0 0-14-16,3-3-4 0,-3-3 0 0,0 1 0 15,0-3-68-15,0 0-13 0,3-3-3 0</inkml:trace>
  <inkml:trace contextRef="#ctx0" brushRef="#br0" timeOffset="45057.083">12138 8023 2321 0,'-3'-6'48'0,"0"1"12"0,0-3-48 16,3 3-12-16,0 0 0 0,3-1 0 0,0 1 79 0,3 0 13 0,-3-3 4 0,6 2 0 15,0 1-54-15,3-3-10 0,3 3-3 0,0 0 0 16,2-1 28-16,4 1 6 0,0 0 1 0,0 2 0 16,-3 0-28-16,3 1-6 0,-4-1-1 0,1 3 0 15,0 3-15-15,-6-1-3 0,3 1-1 0,-3 5 0 16,-3-3-10-16,0 3 12 0,0 0-12 0,-3 3 12 15,0-1-12-15,-3 4 8 0,0-4-8 0,-1 6 8 16,-2-3-8-16,0 6 0 0,0-3 0 0,-2 2 8 16,-1 1-8-16,0 2 0 0,0 0 0 0,-3 3 0 15,3 0 0-15,-6 5 0 0,3 0-12 0,0 3 12 16,0-3-20-16,-3-3 4 0,3 3 1 0,0-2 0 16,-3-1-45-16,3-2-10 0,0 0-2 0,0 0 0 15,0-6-40-15,0 3-9 0,0-5-2 0</inkml:trace>
  <inkml:trace contextRef="#ctx0" brushRef="#br0" timeOffset="45268.625">12323 8189 2219 0,'-6'-2'93'16,"0"2"-74"-16,6 0 107 0,0 0 22 0,0 0 4 0,0 0 0 31,3-3-77-31,3-2-16 0,3 2-3 0,-1 0-1 0,4 3-33 0,0-2-6 0,3-1-2 0,0 1 0 16,3 2-14-16,0-3 0 0,3 0 0 0,-4 1 0 15,4-1-49-15,-3-2-3 0,3-1-1 0</inkml:trace>
  <inkml:trace contextRef="#ctx0" brushRef="#br0" timeOffset="45755.931">12995 7777 2276 0,'0'0'48'0,"0"0"9"0,0 0-45 15,0 0-12-15,0 0 0 0,0 0 0 0,-3 5 60 0,0 0 11 0,-3 3 1 0,3 5 1 16,-3 3-7-16,1 3-2 0,-1 2 0 0,-3 3 0 16,0 2-37-16,0 1-8 0,0-1-2 0,0 6 0 15,-3-3-2-15,-3 0-1 0,3 3 0 0,-6 2 0 16,3 1-4-16,1 2-1 0,-1 5 0 0,-3-2 0 16,3-1-9-16,-3-4 0 0,0 2 0 0,0-3 0 15,4-2 24-15,-1 0-1 0,0-3 0 0,0 3 0 16,0-6-23-16,3 0 0 0,3 4 0 0,-3-7 0 15,6 4 0-15,0-9 0 0,0 4 0 0,3-7 0 16,3 1-47-16,0-5-13 0,0-3-4 0,3 0 0 16,3-3-154-16,-3-2-31 0</inkml:trace>
  <inkml:trace contextRef="#ctx0" brushRef="#br0" timeOffset="46217.139">12995 8390 2026 0,'0'0'57'0,"0"-5"14"0,0 0-57 0,0-3-14 0,3 0 0 0,0 0 0 16,0 0 82-16,3-2 14 0,0-1 2 0,0 3 1 15,0-3-4-15,0 1-1 0,0-1 0 0,3 1 0 16,-3 2-24-16,3 0-5 0,3-3-1 0,-3 3 0 31,3 0-51-31,-1 3-13 0,4 0 0 0,0-1 0 0,-3 1 37 0,3 3 5 0,0-1 1 0,-3 3 0 16,0-3-28-16,0 6-6 0,-1-3-1 0,-2 5 0 15,0 0-8-15,-3 1 0 0,0 2 0 0,-3 2 0 16,0 4 0-16,0-1 0 0,-6 3 0 0,0-1 0 16,-3 4-24-16,0 2 4 0,-6 0 0 0,1 1 0 15,-4-1-7-15,0 0-1 0,-3-3 0 0,-3 4 0 16,3-4 28-16,-3 3 0 0,3-2 0 0,1-1 0 15,-1 1 0-15,3-1 0 0,3-2 0 0,0 3 0 16,3-6 0-16,3 0 0 0,3-2 0 0,0-1 0 16,3-2 0-16,3 0 0 0,0-2 0 0,6-1 0 15,0-5 0-15,0 0 0 0,3 0 0 0,3-3 0 16,3 1 0-16,2-1 0 0,1-2 0 0,0-1 0 16,0 4 31-16,0-4 11 0,0 4 2 0,-1-4 1 15,-2 4-33-15,-3-1-12 0,3 0 9 0,-3 1-9 16,0-1-9-16,0 1-7 0,0-4-2 0,-3 4 0 15,-1-1-113-15,4 0-22 0,-3 1-5 0</inkml:trace>
  <inkml:trace contextRef="#ctx0" brushRef="#br0" timeOffset="59772.256">16957 8036 851 0,'0'0'36'0,"0"0"-36"16,0 0 109-16,0 0 15 0,0 0 4 0,0 0 0 15,3-3 0-15,-3 3 0 0,3-2 0 0,-3 2 0 16,6-3-52-16,-6 3-9 0,0-3-3 0,0 3 0 16,0 0 52-16,0 0 9 0,0 0 3 0,0 0 0 15,0 0-52-15,0 0-9 0,0 0-3 0,0 0 0 16,0 0-51-16,0 0-13 0,0 0 0 0,-6 0 0 16,0 0 0-16,0 3 0 0,-3 0 0 0,0-1 0 15,0 4 0-15,1-1 0 0,-1 3 0 0,3-3 0 16,-3 0 0-16,3 3 0 0,0 0 0 0,0-2 0 15,3 1 0-15,0 1 0 0,3-2 0 0,3-1 0 16,0 3 0-16,0-3 0 0,6 1 0 0,-3-1 0 16,6 0 0-16,0 0 0 0,-1-2 0 0,4 2 0 15,0-2 0-15,0 0 0 0,0-1 0 0,3 1 0 16,-3 0 0-16,0-1 0 0,2 1 0 0,-2-1 0 16,-3 1 0-16,0 0 0 0,0 2 0 0,-3-2 0 15,-3 2 11-15,-3 0-1 0,0 1 0 0,0 2 0 16,-3-1-2-16,-3 4-8 0,0-3 12 0,-3 3-4 15,-3-1-20-15,3 1-4 0,-6 2 0 0,3-2-1 16,-3-1 17-16,0 1 0 0,0 2 0 0,-2-2 0 16,2-4 0-16,0 4 0 0,0-3 0 0,0 0 0 0,0-3 0 0,-3 3 0 0,3-5 0 15,0 2 0 1,0 0-55-16,1-2-7 0,-1-3-2 0</inkml:trace>
  <inkml:trace contextRef="#ctx0" brushRef="#br0" timeOffset="59983.735">16987 8025 1824 0,'0'0'76'15,"0"0"-60"1,0 0 89-16,0 0 19 0,0 0 3 0,0 0 1 16,6 0 0-16,0-2 0 0,3 2 0 0,3-3 0 15,0 3-103-15,2-3-25 0,1 3 0 0,3-2 0 16,3 2 38-16,3-6 2 0,-3 4 1 0,5-1 0 15,-2-2-33-15,3 2-8 0,-3-2 0 0,3 0 0 16,-3-1-136-16,2 4-25 0,-2-4-6 0</inkml:trace>
  <inkml:trace contextRef="#ctx0" brushRef="#br0" timeOffset="60597.939">17936 7986 2378 0,'0'0'68'0,"0"0"13"0,0 0-65 16,0 0-16-16,0 0 0 0,0 0 0 0,-2 8 84 0,-1-3 12 0,0 0 4 0,-3 3 0 31,-3 0-81-31,0 3-19 0,0-3 0 0,-3 5 0 0,-3 0 52 0,3 0 10 0,-3 0 2 0,-3 3 0 16,3-2-52-16,1 1-12 0,2 4 0 0,-3-3 0 15,0 2 0-15,6 1 0 0,-3-1 0 0,3 4 0 16,3-1 0-16,3 0 0 0,0 3 0 0,3-3 0 16,0-3-48-16,6 1-13 0,0-3-3 0,3 0 0 15,3-3 52-15,-3-2 12 0,6-1 0 0,-3-5 0 16,0 1-54-16,3-4-8 0,-1 1-2 0,1-3 0 16,0 0 52-16,-3-3 12 0,3 1 0 0,-3-1 0 15,-3 0 0-15,0-2 0 0,-3 0 0 0,0 0 0 16,-3-3 48-16,0-3 13 0,-3 3 3 0,0-5 0 15,-3 2-14-15,-3-5-2 0,0 0-1 0,-3 1 0 16,-3-1-24-16,3 0-5 0,-6 0-1 0,3-3 0 16,-3 4-17-16,0-1 0 0,0 2 0 0,-2-1 0 15,-1-1 20-15,0 2 0 0,0-1 0 0,-3 1 0 16,3-1-32-16,0-1-7 0,4 0-1 0,-4 0 0 16,3-3 40-16,3 6 7 0,3-3 1 0,0 0 1 15,3 3-21-15,3 0-8 0,3 0 0 0,3-1 0 16,3 1 8-16,3 3-8 0,0-4 0 0,6 4 0 0,0 2 0 15,3 3 0-15,-1-3 0 0,1 5 0 0,3-2 0 16,3 2 0-16,0 0 0 0,0 3 0 16,-1 3 0-16,4 0 0 0,3-1 0 0,-3 6 0 15,-3-2 0-15,-1 4 0 0,-2 1 0 0,-3-1 0 0,-3 4 0 0,-3-1 0 0,-3 0 0 0,0 0 0 16,-6 0 8-16,-3 1-8 0,0-1 0 0,-6 0 9 16,0 0-9-16,-6 1 0 0,0-4 9 0,0 1-9 31,-3-1-17-31,-3 1-8 0,0-3-2 0,4 0 0 15,-4 0-90-15,3-3-19 0,3 0-3 0</inkml:trace>
  <inkml:trace contextRef="#ctx0" brushRef="#br0" timeOffset="61562.44">20642 7830 2115 0,'0'0'44'0,"0"0"11"0,0 0-44 0,0 0-11 0,0 0 0 0,0 0 0 15,0 0 122-15,0 0 22 0,0 0 5 0,0 0 1 16,0 0-52-16,0 0-10 0,0 0-3 0,3 10 0 16,-3 1-33-16,0 2-8 0,3 0 0 0,-3 3-1 15,3 3-21-15,-3-1-4 0,0 3-1 0,3 0 0 16,-3 1-5-16,3-1-2 0,-3 0 0 0,3 3 0 15,0-3-10-15,-3-3 0 0,0 4 9 0,3 1-9 16,-3 1 0-16,0 3 9 0,3 2-9 0,-3 0 0 16,3-3 0-16,-3 1 0 0,0-1 0 0,3 1 0 15,-3-6 0-15,0 0 0 0,3 0 0 0,-3-5 0 16,0 0 0-16,3-3 0 0,-3 0 0 0,0-2 0 16,3 2-26-16,-3-5 1 0,0 0 0 0,3 0 0 15,-3 0-165-15,0-3-33 0,3 3-6 0</inkml:trace>
  <inkml:trace contextRef="#ctx0" brushRef="#br0" timeOffset="64601.944">11968 10026 2032 0,'0'0'42'0,"0"-6"10"0,0 6-41 16,0-5-11-16,0 0 0 0,0 5 0 0,0-5 98 0,-3 2 18 0,0-2 3 0,-3 2 1 15,1 0-41-15,-1 1-8 0,0-1-2 0,-3 0 0 16,0 3-37-16,0 0-8 0,0 0-2 0,-3 3 0 16,0 0-10-16,0 2-3 0,3-2 0 0,-3 5 0 15,3-3-22-15,-2 3-5 0,2 2-1 0,3-2 0 16,-3 3 19-16,3-3 0 0,3 0 0 0,0 2 0 15,3 1 0-15,0-1 0 0,3 1 0 0,0-3 0 16,3 3 0-16,3-3 0 0,0-1 0 0,2 1 0 16,1 0 0-16,3 0 0 0,0 0 0 0,0-2 0 15,0-1 0-15,0 3 0 0,0 0 0 0,-3-3 0 16,-1 3 0-16,-2 0 11 0,0 0-2 0,0 2 0 16,-3-2-9-16,-3 0 0 0,-3 3 0 0,0-1 8 15,0 1-17-15,-3 0-4 0,-3-1-1 0,0 3 0 16,-3 1-30-16,-3 1-5 0,1-1-2 0,-1-1 0 15,-3 0-32-15,0 0-6 0,0 1-2 0,-3-4 0 16,0 3-118-16,0-2-24 0</inkml:trace>
  <inkml:trace contextRef="#ctx0" brushRef="#br0" timeOffset="64829.48">12025 9878 2412 0,'-6'-6'50'0,"0"4"12"0,3-4-50 0,3 6-12 0,0 0 0 0,0 0 0 15,3-5 87-15,-3 5 14 0,3-3 3 0,3 1 1 16,3-4-54-16,0 4-11 0,3-1-3 0,0 0 0 16,0 1-24-16,-1-1-5 0,4 1 0 0,3-4-8 15,0 4 12-15,3-4-4 0,0 4 0 0,3-4-8 16,2 4-132-16,4-4-32 0,0 1-8 0</inkml:trace>
  <inkml:trace contextRef="#ctx0" brushRef="#br0" timeOffset="65368.873">12701 9806 2310 0,'0'0'48'0,"-3"5"11"15,3-5-47-15,-3 8-12 0,0-2 0 0,0 2 0 16,0-3 104-16,0 3 20 0,-3 0 3 0,0 2 1 15,0 1-52-15,-3 2-9 0,0 0-3 0,0 1 0 16,-3 1-10-16,0 1-2 0,0 3-1 0,-2-3 0 16,-1 2-31-16,0-2-5 0,3 3-2 0,-3-3 0 15,0 2-13-15,-3-2 0 0,3 0 0 0,0 2-10 16,4-2 10-16,-1 0 0 0,3-3 0 0,0 3 0 16,6 0 0-16,0 3 0 0,0-4 8 0,6 4-8 15,3-3-51-15,0 0-14 0,6-3-3 0,-3 0-1 16,5-5 4-16,-2 0 1 0,3-3 0 0,-3 1 0 0,3-6 55 15,0 0 9-15,0-3 0 0,0 0 10 0,-3-2-10 0,-1 0 0 0,1-3 0 0,-3 0 0 16,0 0-12-16,-3-3-5 16,-3 3-1-16,-3-2 0 0,0-1 29 0,0 1 5 0,-3-1 2 0,-3 0 0 15,-3 1-18-15,3-1 0 0,-3 1 0 0,-2-1 0 32,-1-2 55-32,0 0 7 0,-3-1 2 0,0-1 0 0,0-1-56 0,-3 0-8 0,3 0-8 0,-3-3 8 15,4 1 0-15,-1-1 16 0,3-2-2 0,0-3 0 16,0 6-4-16,6-6-1 15,0 0 0-15,3 6 0 0,0-1-9 0,6 1 12 0,0 2-12 0,3 3 12 16,0-1-12-16,3 6 0 0,3-2 0 0,-3 2 0 16,6 0-21-16,-3 3 0 0,2-3 0 0,4 2 0 15,-3 1 33-15,3 3 8 0,0-1 0 0,3 0 1 16,0 1-13-16,2 2-8 0,-2 2 10 0,3 1-10 16,-3 0 10-16,3 2-10 0,-3 0 10 0,-4 3-10 15,-2 0 12-15,0 3-4 0,-6 2-8 0,0 0 12 16,0 6-4-16,-6-1 0 0,0 3-8 0,-3 0 12 15,-3 6 6-15,-3-3 1 0,0-1 0 0,-3 4 0 16,-3-3-110-16,0-3-21 0,0 0-5 0,0-5-1 16,4 0-132-16,-1-3-26 0</inkml:trace>
  <inkml:trace contextRef="#ctx0" brushRef="#br0" timeOffset="65639.91">13058 9878 2609 0,'44'-40'54'0,"-29"27"14"0,0-1-55 15,-3 1-13-15,0 3 0 0,-3-4 0 0,0 6 108 16,-6 0 20-16,3 3 3 0,-3 0 1 0,-3 2-55 0,0 3-10 16,0 0-3-16,0 0 0 0,0 0-4 0,0 0-2 0,-9 3 0 0,0 2 0 15,-3 0-26-15,3 3-6 0,-3 3-1 0,-3 5 0 32,0 5-14-32,1 3-3 0,-4 5-8 0,0 5 12 0,0-2 6 0,-3 2 1 0,3 1 0 0,-3 2 0 15,4-3-29-15,-4 3-6 0,6-2 0 0,-6 7-1 16,0-2 9-16,0 5 8 0,1 2-12 0,-4 1 12 15,3-6-20-15,0-5 4 0,-3-2 0 0,3-3 0 16,1-1-6-16,5-2-1 0,-3 3 0 0,3-3 0 16,3-2-32-16,0-3-6 0,3-1-2 15,0 1 0-15,3-5-157 0,0-1-31 0</inkml:trace>
  <inkml:trace contextRef="#ctx0" brushRef="#br0" timeOffset="66253.005">13326 10269 1824 0,'0'0'76'0,"0"0"-60"15,-3-5 89-15,3 5 19 0,-3-5 3 0,3-1 1 16,0 6 0-16,0-5 0 0,0 2 0 0,3-2 0 16,3 2-52-16,-3-2-9 0,3 0-3 0,3-1 0 15,-1 4-51-15,4-3-13 0,3 2 0 0,3-2 0 16,0 2 0-16,3 0 0 0,0 1 0 0,-1-1 0 16,4 3 31-16,0 0 3 0,0 0 1 0,0 3 0 15,-3-1-25-15,-4 4-10 0,1-1 8 0,-3 0-8 16,-3 3 25-16,-3 3 0 0,0-1 0 0,-3 1 0 15,-3 5-37-15,0 0-7 0,-3 2-1 0,-3 1-1 16,-3 2-18-16,-3 0-3 0,-3 3-1 0,-3 0 0 16,0-1 35-16,-3-1 8 0,1-1 0 0,-4 0 0 15,0-3-14-15,3 1-1 0,0-3 0 0,-3 0 0 16,6-3 24-16,4 0 5 0,2 0 1 0,0 1 0 16,3-6-15-16,3 2 0 0,3 1 0 0,0-3 0 15,6-3 0-15,-3 0 0 0,6-2 0 0,0 2 0 0,0-2 0 16,5-3 0-16,1 0 0 0,3 0 0 15,0-3 0-15,0 1 0 0,3-1 0 0,3 0 0 16,-7-2 0-16,4 0 0 0,0 2 0 0,-3-5 0 0,3 3 8 16,0-3-8-16,-1 0 11 0,1 0-11 0,0 0 0 15,0 0 0-15,3 0 0 0</inkml:trace>
  <inkml:trace contextRef="#ctx0" brushRef="#br0" timeOffset="72734.392">17163 9795 1653 0,'-6'3'47'0,"0"2"10"0,0 1-45 0,0 2-12 0,0-3 0 16,0 0 0-16,0 3 77 0,0 0 14 16,0-3 2-16,0 6 1 15,0-6-30-15,0 3-7 0,0-2-1 0,3 1 0 16,-3-1-32-16,3-4-8 0,-3 1 0 0,6-3-1 16,0 0 24-16,0 0 5 0,0 0 0 0,0 0 1 15,0 0-21-15,0 0-4 0,0 0 0 0,0 0-1 0,3-5 36 0,0-3 7 0,0 0 2 0,3-3 0 16,3 3-64-16,0 0 0 0,0-2 0 0,3-1-13 15,3 3 28-15,0 0 5 0,0 3 2 0,-1-3 0 16,4 3 1-16,0 0 0 0,-3 2 0 0,3 0 0 16,0 1-7-16,-6 2 0 0,3-3-1 0,-4 3 0 15,1 3-15-15,-3-3 9 0,0 2-9 0,-3 4 8 16,0-4 0-16,-3 6 0 0,0-3 0 0,0 6 0 16,-3 0-8-16,-3-1 0 0,0 1 0 0,0 5 0 15,-3-3-34 1,-3 3-9-16,3 2-1 0,-6 1-1 0,0-3 7 0,-2 5 2 0,-1-3 0 15,0 1 0-15,0-1 9 0,0 1 3 0,0-3 0 0,0 0 0 16,3-3 14-16,3 0 10 0,1 0-12 0,-1-2 12 16,6 0-8-16,0-1 8 0,0-2 0 0,3-3 0 15,3 3 0-15,0-5 0 0,3 2 0 0,2-2 0 16,1 2 0-16,3-2 0 0,3-3 12 0,0 2-3 16,3 1 26-16,0-3 5 0,0 0 0 0,0 0 1 15,2-3-33-15,-2 1-8 0,0-1 0 0,0-2 0 16,0 2 0-16,0-2 0 0,0 0 0 0,-1-1 0 15,1 1 0-15,0 0 0 0,3-3 0 0</inkml:trace>
  <inkml:trace contextRef="#ctx0" brushRef="#br0" timeOffset="73281.623">18207 9772 2340 0,'0'0'66'0,"0"0"15"16,0 0-65-16,0 0-16 0,0 0 0 0,0 0 0 16,0 0 91-16,0 0 14 0,0 0 3 0,0 0 1 15,0 0-87-15,0 0-22 0,-3 8 0 0,-3-3 0 16,0 3 56-16,1 0 6 0,-1 0 2 0,-3 2 0 15,-3 1-52-15,-3 2-12 0,0-2 0 0,0 2 0 16,-6 0-13-16,3-2-6 0,-2 2-1 0,-4-2 0 16,0-1 32-16,3 1 7 0,-3-3 1 0,0-3 0 15,7-2-20-15,-4 2 0 0,3-5 0 0,3 0 0 16,3-5 0-16,0-1 0 0,3-2 0 0,0 0 0 16,6-2 0-16,0-3 0 0,3-1 0 0,3 1 0 15,0 0 0-15,3-3 0 0,3 0 0 0,0 0 0 16,3 3 0-16,3 0 0 0,0 0 0 0,0 2 0 15,3 3 0-15,2 0 0 0,-2 0 0 0,0 3 0 16,0 2 55-16,3-2 7 0,-3 5 2 0,0-3 0 16,-4 6-52-16,1 0-12 0,0-1 0 0,-3 6 0 15,0-2 0-15,0 1 0 0,-3 1 0 0,3 3 0 0,-3 0 0 16,-3-1 0-16,0 6 0 0,0 0 0 0,-3 0 0 16,-1 2 0-16,1 3 0 0,0 1 0 15,-3-1 0-15,-3 0 0 0,3 0 0 0,-3 3 0 0,1-6 0 0,-4 4 0 0,3-4 0 0,-6 1 0 31,3-1 54-31,-6 1 8 0,0-1 2 0,0-2 0 0,-3 0-52 0,0 0-12 0,0-3 0 0,-6 0 0 16,4-2 0-16,-4 2 0 0,0-2 0 0,0-1 0 16,0 1-19-16,0-1-6 0,4-2-2 0,-1 0 0 31,0 0-8-31,3-2-1 0,0-1-1 0,3 0 0 0,0 0-95 0,3-2-18 0,0 0-4 16</inkml:trace>
  <inkml:trace contextRef="#ctx0" brushRef="#br0" timeOffset="74204.523">20580 9825 2184 0,'0'0'45'0,"-6"-3"11"16,3 0-44-16,-3 1-12 0,0 2 0 0,-3-3 0 0,0 3 80 16,0 0 13-16,0 0 3 0,-3 0 1 15,0 3-26-15,0-1-6 0,1 4-1 0,-4-1 0 16,3 5-51-16,-3 1-13 0,0 2 0 0,0 3 0 0,0 3 0 0,0-1 0 0,3 3 0 0,1 3 0 15,-1-3 0-15,6-2 0 0,-3 2 0 0,3-2 0 16,3-1 0-16,3 1 0 0,0-4 0 0,0-1 0 16,3-1 0-16,3 0 0 0,0-5 0 0,3 3 0 15,3-3 0-15,-1-3 0 0,7 3 0 0,-3-3 0 16,3-2 0-16,3-1 0 0,3-2 0 0,-3 0 0 16,2-2 0-16,1-3 0 0,-3-1 0 0,3-2 0 15,0-2 54-15,-1-1 8 0,1 1 2 0,-3-1 0 16,0-2-52-16,0-1-12 0,-3-1 0 0,-1 1 0 15,-2-4 37-15,-3 2 5 0,-3-5 1 0,0 2 0 16,-3-2-6-16,-3 3-1 0,0-4 0 0,-3 4 0 16,-3-1-8-16,-3 4-1 0,0-1-1 0,-6 2 0 15,0 4-11-15,0 2-3 0,-5 0 0 0,-1 3 0 16,0-1-1-16,-3 4-1 0,0 2 0 0,0 0 0 16,-3 0-10-16,1 2-11 0,-1-2 3 0,-3 6 0 15,0-1-38-15,1 0-7 0,2 3-2 16,-3 3 0-16,3-1-58 0,3 4-12 0,0-1-3 0</inkml:trace>
  <inkml:trace contextRef="#ctx0" brushRef="#br0" timeOffset="77319.732">12507 11640 1990 0,'0'0'41'15,"-3"-3"11"-15,0-2-42 0,3 5-10 0,-3-5 0 0,3 2 0 16,0 3 107-16,-3-5 19 0,3 5 4 0,0 0 1 16,-3-3-52-16,3 3-11 0,0 0-1 0,0 0-1 15,0 0-28-15,0 0-6 0,0 0 0 0,0 0-1 16,0 0-31-16,0 0-20 0,0 0 4 0,0 0 0 16,0 0 31-16,0 0 6 0,0 0 2 0,0 0 0 15,-3 5-37-15,3 3-7 0,0 0-2 0,0 3 0 16,0-3-148-16,3 2-29 0,-3 1-7 0</inkml:trace>
  <inkml:trace contextRef="#ctx0" brushRef="#br0" timeOffset="77513.79">12462 12195 2066 0,'-5'6'43'0,"-1"-1"10"0,6-5-42 0,-3 3-11 0,3-3 0 15,0 0 0 1,0 0 103-16,0 0 18 0,0 0 4 0,0 0 1 0,0 0-83 0,0 0-17 0,0 0-3 0,0 0-1 16,0 0-22-16,0 0 0 0,0 0 0 0,0 0 8 15,0 0-29 1,6 0-6-16,-3 0-1 0</inkml:trace>
  <inkml:trace contextRef="#ctx0" brushRef="#br0" timeOffset="77679.343">12460 12598 1824 0,'0'0'76'16,"0"0"-60"0,-3 5 50-16,3-5 10 0,0 0 3 0,0 8 0 15,0-8-79-15,0 0-8 0,0 0-6 0</inkml:trace>
  <inkml:trace contextRef="#ctx0" brushRef="#br0" timeOffset="77893.232">12424 13161 2526 0,'-18'37'52'0,"12"-24"13"0,3 1-52 0,-3-4-13 15,3-2 0-15,3 3 0 0,-3-3 68 0,0-3 12 0,3 3 1 0,0-8 1 16,0 0-47-16,0 0-10 0,0 0-1 0,0 0-1 16,0 5-23-16,0-5 0 0,0 0 0 0,6 3 0 15,-3-3-98-15,3 0-24 0,0 0-5 0</inkml:trace>
  <inkml:trace contextRef="#ctx0" brushRef="#br0" timeOffset="82320.986">12379 14233 2165 0,'0'-8'61'0,"0"3"14"0,0-1-60 0,0-2-15 0,0 6 0 0,0-4 0 16,0 6 84-16,0 0 13 0,0-5 3 0,0 5 1 16,0 0-29-16,0 0-5 0,0 0-2 0,0 0 0 15,0 0-15-15,0 0-3 0,0 0-1 0,0 0 0 16,0 0-14-16,0 0-2 0,-3 8-1 0,3 0 0 15,-3 3-13-15,3 2-2 0,0-3-1 0,0 6 0 16,3 3-13-16,-3-1 0 0,0 3 0 0,3 3 0 16,0 0 0-16,-3 3 0 0,3-1 0 0,0-2 0 15,3 2 0-15,-3-5 0 0,3 3 0 0,-3-3 0 16,3 1 0-16,-3-4 0 0,3 3 0 0,-3 0 0 16,3 1-12-16,-3-4-4 0,3 3-2 0,-3-2 0 15,0-1-37-15,0-2-7 0,-3 3-2 0,3-3 0 16,-3-6-161-16,0-2-33 0</inkml:trace>
  <inkml:trace contextRef="#ctx0" brushRef="#br0" timeOffset="82602.595">12888 14275 2310 0,'0'0'97'0,"0"0"-77"16,0 0 108-16,-6 0 21 0,6 0 5 0,-6 3 1 15,0-3-62-15,0 2-12 0,0 4-2 0,0-1-1 16,0 3-28-16,1 0-6 0,-1 0 0 0,-3 5-1 16,3-2-19-16,0 5-3 0,0-1-1 0,-3 4 0 15,3 2-11-15,-3 0-9 0,0 3 12 0,0 0-12 16,-3 0 0-16,3-3 0 0,-3 3 0 0,0 2 0 16,1-2 0-16,-1 2 0 0,-3 4 0 0,3-1 0 15,-3 2 0-15,0 1-19 0,0 3 4 0,3-1 1 16,0-2-18-16,0-3-4 0,1-3-1 0,-1 1 0 15,3-3-27-15,0 2-4 0,-3-5-2 16,3 3 0-16,3-3-67 0,0-2-14 0,3-1-2 0</inkml:trace>
  <inkml:trace contextRef="#ctx0" brushRef="#br0" timeOffset="83116.641">12867 14886 2348 0,'0'-5'49'0,"0"0"11"0,0-3-48 0,3 0-12 0,-3-5 0 0,3 2 0 16,0-2 114-16,3 0 21 0,0-3 4 0,0 0 1 15,3 3-54-15,-3-3-10 0,3 0-3 0,-3 3 0 16,3-1-32-16,0 1-6 0,0 3-2 0,3 2 0 16,-4 0-33-16,4 0 0 0,-3 3 0 0,3-1 0 15,-3 1 0-15,0 2 0 0,0 1 0 0,-3 2 0 16,3 0 0-16,-3 2 0 0,3 1 0 0,-3 2 0 16,-3 3 0-16,3 0 0 0,-3 0 0 0,-3 3 0 31,0 2-44-31,0 3-16 0,-3 2-4 0,0 1 0 0,-3 2 52 0,0 3 12 0,0 0 0 0,0-1 0 15,-3-1-54-15,3-1-8 0,-3 0-2 0,3-3 0 16,0-2 52-16,0 0 12 0,0 0 0 0,3-3 0 16,0 3-31-16,0-5-3 0,3 2-1 0,0-2 0 15,0-1 5-15,3-2 1 0,-3 0 0 0,3 0 0 16,3-3 74-16,-3-2 15 0,3-3 4 0,3 3 0 16,0-1-52-16,0-2-12 0,0 0 0 0,3-2 0 15,0 2 0-15,3-3 0 0,-4 3 0 0,4-3 0 16,0 1 54-16,0-1 8 0,3 0 2 0,0 3 0 0,0-5-64 15,-3 0-21-15,2-1 0 0,1 1 0 0,0-3 12 0,-3 3 9 0,6-3-12 0,-6 3 12 32,3-3-141-32,0-3-22 0,-4 3-4 0</inkml:trace>
  <inkml:trace contextRef="#ctx0" brushRef="#br0" timeOffset="84088.892">17829 13881 2325 0,'-6'0'48'0,"0"0"12"0,3 0-48 0,-3 0-12 0,1 0 0 0,-1 3 0 16,0-1 50-16,0 1 8 0,0-1 2 0,-3 6 0 15,0-2-19-15,0 4-3 0,0-2-1 0,-3 5 0 16,0 3-19-16,0 3-4 0,0-1-1 0,0 6 0 15,1-3-13-15,2 3 0 0,0 3 8 0,0 2-8 16,3-5 0-16,3 2 0 0,0 0 0 0,3 4 0 16,0-7 0-16,3 4-8 0,3-1 8 0,0 1 0 15,3-3-32-15,0-1 0 0,3 1 0 0,-1-5 0 16,4-1-11-16,0-2-1 0,3 0-1 0,-3-3 0 16,3-2 8-16,-3-3 1 0,3 2 1 0,-1-4 0 0,4-4 22 0,-3 1 4 0,0-3 1 15,3 0 0-15,-3-3 8 0,2-2 0 0,-2 0 0 0,0-3 0 16,0-3 46-16,-3 1 5 0,0-1 1 0,-3-5 0 15,-3 3 24-15,0-6 6 0,0 1 1 0,-4 2 0 16,-2-3-12-16,3 1-3 0,-3-1 0 0,-3 1 0 16,0-1-12-16,-3 1-2 0,0-1-1 0,0 3 0 15,-5 1-21-15,2 1-4 0,-6 1 0 0,0 3-1 16,0-4-11-16,-3 6-1 0,0-2-1 0,-3 2 0 16,-3 0-38-16,4 0-8 0,-4 3-2 0,0-1 0 15,0 1 42-15,3 0 8 0,-3 2 1 0,3 1 1 16,1-1-63-16,-1 0-13 0,3 3-2 0,0 0-1 15,0 0-168-15,3 3-34 0</inkml:trace>
  <inkml:trace contextRef="#ctx0" brushRef="#br0" timeOffset="85704.252">19696 11163 1624 0,'-6'-2'46'0,"0"-1"10"16,0 1-45-16,3-1-11 0,0 0 0 0,3 3 0 0,-6 0 76 0,6 0 12 0,0 0 4 0,0 0 0 15,0 0-9-15,0 0-2 0,0 0 0 0,0 0 0 16,0 0-65-16,0 0-16 0,0 6 0 0,0 1 0 16,3 1 55-16,0-2 7 0,0 2 2 0,0 0 0 15,3 0-52-15,-3-1-12 0,0 4 0 0,3-3 0 16,-3 0 54-16,0 2 8 0,3 1 2 0,-3 0 0 15,2-1-52-15,-2 1-12 0,3-1 0 0,-3 4 0 16,3-4 0-16,-3 3 0 0,6 1 0 0,-6-1 0 16,3 0 0-16,0 3 0 0,-3-3 0 0,3 0 0 15,-3 1 0-15,0-1 0 0,0 3 0 0,0 0 0 16,0 0 0-16,0 2 0 0,3-2 0 0,-6 2 0 16,3 1 0-16,-3 0 0 0,3-4 0 0,-3 4 0 15,0-1 18-15,0-2 1 0,0 0 0 0,0 0 0 16,0 0-31-16,0 0-5 0,0 0-2 0,0 0 0 15,0-1 19-15,0-1 0 0,0 2 0 0,0-1 0 16,0 1 0-16,0 0 0 0,0 0 0 0,0 3 0 16,0-1 27-16,0 1 9 0,0-1 1 0,0 1 1 0,0 2-16 15,0 0-3-15,0 0-1 0,0 0 0 0,3-2-6 16,-3 2-2-16,0-2 0 0,3-1 0 0,-3 3-10 0,0 0 0 0,3-2 0 0,-3 2 8 16,0 0-8-16,0 3 12 0,0-3-12 0,0 3 12 15,0 0-2-15,0 0 0 0,0 0 0 0,0-1 0 16,0 1-2-16,3-3 0 0,-3 0 0 0,0 1 0 15,3-4-8-15,-3 1 0 0,0 2 9 0,3-3-9 16,-3 1 0-16,0-1 9 0,0 1-9 0,0 2 0 16,0 0 8-16,0-2-8 15,0 2 0-15,-3 3 0 0,3 0 0 0,0-1 8 16,0 1-8-16,-3 0 0 0,3-3 8 0,-3 3-8 0,3-3 0 0,0 0 0 16,3-2 0-16,-3-1 0 0,0 4 0 0,0-4 0 15,0 1 0-15,0-1 0 0,0 3 0 0,0-2 0 16,0 2 0-16,0-2 0 0,0 2 0 0,0 3 0 15,0-3 0-15,3 0 0 0,-3 3 0 0,0-3 0 16,3 0 0-16,-3 0 0 0,0 0 0 0,3 0 0 16,-3-2 0-16,0 2 0 0,0-2 0 0,-3 2 0 15,3-3 0-15,0 4 0 0,0-4 0 0,0 3 0 16,0 3 8-16,0-3-8 0,0 6 0 0,3-3 0 16,-3 2 0-16,0 0 0 0,3 1 0 0,-3-3 0 15,3 2 0-15,-3-2 0 0,3 0 0 0,0 0 0 16,-3-1 0-16,3 1 0 0,-3 0 0 0,3 3 0 15,-3-1 0-15,0 3 0 0,3 0 0 0,-3 0 0 16,0 0 0-16,2 0 8 0,1 1-8 0,0-1 0 16,-3-5 12-16,3-1-12 0,0-1 12 0,-3 1-12 15,3 1 8-15,-3 0-8 0,3 0 0 0,-3 0 0 16,3 2 8-16,-3 0-8 0,3 1 0 0,-3 5 0 0,3-6 8 16,0 1-8-16,-3-1 0 0,3 3 0 0,0-5 10 15,-3-3-10-15,3 0 8 0,0 1-8 16,0-1 8-16,-3-3-8 0,3 3 8 0,0 1-8 0,0-1 11 0,-3 0-3 0,3 3-8 0,0 0 12 15,-3-1-12-15,3 4 9 0,0-3-9 0,-3-1 8 16,3 1-8-16,-3 0 0 0,3-5 9 0,-3 2-9 16,3-3 8-16,-3-2-8 0,3 0 10 0,-3 3-10 15,3-4 9-15,-3 1-9 0,0 0 8 0,3 3-8 16,-3-3 0-16,0-1 8 0,3 1-8 0,-3 0 0 16,0 3 9-16,3-1-9 0,-3 1 10 0,0-1-10 15,0-2 8-15,0 0-8 0,3 0 0 0,-3 0 9 16,0-3-9-16,0 0 10 0,3 0-10 0,-3 1 10 15,0-4-10-15,0 1 0 0,0-1 0 0,0-2 0 16,0 3 0-16,0-3 0 0,3 0 0 0,-3 0 0 16,0 0 0-16,0-3 0 0,0 0 0 0,0 1 0 15,0-1 0-15,0 0 0 0,0-5 0 0,-3 5 0 16,3-5 0-16,0 0 0 0,0 0 0 0,0 0 0 16,0 0-18-16,0 0 1 0,0 0 0 0,0 0 0 15,0 0-53-15,0 0-10 0,0 0-3 0,-6-7 0 16,3-1-138-16,0-6-28 0,0-2-6 0</inkml:trace>
  <inkml:trace contextRef="#ctx0" brushRef="#br0" timeOffset="86272.038">20645 10999 2310 0,'0'0'97'15,"0"0"-77"-15,0 0 104 0,-3-5 20 0,3 5 5 0,0 0 1 16,0 0-86-16,0 0-18 0,0 0-3 0,0 0-1 15,0 0-14-15,0 0-2 0,0 0-1 0,0 0 0 16,0 0-25-16,0 0 0 0,0 0 8 0,0 0-8 16,0 0-8-16,0 0-4 0,0 8-1 0,0-3 0 15,0 3-103-15,3 0-20 16,-3 0-4-16</inkml:trace>
  <inkml:trace contextRef="#ctx0" brushRef="#br0" timeOffset="86491.307">20633 11910 2496 0,'0'0'105'15,"0"0"-84"1,0 0 47-16,0 0 8 0,0 0 3 0,0 0 0 15,0 0-63-15,0 0-16 0,0 0 0 0,3-6 0 16,0 4 0-16,0-4 0 0,0 1 0 0,3 0 0 16,-3 2 0-16,3 1 0 0,-3 2 0 0</inkml:trace>
  <inkml:trace contextRef="#ctx0" brushRef="#br0" timeOffset="86706.946">20490 12690 2006 0,'-3'13'84'16,"3"-2"-67"-16,-3 0 27 0,3-1 6 0,0 1 1 0,0-1 0 15,0-2-41-15,0-2-10 0,3 2 0 0,-3-3 0 16,3 0-45-16,-3 0-11 0,3 1-3 0</inkml:trace>
  <inkml:trace contextRef="#ctx0" brushRef="#br0" timeOffset="86899.508">20598 13304 2389 0,'0'8'68'0,"0"0"14"16,3-3-66-16,-3 3-16 0,0-8 0 0,0 5 0 16,0-5 28-16,0 6 3 0,0-6 0 0,0 0 0 15,0 5-23-15,0-5-8 0,0 0 0 0,0 0 9 16,0 0-31-16,0 8-6 0,0-8-2 0</inkml:trace>
  <inkml:trace contextRef="#ctx0" brushRef="#br0" timeOffset="87485.721">20746 14317 1824 0,'0'0'38'0,"0"0"8"16,0 0-37-16,0 0-9 0,0 0 0 0,0 0 0 15,0 0 104-15,0 0 20 0,0 0 3 0,0 0 1 16,0 0 0-16,0 0 0 0,0 0 0 0,0 0 0 15,-6 3-52-15,6-3-9 0,-6 8-3 0,4-3 0 16,-4 3-24-16,3 3-4 0,0-3-2 0,0 5 0 0,0 0-3 0,3 3-1 0,-3 3 0 0,3-1 0 31,-3 1-30-31,3 2 0 0,0 0 0 0,0 0 0 0,0 0 0 0,0-2 0 0,0 2 0 0,0 0 0 16,0 0 0-16,3 1 0 0,-3-1 0 0,0 3 0 16,3-1 0-16,-3 1 0 0,0 3 0 0,3-4 0 15,-3-1 0-15,3-1 0 0,-3 0 0 0,3-2 0 16,0-4 0-16,-3-1 0 0,3-1 0 0,-3 0 0 15,3-5-45-15,-3 0-15 0,2-3-4 0,-2 1 0 16,0-6-102-16,0 0-21 0,0 0-4 16</inkml:trace>
  <inkml:trace contextRef="#ctx0" brushRef="#br0" timeOffset="87786.284">20755 14460 2310 0,'0'0'48'0,"0"0"11"16,-3-2-47-16,3 2-12 0,-3-6 0 0,-3 1 0 16,3 3 79-16,0-4 13 0,0 4 4 0,3 2 0 15,-2-3-52-15,2 3-9 0,-6-3-3 0,0 1 0 0,0-1 26 0,6 3 5 0,-6 0 1 0,-3 0 0 16,0 3-52-16,3-1-12 0,-3 1 0 0,3 0 0 15,-3 2 0-15,0 0 0 0,0 0 0 0,0 3 0 16,0 0 0-16,0 0 0 0,0 3 0 0,1-1 0 31,2 1 0-31,-3 0 0 0,0-1 0 0,3 1 0 16,0-1-21-16,0 1-7 0,3-3-2 0,0 2 0 16,0-2-173-16,0 0-34 0</inkml:trace>
  <inkml:trace contextRef="#ctx0" brushRef="#br0" timeOffset="88115.731">20615 15019 2318 0,'0'0'48'0,"0"0"11"16,0 0-47-16,0 5-12 0,0-5 0 0,0 0 0 15,0 0 103-15,0 5 18 0,3 1 4 0,-3-6 1 16,6 2-50-16,-3 1-9 0,3 0-3 0,0-1 0 16,0 1-51-16,0-3-13 0,3 0 0 0,0 0 0 15,3 0 54-15,0 0 8 0,0 0 2 0,3 0 0 16,-3-3-52-16,2 3-12 0,1-2 0 0,0-1 0 15,0 0 0-15,0 1 0 0,3-4 0 0,-3 4 0 16,0-4-10-16,-1 4-5 0,1-4-1 0,0 1 0 16,3 0-136-16,-3 0-28 0,3-1-6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2:58:46.1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13582 15064 1579 0,'0'0'32'0,"-3"5"10"16,3-5-34-16,0 5-8 0,0 1 0 0,0-1 0 0,3 0 0 0,0 3 0 0,3-3 0 15,0 1 0 1,3-1 36-16,-4 0 6 0,4-2 1 0,3 0 0 16,0-1-18-16,3-2-3 0,0 3-1 0,3-3 0 0,3-3 10 0,2-2 1 0,1-3 1 0,3 3 0 15,0-3-1-15,3 0-1 0,-1 0 0 0,4 0 0 16,0 0-31-16,0 0 0 0,2 0 0 0,1 0 0 16,-3 0 0-16,0 0 0 0,2 3 0 0,-2 0 0 15,-3-1 0-15,3 1 0 0,-1 2 0 0,-2 1 0 16,3-1 12-16,-3-2-3 0,-1 2-1 0,1 1 0 15,3-1-8-15,-3 0 0 0,2 1 0 0,-2-1 0 16,3 0 0-16,0 1-11 0,2-1 3 0,1-2 0 16,-3 2 31-16,0 3 6 0,2-5 2 0,-2 5 0 15,-3-3-11-15,2 3-1 0,-5 3-1 0,3-1 0 16,-6 1-2-16,0 0-1 0,-4 2 0 0,-2 3 0 16,0-3 9-16,-3 6 1 0,0-3 1 0,0 2 0 15,-3 1 10-15,0 2 1 0,-3-2 1 0,0 2 0 16,-1 0-38-16,1 3-16 0,0 0 0 0,0 0 1 15,-3 5 15-15,3-2 10 0,0 2-2 0,-3 3 0 16,3-1-8-16,-3 1 0 0,0 0 9 0,0 2-9 16,0 4 8-16,0-1-8 0,0 0 10 0,0 5-10 15,-3-2 11-15,0 2-11 0,3 1 12 0,-3 2-12 16,-1 0 8-16,1-3-8 0,0 3 0 0,0 0 0 16,0 0 8-16,0 0-8 0,0 0 0 0,0 3 0 15,0-5 0-15,3 2 0 0,-3-3 0 0,3 0 0 0,-3 1 0 16,0-3 0-16,3-3 0 0,-3 0 0 15,0 0 0-15,0-5 0 0,-3 2 0 0,3-2 0 0,0-3 0 0,-3 0-12 0,3-2 1 16,-3-3 1-16,3 0 26 0,-3-3 6 0,0 0 1 16,-3 0 0-16,3-5-14 0,-3 3-9 0,0-3 12 0,-3 0-12 15,0-3 16-15,0 0-4 0,-3 0-1 0,-3-2 0 16,3 0 4-16,-3-1 1 0,-2 1 0 16,-1-3 0-16,-3 0-7 15,0 0-1-15,-3 0 0 0,0 0 0 0,-3-3-8 0,4 1 0 0,-4-1 0 16,0 0 0-16,-3 1 39 0,3-3 5 0,-2 2 2 0,-1-2 0 15,-3-1-36-15,0-2-10 0,1 0 0 0,-7 3 0 16,0-3 18-16,0 3-1 0,-2 0 0 0,-4 2 0 16,3-2-27-16,-2 2-6 0,-1 0 0 0,0 3-1 15,1-2 17-15,-1 2 0 0,3-3 0 0,-2 3 9 16,2-3-1-16,3 3-8 0,0 0 12 0,1 0-4 16,2 0-8-16,3-2 0 0,-3 2 0 0,4-3 8 15,2 1-8-15,0-1 8 0,3 0-8 0,1 1 8 16,-1-4-8-16,3 4 0 0,3-1 0 0,-3 0 0 15,3-2 0-15,0 0 0 0,4 2 0 0,2-2 0 16,-3 2 0-16,3-2 10 0,0 0-2 0,3-1-8 16,0 1 11-16,3 0-11 0,0-1 10 0,3-2-10 15,-3 3 0-15,3-5-12 0,0 2 1 0,0 0 0 16,3-3 11-16,-3 1 16 0,0-1-4 0,3 0-1 16,0-2-11-16,-3 0 0 0,3 0 0 0,0-3 0 15,-3 0 0-15,3-3 0 0,-3 1 0 0,0-3 0 16,3 0 0-16,-2-1 0 0,-1-1 0 0,-3-1 8 15,3 0-8-15,0-2 8 0,-3-1-8 0,0-2 8 16,3 0-8-16,-3 0 0 0,0 0 9 0,3-3-9 16,-3 3 11-16,0-6-3 0,3 1 0 0,-3 0 0 15,3-1-8-15,0 1 12 0,3 2-12 0,-3-5 12 16,3 3-12-16,0-1 0 0,0 1 0 0,-3-3 0 0,3 2 0 0,-3 4 0 0,3-4 0 0,0 3-11 31,0 1-19-31,-3-1-4 0,3 3-1 0</inkml:trace>
  <inkml:trace contextRef="#ctx0" brushRef="#br0" timeOffset="16664.357">20026 15040 1758 0,'-24'0'82'0,"15"0"-73"0,-3 0-9 0,3 0 0 0,4 0 0 16,-1 0 67-16,0 0 11 0,6 0 2 0,0 0 1 16,0 0-21-16,0 0-5 0,0 0-1 0,0 0 0 15,0 0-31-15,6 0-7 0,3-3 0 0,2 3-1 16,4 0-1-16,0-2 0 0,6 2 0 0,0-3 0 15,0 0-2-15,2 3 0 0,1-2 0 0,0-1 0 16,3-2-34-16,0 2-7 0,-1 0-2 0,1 1 0 16,3-1 52-16,-3 0 11 0,0 1 1 0,2-1 1 15,-5-2-34-15,0 5 0 0,-3-3 0 0,0 1 0 16,-3 2 8-16,-4 2-8 0,1-2 0 0,-3 3 0 16,0 2 9-16,-3-2-9 0,-3 2 0 0,0 0 9 0,0 1 1 0,0-1 0 0,0 3 0 0,-3-3 0 31,0 3 7-31,3 0 2 0,-3 0 0 0,0 0 0 0,-3 0-19 0,3 0 0 15,0 0 0-15,0 0-9 16,-3 2 25-16,3-2 6 0,-3 3 1 0,0 5 0 0,0-3-10 16,0 0-1-16,0 3-1 0,0 3 0 0,0-4 5 15,-3 4 2-15,0-1 0 0,0 1 0 0,3 0-5 0,-3-1-1 0,0 3 0 0,0 0 0 16,0 1-12-16,0 1 0 0,-3 4 0 0,3 2 0 16,-3 0 0-16,0 3 0 0,3 0 0 0,-3 5 0 15,3-3 0-15,0-2 0 0,0-3 0 0,3 5 0 16,-3-5-20-16,3 0 2 0,3 1 1 0,-3-1 0 15,3-3-1-15,-3 3 0 0,0-2 0 0,3-1 0 16,-3 1 8-16,0-4 2 0,0 1 0 0,0-3 0 16,0-2-8-16,0-3-2 0,0-3 0 0,-3-2 0 15,0 2 18-15,3-5 0 0,-3-3-8 0,0 0 8 16,3-5-10-16,0 0 2 0,0 0 0 0,0 0 0 16,0 0 8-16,-6 3-8 0,6-3 8 0,-6 0-8 15,0 0 8-15,0-3 0 0,0 1 8 0,0-1-8 16,-3 0 18-16,1 1-1 0,-1-4 0 0,-3 4 0 15,0 2-17-15,-3-3 0 0,0 1-13 0,-3 2 5 16,0 0 36-16,0 0 8 0,-2 5 2 0,-1-3 0 16,3 1-10-16,0 0-1 0,0 2-1 0,0 0 0 15,0 1-26-15,4-1 0 0,-4 3 0 0,3-3 0 16,-3 0 0-16,0 3 0 0,0-2 8 0,0-1-8 16,4 3 9-16,-4-5 0 0,0 2 0 0,3 0 0 15,-3-2 4-15,3 2 1 0,-3-5 0 0,3 3 0 0,1-1-4 0,-1-2-1 16,0 3 0-16,0-3 0 0,3 0 3 0,0 0 0 0,0 0 0 0,0 0 0 15,3 0-4-15,0-3 0 0,1 3 0 0,-1-2 0 16,3 2 2-16,0-3 0 0,0 3 0 0,0-5 0 31,0 2-10-31,0-2 0 0,3 0 0 0,0-1 0 0,-3-2 0 0,3 0 0 0,0-2 0 0,3-6 8 16,-3 0-8-16,3-8 0 0,-3 0 0 0,3-5 0 16,0 0 0-16,0-5 0 0,0-1 0 0,0-2 0 15,3 0 14-15,-3-2 4 16,0-4 1-16,3 1 0 0,0 0-19 0,0-3 0 0,3-3 0 0,0 3 0 15,0 3 0-15,0 7-11 0,3 1 2 0,0 2 0 16,0 0 9-16,-1 1-13 0,7-1 5 16,-3 0 8-16,0 3-13 0,3 3 5 0,0-4 8 0,0 9-13 15,-3 0 13-15,0 5-9 0,0 3 9 0,-4 0-8 16,-2 2 8-16,0 3 0 0,-3 0 0 0,3 3 0 16,-3 0-8-16,-3-1 8 0,3 4-8 0,-3-1 8 15,0 3-46-15,3-5-4 0,0 2-1 0,0 1 0 16,0-4 13-16,3 4 2 0,-3-4 1 0,6 1 0 15,0 0-170-15,0-3-35 0</inkml:trace>
  <inkml:trace contextRef="#ctx0" brushRef="#br0" timeOffset="19917.034">19821 6202 2086 0,'-12'-18'44'0,"6"12"8"0,0 1-41 0,3-3-11 0,-3 3 0 0,3 0 0 16,-3-1 100-16,3 4 19 16,0-4 3-16,3 6 1 0,0 0-53 0,-6 0-10 0,6 0-3 0,0 0 0 15,-6 0-40-15,0 6-8 0,0-1-1 0,0 6-8 16,0 4 0-16,3 4 0 0,-3 5 0 0,0 2 0 16,3 1 0-16,-2 4 0 0,2-1 0 0,-3 4 0 15,0 0 0-15,0 1 0 0,0-1 0 0,3 3 0 16,-3 0 12-16,3 3-4 0,0 2 0 0,3-2-8 15,-3-3 0-15,3-3 0 0,0-5-15 0,0 3 5 16,0-5 10-16,0-4 0 0,0-1-9 0,3-1 9 16,-3 0 0-16,3-5 0 0,0 0 0 0,0-3 0 15,0-2 0-15,0-1 0 0,3 1 0 0,0-6 0 16,3 0 0-16,-3-2 0 0,5 0 0 0,-2-3 0 16,3-3 0-16,3 0 0 0,-3-2 8 0,3 0-8 15,0-1 14-15,3-2-2 0,3-2-1 0,-1 2 0 16,4 0-11-16,0 3-16 0,3-3 4 0,3 3 1 15,-1-1 23-15,-2 1 4 0,3 0 0 0,0 2 1 16,-1-2-27-16,-2 2-6 0,-3-2 0 0,3 2-1 16,0 0 17-16,-4 1 0 0,4-3 0 0,0 2 0 15,0 3 0-15,3-3 0 0,-4 1 0 0,4 2 0 0,-6 0 10 0,3 0 6 16,-4 0 0-16,1 0 1 16,-3 0-17-16,-3 0 0 0,-3 0 0 0,0 0 0 0,0 0-10 0,-3 0-6 0,-1 0 0 0,-2 0-1 15,0 0 17-15,0-3 0 16,-3 3 0-16,3-3 0 0,-3 3 0 0,0-2 0 0,-3 2 0 0,3-6 0 15,-3 4 0-15,0-1 0 0,0 0 0 0,-3-2 0 16,3 0 0-16,0 0 0 16,-3-3 0-16,3 0 0 0,0 0 48 0,-3-5 12 0,3 2 4 0,-3-2 0 15,3-6-47-15,-3 1-9 0,0-4-8 16,0-1 12-16,0-1-12 0,0-3 0 0,0-2-12 16,0 0 12-16,0 0 0 0,0 0 0 0,0 0 0 0,0 0 0 15,0 0 0-15,0 0 0 0,0-3 0 0,-3 0 0 16,3-2 0-16,0 2 0 0,-3 0 0 0,0 0 0 15,0 9 0-15,0-1 0 0,0 3 0 0,-3-1 0 16,3 7 44-16,0-4 16 0,-3 3 3 0,0 0 1 16,3 3-56-16,-3 0-8 0,0 0-8 0,0-1 8 15,0 1 0-15,0 3 0 0,3-1 8 0,-3 0-8 16,0 3 15-16,0 0-3 0,1 1-1 0,-4 1 0 16,0-2-11-16,0 3 8 0,0 0-8 0,0 2 8 15,-6 0-18-15,0 1-4 0,0-1-1 0,-6 3 0 16,-2 0 15-16,-4 0 0 0,0 0 0 0,-3 3 0 15,0-1 12-15,1 1 4 0,-1 2 2 0,-6 1 0 16,6-1-18-16,-2 0 0 0,-1 3 0 0,0 3 0 16,-2-3 0-16,2 0 0 0,-3 0 0 0,0 2 0 15,7-2 0-15,-1 0 0 0,3 0 0 0,0 0 0 16,6-3 0-16,1 3 0 0,2 0 0 0,0-3 0 16,3 3 0-16,-3-2 0 0,3 2 0 0,0-6-9 0,3 4-5 15,1-4-1-15,-1 3 0 0,0-2 0 16,3-3-38-16,-3 3-8 0,3-1-2 0,0 1 0 15,0 0-38-15,0-1-8 0,3-2-2 0</inkml:trace>
  <inkml:trace contextRef="#ctx0" brushRef="#br0" timeOffset="23811.197">21392 6903 1580 0,'0'6'67'0,"-3"2"-54"15,3 0 41-15,0 0 8 0,0-1 2 0,-3 4 0 16,3 0 0-16,0 2 0 0,0 0 0 0,0 3 0 16,0-3-52-16,0 3-12 0,0 0 0 0,-3 2 0 15,3-2 54-15,0 3 8 0,0-3 2 0,0 5 0 16,0-5-52-16,0 2-12 0,0-2 0 0,0 5 0 16,3-5 0-16,-3 5 0 0,3-2 0 0,-3 2 0 15,0 0 0-15,3 0 0 0,-3 1 0 0,0 1 0 16,3-1 12-16,-3 1 0 0,0-1 0 0,0 4 0 15,0-5 7-15,0 0 1 0,0 1 0 0,0-1 0 16,0 0 4-16,0 0 0 0,0-2 1 0,0-1 0 16,3 1 2-16,-3-1 0 0,0 1 0 0,0 2 0 15,3-3 13-15,-3 3 4 0,0 1 0 0,0-1 0 16,0 3 16-16,0-1 3 0,0 1 1 0,0 3 0 16,3-1-52-16,-3-5-12 0,0 3 0 0,0 0 0 15,3-3 0-15,-3 0 0 0,0 0 0 0,0 3 0 0,0-5 0 0,3 2 0 16,-3-2 0-16,0 2 0 15,0 0 0-15,3 3 0 0,-3-3 0 0,0 3 0 0,3-1 0 0,-3-1 0 0,0-1 0 0,3 3 0 16,-3-3 0-16,0 0 0 16,3 0 0-16,-3-2 0 0,3-1 0 0,-3 3 0 0,0-2 0 0,-3-1 0 31,3 4 28-31,0-4 2 0,-3 3 1 0,3 3 0 16,-3 0-50-16,3 0-9 0,0-1-3 0,-3 4 0 0,3-1 76 0,0-2 15 15,-3 3 4-15,3-4 0 16,0 1-103-16,-3 0-20 0,3-3-4 0,0 3-1 0,-3 0 78 0,3-3 15 0,0 3 3 15,0 2 1-15,0 1-1 0,0-1-1 0,0 1 0 0,0 2 0 32,0 0-76-32,0-3-15 0,0 4-4 0,0-1 0 0,0 0 78 0,0-3 15 0,0 1 3 0,0-1 1 15,0 1-33-15,0 2 0 0,0 0 0 0,-3 0 0 16,3 0 32-16,0 3-1 0,-3-1 0 0,3 4 0 16,0-6-41-16,0 0-8 0,0 0-2 0,0 0 0 15,0 0 20-15,0 3 12 0,0-3-1 0,0 6-1 16,0-4 0-16,0 6 0 0,0 1 0 0,0-1 0 15,0 0-10-15,0-3 0 0,0-2 0 0,0 2 0 16,0 1 0-16,0-1 0 0,0 0 0 0,0 3 0 16,0 0 0-16,-3 0 0 0,3 3 0 0,0 2 0 15,0-4 18-15,-3-1 2 0,3-3 0 0,0 3 0 16,0 0-20-16,-3 0 8 0,0 3-8 0,3-1 0 16,-3-1 8-16,3 1-8 0,0-2 0 0,-3 3 0 15,3-6-13-15,-3 1-10 0,3-1-1 0,-3 1-1 16,0-1 25-16,3 3 0 0,-2 0 0 0,-1 3 0 15,3-3 0-15,-3 0 0 0,3 0 0 0,-3 0 0 16,0-3 0-16,3 1 0 0,-3 2 0 0,0 0 0 16,3 2 16-16,-3 1 9 0,3 0 2 0,0 2 0 15,0-5-43-15,0 0-9 0,0-2-2 0,-3 2 0 0,3-3 27 0,0 1 0 0,0 4 0 0,0 1 0 32,0 0 16-32,0 2 9 0,0 0 2 0,-3 3 0 0,3-5-27 0,0-3 0 0,0 0 8 0,-3 5-8 15,3-2 0-15,-3 2 0 0,0 3 0 0,3 0 0 16,-3-2 0-16,3-6 0 0,-3 0 8 0,3 0-8 15,0-3 0-15,-3 1 0 0,3 2 0 16,0 0 0-16,0 0 0 0,0 0 0 0,0 0 8 0,0 0-8 16,0-3 0-16,3-5 0 0,-3 0 0 0,0 3 0 15,0-3 0-15,3-2 0 0,-3 2 0 0,0 0 0 16,3-3 0-16,-3 4 0 0,0-1 0 0,3 0 0 16,-3 0 0-16,0-3 0 0,3 3 8 0,-3 1-8 15,0-7 0-15,3 1 0 0,-3 0 0 0,0 2 0 16,3-2 0-16,-3 0 0 0,3 3 0 0,0 2 0 15,-3-3 0-15,0 6 0 0,3 0 0 0,-3-3 0 16,0 0 0-16,3 0 0 0,0-3 0 0,-3 1 0 16,3-3 0-16,0 0 0 0,-3-3 8 0,3 2-8 15,-3-1 0-15,0-1 0 0,2 3 0 0,-2-1 0 16,3 1 0-16,-3 3 0 0,3-1 0 0,-3 1 0 16,0-1 0-16,3 1 0 0,-3-4 0 0,3 4 0 15,-3-3 0-15,0-6 8 0,3 3-8 0,-3 1 0 16,0-1 8-16,0-3-8 0,0 3 0 0,0 1 8 15,3 1-8-15,-3-1 0 0,0 4 9 0,3-2-9 0,-3 0 8 0,0-1-8 0,3 1 8 16,-3 3-8-16,3-6 8 16,-3-3-8-16,3 1 8 0,0-1-8 0,-3-2 0 0,3-2 9 0,-3-1-9 0,3-3 0 31,0 1 8-31,-3 0-8 0,3-4 0 0,0 4 0 16,-3-3 0-16,0 3 0 0,3-4 0 0,-3 4 0 0,0-3 0 0,3 0 0 0,-3-3 0 15,3 3 0-15,-3-3 0 16,0 1 0-16,0-6 0 0,0 0 0 0,0 0 0 0,0 0 13 15,0 0-4-15,0 0-1 16,0 0-59-16,-3-6-12 0,-3-1-2 0,0-4-1 16,0-5-99-16,0-5-20 0,-3-3-4 0</inkml:trace>
  <inkml:trace contextRef="#ctx0" brushRef="#br0" timeOffset="24741.147">21351 7057 2014 0,'0'0'42'0,"0"0"9"16,0 0-41-16,0-5-10 0,0 5 0 0,0-6 0 15,0 6 98-15,0 0 18 0,0 0 3 0,0 0 1 16,0 0-51-16,0 0-9 0,0 0-3 0,0 0 0 15,0 0-13-15,0 0-4 0,-6-2 0 0,6 2 0 16,-6 2-14-16,0 1-3 0,0 0-1 0,-3 5 0 16,0-1-12-16,0 1-2 0,0 3-8 0,0 2 12 15,-3 0-12-15,0 3 0 0,0-2 0 0,-2 1 0 16,2-1-25-16,-3-1 1 0,3 0 1 0,0 0 0 16,3-2-12-16,0 0-2 0,0-4-1 0,0 1 0 0,3 0 10 0,3-2 3 0,-3-1 0 15,3 0 0-15,3-5 13 0,0 0 2 0,0 0 1 0,0 0 0 16,0 0 9-1,0 0-13-15,6-2 5 0,0-6 8 0,3 2 0 0,0-4 0 0,0-1 0 0,3 1 8 16,-3-4 16-16,3-2 2 0,0-2 1 0,0-1 0 16,0 1 13-16,-1-6 2 0,4 3 1 0,-3-3 0 15,-3 3 8-15,3 2 1 0,-3 1 1 0,0 2 0 16,0 3-9-16,-3 2-3 0,3 1 0 0,-3 2 0 16,-3 0-17-16,3 2-3 0,0 4-1 0,-3-1 0 15,3 1-10-15,-3-1-2 0,2 3-8 0,1 0 12 16,-3 0-12-16,3 3 8 0,0-1-8 0,0 1 0 15,3-1 0-15,-3 4 8 0,0-1-8 0,0 3 0 16,3 3 0-16,-3-4 0 0,0 7 0 0,-3-4 0 16,3 4 8-16,-3-4-8 0,3 3 0 0,0-2 9 15,-3 2-9-15,3-2 0 0,-3-1 0 0,0 1 0 16,3-3-11-16,-3-3-7 0,2 3-2 0,1-5 0 16,-3-1-148-16,-3-2-31 15,9 0-5-15</inkml:trace>
  <inkml:trace contextRef="#ctx0" brushRef="#br0" timeOffset="29141.057">14644 2500 2097 0,'6'-7'44'0,"3"-1"9"16,0 5-42-16,0-5-11 0,0 0 0 0,0 3 0 15,3-1 97-15,0 4 18 0,0-6 3 0,0 8 1 16,2-5-50-16,1 2-9 0,-3 3-3 0,3 0 0 16,-3 0-28-16,-3 0-5 0,3 0-2 0,-6 3 0 15,3 2-10-15,-3 3-3 0,0-6 0 0,0 4 0 16,-3 2-9-16,-3 5 0 0,0-5 0 0,0 5-11 16,-3 3-13-16,0-5-2 0,-3 7-1 0,0-2 0 15,-3 5-1-15,0-5 0 0,0 0 0 0,-3 0 0 16,3 2 10-16,-3-2 2 0,3-3 0 0,-3 3 0 15,3-2 16-15,3-4-8 0,4 3 8 0,-1-5 0 16,0-2-8-16,6 1 8 0,-3 1 0 0,5 0 0 0,1-5 0 0,0 2 0 0,3-2 0 16,3 0 0-16,0-1 0 0,0 4 0 0,3-6 0 0,0 0 9 15,3 0-9-15,-3 0 0 0,2 0 0 0,-2 0 8 32,0 0-8-32,0-6 0 0,0 4 0 0,0-1-11 15,0 0-112-15,0-2-22 0,-1 2-5 0</inkml:trace>
  <inkml:trace contextRef="#ctx0" brushRef="#br0" timeOffset="29611.827">15269 2429 2530 0,'-6'-5'72'0,"4"-3"16"0,-1 3-71 0,0-3-17 0,3 0 0 0,0 2 0 16,0-2 82-16,3 6 13 0,0-6 2 0,-1 0 1 15,7 3-44-15,-3-1-9 0,6 4-1 0,-3-6-1 16,3 2-19-16,0 4-3 0,3 2-1 0,-3-6 0 16,6 4-8-16,-3-1-1 0,2 3-1 0,4 3 0 15,-6-1-10-15,3 4 0 0,-3-6 9 0,-3 8-9 16,0-6 0-16,-3 4 0 0,0 2 0 0,-4 0 0 16,-2-1-17-16,-3 1-5 0,-3 0-1 0,-2 3 0 15,-1 0-17-15,-3-4-4 0,-3 4-1 0,0 5 0 16,-3-8-4-16,0 2-1 0,0 1 0 0,0 0 0 0,0 2 30 15,4-5 7-15,-1 0 1 0,0 5 0 16,3-8 12-16,0 3 0 0,3-8 0 0,0 8 10 16,6-8 1-16,0 0 0 0,0 0 0 0,0 0 0 15,3 0-11-15,0 3 12 0,3 2-12 0,3-5 12 0,0 0 3 0,3 0 1 16,0 0 0-16,2 0 0 0,1 0 0 0,0 0 0 0,3 3 0 16,-3 2 0-1,0-2 8-15,0-1 1 0,0 6 1 0,-4 0 0 0,-2 0-26 0,0-5 0 0,0 5 0 0,-3 2 0 16,-3-2 0-16,0 0 0 0,-3 0 0 0,-3 5 0 15,0-5 0-15,0 3 0 0,-3-3 0 0,0 2 0 16,-3 1 0-16,-3 0 0 0,1-1 0 0,-1-2 0 16,0 5-15-16,-3-7-8 0,0 1-1 0,0 4-1 15,-3-3-15 1,3 0-4-16,1 3 0 0,-4-4 0 0,0 1-120 0,0-2-24 0,-3 2-4 0</inkml:trace>
  <inkml:trace contextRef="#ctx0" brushRef="#br0" timeOffset="29978.885">16043 2400 2310 0,'-9'-21'48'0,"3"15"11"15,1-1-47-15,-4 1-12 0,0-2 0 0,-3 6 0 16,0-6 53-16,-6 8 9 0,0-6 2 0,-3 4 0 15,0 2-52-15,1 0-12 0,-1 2 0 0,3 4 0 16,-3 2 22-16,6-6 2 0,0 6 0 0,0 3 0 0,4-3-24 0,2 0 0 0,3 0 0 0,0 5 0 31,6-5-10-31,0 2 10 0,3 1-12 0,0-3 12 0,3 2-11 0,3 1 11 0,-1 0-10 0,4-3 10 16,3 5 0-16,3-5 0 0,3 5 13 0,-3-5-4 31,3 5 30-31,2-5 5 0,1 0 2 0,-3 3 0 0,0-1-37 0,-6 1-9 0,3-3 0 0,-6 2 0 16,-3 1 0-16,-1-3-11 15,-2 0 3-15,-3 0 0 0,-3 2 8 0,0-2 8 0,-6 0-8 16,0-3 11-16,1 6-11 0,-7-3 0 16,0 0 0-16,0 0 8 0,-3-3-8 0,-3 3 0 0,0-3 0 15,-3 3 0-15,4-5 0 0,-1 2 0 0,-3 1 0 0,3-4 0 32,0 3-52-32,0-5-8 0,0 3-3 0</inkml:trace>
  <inkml:trace contextRef="#ctx0" brushRef="#br0" timeOffset="30175.946">15871 2403 2453 0,'0'-14'51'0,"3"4"13"16,0 2-52-16,0-5-12 0,3 5 0 0,-3 0 0 16,3 0 75-16,2 2 12 0,1-1 2 0,0 1 1 15,3 4-21-15,3-4-4 0,0 4-1 0,3 2 0 16,0-6-51-16,3 4-13 0,-1 2 0 0,1 0 0 15,-3 0 8-15,3 0 0 0,-3 0-8 0,0 0 12 16,-1 2-21-16,1 4-5 0,-3 2-1 0</inkml:trace>
  <inkml:trace contextRef="#ctx0" brushRef="#br0" timeOffset="30482.63">16213 2691 2553 0,'0'0'53'0,"0"0"12"0,0 0-52 0,0 0-13 0,0 0 0 0,0 0 0 16,0 0 92-16,0 0 15 0,0 0 3 0,0 0 1 16,0 0-75-16,-3 8-16 0,3-3-2 0,0 1-1 15,3 1-17-15,-3 1 0 0,0 0 0 0,3 3 0 16,-3-1 0-16,0 1 0 0,3 2 0 0,-3 1 0 15,0 1 0-15,0-4 0 0,0 8 0 0,0-4 0 16,-3 7 0-16,3-1 0 0,-3 3 0 0,0-3 0 16,0 3 35-16,0-3 3 0,-3 3 1 0,3 2 0 15,0-8-63-15,0 1-12 0,0-3-2 16,0 0-1-16,3-3-122 0,-3-2-25 0,3-1-5 0</inkml:trace>
  <inkml:trace contextRef="#ctx0" brushRef="#br0" timeOffset="30824.408">16377 2874 2553 0,'-3'-8'53'0,"-3"2"12"0,3 4-52 0,0-6-13 0,3 8 0 15,-9-3 0 1,9 3 105-16,-6 0 19 0,6 0 3 0,-6 0 1 0,6 0-52 0,-6 3-9 0,3-1-3 0,-3 6 0 16,3-2-51-16,0 2-13 0,0 2 0 0,3 1 0 15,0 5 0-15,0-6 0 0,3 9 0 0,-3-6 0 16,6 5 0-16,0-2 0 0,0 3 0 0,3-3 0 15,0-3 0-15,3-2 0 0,3 2 0 0,-3 0 0 16,2-10 0-16,1 2 0 0,0-2 0 0,3 2 0 16,-3-5 0-16,0 0 0 0,0-5 0 0,0 2 0 15,-3-2 0-15,-1 2 0 0,1-8 0 0,-3 3 0 16,0 1 0-16,0-4 0 0,-3-2 11 16,0-3-11-16,0 3 24 0,0-3-3 0,-3 3 0 0,0-3 0 15,0 2 7-15,-3 1 2 0,0 3 0 0,-3-4 0 16,0 4-10-16,0 4-1 0,-3-7-1 0,0 11 0 15,0-6-18-15,-3 0-11 0,0 2 2 0,0 1 0 16,-3 3 9-16,-2-4 0 0,-1 4 0 0,0 2 0 16,-3-6-107-16,0 6-16 0,0 0-3 0</inkml:trace>
  <inkml:trace contextRef="#ctx0" brushRef="#br0" timeOffset="33705.128">17392 2802 2048 0,'-12'-8'43'0,"12"8"9"16,-6-2-42-16,3-4-10 0,0 1 0 0,3 5 0 16,-3-3 113-16,3 3 21 0,-3-8 4 0,3 8 1 15,0-5-58-15,3 2-11 0,-3 3-2 0,3-8-1 16,0 8-23-16,3-5-5 0,3 3-1 0,3 2 0 16,3-3-10-16,2 3-3 0,7 0 0 0,0 0 0 15,6 0-7-15,3-3-2 0,2 3 0 0,4 0 0 0,-3 0-16 16,-1 0 10-16,1-5-10 0,6 2 8 15,0 3-8-15,5 0 0 0,1-5 0 0,2 2 0 16,-8 3 0-16,-3-5 0 0,-4 2 0 0,-2 3-11 16,-6 0-31-16,-3 0-6 0,0 0-2 0,-7 0 0 15,-5 0-144-15,0 0-29 0,-3 3-5 0</inkml:trace>
  <inkml:trace contextRef="#ctx0" brushRef="#br0" timeOffset="33990.584">17573 2979 2032 0,'-21'11'42'0,"1"-3"10"0,2 0-41 15,3 0-11-15,3-6 0 0,3 4 0 0,0-1 117 0,3-2 22 0,0 2 4 0,6-5 1 16,0 0-43-16,0 0-8 0,0 0-1 0,0 0-1 16,0 0-31-16,0 0-5 0,0 0-2 0,6 0 0 15,3 3-7-15,3-6-2 0,3 3 0 0,3 0 0 16,3-8-5-16,-1 5-2 0,4-5 0 0,3 6 0 15,-3-6-14-15,0 3-3 0,-1-3-1 0,4 2 0 16,0-2-11-16,0 0-8 0,3 6 12 0,2-9-12 16,1 6 8-16,3 0-8 0,0 5 0 0,2-6 0 15,-8 4 0-15,0 2-9 0,-3 0 1 0,-1 0 0 16,-5 0-24-16,-3 0-4 0,0 0 0 0,0-6-1 16,-3 6-81-16,3 0-16 0,-4-2-3 0</inkml:trace>
  <inkml:trace contextRef="#ctx0" brushRef="#br0" timeOffset="43905.572">19071 2530 2158 0,'0'-11'91'0,"0"3"-73"16,0-3 68-16,0 4 14 0,0 4 2 0,-3-5 1 16,3 8-23-16,0 0-4 0,0 0 0 0,0 0-1 15,0 0-29-15,0 0-6 0,-3 3 0 0,-3 5-1 16,3 2-24-16,-3 6-5 0,3 0-1 0,0 5 0 15,-3 3-9-15,3 0 10 0,0 5-10 0,0 0 10 16,0 0-10-16,3-3 0 0,-3 1 9 0,0 2-9 16,3-3 0-16,-3 4 0 0,3-9 0 0,-3 10 8 15,3-1-8-15,-3-1 0 0,3 0 0 0,0-3-8 16,0 1-3-16,0-6 0 0,0 0 0 0,0-2 0 16,0-4-25-16,3 4-6 0,-3-11-1 0,3 3 0 15,0-6-93-15,0 0-18 0,0-5-4 0</inkml:trace>
  <inkml:trace contextRef="#ctx0" brushRef="#br0" timeOffset="44195.657">19475 2577 2269 0,'-3'-13'64'0,"3"0"15"0,-3 5-63 15,0-3-16-15,3 6 0 0,-3-3 0 16,3 3 105-16,-2 2 19 0,2-5 3 0,0 8 1 15,0 0-52-15,0 0-9 0,0 0-3 0,0 0 0 16,0 0-44-16,0 0-10 0,0 0-2 0,-3 8 0 0,3 3 4 0,-3-1 1 0,0 6 0 0,0 0 0 16,0 0-2-16,0 5-1 0,0 0 0 0,0 3 0 31,0-3-33-31,0 0-6 0,0-2-2 0,0 2 0 0,0-2 56 0,0 4 11 0,0-7 3 0,0 5 0 16,0 1-31-16,0-7-8 0,0 7 0 0,0-4 0 15,0 3 0-15,3 0 0 0,-3 1 0 0,0-1 8 16,3-3-8-16,0 1-8 0,0-1 8 0,0 1-12 31,0-9-19-31,0 1-4 0,3 0-1 0,0-6 0 0,0-2-124 0,0-3-24 0,3 0-6 0</inkml:trace>
  <inkml:trace contextRef="#ctx0" brushRef="#br0" timeOffset="44484.593">19844 2500 2033 0,'3'-10'85'15,"-3"2"-68"1,3 0 96-16,-3-3 19 0,3 9 4 0,-3-6 1 16,0 3-7-16,0 5-2 0,3-3 0 0,-3 3 0 15,0 0-102-15,0 0-26 0,0 0 0 0,0 0 0 16,0 0 0-16,0 3 0 0,0 4 0 0,-3 7 0 16,3-1 56-16,-3 5 7 0,0 4 1 0,0 4 0 15,1-5-52-15,-1 6-12 0,0 2 0 0,0 5 0 0,0-10 0 0,3 3 0 16,-3 4 0-16,0-7 0 0,0 3 0 15,0-6 0-15,0 3 0 0,0 5 0 0,0-8-12 0,0 5-4 0,0 1-2 0,0 2 0 16,0-8 18-16,3 3 0 16,-3-3 0-16,0 3 0 0,3-8 18 0,0-3-2 0,0 0-1 15,0-2 0 1,0 2-37-16,0-10-7 0,0 5-2 0,3-3 0 16,-3-5-71-16,6-3-14 0,-3 1-4 0</inkml:trace>
  <inkml:trace contextRef="#ctx0" brushRef="#br0" timeOffset="44905.301">20342 2633 2310 0,'-3'-8'48'0,"-3"5"11"16,3-5-47-16,0 3-12 0,-3 0 0 0,3 2 0 16,-3 3 104-16,-3 0 20 0,0 3 3 0,0-1 1 15,-3 6-73-15,3 0-15 0,-3 3-2 0,3-1-1 16,0 1-8-16,-2 5-1 0,2-3-1 0,0 3 0 15,0 2-27-15,0-2 0 0,3 5 0 0,-3-2 0 16,0 0 0-16,3-1 0 0,0 1 0 0,0 2 0 16,3 3 0-16,0-1 0 0,3 1 0 0,0 5 0 15,3-2 0-15,0-3 0 0,3 2 0 0,0-2 0 16,3-3 0-16,0-2 0 0,3-1 0 0,0-2 0 16,0-5 0-16,5-1 0 0,1-2 0 0,0-8 0 15,6 3 0-15,3-3 0 0,0-3 0 0,2-2 0 16,-2-3 56-16,3-5 7 0,-3 2 1 0,-1-8 0 15,-2 1-52-15,-3-11-12 0,0 2 0 0,-3-4 0 16,0 2 54-16,0-1 8 0,-1 1 2 0,1-2 0 0,-6 1-52 0,3-1-12 16,-3 4 0-16,-3-5 0 0,-3 3 54 0,-3-5 8 0,-3 2 2 15,-3-5 0-15,-3 8-52 0,-3 0-12 16,0 5 0-16,-6 3 0 0,0 2 0 0,-6 9 0 0,4-3 0 0,-10 5 0 16,-3 2-24-16,-6 4-7 15,-5-4-1-15,-4 6-1 0,6 6-101 0,-2 7-20 0,-1-2-4 16</inkml:trace>
  <inkml:trace contextRef="#ctx0" brushRef="#br0" timeOffset="48052.021">21098 2498 1459 0,'0'0'61'0,"0"0"-49"31,6-5 133-31,0 2 27 0,-3-2 4 0,2 2 2 0,1-2-46 16,-3 2-10-16,3 3-2 0,-3-5 0 15,-3 5-33-15,6-3-7 0,-6 3-2 0,0 0 0 0,0 0-22 0,0 0-5 0,0 0-1 0,0 0 0 16,3 8-23-16,0 0-5 0,-3 0-1 0,0 5 0 31,-3 3-6-31,0 5-2 0,0 3 0 0,-3 5 0 0,3-5-13 0,-3 5 0 0,3-3 0 0,-2 6 0 16,2-8 0-16,0 2 0 0,0 1 0 0,3-1 0 16,-3 4 0-16,3-1 0 0,-3 0 0 0,3-3 0 15,0 3 0-15,0 0 0 0,0-2-11 0,-3 2 11 16,3-5-42-16,0-8-1 15,0 0 0-15,0-3 0 0,0 0-141 0,0-2-29 0,3-3-6 0</inkml:trace>
  <inkml:trace contextRef="#ctx0" brushRef="#br0" timeOffset="48417.271">21485 2691 2230 0,'-3'-3'94'0,"-3"-5"-75"15,3 3 105-15,-3 2 20 0,3 1 5 0,-3-1 1 16,6 3-71-16,-6 3-15 0,0-1-2 0,0 4-1 16,-3 4-34-16,3-2-7 0,0 3-2 0,-3 2 0 15,3 0-18-15,0 1 10 0,-3 4-10 0,3 1 8 16,0-1-8-16,0-2 0 0,1 3 0 0,2 2 0 16,0-3 0-16,3 3 0 0,0 3 0 0,3-3 0 0,3 1-18 0,-4-1-2 0,7-5-1 0,-3-1 0 15,3-1 2-15,3-1 1 0,-3-5 0 0,3 0 0 16,3-6 18-1,0-2-8-15,0 0 8 0,0-2 0 0,2-6 0 0,1-5 9 0,0-1 1 0,0 4 0 16,0-11 19-16,-3 5 4 16,0-8 1-16,0 5 0 0,-4-2 10 0,1 3 1 0,0-3 1 0,-6-1 0 15,0 1-22-15,-3 3-4 0,0-3 0 0,-3-1-1 16,-3 6-10-16,-3-5-1 0,0 5-8 0,-6-5 12 16,-3 5-12-16,1 3 0 0,-7 0 8 0,0 0-8 15,0 5 0-15,-3 5 0 0,0-2 0 0,1 2 0 31,2 3-28-31,0 0-3 0,-3 3 0 0,3 2 0 0,0 3-113 0,4-3-22 0,-1 3-5 16</inkml:trace>
  <inkml:trace contextRef="#ctx0" brushRef="#br0" timeOffset="48768.076">22142 2474 2464 0,'0'-8'70'0,"0"3"14"15,0-1-67-15,0 4-17 0,0-6 0 0,0 8 0 16,0-5 73-16,0 5 11 0,0 0 3 0,0 0 0 16,0 0-31-16,0 0-5 0,0 0-2 0,0 0 0 15,0 0-17-15,0 0-4 0,0 0-1 0,0 0 0 16,-3 8-9-16,3-1-2 0,-3 1 0 0,1 6 0 15,2-1-8-15,-3 3-8 0,0 5 9 0,0 0-9 16,3-2 0-16,-3 7 8 0,0-2-8 0,3 2 0 0,-3 1 0 0,3-1 0 0,0-5 0 0,0 3 0 16,0 0 0-16,0-3 0 0,0 0 0 0,0 1 0 15,0-4 0-15,0 3 0 0,0-2 0 0,0 5 0 16,0-3 18-16,0-5 1 0,0 5 0 0,0-5 0 16,0-3-118-16,0-2-23 0,3 2-5 15,-3-8-1-15,3 3-13 0,3-8-3 0,-3 3-1 16</inkml:trace>
  <inkml:trace contextRef="#ctx0" brushRef="#br0" timeOffset="49013.852">22431 2485 2310 0,'9'-32'48'0,"-9"24"11"0,3 0-47 0,0-5-12 0,-3 5 0 0,0 3 0 15,0-3 104-15,0 5 20 0,0 3 3 0,0 0 1 16,0 0-52-16,0 0-9 0,0 0-3 0,0 0 0 15,0 0 0-15,0 0 0 0,0 8 0 0,-3 0 0 16,0 0-51-16,0 5-13 0,0 3 0 0,-3 5 0 16,3 3 0-16,0 0 0 0,3 5 0 0,-3 5 0 15,0-5 28-15,3 0 2 0,0 0 1 0,-3 3 0 16,3-8-50-16,0 2-9 0,0-2-3 0,0 0 0 16,0 3 31-16,-3-6 0 0,0 5 0 0,3 1 0 0,-3-4 0 0,0 1 0 0,0 3 0 0,3-6 0 31,-3 3-108-31,3-11-16 0,3 3-4 0</inkml:trace>
  <inkml:trace contextRef="#ctx0" brushRef="#br0" timeOffset="49469.686">22628 3053 2269 0,'0'0'64'0,"0"0"15"0,0 0-63 15,0 0-16-15,-3-2 0 0,3 2 0 0,-3-5 54 0,0 2 8 0,3-5 2 0,0 3 0 16,0-1 0-16,3-2 0 0,0 1 0 0,3-1 0 16,0 0 0-16,-1 0 0 0,4 0 0 0,-3-5 0 15,6 2-52-15,0 0-12 0,3 3 0 0,3-2 0 16,0 5 0-16,3-3 0 0,-1 2 0 0,1 4 0 16,3-4 47-16,-3 6 6 0,0 0 2 0,-3 0 0 15,0 6-40-15,-1-4-15 0,-2 6 11 0,-3 0-11 16,-3 3 0-16,0-3 8 0,-3 2-8 0,-3 9 0 15,-3-3 0-15,-3 0-15 0,-3 5 3 0,-3 0 1 16,-3 0-16-16,-3 3-3 0,-3 0-1 0,-2 0 0 16,-4-3-4-16,0 5-1 0,-3-5 0 15,0 3 0-15,4 0 36 0,-1-3 20 0,0 3-2 0,3 2-1 16,3-10-17-16,0 5 0 0,6-5 0 0,1 0 0 16,5-3 0-16,0 1 0 0,0-4 0 0,6 3 0 0,0-7 55 0,6 4 7 15,0-4 2-15,3 2 0 16,5-3-51-16,7-3-13 0,0 1 0 0,9 2 0 0,0-5 22 15,5 0-1-15,4 0 0 0,0 0 0 16,-4 0-6-16,1 0-2 0,0 0 0 0,0 6 0 0,2-6-13 0,1 0 11 0,3 0-11 0,2 0 10 16,-5 2-10-16,3-2 0 0,-4 0 0 0,-2 6-11 31,-3-6-72-31,-6 2-14 0,-1-2-3 0</inkml:trace>
  <inkml:trace contextRef="#ctx0" brushRef="#br0" timeOffset="82616.812">21193 15418 1364 0,'0'0'57'0,"0"0"-45"16,0 0 104-16,0 0 22 0,0 0 4 0,0 0 1 15,0 0-39-15,0 0-8 0,-3 6-2 0,0 1 0 16,3-1-30-16,0 2-7 0,-3 0-1 0,3 0 0 16,0 2-23-16,0 1-5 0,0 2 0 0,-3 3-1 15,3 0-27-15,0 2 8 0,0 3-8 0,0 3 0 16,0 0 0-16,0 0-20 0,0 0 3 0,0-3 1 15,0 0-16-15,0 0-4 0,3-5 0 0,-3 0 0 16,0-3 4-16,0 0 0 0,0-2 0 0,0 0 0 16,-3-4-17-16,3-1-3 0,0-6-1 0,0 0 0 15,0 0 42-15,0 0 11 0,0 0 0 0,0 0 0 16,0 0 0-16,0 0 0 0,-3-6 0 0,3-4 0 16,0-3 0-16,0-1 0 0,0-4 0 0,3-3 0 15,0-3 52-15,0-5 13 0,3-3 3 0,0-2 0 16,0 2-8-16,0 3-2 0,0-3 0 0,3 3 0 15,-3 5-10-15,3 0-3 0,-1 6 0 0,-2-1 0 16,3 3-19-16,-3 3-4 0,0 0-1 0,3 2 0 16,-3 3-4-16,0 3-1 0,3 0 0 0,-3 2 0 15,0 3-16-15,0 0 10 0,0 3-10 0,0 2 8 16,0 0-8-16,0 1 0 0,0-1 0 0,0 3 8 16,0 3-8-16,-3-4 0 0,2 7 0 0,-2-4 0 0,0 4-10 0,-3-4-4 0,3 3-1 15,0-2 0-15,-3 0-2 16,0-1-1-16,0 1 0 0,-3-3 0 0,3-3 10 0,0-5 8 0,0 8-12 0,0-8 12 15,0 0-9-15,0 0 9 0,0 0 0 0,0 0-9 16,0-8 9 0,3 3 0-16,0-6 0 0,3 0 0 0,-3 1 12 0,3-6 4 0,-3 3 0 0,3-3 1 15,0 0 19-15,0 0 3 16,0 0 1-16,3 0 0 0,-3 0-2 0,3 3 0 0,-3 0 0 16,0 2 0-16,0 4-13 0,0-1-2 0,0 0-1 0,0 5 0 15,0 0-6-15,-6 3 0 0,5 3-1 0,1 2 0 16,0 1-4-16,0 2-1 0,-3-1 0 0,0 4 0 15,0 0-10-15,3 2 10 0,-3-3-10 0,3 6 10 16,-6-2-10-16,3-1 0 0,0 3 0 0,0 0 0 16,-3 2 0-16,3 1 0 0,-3-1-14 0,0 3 5 15,-3 0-26-15,3 1-5 0,0 4 0 0,-3-2-1 16,0 0-31-16,3-1-5 0,0 1-2 0,-3-5 0 16,3 2-62-16,0-5-13 0,-3 0-2 0</inkml:trace>
  <inkml:trace contextRef="#ctx0" brushRef="#br0" timeOffset="83179.239">21943 15328 2066 0,'0'0'43'0,"0"0"10"0,0 0-42 0,0 0-11 0,0 0 0 0,0 0 0 15,-6 3 104-15,-3 0 20 0,3-1 3 0,-3 3 1 16,0 1-52-16,0 2-9 0,0-3-3 0,-2 6 0 16,-1-3-64-16,0 2-11 0,3 1-3 0,-3 2-1 15,3 3 15-15,0-3 0 0,0 3 0 0,3 0 0 16,0 0 0-16,3-3 0 0,0 3 0 0,0-3-9 15,6 0 9-15,-3 0-12 0,6-2 12 0,0 0-12 16,0-1 12-16,3 1-8 0,0-3 8 0,3 0-8 16,-3 0 28-16,3-3 5 0,3 3 2 0,-4-3 0 15,1 0-27-15,-3 1 0 0,3-4 0 0,-6 4 0 16,0-1 0-16,-3 0 0 0,-3 3 0 0,-3 0 0 16,0 0 0-16,-3 3 0 0,-3-1 0 0,-3 3 0 15,0-2 0-15,-2 2 0 0,-1-2 0 0,-3 2 0 16,0 0-20-16,0 1-10 0,-3-1-2 0,-3 0 0 0,4 0 20 0,-1 0 3 0,0-2 1 0,3-3 0 31,0-3-39-31,0 1-7 0,3-4-2 0</inkml:trace>
  <inkml:trace contextRef="#ctx0" brushRef="#br0" timeOffset="83872.443">22113 15439 2184 0,'0'0'45'0,"0"0"11"0,0 6-44 16,0-1-12-16,0 0 0 0,0 1 0 0,-3 2 121 0,0-3 23 0,0 0 4 0,0 3 0 16,0 0-64-16,0 0-14 0,3 0-2 0,-3 0-1 15,0 2-30-15,3 1-5 0,-3 0-2 0,3 2 0 16,0 0-21-16,0 3-9 0,3 2 8 0,-3 1-8 16,3-3 0-16,-3 5 0 0,3-3-9 0,-3 4 9 15,0-4-43-15,3-2-1 0,-3 3-1 0,0-1 0 16,-3-2-34-16,3 2-6 0,-3-2-2 0,0 0 0 15,0 0 14-15,0-3 2 0,-3 3 1 0,3-3 0 16,-3-2 43-16,0-3 9 0,3 0 2 0,-3-3 0 16,3 0 16-16,3-5 16 0,0 0-4 0,0 0 0 15,-6-5 18-15,0 0 3 0,3-6 1 0,-3 1 0 16,6-3 20-16,-3-3 4 0,3-3 1 0,3-2 0 16,0-3 28-16,0-2 5 0,3-3 2 0,3-3 0 15,0 0-45-15,3-2-9 0,0-3-1 0,3 0-1 16,0 5-10-16,3 3-3 0,-4 2 0 0,4 3 0 15,-3 1-17-15,0 7-8 0,0 0 8 0,-3 0-8 16,3 5 0-16,0 1 0 0,-4 2 0 0,4 3 0 0,0-1 0 0,-3 6 0 0,0-2 0 16,3 4 0-1,-6-2 0-15,3 6 0 0,0-4 0 0,-3 4 0 0,0 1 0 0,2 1 0 0,-5 0 0 0,0 3 0 16,-3 0 0-16,0 2 0 0,-3 0 0 0,-3 0 0 16,0 3 0-16,0 0 0 0,-3 0 0 0,0 2 0 15,-2 1 0-15,-1-1 0 0,0 1 0 16,-3-1 0-16,3-2-56 0,3-2-6 0,-3-1-2 0,3-3 0 15,0-2 52-15,0-2 12 0,3-1 0 0,3-5 0 16,0 0 0-16,0 0 0 0,0 0 0 0,0 0 0 16,6-3 0-16,0-2 0 0,3-3 0 0,0 0 0 15,0 0 0-15,3 0 0 0,3-2 0 0,0 4 0 16,2-2 0-16,-2 3 0 0,0-3 0 0,3 6 0 16,-3-1 32-16,-3 3 8 0,3 0 3 0,-3 5 0 15,-3 0-20-15,-1 3-4 0,1 3-1 0,-3 2 0 16,0 0 0-16,-3 3 0 0,0 0 0 0,-3 3 0 15,-3-1-3-15,0 1-1 0,0-1 0 0,-3 3 0 16,-3-2-14-16,-2 2 9 0,-1-2-9 0,-6 4 8 16,0-1 19-16,0-4 3 0,-3 3 1 0,0 3 0 15,1-3-76-15,-1 0-15 0,0 1-4 0,0-4 0 16,3 1 54-16,3-6 10 0,-3 3 0 0,4-8 0 16,-1 0-100-16,0-3-24 0,3-5-6 0</inkml:trace>
  <inkml:trace contextRef="#ctx0" brushRef="#br0" timeOffset="84719.99">21422 5903 2269 0,'-3'-5'64'0,"0"0"15"0,0-1-63 0,3 6-16 0,0-5 0 0,0 5 0 16,0 0 54-16,0 0 8 0,3-5 2 0,-3 5 0 15,0 0 0-15,0 0 0 0,3 5 0 0,-3 3 0 16,3 5-52-16,-3 0-12 0,0 3 0 0,-3 3 0 16,0 2-20-16,0 0-8 0,-3 3 0 0,0 2-1 15,-3 1-25-15,0-3-5 0,0 2-1 0,1 1 0 16,-4-4 2-16,3 7 0 0,0-4 0 0,-3 3 0 16,3-5 22-16,0 0 5 0,3 0 1 0,0-3 0 15,3 0 19-15,0-5 11 0,3 0-12 0,3 0 12 16,0-3 0-16,3 0 14 0,3 0-1 0,0-2 0 15,3-3 23-15,0 0 5 0,3 0 1 0,-1-3 0 16,1 0-16-16,0-5-3 0,0 0-1 0,3 0 0 16,0-2 16-16,0-1 3 0,3 0 1 0,-4-2 0 0,4 0-34 0,0-3-8 0,0 0 0 15,-3 0 0-15,3 0 0 0,-4 0-14 0,4-5 3 0</inkml:trace>
  <inkml:trace contextRef="#ctx0" brushRef="#br0" timeOffset="85096.613">22110 5935 2446 0,'-27'8'51'0,"18"-3"12"0,-3-2-51 0,0 2-12 0,0 0 0 0,-3 1 0 15,3-1 76-15,-2 0 13 0,2 3 3 0,-3-2 0 16,0 1-74-16,0-1-18 0,0 2 0 0,0 0 0 15,3-3 0-15,3 6 0 0,-2-6 0 0,5 3 0 16,0 0 0-16,3 0 0 0,0 0 0 0,6-3 0 16,0 0 8-16,0 3-8 0,6-3 12 0,-1-2-12 15,4 2 0-15,0 1 0 0,3-1 0 0,3 0-12 16,-3 0 12-16,3-2 0 0,0 2 0 0,-4 1 0 16,1-1 0-16,-3 0 0 0,0 1 0 0,-3 2 0 15,-3-3 0-15,0 3 0 0,-3 0 0 0,-3 0 0 16,-3 2 0-16,0 1 0 0,-3-1 0 0,-3 4 0 0,-3-1 0 15,0 0 0-15,-3 0 0 0,-2 1 0 0,-1-1 0 16,-3 3 0-16,0-3 0 0,-3 0 0 16,6 0-12-16,-2-2 1 0,2 0 0 0,0-1 0 15,0-2-8-15,3 0-1 0,3-3-1 0,-3 1 0 16,6-4-133-16,0-2-26 0,9 0-6 0</inkml:trace>
  <inkml:trace contextRef="#ctx0" brushRef="#br0" timeOffset="85770.618">22348 5998 2310 0,'6'-7'48'0,"3"1"11"0,-6-2-47 0,3 3-12 0,-3 2 0 0,-3 3 0 15,0 0 156-15,0 0 28 0,0 0 7 0,0 0 1 16,0 0-154-16,0 0-30 0,-3 6-8 0,-3-1 0 16,3 3 32-16,0 2 4 0,0 1 2 0,-3 0 0 15,3 2-30-15,0 0-8 0,0 3 0 0,-3 0 0 16,3 2 0-16,0-2 0 0,0 3 0 0,-3 2 0 15,3 0-29-15,0 0-7 0,0 6-2 0,-3-3 0 16,3-3 38-16,0 0 0 0,-3-3 0 0,3 1 0 16,0-3-8-16,-3 0 8 0,3-3 0 0,-3-2 0 15,3-4 0-15,-3-1 0 0,3-1 0 0,3-5 0 16,0 0 0-16,0 0 0 0,0 0 0 0,-2-5 0 16,2-6 0-16,0-2 0 0,0-3 11 0,0-2-11 15,5-4 8-15,-2-4-8 0,6-6 0 0,0 0 0 16,0 1 12-16,3-1-3 0,3 0-1 0,0-2 0 15,3-1 9-15,3-2 2 0,-1 0 0 0,4 3 0 16,-3 2-3-16,3 3-1 0,-3 0 0 0,3 5 0 16,-4 3 0-16,-2 0 0 0,3 5 0 0,-3 3 0 0,-3 2-15 15,0 0 0-15,-3 6 0 0,0 0-10 0,-1 2 10 0,-2 1 0 0,0 2 0 16,0 5 0 0,-3-2 0-16,-3 4 0 0,3 1 0 0,-6 3 0 0,0 0 0 0,0 2 0 0,-3 3 0 0,-3 0 8 15,0-1-19-15,-3 4-3 0,0-3-1 0,-3 0 0 16,4 2-5-16,-4-2-2 0,0-3 0 0,-3 3 0 15,3-3 6-15,0 1 2 0,-3-4 0 16,6 1 0-16,-3-3 14 0,6-3-12 0,-3 0 12 0,6-2-12 16,3-3 4-16,0 0 8 0,0 0-13 0,3 3 5 15,6-6 8-15,0 0-13 0,3 1 5 0,3-4 8 16,-3 4 0-16,3-4 0 0,0 4 0 0,-3-1 0 16,3 3 0-16,-1-2 10 0,-2 2-10 0,3 2 10 15,0 1-10-15,0 2 0 0,-3 0 0 0,3 1 0 16,-3 2 38-16,-3 2 6 0,0-2 0 0,-1 3 1 15,-5-1-28-15,0-2-5 0,-3 3-2 0,0-1 0 16,-3 1-1-16,-3 2 0 0,1-2 0 0,-7-1 0 16,0 4 4-16,0-1 1 0,-6 3 0 0,0-3 0 15,0 0-22-15,-3 0-5 0,4 1-1 0,-7-4 0 16,0 1 42-16,0-1 9 0,-3 4 2 0,1-6 0 16,-1 2-25-16,0-2-5 0,-3 0-1 0,6-3 0 15,1 1-27-15,2-4-5 0,0 1-2 0,3-3 0 16,3-3-158-16,3 1-31 0,3-1-6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1:22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19824 452 1202 0,'-18'8'53'16,"9"-2"11"-16,0-4-51 0,0 4-13 0,0-4 0 0,-3 6 0 16,0-2 79-16,0 1 13 0,0 1 2 0,-2 6 1 15,2-6-31-15,0 5-5 0,3 3-2 0,-3 0 0 16,3-3-22-16,-6 16-5 0,3-5-1 0,9-11 0 15,0-3-16-15,3 4-3 0,0-1-1 0,0-2 0 16,3 2-9-16,0 0 0 0,0-2 0 0,6 2 8 16,-3-5-8-16,3 0 0 0,3 0 0 0,0 2 8 15,0-2-8-15,3-5 0 0,-1 2 0 0,-2-5 8 16,6 3 21-16,-6-3 4 0,3-3 1 0,0 3 0 16,-3-5 37-16,3 2 7 0,-3-5 2 0,2 3 0 15,-2-3-2-15,0-5 0 0,0 5 0 0,0 0 0 0,-3-5-14 16,-3 2-2-16,3-2-1 0,-3 0 0 0,-3-3-20 0,0 0-4 0,0 3-1 0,-3-3 0 31,0-5-20-31,-3 5-4 0,0 0 0 0,-3-3-1 0,0 3-11 0,0 6 10 16,-3-3-10-16,0-1 10 15,-3 6-34-15,3 1-6 0,-3-1-2 0,0 2 0 0,4 6 32 0,-4-2 0 0,0 2 0 16,0 0 0 0,0 2-116-16,0 4-18 0,0-4-3 0</inkml:trace>
  <inkml:trace contextRef="#ctx0" brushRef="#br0" timeOffset="687.542">20413 482 1234 0,'3'-16'25'0,"-3"5"7"0,3 3-32 0,-3 6 0 0,3-6 0 0,-3 0 0 15,3 2 120-15,0-2 18 0,0 3 3 0,0 2 1 16,0 3-18-16,3-5-4 0,-3 3-1 0,-3 2 0 16,6 0-35-16,-6 0-6 0,6 2-2 0,-3 3 0 15,0 3-32-15,0 0-6 0,0 0-2 0,-3 6 0 16,3 1-8-16,-3-1-1 0,0 7-1 0,0-5 0 16,0 7-9-16,0-1-1 0,0 1-1 0,0 4 0 15,0-3-15-15,-3-3 0 0,0 3 0 0,3 0 0 16,-3-3 0-16,3 0 19 0,0 0-3 0,-3 3 0 0,0-8-16 15,3 5 0-15,-3 0 0 0,0-5 0 16,0 5 0-16,0-5-20 0,-3 0 2 0</inkml:trace>
  <inkml:trace contextRef="#ctx0" brushRef="#br0" timeOffset="3258.205">21053 548 1789 0,'-9'0'37'0,"3"-6"9"15,0 6-37-15,0-2-9 0,3 2 0 0,3 0 0 0,-3-6 98 0,0 4 18 0,0-3 3 0,3-3 1 16,0 2-31-16,0 4-5 0,0-6-2 0,3 0 0 15,0 3-18-15,3-3-3 0,0 0-1 0,0 2 0 16,3-2-22-16,3 0-5 0,-3 1-1 0,3 1 0 16,0-2-16-16,0 6-4 0,2-4-1 0,1 6 0 15,-3-5-11-15,0 5 8 0,3 0-8 0,-6 5 8 16,3-5-8-16,-3 6 0 0,0-4 0 0,-3 6 0 16,0 5 0-16,0-5 0 0,-3 6 0 0,-3 2 0 15,0-1-15-15,-3 7-1 0,-3-7-1 0,0 7 0 16,-3-1-7-16,0 0 0 0,-3-3-1 0,3 4 0 15,-3-7 9-15,0 4 3 0,3-3 0 0,0 0 0 16,0-3 13-16,3 3 16 0,-2-3-3 0,5-5-1 16,0 0-12-16,3 0 0 0,0 0 0 0,6-3 0 15,-3 3-20-15,2-5-8 0,4 2 0 0,0 0-1 16,0-5 16-16,3 3 3 0,0-3 1 0,3 0 0 16,0 0-29-16,0 0-6 15,0 0 0-15</inkml:trace>
  <inkml:trace contextRef="#ctx0" brushRef="#br0" timeOffset="3457.957">21875 733 2269 0,'3'-5'64'0,"-1"2"15"0,1-5-63 16,0 3-16-16,3 2 0 0,0-2 0 0,0 0 0 0,0 2 0 0,0-2 0 0,3 2 0 31,0-2 0-31,0 2 0 0,3-2 0 0,0 5 0 16,0-3-115-16,3-2-25 0,-1 5-6 0</inkml:trace>
  <inkml:trace contextRef="#ctx0" brushRef="#br0" timeOffset="3604.169">22503 688 2236 0,'0'0'64'0,"0"0"12"16,0 0-60-16,0 0-16 0,0 0 0 0,0 0 0 16,0 0 61-16,3-5 10 0,-3 2 1 0,3-2 1 15,3 2-109-15,-1-2-23 0,1-1-4 0</inkml:trace>
  <inkml:trace contextRef="#ctx0" brushRef="#br0" timeOffset="3767.293">23071 672 1774 0,'0'0'75'16,"0"0"-60"-1,0 0 85-15,0 0 18 0,3-5 3 0,0-1 1 16,3 4-75-16,-3 2-15 0,3-5-4 0,0 2 0 16,0 3-28-16,3-5 0 0,0 5 0 0,3 0 0 15,-3 0-20-15,2-3-11 0,1 3-1 0</inkml:trace>
  <inkml:trace contextRef="#ctx0" brushRef="#br0" timeOffset="4323.623">24056 521 1907 0,'0'0'40'0,"0"0"8"16,0 0-38-16,0 0-10 0,0 0 0 0,0 0 0 15,0 0 96-15,0 0 18 0,0 0 3 0,-6 6 1 16,-2 1-51-16,-1-1-11 0,0-4-1 0,-6 4-1 15,0 2-15-15,0-8-3 0,-6 8-1 0,3-8 0 16,-3 5-19-16,1-5-3 0,-1 0-1 0,0 0 0 16,0 0-12-16,0-5 8 0,-3 5-8 0,4-8 0 15,2 2 8-15,0-2-8 0,3 0 0 0,0 1 9 16,3-1-9-16,6 0 0 0,0 0 0 0,0 0 0 0,6-3 0 16,0 1 0-16,6 2-10 0,0-3 10 15,3 3-9-15,0 0 9 0,3 6-8 0,0-6 8 0,3 2 0 0,3-2-8 16,0 0 8-16,-4 3 0 0,4 3 0 0,0 2 0 15,0-6 9-15,0 6-9 0,0 0 28 0,-3 6 0 0,2-6-1 16,1 7 0-16,-3-4 1 0,0 5 0 0,0 5 0 16,-3-5 0-16,0 5-6 0,-3 3-1 0,0 0 0 0,-3 5 0 15,3 1-3-15,-6-1-1 0,0 0 0 0,-3 3 0 16,0-3-6-16,-3-5-2 0,0 5 0 0,-3 0 0 16,0-5-9-16,0 0 12 0,-3-3-12 0,0 3 12 15,-3 0-12-15,0-8 12 0,-3 5-12 0,3 0 12 16,-3-5-12-16,-3 3 8 0,4 2-8 0,-4-5 8 15,0 0-8-15,3 0 0 0,-3 2 0 0,-3-2 0 32,0-5-69-32,1 2-16 0,-1-2-3 0</inkml:trace>
  <inkml:trace contextRef="#ctx0" brushRef="#br0" timeOffset="7620.577">19514 1307 2269 0,'0'-5'64'0,"0"-3"15"0,3 3-63 0,-3 2-16 0,0-2 0 0,0 5 0 16,3-3 54-16,-3 3 8 0,3-5 2 0,0 5 0 16,-3 0 0-16,6 0 0 0,0 0 0 0,0 0 0 15,0 5-52-15,0-2-12 0,0 5 0 0,3 0 0 16,-3 5 0-16,0 0 0 0,2 3 0 0,-5-3 0 15,3 6 0-15,-3 2 0 0,0 0 0 0,-3 0 0 16,0 0 0-16,0-5 0 0,-3 5 0 0,3-2 0 16,-3-1 0-16,0-2 0 0,3 0 0 0,-3 0 0 15,0 3 0-15,0-9 0 0,1 3 0 0,2-5 0 16,2 0-186-16,-2 0-40 0,3-3-8 0</inkml:trace>
  <inkml:trace contextRef="#ctx0" brushRef="#br0" timeOffset="7943.276">19871 1471 2066 0,'-3'-21'43'0,"0"18"10"0,0-7-42 0,-3 7-11 0,3-5 0 0,-6 3 0 16,4 2 104-16,-1 3 20 0,0 0 3 0,0 0 1 15,-3 0-52-15,3 3-9 0,-3 2-3 0,0 3 0 16,0 0-51-16,0 0-13 0,0 0 0 0,3 5 0 16,-3 0 0-16,3-2 0 0,0 2 0 0,3 0 0 15,0 3 24-15,3 0 3 0,3-3 0 0,0 3 0 16,6-2-27-16,-3-4-12 0,3 3 0 0,0-5 1 15,0 0-13-15,3-2-2 0,0 1-1 0,-3-7 0 16,3 3 17-16,0-3 10 0,-1-3-12 0,1 3 12 16,0-5 0-16,-3 3 16 0,3-6-2 0,0 2 0 15,-3-2-14-15,-3 0 8 0,3 0-8 0,-3 1 0 16,-3-7 57-16,0 1 6 0,0 2 1 0,-3-2 0 16,0-3-21-16,-3 3-4 0,3 0-1 0,-3 2 0 15,0-2-10-15,0-3-1 0,-3 3-1 0,0 5 0 16,0 0-72-16,0-5-14 0,-3 5-4 0,3 0 0 15,-3 3 52-15,3 2 12 0,0-2 0 0,0 5 0 16,0-3-172-16,6 3-31 0,-6 3-6 0</inkml:trace>
  <inkml:trace contextRef="#ctx0" brushRef="#br0" timeOffset="8239.841">20389 1347 1824 0,'0'0'38'0,"0"0"8"0,0 0-37 0,3-3-9 0,0-2 0 0,0 5 0 16,3-5 89-16,-3 2 16 0,3 3 3 0,-3-5 1 16,3 5-37-16,0 0-7 0,-3 0-1 0,3 5-1 15,-3-5-20-15,3 3-4 0,-3 2-1 0,0 0 0 16,0 3 6-16,0 0 2 0,0 0 0 0,0 5 0 15,-3-2-37-15,0 2-9 0,3 0 0 0,-3-2 0 16,0 2 0-16,-3 0 0 0,3 3 0 0,0-3 0 16,-3-5 0-16,3 3-12 0,0 2 2 0,0 0 1 15,-3-5-25-15,3 0-5 0,0 0-1 16,0 0 0-16,0 0-184 0,3-3-38 0</inkml:trace>
  <inkml:trace contextRef="#ctx0" brushRef="#br0" timeOffset="8453.903">20630 1384 2269 0,'-3'-8'64'0,"0"0"15"15,3 0-63-15,-3 0-16 0,0 3 0 0,3 2 0 0,0 3 94 0,0 0 16 16,0 0 3-16,0 0 1 0,0 0-47 0,0 0-10 0,0 0-1 0,0 0-1 31,0 0-28-31,-3 8-6 0,0 0-1 0,0 0 0 0,3 5-20 0,-3-5 0 0,3 8 0 0,0-3 8 16,-2-2-8-16,2 7-8 0,0-7 8 0,0 2-12 31,2 0-35-31,-2 3-7 0,3 0-2 0,0-3 0 16,0 3-64-16,0-3-14 0,0-2-2 0</inkml:trace>
  <inkml:trace contextRef="#ctx0" brushRef="#br0" timeOffset="8951.939">21514 1566 2184 0,'0'0'45'0,"0"0"11"0,0 0-44 0,-3-5-12 0,3 5 0 0,0 0 0 16,3-3 45-16,0-2 7 0,0-3 2 0,3 8 0 15,3-5-54-15,0 2 0 0,3 3-11 0,0-5 2 32,3 2-119-32,0 3-23 0,3-5-5 0</inkml:trace>
  <inkml:trace contextRef="#ctx0" brushRef="#br0" timeOffset="9114.385">22139 1558 2006 0,'0'0'42'0,"0"0"9"15,0 0-41-15,0 0-10 0,0 0 0 0,3-5 0 16,0 5 102-16,0-5 18 0,3 2 4 0,-3-2 1 16,3 2-64-16,0 3-13 0,0-5-2 0,0 5-1 15,0-3-27-15,3-2-6 0,-3 2 0 0,3 3-1 16,3-5-31-16,-3 5-5 0,3-5-2 0</inkml:trace>
  <inkml:trace contextRef="#ctx0" brushRef="#br0" timeOffset="9292.067">22741 1495 1659 0,'21'0'34'0,"-13"-3"10"0,1 3-36 15,0 0-8-15,3 0 0 0,-3-5 0 0,3 5 137 0,-3 0 26 0,0-3 5 0,0 3 0 16,0 0-72-16,0 0-14 0,0 0-3 0,0 0-1 16,-3 0-42-16,0 0-8 0,2 0-1 0,-2-5-1 15,0 5-26-15,3 0 8 0,0 0-8 0,0 0 0 31,0-5-110-31,0 5-27 0,3 0-6 0</inkml:trace>
  <inkml:trace contextRef="#ctx0" brushRef="#br0" timeOffset="9862.937">23643 1241 1706 0,'0'0'72'0,"0"0"-58"15,0 0 94-15,0 0 18 0,0 0 4 0,0 0 1 16,0 0-51-16,0 0-9 0,0 0-3 0,0 0 0 16,3 3-21-16,0 2-5 0,0 3-1 0,0 5 0 15,0-2-27-15,-1 2-6 0,-2 8 0 0,0-5-8 16,3 5 0-16,-3 3 0 0,0-3 0 0,0 3 0 15,0-3 0-15,-3 3 0 0,3-3 0 0,-2 0 0 16,2-5 8-16,-3 5-8 0,3-8 0 0,0 3 0 16,-3 0 0-16,3-3 0 0,0-2 0 0,0 0 0 15,0-3-28-15,0 0-7 0,0-1-1 0,0 1 0 16,3-2-120-16,-3-6-25 0,3 2-5 0</inkml:trace>
  <inkml:trace contextRef="#ctx0" brushRef="#br0" timeOffset="10313.208">24226 1397 2238 0,'0'-8'47'0,"3"0"9"0,0 3-44 0,-3 5-12 0,3-8 0 0,-3 8 0 16,0 0 83-16,0 0 14 0,0 0 3 0,0 0 1 16,0 0-48-16,0 0-9 0,0 0-3 0,0 0 0 15,-6 8-23-15,3-3-5 0,-3-2-1 0,-3 5 0 16,0 0-3-16,-3-3-1 0,-3 3 0 0,1 0 0 15,-4-3-8-15,0 3 0 0,0-5 0 0,-3 2 0 16,-3-5 0-16,4 5 0 0,-1-5-12 0,-3-5 12 16,6 5-15-16,-3-5 5 0,3 2 1 0,0-5 0 15,7 0 1-15,-1 3 0 0,3-8 0 0,3 5 0 16,0-3-2-16,3 1 0 0,3-1 0 0,3-2 0 16,0 0-2-16,3 2 0 0,0-2 0 0,3 5 0 15,3-5 12-15,-1 5 0 0,4 0-9 0,3 0 9 16,0 2 0-16,0 4 0 0,3 2 12 0,0 0-4 15,-4 0 12-15,1 2 3 0,3 4 0 0,-3 2 0 16,-3 0 2-16,0 5 1 0,0 0 0 0,0-2 0 16,-4 5-7-16,1 2-2 0,-3-2 0 0,0 5 0 15,-3-5-5-15,-3 5 0 0,3 0-1 0,-6-5 0 16,3 5-3-16,-6-5 0 0,3 0 0 0,-6 5 0 16,0-5 0-16,0-3-8 0,-3 3 12 0,0-2-4 15,-6-7-8-15,4 4 8 0,-4 2-8 0,0-5 8 0,0 5-8 16,-3-5 0-16,0-2 0 0,-3 4 0 15,3-2-20-15,1 0 0 0,-1 3 0 0,-3-3 0 16,0-6-74-16,3 6-14 0,0 0-4 0</inkml:trace>
  <inkml:trace contextRef="#ctx0" brushRef="#br0" timeOffset="13259.457">19490 2143 1601 0,'0'0'45'0,"0"0"11"0,0 0-45 0,0 0-11 0,0 0 0 0,0 0 0 16,0 0 73-16,0 0 13 0,0 0 2 0,3-5 1 15,0 2-29-15,0-2-5 0,3 2-2 0,0-2 0 16,0 2-9-16,3-2-1 0,3 5-1 0,-3-5 0 15,3 2-6-15,0 3-2 0,3-5 0 0,-4 5 0 16,4 0-14-16,-3 0-4 0,3 0 0 0,-3 0 0 16,0 5-16-16,-3-5 0 0,0 3 8 0,-3 2-8 15,0 0 0-15,-3-2 0 0,-3 2-8 0,0 3 8 16,-3 0-26-16,-3 0 1 0,0 5 0 0,0-5 0 16,-3 3 1-16,-3 0 1 0,0 4 0 0,0-7 0 15,0 6 13-15,0-4 10 0,0 3-13 0,1-5 5 16,2 0 8-16,0 5 0 0,3-7 0 0,0 2-8 15,3 0 8-15,3 0 0 0,0-8-9 0,3 2 9 16,3 4-23-16,3-6 0 0,0 0 0 0,5 0 0 16,1-6-12-16,3 4-2 0,3-6-1 0,3 2 0 15,-3-4 3-15,0 4 1 0,-1-7 0 0,-2 3 0 0,0-1 18 16,-3 1 4-16,0 2 1 0,-3-6 0 16,-3 6 42-16,0 0 8 0,0 1 1 0,-6-4 1 15,2 8 26-15,-2-5 5 0,0 3 0 0,-3 5 1 0,0 0 30 0,0 0 5 0,0 0 2 0,0 0 0 16,0 0-74-16,-8 0-14 0,8 0-3 0,-6 5-1 15,0-2-18-15,0 2 0 0,3 3 0 0,0 0 0 16,0 0 0-16,3 5 0 0,-3-5 0 0,3 6 0 16,3-4 0-16,0 1 8 0,0-1-8 0,0 3 0 15,3-5 0-15,-3 0 0 0,6 0 0 0,-1 0 0 16,1-2-48-16,0-4-8 0,3 3 0 0,0-5-1 16,0 0 40-16,0 0 8 0,3-2 9 0,0-1-13 15,0 1 13-15,-4-4 0 0,4 4 0 0,-3-6 0 16,-3 0 48-16,3 0 13 0,-3 2 3 0,-3-1 0 15,3-1 0-15,-6-6 0 0,3 6 0 0,-3-5 0 16,0 3 0-16,-3-4 0 0,3 1 0 0,-6 3 0 16,0-1-52-16,0 0-12 0,-3 3 0 0,0-2 0 15,-3 2 0-15,0 5 0 0,-3-5 0 0,0 0 0 16,-3 8-100-16,1 0-22 0,-7 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2:37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15252 6118 1413 0,'0'0'60'0,"0"0"-48"15,0 0 128-15,0 0 25 0,0 0 6 0,0 0 1 16,0 0-58-16,0-6-11 0,3 1-3 0,0-3 0 15,0 0-6-15,-1 0-2 0,4-2 0 0,0-4 0 16,0 1-58-16,0 3-12 0,0-6-2 0,0 0-1 16,0 0 21-16,0-3 4 0,0 1 0 0,0-1 1 15,0-2-36-15,-3 0-9 0,0 2 0 0,3 1 0 16,-3-1 53-16,0 6 9 0,0-3 2 0,0 6 0 16,0-1-52-16,0 6-12 0,0 0 0 0,0 2 0 15,-3 3 0-15,0 0 0 0,3 3 0 0,3 2 0 16,0 3 0-16,-3 2 0 0,3 4 0 0,-1 1 0 15,4 4-8-15,0 0-5 0,3-1-1 0,-3 3 0 16,3-2-29 0,3-3-5-16,-3-1-2 0,3 1 0 0,0-2 40 0,-1-1 10 0,-2-3 0 0,3 1 0 15,-3-3 0-15,-3 3 0 0,3-6 0 0,-3 3 0 16,-3-3-11-16,3-2 0 0,-3-1 0 0,0 1 0 16,0-3 11-16,-6 0 16 0,6-3-4 0,-3 1-1 15,0-4 42-15,0 1 9 0,0 0 2 0,0-3 0 16,0-3-32-16,-1 1-5 0,1-4-2 0,0-1 0 15,0-4-13-15,3-2-4 0,-3-3 0 0,3 0 0 16,0 0-8-16,0 1 0 0,0-1-10 0,0 3 10 16,0 0-40-16,-3 5-1 0,3-3-1 0,0 6 0 15,-3 0-109-15,3 2-21 0,0 0-5 0</inkml:trace>
  <inkml:trace contextRef="#ctx0" brushRef="#br0" timeOffset="958.3">14957 6488 2366 0,'-39'-13'49'0,"27"10"12"16,0-5-49-16,0 3-12 0,1-3 0 0,2 0 0 15,0-3 93-15,3 3 16 0,3-2 3 0,0 2 1 16,0 0 12-16,6 0 3 0,-3-2 0 0,3 2 0 16,3 0-96-16,3 0-20 0,0 0-3 0,3 0-1 15,-1 3-8-15,1-3-11 0,3 0 3 0,-3 5 0 0,3-2 38 0,-3 2 8 16,3 0 2-16,3 3 0 16,-3 3-13-16,-4 0-3 0,4 2 0 0,-3 6 0 15,0-3-70-15,-3 2-14 0,0 1-4 0,-6 2 0 0,0 0 52 0,-3 3 12 0,-6 0 0 0,0 0 0 16,-3 0-13-16,0 2 0 0,-3 1 0 0,-3-1 0 15,3 1 13-15,-2 2-12 0,-1 0 12 16,0 0-12-16,0 0 12 0,3 1 0 0,-3-4 0 0,3 3 0 16,0-5 0-16,3 3 0 0,0-3 0 0,4-1 0 15,-1-1 0-15,6-4 0 0,0 1 0 0,3-1 0 16,3-2 0-16,-1-2 0 0,1-1 0 0,3 0 0 16,3-2 0-16,-3 0 0 0,3-1 0 0,3-2 0 15,0 0 12-15,3 0 6 0,-3 0 1 0,5-2 0 16,-2-1-27-16,6 0-6 0,-3 1-1 0,6-4 0 15,0-2-27-15,-1 0-6 16,1 0 0-16</inkml:trace>
  <inkml:trace contextRef="#ctx0" brushRef="#br0" timeOffset="1289.31">16314 6279 2310 0,'-9'0'48'0,"0"3"11"0,3-3-47 15,6 0-12-15,0 0 0 0,0 0 0 0,0 0 104 0,0 0 20 0,0 0 3 0,0 0 1 16,3 0-52-16,6-3-9 0,3 3-3 0,0-3 0 15,6 1-51-15,6-1-13 0,0 0 0 0,-1 1 0 16,4 2 54-16,0-3 8 0,0 0 2 0,3 1 0 16,-4-1-52-16,1 0-12 0,0 1 0 0,0-1 0 15,-3 3-9-15,2-2-5 0,-2 2-1 0,-3 2 0 32,-3-2-27-32,0 3-6 0,-6-1 0 0,0 4-1 0,-4-4-89 15,-2 6-18-15,-3-2-3 0</inkml:trace>
  <inkml:trace contextRef="#ctx0" brushRef="#br0" timeOffset="1483.116">16502 6496 1580 0,'-12'5'67'16,"3"1"-54"-1,0-4 162-15,3 1 32 0,6-3 6 0,0 0 2 16,0 0-88-16,0 0-18 0,0 0-3 0,6 2-1 16,3 1-33-16,0-3-6 0,0-3-2 0,3 3 0 15,0-2-19-15,-1-3-4 0,1 2-1 0,3-2 0 16,0-1-19-16,3-2-4 0,-3 3-1 0,6-3 0 15,-3 0-16-15,5 0 0 0,1 0 0 0,0-2 0 16,0 2-97-16,3-3-17 0,-1 1-3 0</inkml:trace>
  <inkml:trace contextRef="#ctx0" brushRef="#br0" timeOffset="2760.425">17514 6036 1580 0,'0'0'67'15,"0"0"-54"1,6 0 37-16,3-6 7 0,0 4 2 0,3-1 0 16,2-2 15-16,4 2 3 0,6-2 1 0,3-1 0 0,-3 1-14 0,5 0-4 0,1-3 0 0,3 3 0 15,-3-1-12-15,2 1-4 0,4-3 0 0,0 3 0 16,-3-1-18-16,-1 1-4 0,1 0-1 0,-3 2 0 15,-3-2-21-15,-6 5 9 0,-1-3-9 0,-8 6 0 16,0 0 0-16,-9-1 0 0,0 4-15 0,-6 1 5 16,-3 4 59-16,-6 2 12 0,-3-2 3 0,-2 5 0 15,-7 0-52-15,-3 2-12 0,-6-2 0 0,0 5 0 16,4 0 0-16,-4 1 0 16,3 1 0-16,-3 4 0 0,1-1-8 0,2 3-5 0,0 0-1 15,0 1 0-15,7-1 14 0,2-3 0 16,3 1 0-16,3-4 0 0,6 1 8 0,6 0 5 0,3-3 1 15,3-2 0 1,6-1-33-16,3-2-6 0,6-3-2 0,0 3 0 0,2-8 8 0,4 0 2 0,0-5 0 0,3-1 0 16,0-4-3-16,-1-1 0 0,4-5 0 0,-3 0 0 15,-3 0 20-15,0-2 0 0,-1-1 0 0,-2-2 0 16,-6 2 0-16,0-2 0 0,-6 0 0 0,-3-3 0 16,-3 0 28-16,-6 0 13 0,-3-2 3 0,-3-3 0 15,-3-1 32-15,-3-4 8 0,-3-1 0 0,-2-2 1 16,-1 3-68-16,-3-1-17 0,0 4 0 0,-3-4 0 15,1 3 0-15,-1 3 0 0,-3 0 0 0,-3-3 0 16,0 6 0-16,1-3 0 0,-1 2 0 0,0-2 0 16,6 2 42-16,4-2 5 0,2 0 1 0,3-3 0 15,6 3-26-15,3 0-5 0,3 0-1 0,3-1 0 16,6 4-16-16,6 2 0 0,0-2 0 0,9 4 0 16,3 4 13-16,6 2-1 0,2 0 0 0,1 3 0 15,3-1-12-15,-3 4-16 0,-1 2 3 0,7 0 1 0,-3 0 12 16,0 2 0-16,2 1 0 0,-2 2 0 0,0 6 12 15,-3-1 6-15,2 4 1 0,-5 2 0 16,-3 2-31-16,-3 3-5 0,-3 0-2 0,-7 6 0 0,-2-3 19 0,-3-1 0 16,-6 1 0-16,-3 0 0 15,-3 0-106-15,-3-3-18 0,-5 3-3 0,-4 0-1 16,0 0-53-16,-6-1-11 0,0 1-3 0</inkml:trace>
  <inkml:trace contextRef="#ctx0" brushRef="#br0" timeOffset="3571.34">15070 8367 1789 0,'0'0'37'0,"0"0"9"0,0 0-37 0,6 5-9 0,-3 0 0 0,3 1 0 15,0-1 48-15,-3 0 7 0,0 0 1 0,3 1 1 16,-6-6-33-16,3 2-6 0,-3-2-2 0,6 3 0 16,-6-3 36-16,0 0 8 0,6 3 0 0,-6-3 1 15,6 0-2-15,-3-3-1 0,3-2 0 0,-4-1 0 16,1-2-4-16,3-2-1 0,-3-1 0 0,3-2 0 16,0-3-26-16,0-2-6 0,0-1-1 0,0-2 0 15,3 0 32-15,0 0 5 0,-3 2 2 0,3-2 0 16,0 0-27-16,0 2-4 0,0-2-2 0,-3 3 0 15,3 2-11-15,0 2-3 0,-4-1 0 0,1 4 0 16,0 0-4-16,0 6-8 0,0 0 11 0,-3 0-11 16,3 5 8-16,-6 0-8 0,0 0 0 0,6 5 0 15,-3 5 23-15,3 1 1 0,0 2 0 0,-3 3 0 16,3 0-71-16,0 3-13 0,0 2-4 0,0 2 0 16,0 1 52-16,3 0 12 0,0 0 0 0,0 2 0 15,0-2-54-15,2-5-8 0,1 2-2 0,0-3 0 16,-3-2 52-16,3-2 12 0,-3-4 0 0,0-2 0 15,0-3 0-15,0-2 0 0,0 2 0 0,-3-5 0 16,0 0 48-16,3-2 13 0,-1-4 3 0,1 1 0 16,-3-6-6-16,3-2-1 0,0-3 0 0,-3-2 0 0,3-3-21 0,0-3-4 0,3 0 0 15,-3-5-1-15,0 5-19 0,3-2-4 0,-3 2-8 0,3 3 12 16,-4-3-12-16,1 3 0 0,0 2 0 0,0 1 0 16,-3-1 0-16,3 3 0 0,-3 3 0 0,0 2 0 15,0-2-28-15,0 5-1 16,0-2-1-16,0 4 0 0,0 1-129 0,3 0-25 0,-3 2-6 0</inkml:trace>
  <inkml:trace contextRef="#ctx0" brushRef="#br0" timeOffset="3976.119">16118 8129 1824 0,'0'0'76'0,"0"0"-60"16,0 0 89-1,3 2 19-15,3-2 3 0,3 3 1 0,-3-3-52 0,3 0-9 0,-1-3-3 0,4 3 0 16,0-2 0-16,3-1 0 16,0 0 0-16,6 1 0 15,0-4 0-15,3 4 0 0,2-4 0 0,4 1 0 0,0 0-64 16,3-1-17-16,-1 4-2 0,1-3 0 0,-3 2 19 0,-6-2-10 0,2 2 10 0,-5 0-8 31,0 1-27-31,-3 2-5 0,-3 0 0 0,-3 0-1 16,-3 2-179-16,-3 1-36 0,0 0-8 0</inkml:trace>
  <inkml:trace contextRef="#ctx0" brushRef="#br0" timeOffset="4172.921">16219 8345 1729 0,'0'0'72'15,"0"0"-57"1,0 0 100-16,0 0 20 0,6 3 4 0,0-3 1 16,0-3-51-16,6 1-9 0,0-1-3 0,0 1 0 15,2-4-45-15,4-2-10 0,0 0-2 0,3 0 0 16,3 0 20-16,-3-2 3 0,5-1 1 0,-2 1 0 16,0-1-36-16,0 1-8 0,0-1 0 0,-1 0 0 15,-2-2-49-15,3 3-12 0,0-4-3 0</inkml:trace>
  <inkml:trace contextRef="#ctx0" brushRef="#br0" timeOffset="4650.292">16844 7967 2066 0,'-9'-3'43'0,"3"-2"10"0,0 0-42 16,0 0-11-16,3-1 0 0,0 4 0 0,0-4 104 0,0 1 20 0,3-3 3 0,-3 3 1 15,6 0-52-15,-3-1-9 0,3 1-3 0,3 0 0 16,0-1 0-16,0 1 0 0,6-3 0 0,-3 3 0 15,3 0-51-15,3-1-13 0,0-2 0 0,0 3 0 16,-3 0 15-16,2-1 0 0,1 1 0 0,-3 0 0 16,0 0-24-16,0-1-5 0,3 4-1 0,-6-1 0 15,3 0 15-15,-3 3 0 0,0 0 0 0,-1 3 0 16,-2 0 0-16,-3 2 0 0,0 0 0 0,0 1 0 16,-3 4 0-16,-3-2 0 0,3 5 0 0,-3-2 0 15,-3 2 0-15,3 0 0 0,-2 3 0 0,-1-3 0 16,0 1-28-16,0-1-2 0,0-3-1 0,-3 4 0 15,3-4-1-15,-3 3-1 0,3-2 0 0,0 0 0 16,-3-3 49-16,3 2 11 0,3-2 1 0,-3 0 1 16,3 0-19-16,3-3-10 0,0-5 10 0,0 8-10 15,0-2 9-15,6-1-9 0,0-3 8 0,0 4-8 16,3-4 9-16,0 1-9 0,3-3 10 0,0 3-10 16,0-3 23-16,0 2-2 0,-1 4 0 0,1-4 0 15,0 1-21-15,-3 2 0 0,0-2 0 0,-3 2 0 16,3 0 0-16,-6 3 0 0,0-2 0 0,-3 2 0 15,0 0 0-15,0 2 0 0,-3 3 0 0,-3 1 0 16,-3-1 56-16,0 0 6 0,0 3 2 0,-3 0 0 16,-3 0-53-16,4 2-11 0,-4-2 0 0,-3 0 0 0,0 0 0 0,-3-3 0 0,0 3 0 15,-3-3 0 1,4 0-19-16,-7 1-7 0,3-1-2 0,0-3 0 16,0 1-134-16,1 0-27 0,2-1-6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3:18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15234 6591 1824 0,'0'-10'38'0,"0"10"8"16,3-6-37-16,0 1-9 0,0 0 0 0,0-1 0 15,0 1 104-15,3-3 20 0,0 3 3 0,-1 0 1 16,4-1-52-16,0-2-9 0,3 3-3 0,0-3 0 16,0 0 0-16,0 0 0 0,3-2 0 0,0 2 0 15,0-3-51-15,2 3-13 0,4-5 0 0,-3 2 0 0,3 1 0 0,0 2 0 16,0-3 0-16,-1 1 0 0,-2 2 0 0,0 0 0 0,0-3 0 0,-3 3 0 16,-3 3 0-16,-3-3 0 0,0 3 0 0,-3 0 0 31,0 2 0-31,-3-2 0 0,-3 5 0 0,0 0 0 15,0 0-76-15,0 0-19 0,0 0-3 0,0 0-1 16,0 0-113-16,0 0-22 0</inkml:trace>
  <inkml:trace contextRef="#ctx0" brushRef="#br0" timeOffset="463.596">15219 6403 1820 0,'0'0'38'0,"-6"-2"8"15,6 2-37-15,-3-3-9 0,3 3 0 0,0 0 0 16,-3-5 105-16,3 5 19 0,0 0 4 0,0 0 1 16,0 0-52-16,0 0-10 0,0 0-3 0,0 0 0 15,0 0-51-15,0 0-13 0,0 0 0 0,0 0 0 16,0 0 54-16,0 0 8 0,0 0 2 0,0 8 0 0,0 0-52 16,0 0-12-16,0 2 0 0,-3 1 0 15,0 2 0-15,-3-2 0 0,0-1 0 0,0 3 0 0,0 1-12 0,0-1-4 0,0 0-2 0,-3 3 0 16,3 0 18-16,3-3-12 0,-3 3 12 15,0 0-10-15,4-3 26 0,-1 0 6 0,3 0 1 0,0-2 0 16,0 0-23-16,3-3 0 0,-3-1 0 0,5-1 0 31,-2-4-47-31,6 1-13 0,-3 0-4 0,3-1 0 0,0-4 103 0,0-1 20 0,3 3 4 0,3-3 1 16,-3-2-80-16,3 2-16 16,0-2-4-16,-1 0 0 0,1-3 16 0,0 3 4 0,3-1 0 0,-3-2 0 15,3-2-151-15,-3-1-29 0</inkml:trace>
  <inkml:trace contextRef="#ctx0" brushRef="#br0" timeOffset="1123.864">15814 5940 1337 0,'0'0'56'16,"0"0"-44"0,0 0 130-16,0 0 26 0,0 0 6 0,0 0 1 15,0 0-75-15,0 0-16 0,0 0-2 0,0 0-1 16,0 0-65-16,0 0-16 0,0 0 0 0,0 8 0 16,0-3 55-16,0 3 7 0,0 0 2 0,-3 0 0 15,3 3-52-15,0-3-12 0,-3 2 0 0,3 1 0 16,-3 2 0-16,0-2 0 0,3-1 0 0,-3 1 0 15,3 0 0-15,-3-1 0 0,3 1 0 0,0-3 0 16,0 2 15-16,0-2 0 0,0 0 0 0,0 0 0 16,0-3-15-16,3 3 0 0,0-2 0 0,0-1 0 15,0 0 0-15,3 0 0 0,-3 1 0 0,3-4 0 16,0-2-9-16,0 3-5 0,3 0-1 0,-3-3 0 16,0 0 15-16,3 0 0 0,-3-3 0 0,3 3 0 15,0-3 9-15,0 1 5 0,-1 2 1 0,1-3 0 16,3 0-15-16,-3 1 0 0,3-1 0 0,0 3 0 0,-3 0-16 15,3-2-7-15,-3 2-1 0,3-3 0 16,-3 0-119-16,0 1-24 0,2-1-5 0</inkml:trace>
  <inkml:trace contextRef="#ctx0" brushRef="#br0" timeOffset="1518.495">16299 5901 1729 0,'-3'-6'72'16,"3"1"-57"0,-3-3 93-16,0 3 20 0,3-1 3 0,-3 1 1 15,0 0-38-15,0 0-7 0,-2 2-2 0,5 3 0 16,-6-3-68-16,0 1-17 0,-3 2 0 0,0 0 0 16,0 2 34-16,0 1 3 0,0 2 1 0,-3 3 0 15,3 0-28-15,-3 0-10 0,0 0 0 0,3 0 9 16,0 3 11-16,1-1 3 0,2 1 0 0,0-1 0 15,0 1-23-15,3-1 0 0,3-2 0 0,0 3 0 16,3-3 0-16,0 2 0 0,0-2 0 0,6 0 0 16,-1 0 0-16,1-2 0 0,3 2 0 0,0-3 0 15,0 0 0-15,0-2 0 0,3 2 0 0,-3-2 0 16,3-1 0-16,-3 1 0 0,0 0 0 0,-7-1 0 16,1 4-24-16,0-4-8 0,-6-2-3 0,0 0 0 15,0 6 5-15,-3-1 1 0,0 0 0 0,-3 0 0 0,-2 3 29 0,-1-2 0 16,-3 2 0-16,0-1 0 15,0 1-9-15,0 0 9 0,-3 0-8 0,3 0 8 16,0 0-21-16,-3 3 1 0,4-6 0 0,-1 3 0 16,0-3-28-16,0 1-6 0,3-1-1 0</inkml:trace>
  <inkml:trace contextRef="#ctx0" brushRef="#br0" timeOffset="2224.731">16445 5935 1831 0,'0'0'77'0,"0"0"-61"16,0 0 95-16,0 0 19 0,0 0 4 0,0 0 1 15,0 0-78-15,0 0-15 0,-3 8-3 0,0 0-1 16,0 0-25-16,3 0-5 0,0 2 0 0,-3 1-8 16,3-1 8-16,-3 4-8 0,3-1 0 0,-3 0 0 15,3 0 0-15,0-2 8 0,-3 0-8 0,3-1 0 16,0 1 0-16,0-1 0 0,0 1 0 0,0-3 0 15,0 2 0-15,0-2 0 0,0 0 0 0,0-2 0 16,0 2 8-16,0-6-8 0,0-2 0 0,0 0 0 16,0 0 9-16,0 0-9 0,0 0 0 0,0 0 9 15,0 0 3-15,0 0 1 0,0-5 0 0,0 0 0 16,0-3 15-16,0-3 2 0,0 0 1 0,0-2 0 16,3 0-3-16,0-3-1 0,0 0 0 0,3-5 0 15,0 0-27-15,0-3 0 0,3-2-9 0,0-1 9 16,0-2 0-16,0 5 0 0,3-2 0 0,-3 2 0 0,3 3 44 0,-3 0 16 15,-1 2 4-15,4 1 0 0,0 4-52 0,0 1-12 0,0 0 0 0,0 5 0 16,0-3 0-16,3 3 0 0,0 1 0 0,-3 4 0 16,2-2 0-16,1 2 0 0,-3 0 0 0,0 3 0 15,0 0 0-15,-3 0 0 0,3 3 0 0,-3 0 0 16,-3 2 0 0,0 0 0-16,-3 0 0 0,0 3 0 0,0 0 0 0,-3 0 0 0,-3 0 0 0,0 3 0 15,0-1-9-15,-3 1 9 0,0 0-13 0,0 2 5 16,-3-3 8-16,0 4 12 0,0-4-2 0,0 3-1 15,0-2-9-15,0 0 0 0,0-3 0 0,0-1 0 16,3 1-20 0,-2-2-5-16,2-4-2 0,6-2 0 0,0 0-8 0,0 0-1 15,0 0-1-15,0 0 0 0,0 0 37 0,0 0 0 0,0 0 0 0,0 0 0 16,3-2 0-16,0-4 0 0,3 1 0 0,2 2 0 16,1-2 0-16,0 3 0 0,0-4 0 0,0 4 0 15,3-1 44-15,-3 3 16 0,3 0 3 0,-3 0 1 16,0 3-64-16,0-1-13 0,0 1-3 0,-3 0 0 15,0 2 16-15,-1 0 8 0,-2 3 0 0,0 0-8 16,0 0 14-16,-3 0-4 0,0 0-1 0,0 2 0 16,-6-2-1-16,3 3-8 0,-2-3 12 0,-4 2-4 15,0 1-8-15,-3-3-9 0,0 3 9 0,-3-1-13 16,0 1 13-16,-3-1 0 0,-3 1 0 0,1-1 0 16,-1 1 0-16,0-3 15 0,0 3-3 0,0-3-1 15,-3-1-40-15,1-1-8 0,-1-1-2 0,0-2 0 16,3-1-144-16,0 1-29 0</inkml:trace>
  <inkml:trace contextRef="#ctx0" brushRef="#br0" timeOffset="2996.469">8840 6290 2048 0,'-15'-14'43'0,"9"9"9"0,0 0-42 0,0-1-10 0,3 1 0 0,-3 0 0 15,3 2 97-15,0-2 18 0,3 5 3 0,-3-3 1 16,3 3-45-16,0 0-9 0,0 0-1 0,0 0-1 15,0 0-25-15,0 0-5 0,0 6-1 0,0 1 0 16,3 4-17-16,3 0-4 0,0 5-1 0,0-1 0 16,0 1-10-16,3 0 0 0,0 0 9 0,0 3-9 15,3-4 0-15,-3 4 0 0,0-1 0 0,3 1 8 16,-3 0-8-16,-1-1 0 0,4-2 0 0,-6 2 0 16,6 1 0-16,-3-3 11 0,3 2-11 0,-3 1 12 15,0-1-12-15,-3-2 0 0,3 3-12 0,-3-3 12 16,0-3-46-16,0 0-2 0,0 0 0 0,0-2 0 15,-3-3-131-15,0 0-26 0,0-3-6 0</inkml:trace>
  <inkml:trace contextRef="#ctx0" brushRef="#br0" timeOffset="3361.46">8891 6681 1333 0,'-3'-3'56'0,"3"-2"-44"16,-3 0 93-16,0 0 19 0,3-1 4 0,0 6 1 16,-3-5-13-16,0 0-2 0,3 5-1 0,0 0 0 15,0-6-27-15,0 6-6 0,0 0 0 0,0 0-1 16,0 0-52-16,0 0-11 0,0 0-1 0,0 0-1 16,0 0-22-16,0 0-5 0,3 6-1 0,3-1 0 15,-3 0 14-15,3 1 0 0,-1 2 0 0,1-1 0 16,0 1 13-16,0-2 6 0,3 2 1 0,-3 0 0 15,3-3-20-15,0 0 0 0,0 0 0 0,0-2 0 16,0-3-12-16,0 3-7 0,0-3-1 0,0 0 0 16,-3-3 37-16,3 0 7 0,-1-2 2 0,-2 3 0 15,3-6 3-15,-3 2 1 0,0-2 0 0,0 0 0 16,0-5-18-16,-3 0-3 0,0 0-1 0,3 0 0 16,-3-1 25-16,0-2 5 0,0 1 1 0,0 1 0 15,0 1-63-15,0-3-12 0,0 3-2 0,0 0-1 16,3 0-140-16,3-1-28 0</inkml:trace>
  <inkml:trace contextRef="#ctx0" brushRef="#br0" timeOffset="4307.817">8569 5676 1364 0,'0'0'57'0,"0"0"-45"31,0 0 72-31,0 0 14 0,0 0 3 0,-3 5 1 0,3 3-36 16,3 2-7-16,-3-2-2 0,3 6 0 16,0 2-35-16,3-1-7 0,-3 4-2 0,3-1 0 15,0 1-13-15,0 2 0 0,0 0 8 0,0-2-8 0,0-3 0 0,0 2 0 0,3-5 0 0,-3 1 0 16,-3-4 15-16,2 1 0 15,-2-3 0-15,0 0 0 0,0-3 29 0,-3-5 7 0,0 0 1 0,0 0 0 16,0 0 8-16,0 0 3 0,0 0 0 0,0 0 0 16,-6-8-16-16,0-3-3 0,4-2-1 0,-4 0 0 15,0-3-13-15,0-2-2 0,0-4-1 0,3-1 0 16,-3-1-19-16,3 3-8 0,-3-3 0 0,3 0 8 16,0 0-8-16,3 0 0 0,0 3 0 0,0 0 0 15,3 0 0-15,0 0 0 0,0 2 0 0,0 1 0 16,3-1 23-16,0 1 2 0,0 2 1 0,3 0 0 15,-3 3-17-15,2 2-9 0,-2 3 10 0,3 0-10 16,0 6 8-16,0 2-8 0,0 2 0 0,0 4 9 16,-3 1 17-16,3 1 3 0,0 6 1 0,0-4 0 15,0 3-46 1,-3 3-8-16,0-2-3 0,0-1 0 0,-3 3 27 0,0-3 0 0,0 0 0 0,0 0-8 16,-1 1-5-16,-2-4-1 0,3-2 0 0,-3 0 0 15,3 0-2-15,-3 0 0 0,0-3 0 0,0-5 0 16,0 0 16-16,0 0-11 0,0 0 11 0,0 0-10 15,0 0 10-15,0 0 0 0,0 0 0 0,3-2 0 16,0-6 0-16,-3 2 0 0,0-4 0 0,3-1 0 16,-3 1 0-16,3-4 11 0,-3-2-1 0,3 3 0 15,0-3 5-15,0 3 1 0,3-5 0 0,-3 2 0 0,3 2-1 0,0-1 0 0,0-1 0 0,0 3 0 16,0 2-2-16,0 0 0 0,0-2 0 16,0 5 0-16,0 3-13 0,0-6 9 0,0 6-9 0,-3 2 8 15,3 1-8-15,0 2 0 0,0 2 0 0,-1 1 0 16,1 5 8-1,0 0-8-15,0 2 0 0,-3 1 8 0,3 5-8 0,0-3 0 0,0 6 0 0,-3-3 0 16,3 2 0-16,0-2 8 0,-3 5-8 0,0-8 8 16,0 3-8-16,0 0 0 0,-3 0 0 15,3 0 0-15,-3-3-51 16,0 0-12-16,3 1-2 0,-3-4-1 16,0 3-101-16,3-7-20 0,-3 2-4 0</inkml:trace>
  <inkml:trace contextRef="#ctx0" brushRef="#br0" timeOffset="4653.357">9281 5361 2553 0,'-3'-11'53'0,"-3"1"12"15,3 2-52-15,0-3-13 0,-3 3 0 0,0 3 0 16,3-3 95-16,-3 5 16 0,0 1 3 0,0-4 1 16,0 4-59-16,0 2-12 0,0 0-3 0,-3 0 0 15,0 2-26-15,3 4-6 0,-3-6-1 0,0 5 0 16,0 0-8-16,3 3 0 0,-2-3 0 0,2 6 8 15,3-3-8-15,0 3 0 0,0 2 0 0,3 0 0 16,3 0 0-16,0 0 0 0,3 3-9 0,2-2 9 16,1-1 0-16,0 0-10 0,3 0 10 0,0 1-8 15,0-4 8-15,0 3-12 0,0-2 12 0,-3-1-12 0,3 1 12 16,-6 0-10-16,3-3 10 0,-3 2-10 16,0 1 10-16,-4-1 0 0,1-2 0 0,0 3 0 0,-3-1 0 15,-3 1 0-15,3 0 0 0,-3-3 0 16,1 2 0-16,-4 1 0 0,0-3 0 0,-3 2-8 0,0-2 0 0,0 0 0 0,-3 0 0 0,3 0 0 15,-3-3-2-15,0 1 0 0,0 2 0 0,0-3 0 16,-3-3-7-16,4 4-2 0,-1-4 0 0,0 1 0 31,3-3-93-31,0 0-20 0,0 0-3 0</inkml:trace>
  <inkml:trace contextRef="#ctx0" brushRef="#br0" timeOffset="5334.177">9367 5371 2310 0,'-9'-5'48'0,"9"5"11"0,0 0-47 0,0 0-12 0,0 0 0 0,0 0 0 15,0 0 82-15,0 0 14 0,0 0 4 0,0 0 0 16,0 0-58-16,0 8-11 0,0-3-3 0,3 3 0 16,0 3-28-16,0-3 0 0,3 2 0 0,-3 4 0 15,0-1 0-15,0 0 0 0,0 3 0 0,0 0 0 16,0 0 12-16,0 0-4 0,0-3-8 0,0 3 12 15,0-6-12-15,-3 6-8 0,0-5 8 0,0-1-13 16,0-2 13-16,0 3 13 0,0-6-2 0,-3 3-1 16,0-3-10-16,3-5 10 0,0 0-10 0,0 0 10 0,0 0-20 0,-3 3-4 15,3-3-1-15,-6-3 0 0,0 1 31 0,3-4 5 16,0-2 2-16,0-2 0 16,0-1-37-16,3-5-7 0,0 1-2 0,3-7 0 0,0-1 23 0,0-4 0 0,3-2 0 0,3 3 0 15,0-4 0 1,2 4 0-16,1 2 0 0,0 0 0 0,0 3 16 0,0 3 8 0,3-1 2 0,0 3 0 15,0-2-12-15,-3 4-2 16,3 1-1-16,-4 3 0 0,1-1 3 16,0 3 1-16,-3-2 0 0,3 4 0 0,-3 1-4 0,0 2-1 15,0 1 0-15,-3 2 0 0,3 2-10 0,-3 1 10 0,-3 0-10 0,3 5 10 16,-3-3-10-16,0 5 0 0,0-4 9 0,-3 2-9 16,0 0 8-16,0 2-8 0,-3 1 8 15,0-1-8-15,0 4 0 0,0-9-12 0,-3 5 2 0,0-2 0 16,0 0 20-16,0 0 4 0,0 0 1 0,0-2 0 15,0-1-24-15,0 0-5 0,0 0-1 0,6-5 0 16,0 0 24-16,0 0 5 0,0 0 1 0,0 0 0 16,0 0-15-16,0 0-10 0,0 0 2 0,0 0 0 15,0 0 8-15,6-5-13 0,3 2 5 0,-3 1 8 16,3-1-9-16,0 1 9 0,3-1 0 0,-3 0 0 16,-3 1-8-16,2 2 8 0,1-3 0 0,-3 3 0 15,3 0 0-15,-3 3 0 0,0-3 0 0,0 2 0 16,0 1 0-16,-3 0 0 0,3 2 0 0,-3 0 0 15,-3 0 0-15,3 1 0 0,-3 2 0 0,0 0 0 16,0 0 0-16,0 2 0 0,-3 3 0 0,0 1 0 16,-3-1 46-16,0 0 3 0,0 3 1 0,-3-6 0 15,-3 4-28-15,0 2-6 0,-2-3 0 0,-1 3-1 16,-3-3-7-16,-3 0 0 0,0 0-8 0,-3 1 12 16,3-1-12-16,-2-3 0 0,-1 1 8 0,0 0-8 15,3-3-56-15,3-1-15 0,0 1-2 0</inkml:trace>
  <inkml:trace contextRef="#ctx0" brushRef="#br0" timeOffset="13705.604">14784 6446 1519 0,'0'0'43'0,"0"0"9"0,0 0-41 0,0 0-11 0,0 0 0 0,0 0 0 15,0 0 84-15,-6 2 14 16,6-2 3-16,-6 3 1 0,0 0-34 0,6-3-8 0,-6 2 0 0,0 1-1 16,1-3-22-16,-1 3-4 0,6-3-1 0,-9 2 0 15,3-2-1-15,-3 0-1 0,3-2 0 0,-3 2 0 16,3 0 11-16,-3 0 3 0,3 0 0 0,-3 0 0 15,3 0-3-15,-3-3 0 0,0 3 0 0,0 0 0 16,0-3-5-16,1 3 0 0,2 0-1 0,-6 0 0 16,3 0-5-16,0-2-1 0,0-1 0 0,-3 3 0 15,3-3-10-15,-3 1-3 0,3-1 0 0,-3 3 0 16,3-3-3-16,-3 1-1 0,1-1 0 0,-4 3 0 16,3-3-2-16,0 1-1 0,-3-1 0 0,3 3 0 15,-3-3-9-15,0 1 10 0,0-1-10 0,1 3 10 16,-4-2-2-16,0 2-8 0,-3 0 12 0,3-3-4 15,-3 3-8-15,0 0 0 0,1-3 0 0,-4 3 8 16,3-2-8-16,-3 2 0 0,-3-3 9 0,1 3-9 16,-4 0 0-16,-3-3 8 0,-3 3-8 0,1 0 0 15,2 3 8-15,-3-3-8 0,0 0 8 0,-2 3-8 16,2-1 0-16,3 1 0 0,-2 0 0 0,-1-1 8 16,-3 1-8-16,3-1 0 0,-5 4 0 0,2-4 8 15,-3 4-8-15,7-1 0 0,-4-2 0 0,-3 2 0 0,4 0 0 16,-4-2 0-16,0 2 0 0,1 0 0 0,-1 1 0 0,0-1 0 15,4 0 0-15,-7 1 0 0,6-4 0 0,3 4 0 0,1-4 0 0,-4 4 0 16,3-4 16-16,1 1 6 0,-1-1 1 0,-3 1 0 16,3 0-37-16,4 2-7 0,-4-2-2 0,0 2 0 15,4 0 37-15,-1-2 7 0,0-3 2 0,0 3 0 16,1-1-35-16,-1-2-8 0,0 0 0 16,0 0-1-16,1 0 21 0,-1 0 0 0,3 0 0 0,-3 3 0 15,4-3 0-15,-1 2 0 0,0-2-9 0,0 0 9 16,1 0 0-16,-1-2 0 0,0 2 0 0,-3-3 0 15,1 3 0-15,-1-2 0 0,0 2 0 0,-3 0 0 16,4 0 0-16,-1 0 0 0,3 0 0 0,-3 0 0 16,-2 0 0-16,2-3-8 0,0 3 8 0,-3-3 0 15,1 3 0-15,2 0-8 0,-3 0 8 0,0 0 0 16,4 0-9-16,-1 3 9 0,3-3 0 0,-2 0-9 16,2 0 9-16,-3 0 0 0,3-3-9 0,-3 3 9 15,4 0 0-15,-4 0 0 0,0 0 0 0,3 0 0 16,1 0-10-16,-1 3 10 0,6-3 0 0,-6 0-9 15,7 3 9-15,-1-3 0 0,0 0 0 0,0 0 0 16,0-3 0-16,0 3 0 0,4-3 0 0,-4 3 0 16,3 0 0-16,0-2 0 0,0 2 0 0,0-3 0 15,1 3 0-15,2 0 0 0,-3 0 0 0,3 0 0 16,0 0 0-16,0 0 0 0,3 0 0 0,1 0-8 16,-1 0 8-16,0 0 0 0,3 0 0 0,-3-3 0 15,0 3 0-15,3 0 0 0,-3-2 0 0,0 2 0 0,4 0 0 0,-4-3-8 0,0 3 8 0,3 0 0 31,-3 0 0-31,0 0 0 0,0 0 0 0,0 0 0 0,1 0 0 0,-1 0 0 16,0 3 0-16,0-1 0 16,0-2 0-16,3 3 0 0,-3-3 0 0,0 3-8 0,3-1 8 15,-2 1 0-15,2-3 0 0,0 3 0 16,0-1 0-16,0 1 0 0,0-1 0 0,0 1 0 0,0 0 0 0,0-3 0 0,0 2 0 0,3-2 0 16,-2 0 0-16,-4 0 0 0,6 0 0 0,-3 0 0 15,0 0 0-15,0 0 0 0,0 0 0 0,0 0 0 16,0 0 0-16,0 0 0 0,0 0 0 0,-2 0 0 15,2 0 0-15,-3 0 0 0,3 0 0 0,-3 3 0 16,3-3-16-16,0 0-4 0,-3 0 0 0,3 3-1 16,-2-3 35-16,2 2 7 0,0-2 2 0,0 0 0 15,3 3-23-15,-3-3 0 0,0 0 0 0,0 3 0 16,3-1 8-16,-3-2-8 0,0 0 10 0,0 3-10 16,4-3 8-16,-1 0-8 0,0 0 0 0,-3 3 0 15,3-3 0-15,0 2 0 0,0-2 0 0,0 0 0 16,-3 3 0-16,3-3 0 0,-3 0 0 0,3 3 0 15,-3-1 0-15,1 1 0 0,-1-1 0 0,0 1 0 16,0 0-18-16,-3-1-10 0,3 1-1 0,0 2-1 16,0-2 49-16,3 0 9 0,0-1 3 0,0 1 0 15,1 2-31-15,2-2 0 0,0 0 0 0,0-1 0 16,6-2 0-16,-6 3 0 0,6-3 0 0,0 0 0 16,0 0-16-16,0 0-5 0,0 0-2 0,0 0 0 15,0 0-97-15,0 0-20 0,0 0-4 0</inkml:trace>
  <inkml:trace contextRef="#ctx0" brushRef="#br0" timeOffset="14214.54">9620 6380 1990 0,'0'0'41'0,"0"0"11"0,0 0-42 16,3-3-10-16,0-2 0 0,-3 5 0 0,3-3 90 0,-3 3 16 0,3-5 3 0,-3 5 1 15,0 0-41-15,3-3-8 0,-3 3-1 0,0 0-1 16,0 0-15-16,0 0-2 0,0 0-1 0,0 0 0 16,0 0-6-16,0 0-2 0,0 0 0 0,0 0 0 15,0 0-6-15,-3 5-2 0,-3 1 0 0,0 2 0 16,0-3-14-16,-3 3-3 0,0 0-8 0,-3 0 12 15,0 0-12-15,0-1 8 0,0 1-8 0,0 3 0 16,-2-3 0-16,2 0 0 0,0 0 0 0,-3 0 0 16,3-3 0-16,0 3 0 0,3 0 0 0,0-3 0 15,0 3 0-15,0-3 0 0,3 1 0 0,-3-1 0 16,4 3 0-16,2-3 0 0,-3-2 0 0,3 2 0 16,0 0 0-16,0 1 0 0,0-1 0 0,3-5 0 15,-3 5 0-15,0 1 0 0,3-6 0 0,-3 8 0 0,3-8 0 16,0 5 0-16,0 0 0 0,0 3 0 0,0-3 0 15,3-2 0-15,0 2 0 0,0 3 0 16,0-5 0-16,3 2 0 0,-3 1 0 0,3-1 0 16,0 0 0-16,-1 0 0 0,4-2 0 0,-3 2 0 0,3-2 0 0,3 0 0 15,-3-1 0-15,3 1 0 16,0 0 0-16,3-1 0 0,-3-2 0 0,3 0 0 0,-1 0 0 0,1 0 0 0,0 0 0 0,3 0 0 31,-3 0-75-31,0 0-14 0,0-2-3 0</inkml:trace>
  <inkml:trace contextRef="#ctx0" brushRef="#br0" timeOffset="17397.152">14016 7792 991 0,'3'-2'42'16,"0"-1"-34"-1,-3 3 77-15,6-2 15 0,-3-1 4 0,-3 3 0 16,3-5-13-16,-3 5-3 0,3-3 0 0,-3 3 0 16,3-5-17-16,-3 5-4 0,0-3-1 0,0 3 0 15,0 0-6-15,0 0-2 0,0-5 0 0,0 5 0 16,0 0-8-16,3-6-2 0,0 4 0 0,-3 2 0 16,3-3-16-16,3-2-3 0,-3 2-1 0,3 3 0 0,-3-2-8 0,3-1-3 0,0 0 0 0,0 3 0 15,3 0-9-15,-3-2-8 0,3 2 12 0,-1 0-12 16,-2 0 11-1,3-3-11-15,0 3 10 0,0 0-10 0,0-3 0 0,0 3-8 0,0-2-1 0,0 2 0 16,3-3 9-16,0 3 0 0,-3 0 0 0,3-3 0 16,2 3 0-16,-2 0 0 0,0 0 0 0,0 0 0 15,3 0 0-15,-3 0 0 0,0 0 0 0,3 0 0 16,-3 3 0-16,3-3 0 0,-4 0 0 0,1 0 0 16,0 3 20-16,0-3 7 0,0 2 1 15,0-2 0-15,0 0-20 0,0 0-8 0,0 0 8 0,0 0-8 16,-3 3 8-16,-1-3-8 0,4 0 0 0,-3 0 8 15,0 0 0-15,-3 0 0 0,3 0 0 0,0 0 0 16,0 0-8-16,0-3 12 0,0 3-12 0,3 0 12 16,-3-2-12-16,3 2 0 0,-3 0 0 0,-1 0 0 15,4 0 8-15,-3 0-8 0,3 0 0 0,0 0 8 16,-3 0 3-16,0-3 0 0,3 3 0 0,-3 0 0 16,0 0-11-16,-3 0 0 0,3 0 0 0,0 0 0 15,-1 0 0-15,-2 3 0 0,3-3 0 0,-3 0 0 16,3 2 0-16,-3-2 0 0,0 0 0 0,0 0 0 15,0 3 0-15,3-3 0 0,-3 0 0 0,0 0 0 16,0 3 0-16,3-3 0 0,-3 0 0 0,0 0 0 16,3 0 0-16,-3 0 0 0,3 0 0 0,-4 0 0 15,1 0 0-15,3 0 0 0,0-3 0 0,-3 3 0 16,3 0 0-16,0-3 0 0,-3 3 0 0,3-2 0 0,0-1 27 0,-3 0 3 16,3 1 1-16,0 2 0 0,0-3-17 15,-3 3-3-15,3-3-1 0,-1 3 0 16,-2-2 10-16,3-1 3 0,0 3 0 0,0-2 0 15,0-1-23-15,0 3 0 0,-3-3 0 0,3 3 0 0,0 0 14 16,0-2-2-16,0-1 0 0,-3 3 0 0,3-3-4 0,0 1 0 0,-1 2-8 0,1-3 12 16,0 0-12-16,0 1 0 0,0 2 8 0,-3-3-8 15,3 3 0-15,-3-3 0 0,3 1 0 0,-3 2 0 16,0 0 0-16,-3-3 0 0,3 3 8 0,-6 0-8 16,6 0 0-16,0-3 0 0,-6 3 0 0,3 0 0 15,-3 0 8-15,6-2-8 0,-6 2 11 0,6 0-11 16,-6 0 0-16,0 0 0 0,6 0-12 0,-6 0 3 15,0 0-14-15,0 0-2 0,3 0-1 0,-3 0 0 16,0 0-26-16,0 0-6 0,0 0-1 0,0 0 0 16,0 0-179-16,0 0-36 0</inkml:trace>
  <inkml:trace contextRef="#ctx0" brushRef="#br0" timeOffset="18781.888">13606 7676 1337 0,'0'0'28'0,"0"0"6"0,0 0-34 0,0 0 0 0,0 0 0 0,0 0 0 31,0 0 109-31,0 0 15 0,0 0 4 0,0 0 0 16,0 0-52-16,0 0-9 0,0 0-3 0,0 0 0 0,0 0 0 0,0 0 0 15,0 0 0-15,0 0 0 0,0 0 0 0,-9 0 0 0,3-3 0 0,0 3 0 16,0 0 0-16,0 0 0 0,0 0 0 0,0 0 0 31,-3 0-51-31,3 3-13 0,-3-3 0 0,0 0 0 0,-3 0 0 0,3 0 0 0,-3 0 0 0,3 3 0 16,-2-3 0-16,2 0 0 0,-3 2 0 0,0-2 0 15,0 3 0-15,0-3 0 0,3 0 0 0,-3 3 0 16,3-3 29-16,-3 0 3 0,3 0 1 0,0 0 0 16,1 0-1-16,-4 0-1 0,3 0 0 0,0 0 0 15,-3 0-31-15,3 0 0 0,-3 0 0 0,0 0 0 16,3 0 0-16,0 0 0 0,0 0 0 0,0 0 0 16,0 0 0-16,1 0 0 0,-1 0 0 0,0-3 0 15,0 3 0-15,0 0 0 0,-3 0 0 0,3 0 0 16,0 0 0-16,0 0 0 0,0 0 0 0,0 0 0 15,0 0 0-15,0 0 0 0,0 0 0 0,1 0 0 16,-1 0 0-16,3 0 0 0,-3 0 0 0,0 0 0 16,0 0-9-16,3 0-8 0,-3 0-2 0,0 0 0 15,0 0 19-15,3 0 0 0,-3 0 0 0,0 0 0 16,3 0 0-16,0 0 0 0,-3 0 0 0,1 0 0 16,2 0 0-16,-3 0 0 0,3 0 0 0,-3 0 0 15,3 0 0-15,-3 0-10 0,0 0 10 0,-3 0-8 16,3 0 24-16,-3 0 6 0,0 0 1 0,0 0 0 15,1 0-23-15,-1 0 0 0,0 0 0 0,0 3 0 0,0-3 0 0,3 0 0 0,-3 0 0 0,0 0 0 32,0 0-11-32,0 0-6 0,0 0-2 0,1 0 0 0,-1 2 19 0,3-2 0 0,0 0 0 0,0 3 0 15,0-3 0-15,0 0 0 0,0 0 0 0,0 3 0 16,3-3 16-16,0 0 1 0,0 0 0 0,-3 2 0 16,3-2-17-16,0 0 0 0,-3 0 0 0,4 3 0 15,-4-3 0-15,0 0 0 16,3 3 0-16,-3-3 0 0,0 2 0 0,0-2 0 0,3 0 0 0,0 3 0 15,-3-3 0-15,3 0 0 0,0 0 0 0,0 0 0 16,0 0 0-16,0 0 0 0,3 0 0 0,-3 2 0 16,6-2 0-16,-6 0 0 0,6 0 0 0,-6 0 0 15,6 0 0-15,-5 0 0 0,5 0 0 0,-6 0 0 16,6 0 0-16,-6 0 0 0,6 0 0 0,-6 0 0 16,0 0 0-16,0 0 0 0,6 0 0 0,-6 0 0 15,0 0 0-15,3 0 0 0,3 0 0 0,-9 0 0 16,3 0 0-16,3 0 0 0,3 0 0 0,-9-2 0 15,3 2 0-15,3 0 0 0,3 0 0 0,-6 0 0 16,0 0 0-16,6 0 0 0,0 0 0 0,-6 0 0 16,6 0 0-16,-6 0 0 0,6 0 0 0,0 0 0 15,-6 0 0-15,6 0 0 0,0 0 0 0,-6 0 0 16,6 0 0-16,0 0 0 0,-3 0 0 0,3 0 0 0,0 0 0 16,-5 0 0-16,5 0 0 0,0 0 0 0,0 0 0 15,0 0 0-15,0 0 0 0,0 0 0 0,0 0 14 0,0 0-1 0,0 0 0 16,0 0 0-1,0 0-13-15,0 0 0 0,0 0 8 0,0 0-8 0,0 0-9 0,0 0-5 0,0 0-1 16,0 0 0 0,0 0 15-16,0 0 0 0,0 0 0 0,0 0 0 15,5 2-105-15,-2 1-19 0,3-3-3 0</inkml:trace>
  <inkml:trace contextRef="#ctx0" brushRef="#br0" timeOffset="20670.848">11852 7676 1337 0,'0'0'56'0,"0"0"-44"32,0 0 41-32,0 0 9 0,0 0 2 0,0 0 0 0,0 0 37 0,0 0 8 0,0 0 2 0,0 0 0 15,0 0-38-15,0 0-7 0,0 0-2 0,0 0 0 16,0 0-37-16,0 0-8 0,0 0-2 0,-6-3 0 15,0 1 38-15,0 2 7 0,6 0 2 0,-6 0 0 16,1-3 0-16,-1 3 0 0,0 0 0 0,-3-3 0 16,3 3-52-16,0 0-12 0,-3 0 0 0,3 0 0 15,-3 0 0-15,0-2 0 16,3 2 0-16,-3 0 0 0,0 0 0 0,0 0 0 0,0 0 0 0,-3 0 0 16,1 0 0-16,-1 0 0 0,0 0 0 0,0 0 0 15,0 2 28-15,0-2 2 0,0 0 1 0,0 0 0 16,-3 0-31-16,0 0 0 0,4 0 0 0,-4 3 0 15,0-3 0-15,3 0 0 0,0 3 0 0,-3-3 0 16,0 0 0-16,3 2 0 0,0-2 0 0,0 3 0 16,1-3 0-16,-1 3 0 0,3-3 0 0,-3 2 0 15,0 1 0-15,3-3 0 0,-3 3 0 0,3-3 0 16,0 0 0-16,3 2 0 0,-3-2 0 0,0 3 0 16,3-3 0-16,-2 0 0 0,2 3 0 0,0-3 0 15,-3 0 0-15,3 0 0 0,0 0 0 0,-3 0 0 16,0 0 0-16,0 0 0 0,3 0 0 0,-3 0 0 15,0 0 9-15,-3 0-9 0,3-3 8 0,-3 3-8 16,4 0 9-16,-4 0-9 0,0 0 10 0,0 0-10 16,0 0 0-16,0 0 8 0,0-3-8 0,0 3 0 0,3 0 0 15,-3 0 8-15,0 0-8 0,1 0 0 16,2 3 22-16,0-3-2 0,-3 0 0 0,3 0 0 16,0 3-20-16,0-3 0 0,3 2 0 0,-3-2 0 0,0 0 0 0,3 3 0 0,-3 0 0 0,3-1 0 31,-3-2 0-31,3 3 0 0,0-1 0 0,1 1 0 0,2-3 0 0,3 0 0 0,-6 3 0 0,0-1 0 15,0 1 0-15,0-3 0 0,0 3 0 0,0-1 0 16,0-2 0-16,0 3 0 0,0-3 0 0,0 0 0 16,0 3 0-16,0-3 0 0,-3 0 0 15,3 0 0-15,6 0 0 0,-6 0 0 0,3 0 0 0,-3 0 0 16,0 0 0-16,0 0 0 0,6 0 0 0,-6 0 0 16,1 0 0-16,-1 0 0 0,3 0 0 0,-3 0 0 15,0 0 0-15,6 0 0 0,-6 0 0 0,0 0 0 16,0 0 0-16,6 0 0 0,-6 0 0 0,0 0 0 15,0 0 0-15,6 0 0 0,-9 0 0 0,3 0 0 16,6 0 0-16,-6 0 0 0,6 0 0 0,-6 0 0 16,6 0 0-16,0 0 0 0,-6 0 0 0,6 0 0 15,0 0 0-15,0 0 0 0,-6 0 0 0,6 0 0 16,0 0 0-16,-6 0 0 0,6 0 0 0,0 0 0 16,-6-3 0-16,6 3 0 0,0 0 0 0,-6 0 0 15,6 0 0-15,0 0 0 0,0 0 0 0,-6 0 0 16,6 0 0-16,0 0 0 0,0 0 0 0,0 0 0 15,0 0 20-15,0 0-1 0,0 0 0 0,0 0 0 0,0 0-31 0,0 0-5 16,0 0-2-16,0 0 0 0,0 0 19 16,0 0 0-16,0 0 0 0,0 0 0 0,0 0 0 0,0 0 0 0,0 0 0 0,0 0 0 31,0 0-55-31,6-3-7 0,0 3-2 0</inkml:trace>
  <inkml:trace contextRef="#ctx0" brushRef="#br0" timeOffset="22670.805">10290 7673 1094 0,'0'0'46'16,"0"0"-37"-1,0 0 95-15,0 0 18 0,0 0 4 0,0 0 1 16,-6-2-23-16,3 2-5 0,3 0-1 0,-9 0 0 16,3 2-16-16,0-2-3 0,6 0-1 0,-6 3 0 15,-3 0 2-15,3-3 1 0,0 2 0 0,-3 1 0 16,3-3-65-16,0 3-16 0,0-1 0 0,0 1 0 15,0 0 55-15,0-1 7 0,0-2 2 0,-3 3 0 16,4 0-52-16,-1-1-12 0,0-2 0 0,0 3 0 16,-3-1 0-16,0 1 0 0,3 0 0 0,-6-1 0 15,3 1 21-15,-3-3 2 0,0 0 0 0,0 3 0 16,0-3-7-16,-2 0-2 0,2 0 0 0,-6 0 0 16,3 0-2-16,-3 0 0 0,3 0 0 0,-3 0 0 0,0 0-4 15,4 0-8-15,-7 0 11 0,3 0-11 0,3 2 14 0,-3-2-4 0,0 0-1 16,3 3 0-16,-3-3-9 0,4 3 0 0,-1-3 0 0,0 2 0 15,0-2 0-15,3 3 0 0,-3-3 0 16,3 0 0-16,-3 3 16 0,3-3 0 0,-2 0 1 0,-1 0 0 16,3 0-6-16,-3 0-2 0,0 0 0 0,0 0 0 15,0 0 0 1,3 0 0-16,-3 0 0 0,1 0 0 0,2 0-9 0,0 2 0 0,-3-2 0 0,0 0 0 16,3 3 0-16,0-3 8 0,-3 0-8 15,3 0 0-15,0 2 26 0,1-2 0 0,-1 0 0 0,3 0 0 16,-3 3-41-16,3-3-8 0,0 0-1 0,0 0-1 15,0 3 40-15,3-3 8 0,0 0 1 0,-3 0 1 16,3 2-25-16,0-2 0 0,-3 0 0 0,4 0 0 16,-4 0 0-16,0 0 0 0,0 0 0 0,3 0 0 15,-3 0 0-15,3 0 0 0,-3 0 0 0,3 0 0 16,0 0 0-16,0 0 0 0,0 0 0 0,0-2 0 16,0 2 0-16,6 0 0 0,-6 0 0 0,0 0 0 15,0 0 0-15,0 0 0 0,3 0 0 0,-5 0 0 16,5 0 0-16,-3 0-14 0,0 0 2 0,0 2 0 15,0-2 12-15,3 3 16 0,-3-3-3 0,-3 0-1 16,3 0-12-16,0 0 0 0,-3 0 0 0,3 0 0 16,0 0 0-16,0 0 0 0,0 0 0 0,0 0 0 0,6 0 9 15,-6 0-9-15,0 0 8 0,0 3-8 0,3-3 8 16,-3 2-8-16,1-2 0 0,-1 0 8 0,0 0-8 0,0 3 8 0,0-3-8 0,0 0 8 16,0 3-8-1,-3-3-17-15,3 2 4 0,0-2 1 0,0 3 12 0,0 0 0 0,0-1 0 16,6-2 0-1,-6 0 0-15,6 0 0 0,-6 3 0 0,6-3 0 0,0 0 0 0,0 0 16 0,0 0-3 16,0 0-1-16,0 0-12 0,0 0-10 0,0 0 2 16,0 0 0-1,0 0-36-15,0 0-8 0,0 0 0 0,0 0-1 16,0 0-175-16,6-3-34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3:59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21684 8422 1792 0,'0'0'51'0,"3"-2"10"16,0-1-49-16,3 0-12 0,-3-2 0 0,-3 5 0 15,3-3 105-15,-3 3 19 0,6-2 3 0,-6 2 1 16,0 0-52-16,0 0-9 0,0 0-3 0,0 0 0 0,0 0 0 0,0 0 0 0,0 0 0 0,0 0 0 15,-9 5-51 1,0 0-13-16,0 1 0 0,-3 2 0 16,-3-1 0-16,0-1 0 0,-2 2 0 0,-1 2 0 0,-3-2 0 0,3 3 0 0,-3-1 0 15,3 1 0 1,0 0 0-16,4-4 0 0,-1 4 0 0,0 0 0 0,3-3 0 0,3 0 0 0,-3-1 0 0,6 1 0 16,-3 0 0-16,6-2 0 0,0 2 0 0,0-3 0 15,3-5 0-15,0 5 0 0,0-2 0 0,6 2 0 16,-3-2 0-16,6-3 0 0,0 2 0 0,0-2 0 15,3 0 0-15,3 0 0 0,0 0 0 0,2 0 0 16,1-2-14-16,3-1-6 0,0 0 0 0,3 3-1 16,-3-2 21-16,-1 2 0 0,1 0 12 0,0 0-4 15,0 0-8-15,-3 0 0 0,-3 0 9 0,0 0-9 16,-1 0 13-16,-2 0-1 0,-3 2-1 0,0-2 0 16,-3 0-60-16,0 0-12 0,0 0-3 0,-6 0 0 15,0 0-153-15,0 0-31 0</inkml:trace>
  <inkml:trace contextRef="#ctx0" brushRef="#br0" timeOffset="242.912">21809 8457 2066 0,'-3'-11'43'0,"-3"3"10"16,3 3-42-16,-3-3-11 0,3 3 0 0,0 2 0 16,3 3 104-16,0 0 20 0,-3-3 3 0,3 3 1 15,0 0 0-15,0 0 0 0,0 0 0 0,-6 0 0 16,0 3-103-16,3 2-25 0,0 1 0 0,3 1 0 15,-3 1 45-15,3 3 4 0,0 2 1 0,-3 0 0 0,3 1-34 0,0 2-8 0,0-1 0 0,0 4-8 16,0-1 8-16,-3 6-8 0,3-3 0 0,0 6 0 16,0-1 0-16,0-2 0 0,3 3 0 0,-3-4 0 15,0 1 8-15,3-3-8 0,-3 1 12 0,3-4-12 32,-3-2-44-32,0 0-16 0,3 0-4 0,-3 0 0 15,0-6-117-15,0-2-24 0</inkml:trace>
  <inkml:trace contextRef="#ctx0" brushRef="#br0" timeOffset="935.58">22339 8525 1824 0,'0'0'38'0,"0"0"8"0,0 0-37 0,-3-5-9 0,3 2 0 0,3-2 0 15,-3 0 96-15,3 0 18 0,3-1 3 0,-3 1 1 16,3 2-30-16,0-2-7 0,3 2-1 0,-3 1 0 16,5-1-16-16,1 0-4 0,0-2-1 0,0 3 0 15,0-1-12-15,3 0-3 0,0 3 0 0,-3-2 0 16,6-1-12-16,-3 3-2 0,-1 0-1 0,-2 0 0 16,0 0-16-16,0 0-3 0,-3 3-1 0,0-1 0 15,0 1-9-15,-3 2 0 0,0 0 0 0,-3 1 0 16,0 2 0-16,-3 0 0 0,0 0-12 0,0 2 12 15,-3 1-28-15,-3-1 1 0,-3 4 1 0,0-4 0 16,0 3-20-16,-6 1-4 0,0 1-1 0,-3 1 0 16,4-2 31-16,-4 1 7 0,0 1 1 0,0 0 0 15,3-3 12-15,0 3-11 0,0-2 11 0,3-4-10 16,3 1 22-16,1-1 4 0,2 1 0 0,0-3 1 16,6 0-17-16,0-3 0 0,3 0 0 0,3-2 0 15,0 0 0-15,5-1 0 0,-2 1 0 0,3-3 0 16,0 0 0-16,3 0-14 0,3 0 2 0,-3 0 1 0,3-3 11 15,0 1 16-15,-1-1-4 0,1 3-1 0,0-3-11 0,-3 1 0 16,-3-1 0-16,3 3 0 16,0-3-57-16,-3 3-14 0,-1-2-2 0</inkml:trace>
  <inkml:trace contextRef="#ctx0" brushRef="#br0" timeOffset="1472.221">23381 8478 1831 0,'-9'-11'38'0,"9"11"9"0,-3-2-38 15,0-4-9-15,3 6 0 0,-3-2 0 0,3 2 124 0,0 0 22 0,0 0 5 0,0 0 1 16,0 0-61-16,0 0-12 0,0 0-3 0,0 0 0 16,0 0-29-16,0 5-7 0,-3 3 0 0,3 2-1 15,0-2-19-15,0 6-3 0,0-4-1 0,0 3 0 16,0 1-16-1,0 2 0-15,0 2 8 0,-3 1-8 0,3 2 0 0,0 0 0 0,0 3 8 0,0 0-8 16,0-1 0-16,3 1 0 0,-3 0 0 0,0 0 0 16,3-3 0-16,-3 0 0 0,3-2 0 0,-3-1 0 31,3 1-34-31,-3-3-4 0,0-3-1 0,3 3 0 16,-3-3-109-16,0-3-23 0,3 1-4 0</inkml:trace>
  <inkml:trace contextRef="#ctx0" brushRef="#br0" timeOffset="2103.109">20583 9242 2066 0,'-66'14'43'0,"42"-9"10"0,1 0-42 0,-1 1-11 0,3-4 0 0,0 4 0 16,3-4 32-16,0 1 5 0,6-1 1 0,1-2 0 15,5 3-10-15,0-3-1 0,6 0-1 0,0 0 0 16,0 0-26-16,0 0 0 0,3 0 0 0,6 0 0 15,2 0 0-15,7 0 0 0,0 0 0 0,6 0 0 16,3-3 35-16,0 3 1 0,8-2 1 0,1-1 0 16,3 3-8-16,5-2-1 0,1 2-1 0,9 0 0 15,-1-3 8-15,7 0 1 0,2 1 1 0,13 2 0 16,-4-6-8-16,6 4-1 0,4-1-1 0,11 0 0 16,-6 1 29-16,7 2 7 0,2-6 1 0,12 6 0 15,-12-2-52-15,7 2-12 0,-1-3 0 0,15 3 0 16,-15-3 0-16,0 3 0 0,3-2 0 0,13 2 0 15,-16-3 0-15,3 3 0 0,-3 0 0 0,12 0 0 16,-15 0 0-16,-5-2 0 0,2 2 0 0,6 0 0 16,-14-3 0-16,-1 3 0 0,-3-3 0 0,3 3 0 15,-14 0 16-15,-4 0 0 0,-5 0 0 0,-1 0 0 16,-8 0-77-16,-3 3-15 0,-4-3-4 0,-5 3 0 16,-9-3-107-16,-4 2-21 0</inkml:trace>
  <inkml:trace contextRef="#ctx0" brushRef="#br0" timeOffset="4069.18">21818 9616 2269 0,'0'0'64'0,"0"0"15"16,0 0-63-16,0 0-16 0,0 0 0 0,0 0 0 16,0 0 54-16,0 0 8 0,-3 5 2 0,0 0 0 15,3 0 0-15,-3 1 0 0,3-1 0 0,3 0 0 16,-3 3-52-16,3 0-12 0,3-3 0 0,-3 3 0 0,3 0 0 0,-3 3 0 16,3 0 0-16,-3-4 0 15,3 4 0-15,-3 0 0 0,3-1 0 0,-3 1 0 0,0-1 0 0,-3 4 0 16,0-1 0-16,0 3 0 15,0-3 0-15,0 0 0 0,0 3 0 0,-6 3 0 0,6-4 0 16,0 1 0-16,-3 0 0 0,3 3 0 16,0-3-50-16,0-1-13 0,0-1-2 0,0-1-1 15,-3 0-114-15,3 0-24 0</inkml:trace>
  <inkml:trace contextRef="#ctx0" brushRef="#br0" timeOffset="4490.487">22568 9676 1877 0,'0'0'79'15,"0"0"-63"1,0 0 81-16,0 0 17 0,0 0 3 0,0 0 1 0,0 0-38 16,0 0-8-16,0 6-2 0,3-1 0 15,-3 3-29-15,3-3-5 0,0 3-2 0,0 3 0 0,0-3-15 0,0 2-3 0,0-2-1 0,-3 5 0 16,6-2-15-16,-3 0 11 0,0 2-11 0,0 0 10 31,-3 0-10-31,3 3 0 0,-3 0 0 0,3 0 0 0,-3 0 0 0,3 0 0 0,-3 0 0 0,3 2 0 16,-3-2 0-16,0 0 8 15,3 0-8-15,-3-3 0 0,0 0 0 0,3 0 0 0,-3-2-9 0,0 2 9 32,3-2-39-32,-3-3-1 0,3 0 0 0,-3 0 0 15,0 0-132-15,3-1-26 0,0-1-6 0</inkml:trace>
  <inkml:trace contextRef="#ctx0" brushRef="#br0" timeOffset="4836.921">23345 9674 1580 0,'0'0'67'16,"0"0"-54"0,3-3 92-16,0 0 19 0,0-2 3 0,-3 5 1 15,0 0 0-15,3 0 0 0,0-2 0 0,-3 2 0 16,0 0-52-16,6 2-9 0,-6-2-3 0,3 5 0 0,0 1-51 0,0 2-13 16,0 2 0-16,-3-2 0 15,3 5 54-15,0-2 8 0,-3 0 2 0,3 2 0 16,-3 0-52-16,3 0-12 0,-3 3 0 0,0 0 0 15,0 0 0-15,0 0 0 0,0 2 0 0,0 1 0 0,-3-1 0 16,3 4 0-16,0-4 0 0,0 1 0 0,-3-1 0 0,3 1 0 16,-3-3 0-16,0-1 0 15,3-1 0-15,0 2 0 0,-3-3 0 0,3-3 0 16,0 1-95-16,-3 2-21 0,3-5-5 0</inkml:trace>
  <inkml:trace contextRef="#ctx0" brushRef="#br0" timeOffset="10702.648">15761 10965 1767 0,'0'0'74'0,"0"0"-59"32,0 0 85-32,0 0 18 0,0 0 3 0,0 0 1 0,0 0-30 0,0 0-5 0,0 0-2 0,0 0 0 15,0 0-17-15,-3 8-3 0,0 0-1 0,0 2 0 16,0 4-53-16,0 2-11 0,0-1 0 0,0 7 0 16,0-1 0-16,0 5 0 0,0 3 0 0,-3 0 0 15,3 3 0-15,0-3 0 0,0 0 0 0,0 1 0 16,0-1 0-16,3 0 0 0,-3 0 0 0,3-3 0 15,-3 1-37-15,3-1-3 0,0-2 0 0,-3 0 0 16,3-3-36-16,-3 0-7 0,3-5-1 0,-3 3-1 16,0-6-86-1,0-3-17-15,0 1-3 0</inkml:trace>
  <inkml:trace contextRef="#ctx0" brushRef="#br0" timeOffset="11003.019">15496 11380 1824 0,'-6'-5'38'0,"3"0"8"15,-3 2-37-15,6 3-9 0,0 0 0 0,0 0 0 16,0 0 112-16,0 0 21 0,0 0 4 0,0 0 1 16,0 0-68-16,0 0-14 0,3-5-2 0,-3 5-1 15,0 0-27-15,6 3-6 0,0-1 0 0,0 1-1 0,3 2-11 0,-4 0-8 0,4 3 9 0,0 0-9 16,0 0 0-16,3 0 0 0,0 3 0 0,0-3 0 15,0 2 0-15,0-2 0 0,0 0 0 0,0 3 0 32,0-3 0-32,2-3 0 0,-2 3 0 0,0 0 0 0,0-3-12 0,-3-2-9 0,3-1-2 0,-3-2 0 15,0 0 23-15,0-2 0 16,0-1 0-16,0-2 0 16,-3 2 47-16,3-5 13 0,-1 3 4 0,1-3 0 15,-3-3-103-15,3 1-20 0,0-1-4 0,0 1-1 16,-3-1-112-16,3-2-24 0</inkml:trace>
  <inkml:trace contextRef="#ctx0" brushRef="#br0" timeOffset="11794.565">15472 12113 1094 0,'0'0'46'16,"3"-5"-37"-1,3 2 95-15,-3-2 20 0,3 0 3 0,0 2 1 16,3-2-45-16,5-3-9 0,-2 3-2 0,3-3 0 16,3 0 7-16,0 0 1 0,3-3 0 0,3 3 0 15,-4-2-16-15,1 2-2 0,3 0-1 0,-3 0 0 16,-3 0-20-16,0 3-4 0,0-3-1 0,-1 5 0 15,-2 0-15-15,-3 1-3 0,0 2-1 0,0 2 0 16,-3 1-17-16,0 0-12 0,-3 5 1 0,0 0 1 0,-3 2 36 0,0 1 7 0,-3 2 2 0,0 3 0 31,-3 0-22-31,-3 2-4 0,0 1-1 0,0 2 0 0,-3 0-8 0,0 3 0 0,0 0 9 0,-3 2-9 16,0 3 0-16,3 0 0 0,-3 3 0 16,4 3 8-16,-4-6-8 0,3 0 0 0,0 0 0 0,-3 0 0 15,3-2-22-15,0-4-2 0,3 1-1 0,-3-3 0 31,3-2-23-31,0-1-4 0,0-2 0 0,3-3-1 0,0 1-120 0,3-4-24 0,-3 1-5 0</inkml:trace>
  <inkml:trace contextRef="#ctx0" brushRef="#br0" timeOffset="12039.3">15558 12410 1824 0,'0'0'76'16,"3"-6"-60"-1,-3 4 121-15,3-3 25 0,3 2 5 0,-3-2 1 16,6 2-72-16,0-2-13 0,0-1-3 0,3 1-1 16,3 0-27-16,0-1-4 0,2 1-2 0,1 0 0 15,3-3-16-15,-3 3-3 0,3-3-1 0,0 2 0 16,-1 1-26-16,4 0 0 0,3-3 8 0,-3 3-8 15,3-1 0-15,-1 4 0 0,1-4 0 0,0 4 0 16,0-4-154-16,0 4-30 0,-4-1-5 0</inkml:trace>
  <inkml:trace contextRef="#ctx0" brushRef="#br0" timeOffset="16552.846">21830 11039 1952 0,'-6'5'56'0,"0"3"11"0,3 0-54 0,-3 3-13 0,0-1 0 0,0 1 0 16,3 2 20-16,-3 0 0 0,0 3 1 0,3 0 0 15,0-3-21-15,3 3 0 0,0 0 0 0,0-3 0 16,3 3 0-16,3-2 0 0,-3-1 0 0,6 3 0 16,0-6 0-16,0 1 0 0,3-3 0 0,3 0 0 15,0-3 0-15,3 0 0 0,2-2 0 0,1 0 0 16,3-3 0-16,-3 0 0 0,6-3 0 0,-1 0 0 15,-2-2 56-15,0 0 6 0,0-3 2 0,-3 0 0 16,-3-3 0-16,-4 1 0 0,1-1 0 0,-6-2 0 16,0 0-14-16,-3-3-2 0,0 0-1 0,-3-3 0 15,0 3-24-15,-3-5-5 0,0 3-1 0,-3-1 0 16,0 3 31-16,0-2 5 0,-3 2 2 0,0 0 0 16,-6 3-37-16,0 0-7 0,-2-1-2 0,-1 6 0 15,-6-2-9-15,0 2 0 0,0 0 0 0,-3 3 0 16,3-1 0-16,-2 4 0 0,-1-1 0 0,3 3 0 15,3 0 0-15,3 0 0 0,-3 0 0 0,7 3 0 16,2-1-203-16,0 1-42 0,3 2-9 0</inkml:trace>
  <inkml:trace contextRef="#ctx0" brushRef="#br0" timeOffset="16949.425">22922 10920 1792 0,'0'0'51'0,"0"0"10"0,0 0-49 0,-3-5-12 0,3 5 0 0,0 0 0 16,0 0 105-16,0 0 19 0,0 0 3 0,0 0 1 15,-6 2-52-15,0-2-9 0,3 3-3 0,-3 2 0 16,4 3 0-16,-1-2 0 0,0 1 0 0,0 1 0 16,0 3-51-16,0 0-13 0,-3-1 0 0,3 6 0 15,0 0 0-15,0 2 0 0,0 1 0 0,0 5 0 16,3 0 0-16,0-1 0 0,-3 4 0 0,3-1 0 15,3 1 0-15,-3-6 0 0,3 3 0 0,0-3 0 16,0-3 22-16,0 1 2 0,0-3 0 0,0 0 0 16,0 0-24-16,3-3-18 0,-3 0 3 0,0 0 1 15,2-2-106-15,1-3-20 0,-3 2-5 0</inkml:trace>
  <inkml:trace contextRef="#ctx0" brushRef="#br0" timeOffset="17371.401">23407 11050 1824 0,'0'0'38'0,"-5"-3"8"0,-1 0-37 16,0 3-9-16,3-2 0 0,-3 2 0 0,0 0 104 0,0 0 20 0,3 2 3 0,-3 1 1 15,0 0-65-15,3 2-13 0,-3 0-2 0,3 3-1 16,-3 3-32-16,3-1-7 0,0 1 0 0,3 5-8 15,-3-3 15-15,3 3-4 0,0 0-1 0,0 2 0 16,0-2-10-16,3 0 0 0,0 0 0 0,0 0 0 16,3-3-49-1,0 0-12-15,0 1-3 0,3-1 0 0,-3-3 52 0,0 1 12 0,3 0 0 0,0-4 0 16,-3 1-54 0,2-2-8-16,1-1-2 0,0-2 0 0,0-3 52 0,0 0 12 0,3 0 0 0,-3-3 0 15,0 0 28-15,3-2 9 0,-3 0 2 0,3-3 0 16,-3 0-11-16,0 0-3 0,0-3 0 0,-1-2 0 15,1 0 31-15,0-3 7 0,-3-3 1 0,0 1 0 16,0-1 0-16,-3-4 0 0,3 1 0 0,-6-1 0 16,0 1 0-16,0 1 0 0,-3 3 0 0,0 2 0 15,-3 0-52-15,-3 3-12 0,0 2 0 0,0 1 0 16,-3 2 54-16,-2 0 8 0,2 0 2 0,-3 0 0 16,0 3-103-16,-3-1-20 0,3 1-4 0,-6 0-1 15,3 2-58-15,-5-2-12 0,-1 2-2 0</inkml:trace>
  <inkml:trace contextRef="#ctx0" brushRef="#br0" timeOffset="19715.969">13442 10838 1728 0,'0'0'49'0,"-6"0"11"16,6 0-48-16,-6 0-12 0,6 0 0 0,-6 3 0 15,3-1 67-15,-3 4 11 0,0-1 2 0,3 3 1 16,-3 0 38-16,3 0 7 0,-3 0 2 0,0 2 0 16,3 1-52-16,0-1-9 0,-3 4-3 0,3 1 0 15,-3 1-51-15,3 0-13 0,0 3 0 0,-2 2 0 16,2 3 0-16,0 2 0 0,0 3 0 0,3 3 0 15,0-3 0-15,0 0 0 0,0 0 0 0,3-2 0 16,-3-3 0-16,3-3 0 0,0 0 0 0,-1 0 0 16,1-5-46-16,0 0-15 0,3-3-3 0,-3 0-1 15,-3-2-51-15,3 0-9 0,0-4-3 0</inkml:trace>
  <inkml:trace contextRef="#ctx0" brushRef="#br0" timeOffset="20035.579">13222 11317 2055 0,'-9'-3'43'0,"0"1"9"0,3-1-41 0,0-2-11 0,3 2 0 0,3 3 0 16,-6 0 76-16,6 0 14 0,0 0 2 0,0 0 1 16,0 0-44-16,0 0-9 0,0 0-1 0,0 0-1 15,0 0-12-15,0 3-2 0,0 5-1 0,0-3 0 16,6 3-37-16,-3 2-7 0,6 1-2 0,-3-3 0 15,6 3 23-15,-4-3 0 0,4-1 0 0,0 1 0 16,0 0 14-16,0-2 7 0,-3-1 2 0,6 0 0 16,-6 0-23-16,3-2 0 0,-3 0 0 0,3-3 0 15,0 0-19-15,-4 0-1 0,4-3-1 0,0 0 0 16,0 1 47-16,3-3 10 0,-3 2 1 0,3-2 1 16,0-1-26-16,0 1-4 0,-1-3-8 0,4 3 11 15,-3-3-11-15,0 0 0 0,0 0 0 0,-3 3 0 16,0-3-33-16,0 2-9 0,0 1-2 0,0 0 0 15,-4 0-164-15,1 5-32 0</inkml:trace>
  <inkml:trace contextRef="#ctx0" brushRef="#br0" timeOffset="20838.221">13201 12317 1765 0,'0'0'50'0,"0"0"11"16,0 0-49-16,0 0-12 0,0 0 0 0,0 0 0 16,0-5 94-16,-3 0 16 0,3-3 3 0,3 0 1 15,-3 0-28-15,3 0-6 0,0-3 0 0,3 3-1 16,0 0-22-16,2 0-4 0,1-2-1 0,0 2 0 15,0 0-27-15,3-3-5 0,-3 3-2 0,3 0 0 0,0 1 18 0,0 1 4 0,-3-2 1 0,3 3 0 16,0 0-18-16,-1 2-4 0,1 0-1 0,0 1 0 16,0-1-10-16,0 3-8 0,0 0 9 0,0 3-9 15,0-1 0-15,-3 1 0 0,0 2 0 0,0-2 0 16,-3 5 0-16,0 0 0 16,-6 0 0-16,2 2 0 0,-4 1 0 0,-1 2-15 0,-3 0 2 0,-3 6 0 15,-3-1-13-15,0 4-2 0,0 1-1 0,-3 1 0 16,0 3 5-16,0-3 2 0,0-1 0 0,1 1 0 15,-1 0-22 1,0-3-4-16,0-2 0 0,-3 2-1 0,0-5 27 0,3 0 6 0,0-1 0 0,1-1 1 16,2-1 23-16,0-2 5 0,6-1 1 0,0-2 0 15,0 0-2-15,3-3 0 0,3-5 0 0,3 6 0 16,0-1 2-16,0-2 0 0,6-1 0 0,-3-2 0 16,6 3 9-16,-1-3 1 0,1 0 1 0,3-3 0 15,-3 3-3-15,3 0-1 0,0-2 0 0,0-1 0 16,0 0 17-16,3 3 3 0,-4-2 1 0,7-1 0 15,-3 3-42-15,3 0 0 0,0-3 0 0,0 3 0 16,-3 0 0-16,2 0 0 0,1 0 0 0,-3 3 0 16,0-3 0-16,-3 3 0 0,0-1 0 0,0-2 8 15,-1 3-8-15,-2-3-14 0,3 3 3 0,-3-3 1 16,-3 2-138-16,3-2-27 0,-3 0-5 0</inkml:trace>
  <inkml:trace contextRef="#ctx0" brushRef="#br0" timeOffset="23558.868">22056 12013 1645 0,'0'0'69'15,"6"2"-55"1,-3 1 78-16,0 0 15 0,-3-3 3 0,3 5 1 16,0 0 2-16,0 1 1 0,0-1 0 0,-3 3 0 15,0 0-57-15,3 0-11 0,-3 0-2 0,0 2-1 16,-3 1-19-16,3 2-3 0,0 0-1 0,-3 3 0 16,0 0-4-16,3 3 0 0,-3-4-1 0,0 7 0 15,3 1-15-15,-3 1 0 0,3 3 0 0,0 2 0 16,0-3 0-16,3 1 0 0,-3 2 0 0,0-3 0 15,3-2 0-15,0-3 0 0,0 0 0 0,0 1 0 16,0-4-19-16,0-2-6 0,0 0-2 0,0 0 0 16,0-6-161-16,3-2-33 0</inkml:trace>
  <inkml:trace contextRef="#ctx0" brushRef="#br0" timeOffset="23996.007">22866 12161 1824 0,'0'0'38'0,"0"0"8"15,0 0-37-15,0 0-9 0,6-3 0 0,-6 3 0 16,0 0 104-16,6 0 20 0,-6 0 3 0,3 0 1 16,-3 0-52-16,0 0-9 0,6 3-3 0,-6-3 0 15,3 5 0-15,0 1 0 0,0-4 0 0,-3 6 0 16,0 0 0-16,0 0 0 0,0 0 0 0,0 3 0 15,0 2-51-15,0 0-13 0,-3 0 0 0,0 3 0 0,3 3 0 16,-3-3 0-16,3 5 0 0,0-3 0 0,-3 1 0 0,3 2 0 16,0-3 0-16,0 1 0 0,0-1 0 0,0-2 0 0,3-2 0 15,0 1 0 1,-3-1 0-16,3-1 0 0,0 0 0 0,-1-2 0 16,1-1-44-16,3 1-1 0,-3-3-1 0,0 0 0 15,3 0-126-15,0-3-24 0,0 3-6 0</inkml:trace>
  <inkml:trace contextRef="#ctx0" brushRef="#br0" timeOffset="24397.402">23443 12248 2508 0,'-6'3'71'0,"0"0"16"15,0-3-70-15,0 2-17 0,0 4 0 0,-2-4 0 16,2 3 55-16,-3 1 7 0,0-1 2 0,0 3 0 15,3 3-52-15,-3-3-12 0,0 5 0 0,0-3 0 16,0 4 0-16,3 1 0 0,3-1 0 0,-3 2 0 16,6-1 0-16,0 1 0 0,0-2 0 0,3 1 0 15,3-1 0-15,0-1 0 0,0-3 0 0,6 4 0 16,-3-6-48-16,3 2-13 0,0-2-3 0,0 0 0 16,0-5 52-16,-1 2 12 0,4 0 0 0,-3-2 0 15,3-3 0-15,0 0 0 0,0 0 0 0,0 0 0 16,0-3 0-16,2 1 0 0,-2-1 0 0,0-2 0 15,0-3 48-15,-3 0 13 0,3 0 3 0,-3-3 0 16,-3 1-52-16,3-3-12 0,-3-3 0 0,2 2 0 16,-5-4 54-16,0-1 8 0,0 1 2 0,-3-3 0 15,-3 5-52-15,0-3-12 0,0 1 0 0,-3 2 0 16,-3 0 47-16,-3 3 6 0,-2 0 2 0,-4 2 0 0,0 0-38 0,-6 3-7 0,0 1-2 0,-3-1 0 16,1 2-20-16,-4 1-4 0,3 0 0 0,-6-1-1 31,-3 4-127-31,-2-1-24 0,-4 0-6 0</inkml:trace>
  <inkml:trace contextRef="#ctx0" brushRef="#br0" timeOffset="28721.544">11221 11214 1579 0,'6'-13'32'0,"-3"10"10"0,0-2-34 0,-3-3-8 0,3 2 0 0,0-2 0 16,-3 0 129-16,3 1 24 0,-3-1 5 0,0 2 1 15,0-2-61 1,0 6-12-16,-3-4-2 0,3 6-1 0,-3-5-25 0,3 5-5 0,-3-3-1 0,3 3 0 16,0 0-13-1,-6 3-3-15,0 2-1 0,0 3 0 0,0 3-19 0,0 5-4 0,3 0-1 0,-3 2 0 16,3 1-25-16,1 2-5 0,-1 3-1 0,0 0 0 15,3 2 20-15,3 0 0 0,-3 1 0 0,3 2 0 16,2 0 0-16,-2 3 0 0,3-3 0 0,0 5 0 16,3-5-48-16,-3-2-5 0,3-1-2 0,0-2 0 15,-3-3-62-15,0-2-13 0,-3-3-2 0</inkml:trace>
  <inkml:trace contextRef="#ctx0" brushRef="#br0" timeOffset="29065.528">10956 11634 2066 0,'-9'-10'43'0,"9"10"10"16,0 0-42-16,0 0-11 0,0 0 0 0,0 0 0 15,0 0 64-15,0 0 12 0,0 0 1 0,0 0 1 16,0 0-22-16,0 0-5 0,0 0-1 0,0 0 0 15,0 0 11-15,3 8 3 0,3-3 0 0,0 6 0 16,0-3-52-16,3 0-12 0,0 2 0 0,0 1 0 0,3-3-16 0,0 0-5 16,3 0-2-16,-3-1 0 0,3-1 23 0,2 2 0 0,-2-6 0 0,3 4 0 31,-3-4 14-31,3 4 7 0,-3-6 2 0,3 2 0 0,-4 1-37 0,1-3-7 0,0 0-2 0,0-3 0 16,-3 1 23-16,0 2 0 0,0-6 0 0,0 4 0 15,-3-4 0-15,3 4 0 0,-3-6 0 0,2 2 0 16,-2-1 0-16,3-4 0 0,0 0 9 15,-3-2-9-15,3-3 0 0,0 0 0 0,3 1 0 0,-3-7 8 16,0 4-35 0,2-1-6-16,-2 1-2 0,0-1 0 15,0 3-171-15,3-2-34 0</inkml:trace>
  <inkml:trace contextRef="#ctx0" brushRef="#br0" timeOffset="29894.72">11343 12484 1607 0,'-3'-5'68'16,"0"-1"-55"-1,0 4 92-15,0-4 19 0,0 4 3 0,3 2 1 16,-6-3-57-16,1 0-11 0,-1 1-3 0,6 2 0 16,-6 2 6-16,-3 1 1 0,3 0 0 0,-3 2 0 15,-3 0-17-15,0 1-3 0,0 4-1 0,-3-2 0 16,3 3-18-16,-3 2-3 0,1 0-1 0,-4 3 0 15,3 0-21-15,3 2 0 0,0 1 0 0,0 7 0 16,3-2 0-16,0 5 0 0,0 3 0 0,6 2 0 16,0-4 10-16,0-1-2 0,3 0-8 0,0 0 12 0,3-5-24 0,3-1-4 15,0 1-2-15,0-3 0 0,3-2-6 0,3-1 0 0,0 1-1 0,3-3 0 32,0 0-3-32,0-3 0 0,2 0 0 0,1-2 0 0,0-3 28 15,0 0-8-15,-3-3 8 0,3-2 0 0,-3-3 0 0,0 0 0 0,-1-3 0 0,1-2 0 16,0-1 0-16,-3-2 0 0,3 1-8 0,-6-1 8 15,3 0 24-15,-3-3 9 0,-3 3 3 0,0-2 0 16,-3-1 16-16,0 0 3 0,0-2 1 0,-3 3 0 16,-3-1-4-16,0 0 0 0,-3 1 0 0,0 2 0 15,-3-3-52-15,0 6-8 0,-3-3-4 0,0 3 0 16,-3-1 51-16,3 1 9 0,-3 0 3 0,0 2 0 16,1 3-38-16,-4 3-13 0,0 0 9 0,-3 2-9 15,3 0 0-15,-3 0-11 0,0 3 1 0,1 0 0 16,2 3-100-16,0-3-20 0,0 2-4 0</inkml:trace>
  <inkml:trace contextRef="#ctx0" brushRef="#br0" timeOffset="31021.93">22339 13487 2067 0,'0'0'87'0,"0"0"-70"16,0 0 89-16,-6 2 18 0,6-2 3 0,0 0 1 15,0 0-53-15,-6 3-11 0,6-3-1 0,0 0-1 16,0 0-48-16,-3 5-14 0,3-5 0 0,0 8 8 15,0 0 44-15,0 0 10 0,0 0 2 0,0 3 0 16,0 2-64-16,3 0 0 0,-3 3-14 0,0 0 2 16,3 2 12-16,-3 1 0 0,3 2 0 0,-3 3 0 15,0-3 8-15,0 0-8 0,0 0 10 0,-3 0-10 16,3 3 9-16,-3 0-9 0,3 0 8 0,-3 0-8 16,0 5 0-16,3-3 0 0,0 3 0 0,-3 1 0 31,3-7-46-31,0 1-14 0,0-3-4 0,0-5 0 0,3 0-111 15,-3-3-22-15,3-5-5 0</inkml:trace>
  <inkml:trace contextRef="#ctx0" brushRef="#br0" timeOffset="31420.578">22916 13616 2504 0,'0'0'71'0,"-6"6"16"16,0-1-70-16,-2-2-17 0,-1 4 0 0,0 1 0 15,-3 0 64-15,0 0 8 0,0 3 3 0,-3-1 0 16,3 4-29-16,-6-4-6 0,3 1 0 0,1 2-1 16,-1-2-21-16,3 2-4 0,-3 0-1 0,3 0 0 0,0 1-13 0,3-1 0 15,3-3 8-15,0 4-8 16,3-1 0-16,0-3 0 0,3 1 0 0,3 2 0 16,0-5 0-16,6 3 0 0,-3-3 0 0,6-3 0 15,3 0-51-15,0-5-13 0,3 0-2 0,2-2-1 16,1-1 40-16,3-2 8 0,-3-3 2 0,3 0 0 15,-3 0 17-15,2 0 0 0,-2-3 0 0,-3 1 0 0,-3-1 0 0,-3 1 0 0,0-4 8 0,0 4-8 16,-6-1 18-16,0 1-2 0,0-4-1 0,-3 4 0 16,-3-3 54-16,0 2 11 0,-3-2 3 0,0 0 0 15,-3-1-37-15,0-2-7 0,-3 3-2 0,0 0 0 16,-6 0-13-16,0 0-4 0,0-1 0 0,-6 4 0 16,-2-4-11-16,-1 7-9 0,0-4 12 0,-3 3-12 15,3 0 0-15,0 3 0 0,1 0 0 0,2-1 0 16,3 4-68-16,3-1-8 0,0 3-2 0,3 0 0 15,3 0-81-15,3 0-16 0,6 0-3 0</inkml:trace>
  <inkml:trace contextRef="#ctx0" brushRef="#br0" timeOffset="31787.293">23613 13283 1622 0,'-3'8'68'0,"3"0"-54"15,-3 2 132 1,3-2 26-16,3 0 6 0,-3 5 1 0,3-2-58 0,-3 2-11 0,3 1-2 0,0 1-1 16,-3 1-31-16,3 3-7 0,-3-1-1 0,0 6 0 31,0 3-24-31,0 2-4 0,0 2-2 0,0-1 0 0,-3-1-17 0,3-3-3 0,0 1-1 0,0-4 0 16,0-4-17-16,0-1 10 0,0-2-10 0,3 0 8 15,-3 0-8-15,3-5 0 0,-3 2 0 0,3 0 0 16,0-2-12-16,0-1-4 0,0 1 0 0,0-3-1 15,0 0-123-15,0-3-24 0,3 0-4 16</inkml:trace>
  <inkml:trace contextRef="#ctx0" brushRef="#br0" timeOffset="33811.528">21446 7935 1516 0,'-6'14'32'0,"3"-6"6"0,3-3-30 0,0 3-8 0,0 0 0 0,3 2 0 15,0 1 15-15,-3 2 1 0,3-2 1 0,3 2 0 16,-3 0-17-16,3 0 0 0,0 3 0 0,0-3 0 16,3-2 0-16,0 0 0 0,-1-3 0 0,4 0 0 15,0-3 24-15,3 0 0 0,0-2 1 0,0-1 0 16,0 1 47-16,0-3 8 0,0-3 3 0,-1 1 0 16,4-1 1-16,-3-2 0 0,3-3 0 0,-3-3 0 15,3 1-32-15,-3-4-5 0,0-1-2 0,2-1 0 16,-2-5-26-16,0-1-6 0,0 1-1 0,3-5 0 15,0-3-12-15,3 0 0 0,-1-6 0 0,1 3 0 16,3 3-8-16,3 3-8 0,0-1-2 0,2 4 0 16,-2 1-44-16,3 1-9 0,0 0-1 0</inkml:trace>
  <inkml:trace contextRef="#ctx0" brushRef="#br0" timeOffset="34341.018">23330 8136 1831 0,'0'0'38'0,"0"0"9"0,0 0-38 0,0 0-9 0,6 0 0 0,-6 0 0 16,6 3 44-16,-3 2 8 0,3-2 0 0,-3 5 1 16,0-3-21-16,0 1-5 0,0 1-1 0,3 4 0 15,-3-3-14-15,3 3-2 0,-3-3-1 0,3 2 0 16,0-2-9-16,0 0 0 0,2 0 0 0,-2-3 0 16,3 1 17-16,0-4 2 0,0 1 0 0,0-1 0 15,3-2 0-15,-3 0 0 0,3-2 0 0,0-1 0 16,-3-2 20-16,6-3 4 0,-3 0 1 0,5 0 0 15,1-3-29-15,0 1-6 0,0-1-1 0,6-2 0 0,-3 2-8 16,2-2 0-16,4 0 0 0,-3 0 8 16,-3-3-31-16,3 3-6 0,-3-3-2 0,-4 3 0 15,4 2-111-15,-3 0-22 0,0 3-5 0</inkml:trace>
  <inkml:trace contextRef="#ctx0" brushRef="#br0" timeOffset="36002.829">8944 11317 1295 0,'0'0'55'0,"-3"-5"-44"16,3 5 102-16,-6-3 21 0,3-2 4 0,-3 2 1 16,3 0-9-16,-3 1-2 0,3-1 0 0,-3 0 0 15,3 1-51-15,3 2-10 0,-6 0-3 0,1-3 0 16,5 3-18-16,-9-2-4 0,3 2-1 15,0 0 0-15,6 0-7 0,-6 2-2 0,6-2 0 0,-6 3 0 16,0 2-14-16,3 0-3 0,-3 1-1 0,3 2 0 16,0 2-14-16,0 3 0 0,0 1 0 0,3 4 0 15,-3 3 0-15,3 3 0 0,0 0 0 0,0 5 0 16,3 0 0-16,0 3 0 0,3 2 0 0,0-2 0 16,0 0-13-16,0 0-9 0,0-6-2 0,0 3 0 31,-3-2-48-31,3-1-9 0,0 1-3 0</inkml:trace>
  <inkml:trace contextRef="#ctx0" brushRef="#br0" timeOffset="36353.821">8739 11735 1990 0,'-9'-5'41'0,"3"2"11"15,3-2-42-15,-3 2-10 0,3-2 0 0,3 5 0 16,0 0 80-16,0 0 15 0,0 0 2 0,0 0 1 16,0 0-30-16,0 0-7 0,0 0-1 0,0 0 0 15,0 0-28-15,3 8-7 0,0-3-1 0,3 6 0 16,0-3 5-16,3 5 1 0,-3-3 0 0,3 4 0 16,3-1-46-16,-4-3-8 0,4 4-3 0,3-1 0 15,-3 0-8-15,0 0-1 0,0 1-1 0,0-1 0 0,-3-3 37 0,3 1 0 0,-3-3 0 0,0-3 0 16,0 1 0-16,-1-4 0 0,1 1 0 0,0-3 0 15,3-3 0-15,-3 1 0 0,3-4 0 0,-3 1 0 16,3-3 23-16,0-3 12 0,-3 1 2 0,3-3 1 16,3 2-26-16,-4-2-12 0,4-3 10 0,0 3-10 15,-3-3 0-15,3 3 0 0,-3-3 0 0,3 0 0 32,0 3-49-32,0-3-7 0,2 0 0 0</inkml:trace>
  <inkml:trace contextRef="#ctx0" brushRef="#br0" timeOffset="37009.517">9036 12579 1789 0,'-9'3'37'0,"1"-1"9"0,-1 4-37 16,0-4-9-16,0 4 0 0,-3-1 0 0,3 0 88 0,0 0 16 0,-3 1 4 0,0 2 0 15,3 0-64-15,0 2-12 0,0-2-2 0,-3 3-1 16,4-1 25-16,2 1 5 0,-3 2 1 0,0-2 0 16,0 2-45-16,0-2-15 0,3-1 9 0,0 3-9 15,0-2 37-15,3 2 3 0,-3-2 0 0,3-1 0 16,3 1-30-16,0-3-10 0,3 2 0 0,0-2 9 16,3 0-9-16,0-2 0 0,3 2 0 0,-3-1 0 15,3-1 0-15,3-1 0 0,-3 3 0 0,6-3 0 16,-4 1 0-16,4-1 0 0,3 0 0 0,0 0 0 15,0 1 8-15,0-4-8 0,0 4 0 0,-4-4 8 16,1 4-8-16,0-4 0 0,0 1 0 0,-6 0 0 16,0 2 0-16,-3-2 0 0,-3 2 0 0,0 0 8 15,-3 0-8-15,-6 1 12 0,0 2-12 0,-3-3 12 16,-3 3-12-16,0 0 0 0,-3 0 0 0,0 0 0 16,1 0 0-16,-1 0 12 0,-3-1 0 0,0-1 0 15,3 2-112-15,0-3-23 0,0 0-4 0,3-2-1 16,-2-3-68-16,2-3-13 0</inkml:trace>
  <inkml:trace contextRef="#ctx0" brushRef="#br0" timeOffset="37291.284">9084 12568 1948 0,'-6'0'55'0,"-3"0"13"0,3 0-55 0,0 3-13 0,-3 0 0 0,6-1 0 15,3-2 79-15,0 0 13 0,0 0 2 0,-6 3 1 16,6-3-32-16,0 0-7 0,0 0 0 0,0 0-1 16,3 5-15-16,3-2-2 0,0 0-1 0,3-3 0 15,0 0-5-15,3 0-2 0,3-3 0 0,0 0 0 16,0 1-30-16,3-1 0 0,2-2 0 0,1-1 0 16,-3 1 35-16,-3 0 10 0,3-3 3 0,0 3 0 15,0 2-33-15,-1-2-7 0,1-3 0 0,3 5-8 16,-3-2 0-16,0 0 0 0,3-1 0 0,-3 1 0 15,-1 0-27-15,1-1-12 0,0 4-2 0</inkml:trace>
  <inkml:trace contextRef="#ctx0" brushRef="#br0" timeOffset="39650.722">16499 5808 1824 0,'-9'3'38'0,"0"-3"8"0,3 2-37 0,0-2-9 0,6 0 0 0,-6 3 0 16,6-3 104-16,0 0 20 0,0 0 3 0,0 0 1 15,0 0 0-15,0 0 0 0,3-5 0 0,3 2 0 16,3 0-52-16,0 1-9 0,3-1-3 0,0-2 0 16,0 2-51-16,2-5-13 0,4 3 0 0,3-3 0 15,3 0 0-15,3 0 0 0,3 0 0 0,2 3 0 16,4 0 54-16,-3-1 8 0,5 4 2 0,-5-1 0 16,0 0-74-16,-6 1-14 0,-1-1-4 0,-2 0 0 15,0 3-6-15,-6 0-2 0,3 0 0 0,-6 0 0 16,-3 0 36-16,-1 0 0 0,-5 3 0 0,-3 0 0 15,0 5-212-15,-6-3-35 0,0 3-7 0</inkml:trace>
  <inkml:trace contextRef="#ctx0" brushRef="#br0" timeOffset="39863.09">16594 6104 1991 0,'0'0'84'0,"0"0"-68"16,0 0 106-16,0 0 21 0,0 0 4 0,0 0 1 15,0 0-50-15,6 0-10 0,3 0-1 0,0-2-1 16,3-1-35-16,3 0-7 0,0 1-2 0,2-1 0 16,4 0-34-16,0 1-8 0,3-1 0 0,3 1 0 15,-4-4 53-15,4 4 9 0,0-1 2 0,-3 0 0 32,3-2-84-32,-4 0-17 0,1-1-3 0,0-2-1 0,3 3-88 0,-3-3-18 0,2-2-3 0</inkml:trace>
  <inkml:trace contextRef="#ctx0" brushRef="#br0" timeOffset="40576.631">18142 5295 2252 0,'0'-8'47'0,"-3"0"11"16,0 2-46-16,0 1-12 0,0 0 0 0,-3 2 0 16,0 1 64-16,-3-6 10 0,-3 5 2 0,0 0 1 15,0 1-60-15,-2 2-17 0,-4 0 0 0,0 0 8 16,0 0 8-16,0 5 0 0,0-2 1 0,0 5 0 0,1-6-27 0,2 6-6 15,3 0 0-15,0 0-1 0,0 3 17 0,6-6 0 0,0 6 0 0,0-4 0 16,6 4 0-16,3-3 12 0,3 3-1 0,3-1-1 16,3-2-10-16,3 0 0 0,3 3-12 0,5-3 12 15,1-1 0-15,0 1 0 0,3 0 0 0,-3 0 0 16,-1 3 0-16,1-6 0 0,-6 3 0 0,0 0 12 16,0 0-12-16,-3-3 8 0,-3 3-8 15,-3 0 8-15,-1 0-8 0,-2 3 8 0,-3-3-8 0,0 2 8 16,-3-2 2-16,0 3 0 0,-3-1 0 0,-3 4 0 31,0-1-30-31,-2-3-7 0,-1 6-1 0,-3-3 0 0,-6-2 28 0,3 2 0 0,-3-2 0 0,-3-1 0 16,3-2 0-16,-2 0 0 0,-4 0 0 0,0 0 0 31,3 0-108-31,0-3-16 0,3 3-3 0</inkml:trace>
  <inkml:trace contextRef="#ctx0" brushRef="#br0" timeOffset="40787.546">18133 5308 2433 0,'0'0'53'0,"0"0"11"0,0 0 3 0,0-3 2 0,3-2-55 16,-3 0-14-16,6-1 0 0,-3 1 0 0,6 2 48 0,0 1 8 16,0-4 0-16,0 4 1 0,2-1-30 0,1-2-7 15,0 2 0-15,3 1-1 0,3 2-19 0,3-8 8 16,0 5-8-16,0 0 0 0,2 1 0 0,1-1 0 15,3 0 0-15,0 1 0 16,-3-1-167-16,-1 0-30 0</inkml:trace>
  <inkml:trace contextRef="#ctx0" brushRef="#br0" timeOffset="41427.014">19115 4985 1736 0,'0'0'49'0,"0"0"11"0,0 0-48 0,-6 3-12 15,0 2 0-15,0 0 0 0,0 3 90 0,0 3 16 16,-2-3 3-16,-1 5 1 0,0 3-48 0,-3 0-10 15,0 0-1-15,0 5-1 0,-3 0-26 0,0 0-6 16,0 3-1-16,-3 0 0 0,4 0-17 0,-4-3 8 0,3 3-8 0,0-1 0 16,0 1 0-16,0 3 0 0,3 2 0 0,3 2 0 15,3 4 0-15,0-1 0 0,6 1 0 0,0-4 0 16,3-1 0-16,6-4 0 0,0-2 0 0,3-3 0 31,6-3-30-31,0-2-3 0,3-2-1 0,0-1 0 0,-4-5 34 0,4-3 0 16,0 0 0-16,-3-5 0 0,0 0 0 0,3 0 0 0,-4-8 0 0,1 6 0 15,0-4 44-15,-3-1 16 0,0-1 4 0,-6 0 0 16,0-3 0-16,0 0 0 0,-6-2 0 0,0 0 0 16,0 0-1-16,-6-3 0 0,0 0 0 0,-3-2 0 15,0 2-25-15,-3 2-5 0,0-1-1 0,-6 1 0 16,3 1 1-16,-6 3 0 0,3 2 0 0,1 2 0 16,-4 1-33-16,3 5-16 0,-3-3 2 0,-3 3 0 15,0 3 22-15,0 0 5 0,-2 2 1 0,2 0 0 31,-3 3-62-31,3 3-13 0,3-1-3 0,0 4 0 0,4-1-51 0,2 0-10 0,3 0-3 0,3 3-1024 16</inkml:trace>
  <inkml:trace contextRef="#ctx0" brushRef="#br0" timeOffset="41846.673">19404 5271 2188 0,'-3'-5'48'0,"3"-3"11"0,0 0 1 0,-3 0 1 0,3 0-49 0,0 0-12 16,0 0 0-16,0-3 0 16,3 3 105-16,0 0 19 0,0 1 3 0,3-1 1 0,0 0-103 0,0 0-25 15,3 2 0-15,0-4 0 0,3 5 56 0,2-3 7 0,1 2 1 0,3 1 0 16,0 2-52-16,3-2-12 0,-3 5 0 0,-3 5 0 15,2-5 0-15,-2 3-12 0,0 0 3 0,-3 5 0 16,-3 0 9-16,0 2 12 0,-6 1-2 0,0-1-1 16,-3 4-9-16,0-1 0 0,-3 0 0 0,-3 0 0 15,-3 0-11-15,-3 1-4 0,0-1-1 0,-3 0 0 16,-2 0 26-16,2 3 5 0,-3 0 1 0,-3 0 0 16,3 3-64-16,3-1-13 0,-3 6-3 15,1-6 0-15,2 1 64 0,3-1 24 0,-3 4 0 0,6-7-1 16,0 4-37-16,3-3-7 0,3-3-2 0,0 0 0 15,0-2 23-15,3 2 0 0,3-5 0 0,0 3 0 16,0-6 0-16,3 0 0 0,3 1 0 0,0-1 0 16,3-3 0-16,0 1 0 0,6 0 0 0,-1-3 0 15,1-3 0-15,3 3 0 0,3-3 0 0,0 1 0 16,-1-1 0-16,-2 1-9 0,0-4 9 0</inkml:trace>
  <inkml:trace contextRef="#ctx0" brushRef="#br0" timeOffset="42517.905">19928 5125 1534 0,'-6'-8'44'0,"6"8"8"0,0-8-41 16,0 3-11-16,0 0 0 0,0 0 0 0,3-1 124 0,0 1 24 15,0 2 4-15,6-5 0 0,0 3-54 0,3 0-11 16,-1 0-3-16,4 2 0 0,0 0-27 0,3 3-5 16,0 0-2-16,0 0 0 0,0 0-12 0,0 0-2 15,-4 0-1-15,1 3 0 0,0 0-10 0,-3 2-1 0,0 3-1 16,0 2 0-16,-3-2-6 0,0 5-1 0,-3 3 0 0,3-5 0 15,-3 5-5-15,0 0-2 0,0 0 0 0,-1-1 0 16,1 1-9-16,0 0 0 0,0 0 9 0,0 3-9 16,-3-4 0-16,0 1 0 0,0 0 0 0,0 5 8 15,-3-2-8-15,0 7 0 0,-3 1 8 0,0-1-8 16,0 6 0-16,0-3 8 0,0 0-8 0,0 0 0 16,-3-2-9-16,3-3-7 0,-3-1 0 0,0 1-1 15,1-3-39-15,-1-2-8 0,0-3-2 0,0-3 0 16,0 0-180-16,-3-2-36 0,-3 7-7 15,6-4-2-15</inkml:trace>
  <inkml:trace contextRef="#ctx0" brushRef="#br0" timeOffset="42726.889">20157 5522 2112 0,'-12'-5'60'0,"6"2"13"0,0 1-58 0,0-4-15 16,3 4 0-16,-3-4 0 0,6 6 101 0,0 0 18 15,0 0 3-15,0-5 1 0,3 2-59 0,0 1-11 16,3-1-2-16,3 1-1 0,0 2-29 0,3-3-5 16,3 0-2-16,-3 1 0 0,3-4-6 0,3 1 0 15,-4 0-8-15,7-3 12 0,3 2-12 0,0-1 0 0,3-4-9 16,2 3 9 0,4 0-163-16,-3-3-26 0,35-12-6 0,-23 9-1 0</inkml:trace>
  <inkml:trace contextRef="#ctx0" brushRef="#br0" timeOffset="42974.912">20690 5117 2188 0,'0'0'48'0,"-6"-5"11"0,3 2 1 0,3 3 1 0,0 0-49 0,0 0-12 0,0 0 0 0,0 0 0 16,0 0 73-16,0 0 12 0,3 8 3 0,0-2 0 16,3 2-25-16,3 5-5 0,-3 0-1 0,3 3 0 15,3 2-16-15,-4-2-3 0,1 3-1 0,0-1 0 16,-3 1-15-16,0 2-3 0,-3 3-1 0,-3 2 0 15,0 3-18-15,-3 8-9 0,-3 1 1 0,-3 1 0 16,3 1 21-16,-6-6 5 0,1 3 1 0,-1-2 0 16,-3-4-19-16,-3 1 0 0,0 0 0 0,-3 2-9 15,-3 1-21-15,1 2-4 0,-7-3-1 0,-3 3 0 16,0-2-58-16,-5-4-12 0,2-4-3 0,-3 2-659 16,1-3-132-16</inkml:trace>
  <inkml:trace contextRef="#ctx0" brushRef="#br0" timeOffset="43397.905">17791 5197 1825 0,'-6'-6'80'0,"0"-4"18"0,0 5-78 0,-3-1-20 0,3 4 0 0,-3-1 0 16,-3 3 78-16,0 3 12 0,0-1 2 0,0 6 1 15,0 0-45-15,-2 3-8 0,-1 2-3 0,-3 5 0 16,0 1-9-16,3 2-3 0,-3 6 0 0,3-1 0 16,3 6-12-16,0 8-2 0,4 5-1 0,5 0 0 15,3-6-10-15,3 1 0 0,8 0 0 0,4 2 0 16,9 0 0-16,3 3 12 0,6 6-12 0,-1-1 12 16,4-5-12-16,3-3 0 0,6-2-12 0,8-3 12 15,1-5 0-15,2-1 0 0,1 1 0 0,8-3 0 0,-2-2-20 0,5-4 4 16,7 1 1-16,2-5-1045 15</inkml:trace>
  <inkml:trace contextRef="#ctx0" brushRef="#br0" timeOffset="44098.839">21110 5948 1556 0,'-15'13'44'0,"6"-5"10"0,-3 3-43 0,0-3-11 16,0 5 0-16,-3 0 0 15,-3 3 42-15,0-3 6 0,-2 3 2 0,2-2 0 0,-3 1-22 0,3-1-4 16,0 2 0-16,3-3-1 0,3 3-23 0,0 0 0 15,4-1 0-15,5 7 0 16,0-7 0-16,3 7-8 0,3-7 8 0,3 4-8 0,-1 0-1 0,7-6 0 16,0 0 0-16,3 0 0 0,3-5 9 0,0 0 0 15,3-5 0-15,-3 2-8 0,-1-5 8 0,4 3 9 16,-6-6-1-16,3 3-8 0,-3-5 18 0,-3 2-3 16,0-2-1-16,-3 0 0 0,0-3 45 0,-3 0 9 15,-3 0 1-15,-1 0 1 0,-2-3 38 0,0 1 7 16,-2-4 1-16,-1 1 1 0,-3 0-37 0,0 0-7 15,0-1-1-15,-3 1-1 0,0-3-23 0,3 3-4 0,-3 0 0 0,-3-3-1 16,3 0-18-16,0 0-3 0,-3-5-1 0,0 3 0 16,3-6-10-16,-2 0-3 0,2 0 0 0,0 0 0 15,0-2-8-15,3 2 0 0,3 0 0 0,0 3 8 16,0 0-8-16,6 0 0 0,0 5 0 0,0 0 8 31,6 0-28-31,-3 3-7 0,3 0-1 0,2 5 0 0,-2-3 42 0,6 3 8 0,-3 0 2 0,3 3 0 16,3-3-24-16,0 5 0 0,3-2 0 0,-1 2 0 15,1 3 0-15,0 0 0 0,-3 3 0 0,0 2 0 16,-3 1 0-16,-3-1 0 0,0 3 0 0,-6 2 0 16,-1 4 0-16,-2 2 0 0,-3 2 0 0,-3 1 0 15,0-1-15-15,-5 6-4 0,-1-3-1 0,-6 3 0 16,0-3-88-16,-3 0-19 16,0 0-3-16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5:34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6596 8748 1241 0,'0'0'25'0,"0"0"8"16,-6 0-33-16,6 0 0 0,0 0 0 0,-6 2 0 15,0 1 78-15,6-3 9 0,-6 0 1 0,0 3 1 0,0 2 2 0,0-2 0 16,0 2 0-16,0-3 0 15,0 6-43-15,0-2-9 0,-3 2-2 0,3 0 0 0,-3 0-29 0,3-1-8 0,0 4 0 0,-3 0 0 16,4 2 0-16,-1 3 0 0,-3 0 0 16,3 2 0-16,0 1 0 0,0-1 0 0,0 1 0 0,3-1 0 15,0 1 0-15,3 2 0 0,-3-3 0 0,6 4 0 32,-3-4-50-32,3 3-11 0,3-5-3 0,-3 3 0 0,3-3 52 0,3-6 12 0,-3 3 0 15,3-2 0 1,2-3-54-16,-2 0-8 0,3-3-2 0,0 0 0 0,3-2 52 0,-3 0 12 0,3-3 0 0,0 0 0 15,-3-3 50-15,3-2 13 0,2-3 2 0,-5 0 1 16,0-3-3-16,3 1-1 0,-3-1 0 0,-3-2 0 16,0-3 2-16,0 0 0 0,-3 0 0 0,-3-2 0 15,0-1 0-15,0 3 0 0,-3-2 0 0,0-1 0 16,-3 1-52-16,-3 2-12 0,3 0 0 0,-6 0 0 16,3 3 0-16,-3 2 0 0,0 1 0 0,0-1 0 15,-3 1 0-15,0 4 0 0,0-2 0 0,-3 3 0 16,4 0-48-16,-1 0-13 0,-3 2-3 0,3 0 0 15,-3 3-102-15,-3 0-21 0</inkml:trace>
  <inkml:trace contextRef="#ctx0" brushRef="#br0" timeOffset="542.89">6113 8803 1824 0,'-14'-13'38'0,"5"8"8"0,3 2-37 0,-3-2-9 0,3 2 0 0,-6 0 0 16,3 3 0-16,-3 0 0 0,-3 0 0 0,0 0 0 16,0 6 53-16,0-4 9 0,-2 4 2 0,2 2 0 15,-3 0-52-15,3 0-12 0,0 5 0 0,0 0 0 16,0 0 0-16,3 3 0 0,1 0 0 0,2 2 0 16,3 1 19-16,0 0 1 0,0-1 0 0,6 6 0 15,-3-3-20-15,3 3 0 0,3-3 0 0,3 5 0 16,0-4-11-16,3-1 1 0,-1 0 0 0,4-2 0 15,0-4-23-15,3-1-5 0,0-4-1 0,3 1 0 16,0-3 18-16,-3 0 3 0,3-6 1 0,-1 1 0 16,1 0 17-16,-3-3 0 0,0 0 0 0,0-6 0 15,-3 4 32-15,0-4 11 0,3-2 1 0,-3 0 1 16,-1-2 18-16,1-3 3 0,0-1 1 0,-3-1 0 16,3-4-3-16,-3-2 0 0,3-3 0 0,-3 0 0 15,-3 0 0-15,3 1 0 0,-3-1 0 0,-3 0 0 0,0 3-12 16,0 2-2-16,-3 1-1 0,-3-1 0 0,0 3-28 0,-3 3-5 0,0 0-2 15,-3 2 0 1,0 1-14-16,0 2 0 0,-3 0 0 0,0 3 0 0,-3 2 12 0,0 3-4 0,0 0-8 0,-2 3 12 31,-4 2-66-31,0 3-14 0,-3 0-2 0</inkml:trace>
  <inkml:trace contextRef="#ctx0" brushRef="#br0" timeOffset="18483.504">20815 14651 1820 0,'0'0'76'0,"0"0"-60"32,0 0-16-32,0 0-10 0,0 0 2 0,-6 3 0 0,0-3 8 0,-3-3 12 0,0 0-2 0,-3 3-1 15,-3-2 44-15,0-1 9 0,-2 0 2 0,-4-2 0 16,-3 2 0-16,0 3 0 0,-3-2 0 0,-2-1 0 15,-4 3-26 1,0 0-5-16,-3 0-1 0,-5 0 0 0,2 3 0 0,0-1 0 0,-2-2 0 0,-4 3 0 16,-3 0-32-16,1-1-20 0,-7-2 2 15,-2 6 1-15,2-4 27 0,-3 1 6 0,-2 0 0 0,-10-1 1 16,4 3-17-16,-6-2 0 0,-1 0 0 0,-8-1 0 16,2 1 0-16,-2-3 0 0,-3 0 0 0,-13 3 0 15,10-3 0-15,-3 0 0 0,-7-3 0 0,-8 3 0 16,6 0 0-16,-3 0-9 0,0-3 9 0,-18 1-8 15,14-1 8-15,-5 0 0 0,0 1 0 0,-18-3 0 16,15-1 8-16,-6 4-8 0,-3-6 8 0,-18 2-8 16,15 1 0-16,0-3 0 0,-3 3-10 0,-24 0 10 15,24-1 0-15,-3 1 0 0,0 0 0 0,-21-1 9 16,21 6-9-16,-5-2 0 0,-4-1 0 0,-18 3 0 16,21 0 19-16,-3 0-2 0,3-3 0 0,-27 1 0 15,28 2-27-15,-4-3-6 0,-3 1 0 0,-21 2-1 16,24-3 17-16,0 3 0 0,-3 0 0 0,-23 0 0 15,26 0 16-15,-3 3 6 0,-3-3 2 0,-24 2 0 16,27 3-39-16,-2 1-7 0,-7-1-2 0,-21 3 0 0,27 0 40 16,0-3 8-16,1 3 2 0,-28 0 0 15,30 0 10-15,-3 0 1 0,0-3 1 0,-26 6 0 16,32-6-82-16,0 3-16 0,0 3-3 0,-24-3-1 16,27 0 52-16,0-3 12 0,-2 3 0 0,-22 0 0 15,30-3 20-15,-3 3 6 0,3 0 2 0,-24 2 0 16,27-2-28-16,0 0 0 0,-3 0 0 0,-18 0 0 15,21 0-22-15,0 0-3 0,-3 3-1 0,-14-3 0 16,23 0 72-16,-1-1 14 0,1 1 4 0,-14 3 0 0,22-6-80 16,1 1-16-16,3-1-4 0,-12-2 0 0,15 2 58 0,3-3 11 0,0 1 3 0,-10 2 0 15,19-2-36-15,-3-3 0 0,3 0 0 0,-9 0 0 16,11 0 0-16,4 0 0 0,3-3 0 0,-10 3 0 16,16-2 0-16,0-1 0 0,2-2 0 0,-5 0 0 15,12 2-44-15,2-5-16 0,4 3-4 0,-7-3 0 16,10 2 64-16,-1 1 24 0,1 0 0 0,5-3-1 15,9 3-23-15,7-3 0 0,5 2 0 0,6-2 0 16,9 3 0-16,7 0 0 0,8 0 0 0,0-1 8 16,0 1 0-16,0 2 0 0,3 1 0 0,3 2 0 15,0 0 0-15,0 0 1 0,0 0 0 0,0 0 0 16,0 0-9-16,0 0 0 0,0 0 0 0,0 0 0 16,0 0 0-16,0 0 0 0,-6 5 0 0,0 6 0 15,6-11 0-15,3 7 0 0,0-1 0 0,3 10 0 16,-3-3 0-16,0-5 0 0,-3 0 0 0</inkml:trace>
  <inkml:trace contextRef="#ctx0" brushRef="#br0" timeOffset="19868.674">4830 15926 2502 0,'-3'21'55'0,"6"-5"11"0,6 11 2 0,0 5 3 0,0-3-57 0,-9 2-14 0,0 4 0 0,-6 28 0 16,0-15 0-16,3-30 0 0,3 6 0 0,3 27 0 16,0-9 0-16,-3-24 0 0,-3 6 0 0,3 24 0 15,-3-14 0-15,3-21 0 0,0 3 0 0,176 11 0 16,169-6 0-16,-244-13 0 0,-50 2 0 0,29 12 0 16,-44-6 0-16,-30-9 0 0,-3 1 0 0,3 6 0 15,-3-1 0-15,-6-11 0 0,0 4 0 0,3-1 0 16,-3 0-15-16,0 1-5 0,0-4-2 0,3 4 0 15,0-1 14-15,0-2 8 0,0-1-10 16,0-2 10-16,12 3 0 0,3-1-9 0,3-2 9 0,6 3 0 16,2 0 0-16,10-3-10 0,3 2 10 0,2-2 0 15,1 3 0-15,3 0 0 0,-4-1 0 0,10 1 0 16,-6 0 0-16,5-1 0 0,4 4 0 0,2-4 0 16,-2 4 0-16,0-4-8 0,-4 1 8 0,10 2 0 15,-4-2 0-15,4-1 12 0,5 1-1 0,4 0-1 16,-4-3-10-16,1 0-17 0,-1 0 4 0,7 0 1 15,-7 0 12-15,4 0 0 0,-1 0 0 0,7 0-9 16,-4 0 9-16,0 0 0 0,4 0 0 0,8 0 0 16,-8 2 0-16,2 1 0 0,0-3 0 0,7 3 0 15,-7 2 0-15,0-2 0 0,1 2 0 0,5 0 0 16,-5 0 0-16,-1 1 0 0,3 2 0 0,7 0 0 0,-7 0 0 0,0-1 0 16,4 1 0-16,5 3 0 15,-6-3 0-15,1 0 0 0,5-3 0 0,6 3 0 16,-8 0 0-16,-1-3 0 0,3 3 0 0,12 0 0 15,-11-5 9-15,2 2 4 0,0 0 1 0,10 3 0 16,-13-5-14-16,0 2 0 0,3 1 0 0,7 2 0 0,-10-3 0 0,0 3 0 0,1-3 0 0,5 3 0 16,-9 0 0-16,0 0 0 0,1-3 0 0,8 3 0 15,-9 0 0-15,-2 0 0 0,2-3 0 0,9 3 9 16,-11 0-9-16,2 0 8 0,0-3-8 0,9 3 8 16,-11-2-8-16,5 2 0 0,0-3 0 0,7 0 0 15,-7 0 0-15,-3 1 8 0,4-1-8 0,8 0 0 16,-9 1 0-16,0 2 0 0,1-6 0 0,11 6 0 15,-12-3 0-15,0 1-9 0,4-4 0 0,8 6 0 16,-12-2 9-16,4-4 0 0,-1 4 0 0,12-4 0 16,-12 1 0-16,1-1 0 0,5-2 0 0,9 3 0 15,-15-3 0-15,3 3 0 0,1-3 0 0,8 0 0 16,-9 2 8-16,0-2 3 0,4 0 1 0,8 3 0 16,-12 0-12-16,0-3 0 0,1 2 0 0,11 4 8 15,-12-4-17-15,0 1-4 0,-3 0-1 0,16 2 0 16,-16-2 14-16,3 2 0 0,-3-3 0 0,13 4 0 15,-13-4 9-15,0 4 5 0,3-4 1 0,10 4 0 16,-13-1-15-16,0-2 0 0,0 2 8 0,10-3-8 16,-10 4 0-16,-3-4 0 0,3 4 0 0,7-4 0 15,-10 4 0-15,-3-4 0 0,4 4 0 0,5-4 0 0,-9 4 0 16,1-4 0-16,-4 3 0 0,9 1 0 0,-9-4-8 0,1 4-8 16,2-1-2-16,3-2 0 0,-8 2 18 15,2-2 0-15,1 2 0 0,5-2 0 0,-12 2 0 0,1-3 0 0,-1 4 0 0,9-1 0 16,-11-2 15-16,-1-1 6 0,1 1 2 0,5 0 0 15,-9-1-23-15,4-2 0 0,-1 0 0 0,7 0 0 16,-7-2-21-16,0-1 1 0,4-2 0 0,2-1 0 16,-8 4 20-1,-1-4 0-15,-3 1 0 0,4 0 0 0,-4 0 0 0,-5-3 18 0,2 2-3 0,7-2-1 16,-7 0-14-16,-2-2 0 0,2 2 0 0,4-3-10 16,-10 1 0-16,1-1 0 15,-4-2 0-15,1 0 0 0,-3 2 10 0,-1-2 0 0,1 0 0 16,-4-1 0-16,-5 1 0 0,-3 3 0 0,-1-6 0 0,-2 3 0 15,-3-1 0-15,-1 1 0 0,-2 0 0 0,3 0 0 16,-6-3 0-16,-1 3 0 0,-2-1 0 0,0-2 0 16,-3 1 0-16,-6-4 0 0,2 3 0 0,-5-2 0 15,0-4 0-15,0 1 0 0,-3 0 0 0,3-3 0 16,-6 0 0-16,3 1 0 0,0-4 0 0,-3-2 0 16,3 3 0-16,-1-3 0 0,1 2 0 0,-3-5 0 15,3 3 49-15,-3-3 12 0,3-2 3 0,-3 0 0 16,3-3-52-16,-3 0-12 0,0-3 0 0,0 0 0 15,0 3 0-15,-4 0 0 0,1 3 0 0,3-6 0 16,-3 3 0-16,0-5 0 0,-3 2 0 0,0-5 0 16,0 3 0-16,-3-1 0 0,0 4 0 0,0-6 0 15,0 5-48-15,-3-2-13 0,0-1-3 0,-3 1 0 16,0 0 52-16,0 2 12 0,0-2 0 0,-2-1 0 16,-1 4 0-16,3 4 0 0,-3 1 0 0,-3-3 0 15,3 2 0-15,0-2 0 0,3 0 0 0,-6 0 0 0,3 3 0 16,0-1 0-16,0 4 0 0,0-4 0 0,0 6 48 0,1-3 13 0,-1 3 3 15,0 0 0 1,-3 3-73-16,3-3-15 0,0 2-2 0,0-2-1 16,-3 3 27-16,3-1 16 0,-3 1-3 0,0-1 0 0,0 3-1 0,-2 1-1 0,-1 1 0 0,0 1 0 15,-3 0-11-15,0 3 12 0,0-1-12 0,-3 0 12 16,0 4-12-16,-2-1 0 0,-4 3 0 0,0-1 0 16,-3 1-20-16,-2 5 4 0,-1-2 1 0,-9 2 0 15,1 5-27-15,-7 3-6 0,-6 0 0 0,-5 8-1 16,-1 0-125-16,-5 2-25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6:56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15314 12299 1337 0,'-12'-11'28'0,"0"0"6"0,3 3-34 0,0-2 0 0,0 2 0 0,4 0 0 16,-1 0 0-16,0 0 0 0,0 3 0 0,3 0 0 15,-3-1 0-15,3 4 0 0,0-4 0 0,3 6 0 16,0 0 0-16,-6-2 0 0,6 2 0 0,0 0 0 16,0 0 51-16,0 0 3 0,0 0 1 0,0 0 0 15,0 0-37-15,0 0-7 0,6 8-2 0,0-3 0 16,3 0 44-16,3 3 9 0,-1 0 2 0,4 0 0 16,3 0-52-16,3-3-12 0,3 1 0 0,3-1 0 15,-1 0 32-15,7 0 4 0,0 1 1 0,6-4 0 16,-1 4-15-16,4 2-3 0,3-3-1 0,5 0 0 15,1-2-7-15,-1-1-2 0,7 1 0 0,9 0 0 16,-4-3-9-16,3 0 0 0,7 0 0 0,5-3 0 16,1 0 0-16,2-2 0 0,3 3 0 0,13-4 0 15,-7 1 0-15,3 0 0 0,1-1 0 0,14-2 0 16,-9 3 0-16,3 0 0 0,0 0 0 0,18-1 0 16,-11 1 0-16,-1 0 0 0,3 2 0 0,18-2 0 15,-18 2 0-15,6 0 0 0,0 3 0 0,21-2 0 16,-21 2 0-16,6-3 0 0,3 3 0 0,18 0 0 0,-21 0 0 0,3 0 0 15,3 0 0-15,18 0 0 16,-21 0 0-16,3 3 0 0,6-1 0 0,18 1 0 0,-21-3 0 0,3 3 0 0,3-3 0 0,20 2 0 16,-23-2 0-16,0-2 0 0,3-1 0 0,21 3 0 15,-24-3 0-15,-3 1 0 0,3-1 0 0,21 3 0 16,-27-2 0-16,3-1 0 16,3 0 0-16,14 1 0 0,-23-1 40 0,0 0 5 0,0 3 2 0,12-2 0 15,-21 2-24-15,3 0-5 0,1 0-1 16,13 0 0-16,-19 2-17 0,-1-2 0 15,0 3 0-15,12 0 0 0,-18-1 44 0,0 4 4 0,-3-1 2 16,12 0 0-16,-14 0-29 0,-4 3-5 0,0-2-2 0,12 2 0 16,-18-3-14-16,1 3 0 0,-4 0 0 0,12 0 0 15,-17 2 0-15,-1 1 0 0,-3-3 0 16,7 2 0-16,-10 4-84 0,0-4-20 0,1 1-4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7:25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17264 2585 1990 0,'3'-5'41'0,"0"2"11"16,-3-5-42-16,0 8-10 0,0-5 0 0,0 5 0 15,-6 0 103-15,0-5 18 0,0 2 4 0,-3 3 1 16,-3 0-83-16,-3 0-17 0,-3 3-3 0,0 2-1 16,1 3 1-16,-4 0 0 0,0 5 0 0,3-2 0 15,-3 2-37-15,6 0-7 0,0 0-2 0,1 3 0 16,5-8 23-16,0 5 0 0,3-2 0 0,3 2 0 16,0 0 0-16,6-5 0 0,0 3 0 0,3 0 0 15,3-1 0-15,3-2 0 0,2 0 0 0,1-3 0 0,6 3 0 16,3-2 0-16,0 1 0 0,0-4 0 15,-1 5 0-15,4-5 18 0,-3 5-3 0,0 0-1 0,-3-6-14 16,-4 4 9-16,1 1-9 0,-3-4 8 16,-3 2-8-16,0 1 0 0,-3 2 9 0,-3 0-9 0,0-1 10 0,0-1-2 0,-3 2-8 0,-3 0 12 15,0 0-2-15,0 2-1 0,0 3 0 0,-6 1 0 16,3-4 15-16,-3 9 2 0,-3-9 1 0,0 4 0 16,0 1-27-16,-3-1 0 0,0 2 0 0,-3-3 0 15,1 0 0-15,-1-2 0 0,-3-1 0 0,0 1 0 16,0-3-46-16,0 0-14 0,0 0-4 0,1-3 0 15,2-2-154-15,-3-1-31 0</inkml:trace>
  <inkml:trace contextRef="#ctx0" brushRef="#br0" timeOffset="181.794">17228 2567 2074 0,'3'-11'88'16,"0"-5"-71"-1,0 6 93-15,3-1 18 0,0 3 4 0,3 0 1 16,0 3-68-16,0 0-13 0,3 2-4 0,2-2 0 16,-2 2-18-16,3-2-4 0,0 2-1 0,3-5 0 15,0 5-25-15,6 1-20 0,-1-4 3 0,4 6 1 16,0 0 16-16,3 0 12 0,3 6-1 0</inkml:trace>
  <inkml:trace contextRef="#ctx0" brushRef="#br0" timeOffset="630.046">18347 2678 2747 0,'0'-8'78'0,"0"0"17"0,0-3-76 16,3 1-19-16,0 2 0 0,3-3 0 0,3-2 55 0,0 5 7 0,3-5 2 0,0 2 0 16,0 1-52-16,3 2-12 0,0 5 0 0,-1-5 0 15,1 3 54-15,0 2 8 0,0-5 2 0,0 6 0 16,0 2-54-16,0 0-10 0,-3 0 0 0,2 2 0 16,-2 6 0-16,3 0 0 0,-3 0 0 0,-3 5 0 15,-3 6 0-15,0-1 0 0,-3 6 0 0,-3-3 0 16,-3 3-47-16,-3 0-13 0,-3 2-4 0,-3 3 0 15,0-5 52-15,-3 0 12 0,-5 3 0 0,2-6 0 16,-3 5-54-16,0 3-8 0,0-2-2 0,-3 2 0 16,1-3 52-16,2 3 12 0,3-2 0 0,-3-3 0 15,6-3 0-15,3 0 0 0,3-5 0 0,3 0 0 16,3-3 0-16,3-2 0 0,3-1 0 0,3-2 0 16,6-5 48-16,0 2 13 0,6 0 3 0,0-2 0 15,0 0-52-15,3-3-12 0,2 2 0 0,4-4 0 0,-3 2 0 0,3-6 0 16,-3 1 0-16,5 0 0 15,4 2 0-15,0-5 0 0,3-2 0 0,-1 2 0 16,4 0-122-16,0-3-27 0,-1 1-6 0</inkml:trace>
  <inkml:trace contextRef="#ctx0" brushRef="#br0" timeOffset="1533.569">19050 3220 1824 0,'-3'-16'38'0,"3"16"8"0,0 0-37 15,0-2-9-15,3-4 0 0,-3 6 0 16,0 0 104-16,3-5 20 0,-3 5 3 0,0 0 1 0,0 0-52 0,0 0-9 0,3 3-3 0,3-1 0 31,-6 4-51-31,3-1-13 0,0 3 0 0,0 5 0 0,-3-5 54 0,3 8 8 0,-3-3 2 0,0 8 0 16,-3 0-52-16,3 9-12 0,-3 1 0 16,3 1 0-16,-3 3 0 0,3-4 0 15,-3-2 0-15,3 6 0 0,-3-9 0 0,0 1 0 0,0 2 0 0,0 0 0 16,0-8 0-16,0 8 0 0,0-2 0 0,-3 2 0 15,3-3 0-15,0 1-10 0,0-1 2 0,0-2 0 16,3-3-20-16,-3 0-4 0,3-8-1 16,-3 3 0-16,3-2-179 0,-3-4-35 0</inkml:trace>
  <inkml:trace contextRef="#ctx0" brushRef="#br0" timeOffset="1919.108">19377 3522 1964 0,'-3'-5'83'16,"3"-1"-67"0,0 6 96-16,-3-2 20 0,3 2 3 0,0 0 1 15,0 0-54-15,-9 2-10 0,3 1-3 0,0 5 0 16,0 0-41-16,0 0-8 0,1 2-1 0,-1 4-1 16,0-1-10-16,-3 0-8 0,3 3 9 0,0 2-9 15,0 1 0-15,0-3 0 0,0 5 0 0,3 0 0 16,0 3 0-16,3 5 0 0,0-5 0 0,0 5 0 15,3-3 0-15,0-2 0 0,3-3-10 0,0 1 10 16,3-4-10-16,-3-2 10 0,6-5-12 0,-3 4 12 16,2-7-9-16,-2-5 9 0,0 0 0 0,3 2-9 0,-3-5 9 0,0-3 0 0,3-2 0 0,-3 2 0 15,0-5 16-15,3-5 1 0,-3 3 1 0,3-4 0 16,-3-4 26-16,-1-1 6 0,-2-2 1 16,0-5 0-16,0 7-14 0,0-5-2 0,-3 3-1 0,-3 3 0 31,0-1-19-31,-3 6-4 0,0-3-1 0,-3 5 0 0,0 1-10 0,-3 2 0 0,1 0 0 0,-1-3 8 15,-3 3-8-15,0 6-11 0,-3-6 3 16,0 0 0-16,0 3-31 0,-3-1-5 0,0 1-2 0,-2 0 0 16,-4-1-117-16,0 4-23 15,0-3-5-15</inkml:trace>
  <inkml:trace contextRef="#ctx0" brushRef="#br0" timeOffset="2719.875">18657 2024 1337 0,'0'0'28'0,"0"0"6"16,0 0-34-16,-3 0 0 0,-3-5 0 0,0 5 0 15,0-3 134-15,0 3 20 0,0 0 4 0,0 0 1 16,0 0-71-16,0 0-13 0,0 0-3 0,0 3-1 15,0 2-24-15,-3-2-5 0,3 2-1 0,1-2 0 16,-1 2-17-16,0 3-4 0,0-3-1 0,3 3 0 16,0 3-19-16,0-1 0 0,3 1 8 0,0 2-8 0,0-5 0 0,3 5 0 0,-3-2 0 0,3 2 0 15,3 0 0 1,-3-2 0-16,3 0 0 0,2-1 0 0,1-2 0 16,0-3 0-16,0 3 9 0,0-2-9 15,3-4 21-15,3-2-1 0,-3 0-1 0,3-2 0 16,0 2 6-16,3-6 2 0,-1-2 0 0,-2 0 0 0,0 1 13 0,0-4 4 0,0 0 0 0,-3 3 0 15,-3-7 0 1,0 4 0-16,0 0 0 0,-3-2 0 0,-3-3-11 0,0 8-1 0,-3-5-1 0,0-3 0 16,-3 8-16-16,-3-5-3 0,3 5-1 0,-6 0 0 15,3 0-11-15,-6-2 0 0,3 2 9 0,-3 5-9 16,0-5 0-16,0 3 0 0,0 2-10 0,-3 3 10 16,1-5-23-16,-1 5 3 0,0 0 0 0,-3 0 0 15,3 0-138-15,0 5-27 0,-3-5-6 0</inkml:trace>
  <inkml:trace contextRef="#ctx0" brushRef="#br0" timeOffset="3317.963">17207 1979 1697 0,'0'0'35'0,"3"-5"9"16,-3 5-35-16,3-5-9 0,0 2 0 0,0 3 0 15,3-5 125-15,-3 5 23 0,0-3 5 0,3 3 1 16,-3 0-58-16,0 0-12 0,3 0-3 0,-3 3 0 15,3 2-28-15,-3-5-5 0,3 8-2 0,-3-3 0 16,0-2-15-16,0 5-3 0,0 0-1 0,0 0 0 16,0 2-13-16,-3 1-2 0,3 2-1 0,-3 0 0 15,0-2-11-15,0 7 8 0,0-2-8 0,0 0 8 16,-3 0-8-16,3 0 0 0,0 2 0 0,-3 1 0 16,3-1-88-16,0 4-20 0,0-6-4 0</inkml:trace>
  <inkml:trace contextRef="#ctx0" brushRef="#br0" timeOffset="16843.204">16960 11775 2066 0,'-27'-21'43'0,"4"-1"10"0,2 4-42 0,3-3-11 0,3 2 0 0,-3-2 0 16,0-3 0-1,3 3 0-15,-2-3 0 0,-4 3 0 0,0-3 0 0,-3 3 0 0,-3 0 0 0,-3-3 0 16,1 6 49-16,-4-4 8 0,0 4 2 0,-5-3 0 16,-1 2-30-16,-3 3-5 0,3-2-2 0,-5 2 0 15,-1 0 1-15,3-3 0 0,-2 4 0 0,-4-4 0 16,1 1-11-16,-1-1-3 0,0 1 0 0,-5-1 0 15,5 3-9-15,-2 0 0 0,-1 0 0 0,-9 3 0 16,7 0 16-16,-4 2-1 0,1 1-1 0,-10-1 0 16,7 3-29-16,-1 3-5 0,-5 2-2 0,-1 1 0 15,1-1 22-15,2 6-9 0,-2-3 9 0,-4 5 0 16,4-2 0-16,2 5 0 0,1-3 0 0,-4 5 0 16,4 1-8-16,-1 2 8 0,4 3 0 0,-10 3 0 0,10 2 0 15,-1 0-8-15,1 3 8 0,-7 5 0 0,7-3 0 16,2 3-10-16,-5 1 10 0,-1 7-8 0,6-3 8 15,1 3 0-15,-1 3 0 0,-2 5 0 16,5-3 0-16,4 0 0 0,2 1 0 0,-3 4 0 16,10-2-30-16,5 0-1 0,0 0 0 0,7 6 0 0,5-1 52 0,6 0 11 15,3 0 1-15,3 6 1 16,6-6-54-16,3 0-12 0,3 3-1 0,3 0-1 0,3-2 46 0,3-1 10 0,3-3 2 0,3 9 0 16,0-6-39-16,3 1-7 0,-1-1-2 0,4 5 0 15,3-4 24-15,0 2 0 0,0 0 0 0,5-1 0 16,1 1 0-16,0-2 0 0,3 2 0 0,5 2 0 15,1-7 0-15,6 2 0 0,-1 0 0 0,7 1 0 16,0-6-12-16,-1 0 12 0,4-3-12 0,8 3 12 16,-2-5 0-16,-1-3 0 0,7 2 9 0,5 1-1 15,-5-8-8-15,-1 0-13 0,7-1 3 0,2-2 1 16,-2-2 9-16,-1-6 0 0,3 3-9 0,4-3 9 16,-4 0 0-16,4-5 0 0,-4 3-9 0,9-4 9 15,-5-4 8-15,-1 2 4 0,1-5 2 0,5 0 0 16,-6-5-14-16,1-3 0 0,-1-3 0 0,6-2 0 15,-5-3-11-15,2-5-5 0,1-1 0 0,5-7-1 16,-9 3 17-16,1-3 0 0,2-3-8 0,3-3 8 16,-8 1 0-16,-1-6 0 0,-2 3-8 0,5-8 8 15,-11 0 0-15,-1 0 0 0,-2-3 0 0,5-2 0 16,-14 2 0-16,-1 0 8 0,-5 1-8 0,2-6 12 16,-8 2 2-16,-3-2 0 0,2-2 0 0,-5-3 0 15,-3 2 40-15,-3 3 8 0,-4-5 2 0,1-3 0 16,-3 2-52-16,0-4-12 0,-3-1 0 0,0-7 0 0,-4 5 36 15,-2-3 4-15,3 0 0 0,-3-8 1 0,-3 8-21 0,-6-2-5 0,3-1-1 0,-6-5 0 32,0 3-4-32,-3 3-1 0,-3-3 0 0,-3-3 0 0,-3 8-9 0,-3 3 0 0,-3 0 0 0,-6-3 0 15,0 5 0-15,-5 3 0 0,-4-2 0 0,-6 2 0 16,3 5 0-16,-5 3 0 0,-4 3 0 0,-9 2 0 16,-2 3 0-16,-7 0 0 0,-5 0-12 15,-10 3 12-15,-2 7-53 0,-6 3-3 0,-4 0-1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8:01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6512 6324 1846 0,'-3'5'78'0,"0"1"-62"16,3 1-16-16,0 4 0 0,3-3-12 0,-3 5 12 15,0 0 0-15,3 1 0 0,-3 2 0 0,0 2 0 16,-3 1 23-16,3 2 11 0,-3 0 2 0,-3 3 1 15,3 5-13-15,-3 0-4 0,3 5 0 0,-3 6 0 16,-2 0-8-16,2 2-3 0,0 0 0 0,-3 6 0 16,0-3-9-16,0 3 0 0,0-3 0 0,0 5 8 15,3-5-8-15,0 3 0 0,3-4 0 0,-3 4 0 16,3-6 0-16,0-5 0 0,3 1 0 0,-3 1 0 16,6-2 0-16,-3 0 0 0,3 3 0 0,0-3 0 15,3-3 0-15,-3 1 0 0,3-3 0 0,-3-3 0 16,3 0 0-16,3-5 0 0,-3 2 0 0,3-5 0 15,0 0 0-15,3-2 0 0,-3-3-9 0,2 2 9 0,1-2 0 16,0-3 0-16,3-2 0 0,3 0 0 0,-3-3 0 16,3-1 0-16,3 1 0 0,-4-2 0 0,7-1 0 15,0-2 0-15,3-1 0 0,0-2 9 0,2 0-1 0,1-2-8 16,0-1 12-16,3-2-4 0,-1-1-8 16,1-2-16-16,6-2 4 0,0-1 1 15,2 3 21-15,4 0 4 0,3-2 1 0,2 2 0 0,-5-3-24 16,2 3-5-16,1-2-1 0,3-1 0 15,2 3 15-15,-2 0 15 0,5 3-3 0,4 0-1 0,-4-1-11 0,-2 1-16 0,3 0 4 16,-1 2 1-16,-2-2 11 0,2 5 16 0,1-3-4 0,2 3-1 16,-5 0-11-16,3 0-16 0,-4 0 4 0,4 3 1 15,-7 0 11-15,1-1 0 0,-4 1 0 0,4 2 0 16,-3-2 0-16,-4 2 0 0,1-2 0 0,0 5 0 16,-4-3 0-16,1 3 0 0,0 0 0 0,-4 0 0 15,-2-3 0-15,0 3 0 0,-6-3-12 0,2 1 4 16,-2-1-4-16,0 0-1 0,-3 3 0 0,-4-3 0 15,1 1 13-15,-3-1-12 0,-3-2 12 0,-3 2-12 16,0-2 12-16,-6-1 0 0,0-2 0 0,-3 3 0 16,-3-3 0-16,-3 0 10 0,0 0-2 0,2-5 0 15,-2-1 19-15,-2-2 3 0,2 0 1 0,-3 1 0 16,0-4 8-16,0 0 1 0,3 1 1 0,0-1 0 16,0-2-9-16,3-3-3 0,0 3 0 0,0-3 0 15,2-5-29-15,1-3 8 0,0 0-8 0,0-5 0 16,3 0 0-16,0-5 0 0,0 2 8 0,0-5-8 15,0 5 0-15,-3 0 8 0,3 1-8 0,0-4 0 16,-3 3-16-16,-3-2-8 0,0 0-3 0,0-3 0 16,-3 2 49-16,0-2 10 0,0 0 1 0,0 3 1 15,-3 2-25-15,3 0-9 0,-3 3 0 0,3 0 9 16,-3 0-9-16,0 0 0 0,3 0 0 0,-3-3 0 0,3 3 0 0,-3 0 0 16,3 0 0-16,-3 2 0 15,0 1 0-15,0-1 0 0,-3 1 0 0,3 2 8 0,-3 0-8 0,0 6 0 0,0-1 9 0,-3 0-9 16,0 4 12-16,0-1-1 0,-3 0-1 15,-2 3 0-15,2-3-10 0,-6 5 10 0,3-2-10 0,-3-3 10 32,0 5-2-32,-3 1-8 0,3-1 12 0,-2 1-4 0,2 2-8 0,-3 0-12 0,0-3 2 0,0 1 1 15,-3 2 9-15,1 0 12 16,-1-3-2-16,-6 3-1 0,3-2-9 16,-3 2-14-16,-2-5 3 0,-1 5 1 0,-3 0 10 0,4 0-8 0,-4 0 8 0,-6 0-8 15,3 3 8-15,-5-1 0 0,-1-2-9 0,-5 6 9 16,2-1 9-16,0 0 7 0,-2 3 0 0,-10 3 1 15,7 0-31-15,-7-3-6 0,-2 2-2 0,-7 4 0 16,7-1-16-16,-1 3-3 0,-2 0-1 0,-4 0 0 16,7-3 34-16,-4 3 8 0,4-5 0 0,-10 2 0 15,10 0 23-15,-1-2 6 0,1-1 2 0,-4 4 0 16,7-4-31-16,2 1 8 0,1 0-8 0,-4 2 0 16,3-2 0-16,1 2 0 0,-1-2 8 0,-2 2-8 15,11-2 27-15,1-1 2 0,2 1 1 0,0-1 0 16,4 4-54-16,2-4-10 0,-3 4-2 0</inkml:trace>
  <inkml:trace contextRef="#ctx0" brushRef="#br0" timeOffset="2443.64">15528 3072 2272 0,'-6'-34'48'0,"3"23"9"16,0 6-45-16,1-8-12 0,-4 2 0 0,-3 3 0 16,0 3 61-16,0-3 11 0,-6 2 1 0,0 4 1 15,-3 4-8-15,-3 4-2 0,0 2 0 0,-2 8 0 16,-4-1-64-16,-3 12 0 0,-6-3-13 0,1 5 1 0,-4 3 12 0,0-3 0 0,-2 5 10 0,-4 6-10 16,9-1 0-16,6 9 0 15,1 5 0-15,2 3 0 16,9-11 0-16,6 2 0 0,6-4 0 0,6 7 0 0,3-11 0 15,9 4 0-15,6-3 0 0,9 2 0 0,5-5 0 0,7-3 11 16,6-7-2-16,8 2 0 0,-2-3 6 0,3-10 1 0,-1 5 0 16,10-10 0-16,-4 2-26 0,1-5-5 15,2 0-1-15,4-5 0 16,-7-3-38-16,-2 0-8 0,-1-3-2 0</inkml:trace>
  <inkml:trace contextRef="#ctx0" brushRef="#br0" timeOffset="3543.479">16421 3088 1482 0,'0'0'62'0,"0"0"-50"15,-3 5 80-15,3 0 16 0,0-5 4 0,-3 6 0 16,3-6-14-16,0 0-2 0,0 0-1 0,0 0 0 15,0 0-19-15,0 0-4 0,0 0-1 0,0 0 0 16,0 0-16-16,0 0-3 16,0 0-1-16,0 0 0 0,6-6-16 0,0-1-3 0,3-4-1 0,3 3 0 15,3-3-4-15,0 1-1 0,3 2 0 0,3-5 0 16,2 5-6-16,1-5 0 0,6-1-1 0,-3 6 0 16,3 0-3-16,2 0-1 15,1 6 0-15,0-3 0 0,-6 5-5 0,-1 5-1 0,-5-3 0 0,0 4 0 16,-3 2-9-16,-3 0 0 0,0 5 0 0,-3-3 0 15,-3 4-11-15,-4 2-7 0,-2-1-2 0,-3 4 0 16,-3-3 20-16,-2 5 0 0,-4-5 0 0,0 5 0 16,-6-8 0-16,0 3 0 0,-3-3 0 0,0 3 0 15,-3 0 0-15,1-5 0 0,-1-1 0 0,-3 6 0 16,3-5-24-16,0 2-2 0,3 0 0 0,0-2 0 16,4-1 26-16,-1 1-8 0,6 0 8 0,0-1 0 15,3-2 0-15,0-3 0 0,6 1 0 0,0 2 0 16,3 0-8-16,3-8 0 0,3 7 0 0,3-7 0 15,0 3-17-15,5 2-3 0,4-5-1 0,-3 3 0 16,3 0 74-16,3 2 15 0,-3 6 4 0,2-9 0 16,-2 6-52-16,-3 3-12 0,0-3 0 0,-3 2 0 15,0 1 0-15,0-1 0 0,-3 4 0 0,-3-4 0 16,-1 1 0-16,-2 5 0 0,0-6 0 0,0 9 0 16,-3-9 0-16,-3 4 0 0,0 1 0 0,-3-1 0 15,0 2 0-15,-3-3 0 0,-3 0 0 0,1 3 0 16,-1-5 0-16,-6 7 0 0,0-2 0 0,-3 0 0 15,-3 0 0-15,-3 5 0 0,-2-3 0 0,-4 6 0 16,0-5-48-16,-3-1-13 0,0 1-3 0,-2 2 0 16,5-5-153-16,-3 2-31 0</inkml:trace>
  <inkml:trace contextRef="#ctx0" brushRef="#br0" timeOffset="4083.148">17267 3752 2006 0,'3'-5'42'0,"0"2"9"0,0-5-41 16,0 6-10-16,0-4 0 0,-3 6 0 15,0 0 102-15,0 0 18 0,0 0 4 0,0 0 1 0,0 0-43 0,0 0-9 16,0 0-1-16,0 8-1 0,0 3-24 0,0-1-5 16,0 9-1-16,-3-1 0 0,0 6-20 15,-3 0-4-15,3 2-1 0,-3 4 0 0,3 1-6 0,-3-2-2 0,0-5 0 0,3 5 0 16,-3 0-8-16,3 1 12 0,3-1-12 0,-3 2 12 15,0 4-12-15,3-3 10 0,0 2-10 0,-3 0 10 16,3-2-10-16,0-5 0 0,0-1 0 0,0 3 0 16,0-10 0-16,0 2 0 0,0-5 0 0,0 2 0 15,0-5-22-15,0 3-3 0,0-2-1 0,0-1 0 16,0-3-143-16,3-2-29 0,-3-2-6 0</inkml:trace>
  <inkml:trace contextRef="#ctx0" brushRef="#br0" timeOffset="4535.521">17663 4070 2066 0,'9'-30'43'0,"-6"23"10"15,0-9-42-15,-1 2-11 0,1 1 0 0,0-3 0 16,0 3 121-16,-3 2 23 0,0-2 4 0,3 5 0 16,-3 0-68-16,0-2-13 0,-3 2-3 0,3 3-1 15,0 5-19-15,0 0-4 0,0 0-1 0,0 0 0 16,-6 5-16-16,1 0-3 0,2 3-1 0,-6 5 0 15,3-5-19-15,-3 5 0 0,0 3 0 0,-3 0 0 0,0 0 0 16,0 0 0-16,0 3 0 0,0-1 0 16,3 1 0-16,-3 4-17 0,3-1 1 0,-2 4 1 0,5 0 15 0,-3 1 0 0,3 2 0 0,0 0 0 15,6 0 0-15,-3-5 0 0,6 0 0 0,-3 0 0 16,3-3 0-16,3-5 0 0,0 2 0 0,0-2 0 16,0-3 0-16,3-2 0 0,-1 0 0 0,1-1 0 15,3-2 0-15,0 0 0 0,3-3 0 0,-3 1 0 16,3-4 0-16,0 1 0 0,-3-3 0 0,3 2 0 15,-1-4 0-15,-2-1 0 0,3-2 0 0,-3 2 0 16,0-5 0-16,0-2 0 0,0-1 9 0,-3 3-9 16,0-5 0-16,0 2 0 0,0-2 0 0,-3 3-10 15,-4-4 44-15,1 4 9 0,0-1 1 16,-3 1 1-16,-3-1-20 0,0 3-4 0,1-3-1 0,-4 4 0 16,0-1-20-16,-3 0 0 0,0 5 0 0,0-5 0 15,-6 5 0-15,3 1 0 0,-6-1 0 0,3 3 0 16,-6 3 0-16,4-1 0 0,-7 1 0 0,0 5 0 15,3-5-50-15,-3 2-11 0,0 3-3 0,1 2 0 16,-1 1-125-16,0-3-26 0</inkml:trace>
  <inkml:trace contextRef="#ctx0" brushRef="#br0" timeOffset="9193.346">22768 4220 1824 0,'2'22'76'0,"-2"1"-60"16,0-1 38-16,0 4 8 0,-2-8 2 15,-1 6 0-15,0 0 0 0,-3 0 0 0,0-3 0 0,0 3 0 16,-3 0-23-16,0-3-4 0,0-3-1 0,0 4 0 16,0 1-13-16,0-9-3 0,0 4-1 0,0-2 0 15,0-3 9-15,3 0 1 0,0-5 1 0,-3-2 0 16,4-1 10-16,-1-5 3 0,0-5 0 0,0-1 0 16,3-2-19-16,3-7-4 0,-3-4-1 0,6-2 0 15,0-3-31-15,0 0-5 0,3-10-2 0,3 0 0 16,2-6 19-1,4-5 0-15,3-3 0 0,0-2 0 0,6 5 48 0,0 3 12 0,2-1 4 0,1 6 0 16,0 3-52-16,0 5-12 0,-3 2 0 0,-1 3 0 16,-2 6 28-16,-3 7 2 0,0-2 1 0,-3 5 0 15,-3 3-15-15,0 2-4 0,0 3 0 0,-3 3 0 16,2 2-3-16,-5 3-1 0,3 5 0 0,-3-2 0 16,0 7-8-16,-3-2 12 0,3 6-12 0,-3 7 12 15,3 0-12-15,-3 8 0 0,0 2 9 0,0 6-9 16,0-5 0-16,0 5 0 0,0 0 0 0,-3 0 8 15,0-5-8-15,-3 5 0 0,0 2 0 0,0-4 0 16,0-4 0-16,-3 1 0 0,3-3 8 0,-3 0-8 16,0-5-45-16,0-3-14 0,0 0-2 0,-3-5-1 15,3-3-24-15,-2-2-5 0,-1-3-1 0</inkml:trace>
  <inkml:trace contextRef="#ctx0" brushRef="#br0" timeOffset="9364.353">22759 4490 2310 0,'-18'-5'48'0,"3"2"11"0,3-2-47 15,0 2-12-15,6 1 0 0,6 2 0 0,0 0 104 16,0 0 20-16,6-6 3 0,3 4 1 0,3-1-103 0,3 1-25 0,3 2 0 0,5-3 0 16,1 3 0-16,3 0 0 0,3 0 0 0,3 3 0 15,-1-1-27 1,1 1-10-16,0-3-3 0</inkml:trace>
  <inkml:trace contextRef="#ctx0" brushRef="#br0" timeOffset="10221.764">22696 5411 2002 0,'-3'16'84'0,"0"0"-67"16,0 2 0-16,0 4 0 0,3-1 0 0,-3 2 0 15,0 1 38-15,3 3 7 0,0-3 2 0,-3 2 0 16,3 0-52-16,0 1-12 0,0-1 0 0,0 1 0 15,-3-1 0-15,3 1 0 0,0 2 0 0,0-3 0 16,0 1 0-16,0-3 0 0,0-3 0 0,0 0 0 16,0-3 32-16,0-2 3 0,0 0 1 0,0-3 0 15,0-5-7-15,0-2-1 0,0-6 0 0,0 0 0 16,0 0 29-16,0 0 6 0,0-8 1 0,0-3 0 16,0-5-64-16,0-5 0 0,0-3 0 0,0-2-13 15,3-3 13-15,-3-3 10 0,3-2-2 0,3-3 0 16,0 2-8-16,0 1 0 0,3-3 0 0,0 0 0 15,3 2 53-15,3-2 9 0,0 3 2 0,2-1 0 16,4 4-31-16,0 7-5 0,3-3-2 0,0 6 0 16,-3 3-10-16,2 2-1 0,1 5-1 0,-3 1 0 15,3 2-14-15,-3 0 11 0,3 5-11 0,-4-2 10 16,1 5-10-16,0 0 0 0,0 5 0 0,-3 0 0 16,0 3 0-16,-4 3 0 0,-2 2 0 0,-3 3 0 15,-3 0-12-15,0 2-2 0,-6 4 0 0,-3 1 0 16,0-4-13-16,-6 2-2 0,0 0-1 0,-5 0 0 15,2-5 30-15,-6 3 0 0,3-3 0 0,-3 0 0 16,3-6-12-16,-3 3 3 0,3-5 1 0,3 3 0 0,-2-3 8 0,5-3 0 0,0-2 0 0,0 2 0 16,3-2 0-16,6-3 0 0,0 0 0 0,0 0 8 15,6-3-8-15,0 0 0 0,6 1 8 0,0-3-8 16,2 2 12-16,4 0-3 0,3 1 0 0,0-1 0 16,3 3-9-16,3 3-9 0,-1-3 9 0,-2 5-13 15,0 0 35-15,-3 0 7 16,0 1 2-16,-3 2 0 0,-7 0 1 0,1 0 1 0,-3 2 0 0,-3 1 0 15,-6-1-43-15,0 1-9 0,-3 0-1 0,-3 2-1 16,-3 0 21-16,-6 3 8 0,1-3 0 0,-4 6 0 16,-6-4-8-16,0 4 8 0,-3 0-8 0,1-1 8 15,-1-2-8-15,0 0 0 0,0-3-10 0,0 0 10 16,1 0-40 0,-4 1-3-16,3-4 0 0,-3 1 0 0,1-1-113 15,5-2-22-15,-3 0-5 0</inkml:trace>
  <inkml:trace contextRef="#ctx0" brushRef="#br0" timeOffset="10626.607">22985 6795 2066 0,'3'-40'43'0,"0"24"10"0,-3 0-42 0,0 1-11 0,3-1 0 0,-3 0 0 15,-3 0 104-15,0 0 20 0,0 3 3 0,-3 2 1 16,-3-2-52-16,-3 5-9 0,0 0-3 0,-3 3 0 15,-3 2 0-15,-2 6 0 0,-1 2 0 0,-3 3 0 16,-3 5-64-16,0 6-17 0,1 2-2 0,2 5 0 16,0 1-21-16,3-1-4 0,3 4 0 0,3 1-1 15,6-2 65-15,0 0 14 0,3 1 2 0,4-1 1 16,2 0-29-16,2 0-8 0,4-3 0 0,0 1 0 16,6-1 0-16,3-2 0 0,3 0 0 0,3-3 0 15,3-5 0-15,0 0 0 0,5-3 0 0,4-2 0 16,-3-3-78-1,3-3-17-15,-1 0-3 0</inkml:trace>
  <inkml:trace contextRef="#ctx0" brushRef="#br0" timeOffset="11031.991">22762 7814 2355 0,'0'0'67'0,"0"0"14"0,0 0-65 0,0 0-16 0,0 0 0 16,0 0 0-16,0 0 36 0,3 5 4 0,-3 6 1 0,0 2 0 16,0 5 19-16,0 3 3 0,0 6 1 0,0 5 0 15,-3-6-52-15,3 6-12 0,-3 0 0 0,0 2 0 16,3 0 0-16,-3 3 0 0,0 3 0 0,3 0 0 16,-3 2 0-16,3-2 0 0,-3 5 0 15,0 0 0-15,3-5 0 0,-3-1 0 0,0-2 0 0,0 3 0 16,0-6-48-16,0 3-13 15,0-2-3-15,-3-1 0 0,3-2-51 0,0-6-10 0,3 1-3 0</inkml:trace>
  <inkml:trace contextRef="#ctx0" brushRef="#br0" timeOffset="11422.369">22717 7994 2269 0,'0'-14'64'0,"3"1"15"0,-3-3-63 15,3 3-16-15,3 0 0 0,0 0 0 0,3 2 105 0,0 0 19 16,3 1 3-16,-1-1 1 0,4 3-103 0,3 3-25 0,0-3 0 0,3 5 0 31,0 1 40-31,0-1 4 0,2 0 0 0,1 3 0 0,-3-2-27 0,0 2-5 0,0 0 0 16,0 2-1-16,-1 1-2 15,1 0 0-15,0 2 0 0,-3 3 0 0,0 3-9 0,-3-1 0 0,0 3 0 0,-7 3 0 16,1 0 0-16,0 0 0 0,-3 0 0 0,-3 2 0 16,0 4 0-16,-3-4 0 0,0 1 0 0,-3 2 0 15,0 0 0-15,0 0 0 0,-3 0 0 0,0 6 0 16,0-1 0-16,0 6 0 0,-2 0 0 0,-1 5 0 16,-3-3-49-16,3-2-12 0,-3 2-3 0,0 3 0 15,0-5 76-15,0 0 14 0,0 0 3 16,-3-3 1-16,-2 0-30 0,-1-3-20 0,0 1 4 0,0-6 0 15,0 0 1-15,-3-2 1 0,-3-4 0 0,4-1 0 16,-4-1-14-16,3-5-4 0,0-3 0 16,-3 0 0-16,3-5-51 0,4-2-10 0,-1-1-3 0</inkml:trace>
  <inkml:trace contextRef="#ctx0" brushRef="#br0" timeOffset="11932.242">22925 9256 2238 0,'0'0'94'0,"0"0"-75"16,0 0 69-16,0 0 15 0,0 0 2 0,0 0 1 16,0 0-52-16,6 5-10 0,-3 0-3 0,-3 6 0 15,3 2 19-15,-3 3 3 0,-3 0 1 0,3 5 0 16,-3 3-52-16,0 0-12 0,0 2 0 0,0 6 0 16,-3 0 0-16,0 2 0 0,3 0 0 0,-3 3 0 15,1-2 0-15,-4-1 0 0,3 1 0 0,-3-1 0 16,3 0 0-16,-3-2 0 0,0 3 0 0,0-4 0 15,3 1 0-15,-3-3 0 0,0-2 0 0,0-1 0 16,3-5-48-16,0-2-13 0,0-6-3 0,-3 0 0 16,6-2-153-16,0-3-31 0</inkml:trace>
  <inkml:trace contextRef="#ctx0" brushRef="#br0" timeOffset="12156.282">22964 9399 2177 0,'0'-8'92'0,"0"0"-74"16,3 0 82-16,-3 0 16 0,3 3 3 0,0-3 1 16,0 0-46-16,0 2-9 0,0-2-1 0,3 3-1 15,0 0-22-15,3-3-4 0,0 3-1 0,0-1 0 16,5 1-16-16,-2 0-3 0,3-1-1 0,3 4 0 16,3-3-16-16,0-1-9 0,0 4 1 0,2-1 0 15,1 0 8-15,0 1 0 0,3 2 0 16,-3 0 0-16,-4 0 0 0,-2 0 0 0,3 2 0 0,-3 1 0 15,-6 0-50-15,0 5-8 0,-3-3-2 0,-3 3 0 16,-3 0-180 0,-3 0-36-16</inkml:trace>
  <inkml:trace contextRef="#ctx0" brushRef="#br0" timeOffset="12351.001">22901 9655 2224 0,'12'0'63'0,"0"-2"14"16,3-1-61-16,0 0-16 0,3 1 0 0,0-1 0 16,0 0 115-16,2-2 20 0,1 0 4 0,3-1 1 0,0 1-112 0,0 0-28 0,0-3 0 0,2 3 0 15,-2-3 0 1,-3 5 0-16,3-2 0 0,-3 2 0 0,-4 1 0 0,1 2 0 0,-3 0 0 0,-3 2 0 31,0 1-104-31,-3-1-25 0,-3 4-6 0</inkml:trace>
  <inkml:trace contextRef="#ctx0" brushRef="#br0" timeOffset="12587.852">22735 10129 2245 0,'9'-3'95'15,"0"-2"-76"1,3 0 49-16,2 2 11 0,4-2 1 0,0 2 1 15,3-2 38-15,0-1 7 0,0 1 2 0,-1 0 0 16,4 2-103-16,-3-2-25 0,3 2 0 0,-3 1 0 16,3-1 0-16,-4 0 0 0,4 1 0 0,0 2 0 15,-3-3 0-15,3 3 0 0,0-3 0 0,-1 3 0 16,-2-2-148-16,0 2-36 0,0 0-6 0</inkml:trace>
  <inkml:trace contextRef="#ctx0" brushRef="#br0" timeOffset="12938.327">23160 10899 2450 0,'0'0'51'0,"0"0"12"0,0 0-51 0,-8 3-12 0,8-3 0 0,-6 2 0 15,0 1 73-15,0-1 12 0,-3 4 3 0,3 2 0 16,0 0-68-16,-3 2-20 0,3 3 8 0,-3 3-8 16,3 0 36-16,0 3 4 0,0 2 0 0,-3 3 0 15,3 2-30-15,0 3-10 0,0 0 0 0,3 6 9 16,-3-6-9-16,3 3 0 0,0-1 0 0,3 1 0 15,-3 0 0-15,3-3 0 0,0-3 0 0,0 4 0 16,0-4-14-16,0 3 2 0,0-2 0 0,0-4 0 16,0 1-35-16,0-5-6 0,0-1-2 0,0-2 0 15,0-3-89 1,0 1-17-16,0-6-4 0</inkml:trace>
  <inkml:trace contextRef="#ctx0" brushRef="#br0" timeOffset="13162.366">23056 10997 2340 0,'-3'-13'66'0,"3"-1"15"15,-3 1-65-15,3 0-16 0,3 0 0 0,-3 2 0 0,3 0 40 0,3 1 4 16,0 2 0-16,3-3 1 0,0 3 15 0,3-2 4 16,0 2 0-16,6 0 0 0,0 0 0 0,2 0 0 0,4 0 0 0,0 3 0 31,3-3-64-31,-3 5-15 0,-1-2-1 0,4 2-1 0,-3 1 17 0,0 2 0 15,-3 0 0-15,-3 2 0 0,-1 1 0 0,1 0-12 16,0 2 12-16,-6 0-13 16,0 3-23-16,0 0-4 0,-6 0 0 0</inkml:trace>
  <inkml:trace contextRef="#ctx0" brushRef="#br0" timeOffset="13353.642">23035 11238 2135 0,'6'-3'90'16,"3"0"-72"-1,0 1 84-15,3-1 17 0,3-2 3 0,0 2 1 16,3-5-58-16,6 0-11 0,-1-2-2 0,4 2-1 16,0-3-28-16,3 0-6 0,-1-2-1 0,1 3 0 15,0-4-16-15,0-1-14 0,-3 1 2 0</inkml:trace>
  <inkml:trace contextRef="#ctx0" brushRef="#br0" timeOffset="14036.848">23440 4490 2030 0,'0'0'57'0,"0"0"14"16,0 0-57-16,0 0-14 0,0 0 0 0,3-5 0 0,3 2 54 0,3-2 8 0,-3 2 2 0,6 1 0 15,0-1-8-15,0 0 0 0,6 1-1 0,-1-3 0 32,7 5-37-32,0-3-7 0,3 0-2 0,0 3 0 0,5-5 23 0,-2 2 4 0,3 3 0 0,3-5 1 31,-4 2-8-31,1 1-1 0,0-4-1 0,3 4 0 0,-4-1-27 0,-2 0 0 0,3-2 0 0,-3 5 0 15,-4-8-16-15,-2 6-9 16,3-6-2-16,-6 2 0 0,0 4-121 0,-3-6-24 0,-1 5-4 0</inkml:trace>
  <inkml:trace contextRef="#ctx0" brushRef="#br0" timeOffset="14303.957">24458 4064 1845 0,'3'-13'38'0,"-3"8"10"0,3-1-38 0,0 1-10 0,0 3 0 0,-3-6 0 16,3 2 111-16,0 4 20 0,-3 2 4 0,0 0 1 15,3-6-46-15,-3 6-9 0,0 0-1 0,0 0-1 16,0 0-25-16,0 0-5 0,0 0-1 0,0 0 0 16,3 6-21-16,-3 2-5 0,3 0-1 0,-3 2 0 15,0 3-9-15,0 1-3 0,0 1 0 0,-3 7 0 16,3-1-9-16,0 0 0 0,0 5 0 0,-3 3 8 15,3-2-8-15,0-1 0 0,0 1 0 0,0 2 8 16,0-11 8-16,0 6 0 0,0-5 1 0,0-1 0 16,0 1-65-16,3-6-12 0,-3 0-4 0,3-2 0 15,-3-3-153-15,3 0-31 0,0-6-7 0</inkml:trace>
  <inkml:trace contextRef="#ctx0" brushRef="#br0" timeOffset="14650.285">24696 4324 1824 0,'21'-45'38'0,"-15"29"8"0,0 0-37 0,-3-3-9 0,3 1 0 0,-3-1 0 15,0 6 156-15,0 0 28 0,-3 0 7 0,0 5 1 16,0 0-103-16,-3 2-20 0,3 6-4 0,0 0-1 16,0 0 0-16,-6 6 0 0,0-4 0 0,-3 4 0 15,3 4-51-15,-3 3-13 0,3 3 0 0,0 3 0 16,0-1 0-16,3 1 0 0,0 2 0 0,0 0 0 16,3 3 0-16,3-8 0 0,0 5 0 0,0-8 0 15,3 3 0-15,3 0 0 0,0-5 0 0,3 2 0 16,0-5-48-16,0 0-13 0,3 0-3 0,3-6 0 15,-3 6 52-15,2-8 12 0,1 0 0 0,0 0 0 16,-3 0 0-16,3 0 0 0,-3-8 0 0,0 3 0 16,-3 0 48-16,-1-6 13 0,1 1 3 0,-3-1 0 15,-3-2-52-15,0 0-12 0,0-3 0 0,-3 0 0 16,-3 0 54-16,0 0 8 0,0-2 2 0,-6 2 0 16,3 0-52-16,-3 0-12 0,-3 3 0 0,0-1 0 0,-3 4 0 0,-5 2 0 0,2 0 0 15,-6 0 0 1,0 8-48-16,-3 0-13 0,-3 3-3 0,-2 5 0 15,-4 5-172-15,3-3-34 0</inkml:trace>
  <inkml:trace contextRef="#ctx0" brushRef="#br0" timeOffset="15097.889">23535 5623 1948 0,'-8'5'40'0,"8"-5"11"16,0 0-41-16,0 0-10 0,0 5 0 0,0-5 0 15,3 6 78-15,0-1 14 0,5 0 2 0,-2-2 1 16,6-1-27-16,0 1-4 0,0 0-2 0,3-3 0 15,3 2 3-15,3-2 1 0,0 0 0 0,2 0 0 16,1 0-47-16,3-2-10 0,0 2-1 0,5-3-8 0,1 0 28 0,3-2-2 0,0 0 0 0,5 2 0 16,-2-2-12-1,0 2-2-15,2 1-1 0,1-4 0 0,-3 4 7 0,-4-4 2 0,4 4 0 16,0-3 0-16,-3 2-20 0,2-2 0 0,1 2 0 0,0-2 0 31,-7-1-99-31,1-2-23 0,-3 3-5 0</inkml:trace>
  <inkml:trace contextRef="#ctx0" brushRef="#br0" timeOffset="15445.25">24714 5228 1849 0,'0'0'38'0,"0"0"10"16,0 0-38-16,0 0-10 0,0 0 0 0,0 0 0 15,0 0 99-15,0 0 17 0,0 0 4 0,0 0 1 16,0 0-38-16,0 0-8 0,0 0-2 0,-3 8 0 16,0 0-33-16,3 6-6 0,0-9-2 0,0 8 0 15,0 6-14-15,0-6-3 0,0 5-1 0,3 1 0 0,-3 5-14 0,0 0 0 16,3-1 0-16,-3 6 0 15,3-5 9-15,-3 3-1 0,3-1 0 0,-3-2 0 0,0 0-8 0,0-3-11 16,0 0 3-16,0 0 0 0,0-2-2 0,0-3 0 16,-3 0 0-16,3-3 0 15,-3-3-29-15,0 4-5 0,3-6-2 0,-3 0 0 16,0-3-138-16,3-5-27 0</inkml:trace>
  <inkml:trace contextRef="#ctx0" brushRef="#br0" timeOffset="15698.598">25018 5287 2310 0,'0'-11'48'0,"0"1"11"0,-3 2-47 0,3-3-12 0,-3 3 0 0,0 3 0 15,3 5 104-15,0 0 20 0,0 0 3 0,0 0 1 16,0 0-52-16,0 0-9 0,0 0-3 0,-3 5 0 16,-3 3-51-16,3 3-13 0,0-6 0 0,0 8 0 15,0-2 54-15,0 5 8 0,0-1 2 0,0 4 0 16,3 0-64-16,-3 4-18 0,0-2-1 0,3 6 0 15,0-3 19-15,0 2 0 0,0-2 0 0,0 2 0 16,0-2-37-16,0 0-7 16,0-3-2-16,-3 3 0 0,3-3 3 0,-3 0 1 0,0 1 0 15,0-1 0-15,0 0-193 0,0-3-38 0</inkml:trace>
  <inkml:trace contextRef="#ctx0" brushRef="#br0" timeOffset="16233.391">23238 6700 1579 0,'-18'16'32'0,"12"-9"10"16,0-1-34-16,3-1-8 0,0 3 0 0,3-3 0 15,0-5 123-15,3 8 22 0,0-2 5 0,3-1 1 16,3 0-59-16,0-2-12 0,3-1-3 0,0-2 0 15,3 3-6-15,2-3-2 0,1-3 0 0,0 3 0 0,6-2-16 0,-3 2-3 0,3-6-1 16,2 4 0 0,4-1-9-16,0-2-1 0,6 0-1 0,-1-3 0 0,4 0-30 15,0 2-8-15,2-2 0 0,1 1 0 16,-6-1-21-16,3 0-6 0,-7 0-1 0,4 0 0 16,-3 2-6-16,-1-1-2 0,1 1 0 0,3 1 0 15,-6 0-110-15,-4 2-22 0,1-2-5 0</inkml:trace>
  <inkml:trace contextRef="#ctx0" brushRef="#br0" timeOffset="16709.097">24366 6448 2224 0,'6'-2'63'0,"0"2"14"0,3-3-61 0,-3 3-16 0,3 0 0 0,0 0 0 16,-3 3 80-16,0-3 12 0,-1 5 4 0,1-2 0 31,0 2-46-31,0 3-9 0,0 0-1 0,-3 2-1 0,3 1-19 0,-3 2-4 0,0 3-1 0,0 3 0 15,0 2-4-15,0 0-1 0,0 5 0 0,-3 1 0 16,3-1-24-16,0 3-5 0,0-2-1 0,0-1 0 16,-3 1 28-16,3-3 4 0,0-1 2 0,0-1 0 31,-3-4-43-31,0 1-9 0,0-4-2 0,0 1 0 16,0-2-116-16,0-4-24 0,0 1-5 0</inkml:trace>
  <inkml:trace contextRef="#ctx0" brushRef="#br0" timeOffset="17057.173">24714 6678 2276 0,'0'-18'48'0,"3"2"9"15,0 0-45-15,0 3-12 0,3-3 0 0,-3 6 0 16,6-1 112-16,-3 0 20 0,3 1 4 0,3 2 0 16,-3 3-57-16,3-1-12 0,3-2-3 0,-4 6 0 15,1-1-51-15,3-2-13 0,0 5 0 0,-3-3 0 16,3 6 38-16,-3-3 5 0,0 2 1 0,-3 4 0 15,3-1-35-15,-4 0-9 0,1 1 0 0,-3 1 0 16,-3 4 0-16,0 0 0 0,-3 2 0 0,-3 0 0 0,0 3-17 0,0 3-5 16,-6-1-1-16,1 1 0 15,-1-1-6-15,-3 1-2 0,0-1 0 0,-3 3 0 16,3-5 31-16,0 3 10 0,-3-6 0 0,3 3 0 0,0-3-10 0,3-2 0 16,1 2 0-16,2-3 0 15,3-2 0-15,0 0 0 0,3 0 0 0,3-2 0 16,3-1 0-16,2-3 0 0,1 4 0 0,3-4 0 15,3 1 0-15,0 0 0 0,3-3 0 0,3 2 0 0,-3 1 21 0,2-3 3 0,-2 0 0 0,0 3 0 16,0-3-24-16,0 0 0 0,-3 2 0 0,3 1 8 16,-3-3-31-16,-1 3-5 0,1-3-2 0</inkml:trace>
  <inkml:trace contextRef="#ctx0" brushRef="#br0" timeOffset="36179.417">22741 3442 2055 0,'-3'6'87'0,"-3"-4"-70"16,0 4-27-16,3-4-6 0,3-2 0 0,-9 6-1 15,-3-6 25-15,3 2 6 0,-3-2 1 0,0 6 0 16,-6-6-15-16,1 0 9 0,-4-6-9 0,-6 6 8 16,0-2-8-16,-3-4 0 0,-2 1 9 0,-4 2-9 15,-3-2 0-15,-2 2 0 0,-1-4 0 0,-6-1 0 16,4 2 27-16,-4 1 7 0,3 2 2 0,-2 1 0 16,2-1-58-16,3 3-11 0,4 3-3 0,-4-1 0 15,6 4 64-15,4 2 12 0,2-6 2 0,3 6 1 16,6 0-43-16,3 0 0 0,0 3 0 0,4-3 0 15,2 2-17-15,3 3 4 0,0 1 1 16,3-1 0-16,3 3 0 0,0 2 1 0,0 3 0 0,3 1 0 16,3 1 11-16,-3-1-12 0,3 4 12 0,0-2-12 15,0 5 3-15,3 3 0 0,0 5 0 0,0 0 0 16,0 2 9-16,3 4 11 0,-1 4-3 0,1-2 0 16,0 6-8-16,-3 2 0 0,3-6 0 0,-3 11 0 15,3-2 0-15,-3 2-9 0,0 3 0 0,0 5 0 16,0 0 9-16,0 3 0 0,0 3 0 0,-3 7 0 15,3-2 0-15,-3 2 0 0,0 3 0 0,-3 8 0 16,3-8 0-16,-3 5 0 0,0 1 0 0,0 12 0 16,0-10 12-16,0 3 5 0,0 5 1 0,0 8 0 15,0-8-8-15,-3-1-2 0,3 4 0 0,0 13 0 16,0-14-27-16,3 3-5 0,-3 3-2 0,0 13 0 0,3-13 26 0,-3 0 0 16,3 3 0-16,0 15 0 0,-3-16 26 0,0 4 10 15,0-4 3-15,0 16 0 16,-3-15-25-16,3-1-5 0,-3 3-1 0,3 11 0 0,0-13 8 0,0-1 0 0,0 1 1 15,0 15 0-15,0-18-17 0,3 0 0 16,0 2 0-16,-3 11 0 0,3-18 41 16,3 2 5-16,-3-2 1 0,2 12 0 0,1-17-30 15,3-1-5-15,-3-3-2 0,3 12 0 0,-3-17-2 0,3 0-8 0,0 1 12 16,0 2-4-16,0-8-8 0,0-3 0 0,3 0 0 16,0 3 0-1,-3-8 0-15,3-5 0 0,-4 0 0 0,4 2 0 0,0-10 0 0,0 0 0 0,-3-3 0 0,6 3 0 16,-6-8 13-16,3 0 1 0,0-3 0 0,0 3 0 15,0-5-14-15,-1-3 0 0,1 0 0 0,0 3 0 16,0-9 0-16,-3-2-18 0,0 0 2 0,0 0 1 16,0-5 15-16,0 3 0 0,-3-4 0 0,0 1 0 15,3-3 0-15,-3-2 0 0,0-1 0 0,2 0 0 16,-2-2 0-16,0 0 0 0,3-3 0 0,0 0 0 16,0 1-8-16,0-6 8 0,0 2-13 0,3 1 5 15,0-4 8-15,0 1 9 0,0 0-1 0,3 0-8 16,-1 0-12-16,1-3-10 0,-3 0-2 0,3 1 0 15,0-1 24-15,0 0-9 0,0-2 9 0,3-1 0 16,-4 1-9-16,4-1 9 0,0 1 0 0,-3-3-9 16,0 3 9-16,3-4 0 0,-3 4-9 0,3-3 9 15,-1 0 0-15,1 0 0 0,3 0 0 0,3 0 0 16,0 0-29-16,0 0-2 0,-1 0 0 0,4-1 0 16,3 1 57-16,-3 0 11 0,5 0 3 0,1 0 0 15,0 0-20-15,0-3-4 0,2 1-1 0,4-1 0 16,0 3-5-16,0-3-1 0,2 3 0 0,4 0 0 0,-1-3 10 0,4-2 1 15,0 2 1-15,5-2 0 0,1 0 18 0,5-1 3 0,1-2 1 0,11 0 0 32,-5 0-63-32,5-2-12 0,4-4-2 0,11-2-1 0,-6 1 8 0,7 1 2 0,2-2 0 0</inkml:trace>
  <inkml:trace contextRef="#ctx0" brushRef="#br0" timeOffset="42679.632">23655 8298 1668 0,'-15'-3'35'0,"0"3"7"15,3 0-34-15,0-2-8 0,0 2 0 0,3-3 0 16,-3 3 86-16,3 0 15 0,-3 0 3 0,3 0 1 16,1 0-33-16,-1 0-6 0,0 0-2 0,3 0 0 15,-3 0-1-15,3 0-1 0,0 0 0 0,6 0 0 16,-6-3 3-16,6 3 1 0,-6-2 0 0,6 2 0 16,0 0-50-16,0 0-16 0,0 0 10 0,0 0-10 15,0 0 0-15,0-3 0 0,0 3 0 0,0-5 0 16,3 2 0-16,3-2 0 0,0 2 0 0,3 0 0 15,3 1 0-15,3-1 0 0,2 1 0 0,4-1 0 0,3-2 0 16,0 2 15-16,6 0-1 0,-1 1 0 0,-2 2-31 0,0-3-7 0,0 0 0 16,0 1-1-1,-4-1-125-15,1-2-25 0,0-3-5 0</inkml:trace>
  <inkml:trace contextRef="#ctx0" brushRef="#br0" timeOffset="42996.374">24262 8004 1811 0,'-3'-5'37'0,"3"0"11"0,-3-1-39 0,3 1-9 0,0 5 0 0,0-5 0 16,0 5 73-16,0-6 13 0,0 6 2 0,0 0 1 15,0 0-48-15,0 0-9 0,0 0-3 0,0 0 0 16,0 0-12-16,0 0-2 0,0 0-1 0,-3 11 0 16,3-3-14-16,0 2 0 0,-3 4 8 0,3 2-8 15,0-1 0-15,0 4 0 0,0 0 0 0,0 2 0 16,0 0 0-16,0 0-15 0,3 0 5 0,-3 3 1 16,3 0-39-16,-3 0-7 0,3-1-1 0,0-1-1 15,0-1-6-15,0 0-1 0,0 0 0 0</inkml:trace>
  <inkml:trace contextRef="#ctx0" brushRef="#br0" timeOffset="43463.589">24464 8105 1736 0,'0'-14'73'15,"0"4"-58"-15,3-1 89 0,-3 3 19 0,3 0 3 16,3 0 1-16,-3 1-36 0,3-1-7 0,0 0-2 0,0 2 0 15,3-2-22-15,0 3-4 0,0-3 0 0,0 6-1 16,0-4-19-16,0 1-4 0,2 0-1 0,1-1 0 16,-3 1-19-16,3 2-4 0,0 3-8 0,-3-2 12 15,3 2-12-15,-3 2 0 0,0-2 0 0,-3 3 0 16,3 0 9-16,-3 2-9 0,-3 0 8 0,0 3-8 16,0 0 0-16,-1 0 0 0,1 3 0 0,-3-1 0 15,0 1 0-15,0-1 0 0,-3 1-12 0,3 0 12 16,-2-1-13-16,-1 1 5 0,0-1 8 0,0-2-13 15,0 3 13-15,0-3-11 0,0 0 11 0,0 0-10 16,0 0 10-16,3-3 0 0,0-5 0 0,0 8-8 16,0-8 8-16,3 3-13 0,0 2 5 0,3-3 8 15,0 1 0-15,0 0 0 0,2-1 0 0,1 1 0 16,3 0 0-16,3-3 0 0,-3 2 0 0,3 1 0 16,0 0 0-16,0 2 0 0,0 0 0 0,-3 1 0 15,-1-1 16-15,1 3 10 0,-6-3 2 0,0 3 1 16,0 0-21-16,-3 0-8 0,0 2 0 0,-3 1 0 15,-3 0 10-15,0 2-10 0,0-3 10 0,-3 4-10 0,0-1 9 0,-6 0-9 16,3 0 8-16,-2 1-8 0,-1-4 9 0,0 3-9 0,-3 1 10 16,3-1-10-16,-3-3 21 0,3 4-1 0,-3-4-1 0,3 3 0 31,0 1-67-31,1-4-12 0,2 4-4 0,-3-4 0 16,0 3-68-16,0 1-13 0,0-4-3 0</inkml:trace>
  <inkml:trace contextRef="#ctx0" brushRef="#br0" timeOffset="43997.899">23455 9653 2269 0,'0'0'64'0,"0"0"15"0,6 2-63 0,0-2-16 0,3 3 0 0,0 0 0 16,0-3 45-16,3 2 7 0,3-2 0 0,-1 0 1 15,7 3-33-15,0-3-8 0,3 0 0 0,3 0-1 16,0 0 13-16,-1 0 4 0,4-3 0 0,0 3 0 16,0-5-28-16,-7 2 0 0,4 1 8 0,-3-4-8 15,3 1-24-15,-3 2-8 0,2-5 0 0,1 3-1 16,-3-3-124-16,3 0-25 0,0 0-5 0</inkml:trace>
  <inkml:trace contextRef="#ctx0" brushRef="#br0" timeOffset="44329.598">24417 9338 2135 0,'3'-8'90'15,"2"2"-72"-15,-2 4 17 0,0-1 3 0,-3 3 1 0,0 0 0 16,0 0-14-16,0 0-2 0,0 0-1 0,0 0 0 16,0 0-6-16,0 0-2 0,0 0 0 0,-6 5 0 15,1 3-5-15,-1 0-1 0,-3 3 0 0,0 2 0 16,3 3 4-16,-3 3 0 0,0 2 0 0,3 3 0 15,-3-1 2-15,0 1 1 0,3 3 0 0,-3 2 0 16,3-5-23-16,3-1-5 0,0 1-1 16,-3-3 0-16,6 1 14 0,-3-1 0 15,3-3 0-15,0 3 0 0,0-2-18 0,3-1 2 0,0-2 1 0,0-2 0 16,0 1-117-16,3-4-24 16,0 0-5-16</inkml:trace>
  <inkml:trace contextRef="#ctx0" brushRef="#br0" timeOffset="44976.109">24806 9377 2143 0,'0'0'90'15,"0"0"-72"1,0 0 25-16,0 0 5 0,0 0 0 0,0 0 1 15,0 0-49-15,0 0 0 0,0 0 0 0,0 0 0 0,-5 6 0 0,2-4 0 0,-3 4 0 16,-3-1 0 0,0-2 0-16,0 2 0 0,0 3 0 0,-3-3 0 15,3 3 0-15,-3 0 0 0,0 0 0 0,0 0 0 16,0 0 25-16,1 2 11 0,-1-2 3 0,0 3 0 0,3-3-23 16,-3 0-5-16,3 0-1 0,0 2 0 15,0-2-10-15,0 3 12 0,3-3-12 0,3 2 12 0,-3 1-12 0,3-3 0 0,3 0 0 0,0 2 8 16,0-2-8-16,3 0 0 0,3 0 0 0,-3 0 0 15,3-3 0-15,3 3 8 0,0-2-8 0,0-1 0 16,0 0 0-16,0 1 8 0,3-4-8 0,0 3 0 16,2-2 0-16,1-3 8 0,0 3-8 0,0-1 0 15,3-2 0-15,0 0 0 0,0 0 0 0,0-2 0 16,-4-1 0-16,4 0 0 0,0 1 0 0,-3-3 0 16,-3 2 0-16,0-2 0 0,0-1 0 0,-3-2 0 15,0 0-90-15,-3 0-23 0,3 1-5 16,-4-4-1-16,-2 3 4 0,-3-3 1 0,3 1 0 0,-3-1 0 15,-3-2 46-15,3 2 8 0,-3-2 3 16,-2 3 0-16,2-1 57 0,-3-2 25 0,0 2-1 0,0 1-1 16,3 2 41-16,-3 0 8 0,0 3 1 0,3-1 1 15,-3 1 2-15,3 2 0 0,0 1 0 0,3 2 0 16,0 0-15-16,0 0-2 0,0 0-1 0,0 0 0 16,-6 0-2-16,6 0-1 0,-6 5 0 0,3 0 0 15,0 3 1-15,0 0 1 0,0 0 0 0,-3 3 0 16,3 2-37-16,0 3-7 0,3 0-1 0,-3 2-1 15,3 1 42-15,-3-1 9 0,3 3 2 0,-3-2 0 16,3 2-56-16,0-2-8 0,-3 2 0 0,3 0-10 16,0-3 10-16,-3 4 0 0,3-4 0 0,0 6 8 0,-3-3-8 0,3 3 0 15,0 2 0-15,-3 1 0 0,3-3-9 16,-3-1-3-16,3 4-1 0,0-3 0 16,-3 0-29-16,3-3-6 0,0 0 0 0,-3 0-1 15,0-2-115-15,0 2-22 0,-2 0-5 0</inkml:trace>
  <inkml:trace contextRef="#ctx0" brushRef="#br0" timeOffset="45658.983">23550 11349 2030 0,'-6'0'57'0,"0"0"14"16,6 0-57-16,0 0-14 0,0 0 0 0,0 0 0 16,0 0 54-16,0 0 8 0,0 0 2 0,0 0 0 15,0 0 0-15,0 0 0 0,0 0 0 0,0 0 0 16,3 0 0-16,6 0 0 0,0 0 0 0,0 0 0 16,0-3-30-16,3 3-6 0,0-3 0 0,0 1-1 15,3-1-19-15,3-2-8 0,-1 2 0 0,1-2 8 16,0 0-8-16,0 2 0 0,6-2 0 0,-6-1 0 15,3 1-14-15,-1 0-2 0,-2 2 0 0,0-2 0 16,0-3-48-16,3 3-11 0,0-1-1 0</inkml:trace>
  <inkml:trace contextRef="#ctx0" brushRef="#br0" timeOffset="46041.917">24318 10931 2048 0,'0'0'43'0,"0"0"9"15,0 0-42-15,0 0-10 0,0 0 0 0,0 0 0 16,0 0 55-16,0 0 9 0,-6 5 1 0,6-5 1 16,-6 5-50-16,0 0-16 0,3 3 8 0,1-2-8 15,-4 2 0-15,3 0 0 0,0 2 0 0,0 1 0 16,0 2 55-16,0 0 7 0,0 0 2 0,0 6 0 16,3 0-52-16,-3-1-12 0,3 1 0 0,-3 2 0 15,3 0 0-15,-3-3 0 0,3 4 0 0,0-1 0 16,3-5 0-16,-3 2 0 0,3 1 0 0,-3-3 0 15,3-1 0-15,0 1 0 0,0 0 0 0,0-3 0 16,0 1 0-16,3-4 0 0,-3 1 0 0,3 2 0 16,-1-5-146-16,1 0-32 0,3 0-6 0</inkml:trace>
  <inkml:trace contextRef="#ctx0" brushRef="#br0" timeOffset="46431.777">24723 11066 2066 0,'-3'-3'43'0,"3"3"10"0,-3-3-42 0,3 3-11 0,-6-2 0 0,6 2 0 15,-6-3 38-15,0 3 6 0,3-3 0 0,-3 3 1 16,-3 3-28-16,4 0-5 0,-1-3-2 0,-3 2 0 16,0 4-1-16,3-4 0 0,-3 4 0 0,0-1 0 15,0-3-9-15,3 4 0 0,-3 2 0 0,0 0 0 16,3-3 0-16,0 3 0 0,3 0 0 0,3 0 0 15,0 2 0-15,0 1 0 0,3-3 0 0,3 2 0 16,0 4 38-16,0-4 6 0,3 3 0 0,0 1 1 16,0-4-22-16,3 3-5 0,-3 1-1 0,3-1 0 15,3-2-17-15,-4 2 0 0,4-3 8 0,0 1-8 16,-3 0 0-16,3-1 0 0,-3-2 0 0,0 0 0 16,-3 0 0-16,0 0 0 0,-3-3 0 0,0 0 0 15,-3 1 0-15,0-1 0 0,-3-5 0 0,0 8 0 16,0-8 0-16,-3 5 0 0,0 1 0 0,-3-4 0 15,0 1 0-15,-3 2 0 0,0-5 0 0,-3 3 0 16,3-1 0-16,-3 1 0 0,3-3 0 0,-6 3 0 16,6-3-48-16,-3 0-12 0,0 0-4 0,1-3 0 15,-1 0-90-15,0 1-18 0</inkml:trace>
  <inkml:trace contextRef="#ctx0" brushRef="#br0" timeOffset="46703.36">24652 11034 2066 0,'0'0'43'0,"0"0"10"0,0 0-42 0,0 0-11 0,0-5 0 0,3 2 0 16,0-2 91-16,0 2 16 0,0 0 3 0,3 1 1 15,0-4-43-15,-1 6-8 0,4-2-1 0,0-1-1 16,3 0-28-16,6 3-6 0,-3-2 0 0,6-1-1 15,0 0 29-15,2 3 7 0,7-2 1 0,-3-3 0 16,3 2-42-16,-3 0-8 0,2 1-2 0,1-1 0 16,-3 0-8-16,0-2 0 0,-3 2 0 0,2 3-11 15,1-2 11-15,0-1 0 0,0 0 0 0,2 1 0 16,-2 2-56-16,0-3-5 0,-3 3-2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09:20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21633 3125 2269 0,'0'0'64'0,"0"0"15"16,3 5-63-16,0 3-16 0,-3 3 0 0,0 2 0 16,0 3 73-16,-3 2 12 0,0 1 3 0,-3 7 0 15,1 3-56-15,-4 3-10 0,3 5-2 0,-6 3-1 16,3-3-11-16,0 0-8 0,0 3 12 0,0-3-12 0,-3-8 12 0,3 0-12 0,0-3 12 0,-3 1-12 16,3-9 0-1,3 1 0-15,-2-6 0 0,2 3 0 0,0-8 0 0,0 0 12 0,0-5-4 0,6-3-8 16,0 0 9-16,-6-3-9 0,3-10 0 0,0 2 9 15,3-7-9-15,3-4-9 0,0-1 9 16,3-7-13-16,3-1 13 0,3-6 0 16,-1-6 0-16,4-4 0 0,0 4 0 0,6 1 8 0,-3-3 1 15,6 0 0-15,-3 5-9 0,-1 1 0 0,4 7 0 0,-3-5 0 16,-3 10 35-16,0 9 5 0,0-3 0 0,-3 8 1 16,-4 2-11-16,1 3-2 0,-3 3-1 0,0 5 0 15,0 2-7-15,-3 4 0 0,0 2-1 0,0 5 0 16,0 0-9-16,0 6-2 0,0 2 0 0,0 3 0 15,0 2-8-15,0 3 8 0,-3 0-8 0,3 0 8 16,-3 11-8-16,0 2 0 0,0-2 0 0,0 5 0 16,-3-3-24-16,0 1-9 0,0-6-3 0,-3 0 0 15,0 0-22-15,-3-8-5 0,0 0-1 0,-3 0 0 16,0-5-81-16,0 0-17 0,-3-3-3 0</inkml:trace>
  <inkml:trace contextRef="#ctx0" brushRef="#br0" timeOffset="182.173">21592 3522 1972 0,'-12'-8'83'16,"3"3"-67"-1,3-3 110-15,0 0 22 0,3 8 4 0,3 0 0 16,0 0-70-16,0 0-14 0,6-6-4 0,3 6 0 16,0 0 0-16,6 6 0 0,0-6 0 0,-1 2 0 15,4 4-51-15,3-4-13 0,0 4 0 0,3-4 0 16,-3 1 0-16,2 2 0 0,1 0 0 0,0 3 0 15,3 0-121-15,3 0-27 0,-1 3-6 0</inkml:trace>
  <inkml:trace contextRef="#ctx0" brushRef="#br0" timeOffset="960.361">21610 4586 1997 0,'-9'-6'56'0,"3"1"13"16,0 0-55-16,0 2-14 0,3 3 0 0,3 0 0 16,0 0 72-16,-3 3 12 0,0 2 3 0,0 6 0 15,3 2-47-15,0 3-10 0,0 2-2 0,3 3 0 0,0 0-10 0,0 1-2 16,3 1-1-16,-3 1 0 16,3-3-3-16,0-2-1 0,-3-1 0 0,3 1 0 0,-3-3-11 0,0-3 0 0,0 0 0 0,-3-2-11 15,0-3 60-15,-3-3 12 0,0 0 3 16,0 1 0-16,3-6-52 0,-6 0-12 0,0 0 0 0,0-3 0 31,0-5 54-31,0 0 8 0,0-2 2 0,3-1 0 0,0-5-52 0,0-5-12 0,3 0 0 0,0-6 0 16,3-2 0-1,0-5 0-15,3-6 0 0,0 0 0 0,6 6 19 0,0 2 1 0,0 3 0 16,5 0 0-16,1 5-9 0,0-2-2 0,0 2 0 0,3 3 0 16,0 2 1-16,-1 6 0 0,4-3 0 0,0 3 0 15,0 5-10-15,3-3 10 0,0 6-10 0,-1-3 10 16,-2 6-10-16,3 2 0 0,-3 0 0 0,-3 2 8 15,-4 4-8-15,-2 1 0 0,-3 4 0 0,-3 0 8 16,-6-1 7-16,-3 6 1 0,-3 0 0 0,-3 5 0 16,-6-8-64-16,0 3-13 0,-5 0-3 0,-1 5 0 15,-3-7 52-15,-6 9 12 0,3-7 0 0,-3 5 0 16,4-7 0-16,-4 4 0 0,3-5 0 0,3 1 0 16,0 1 0-16,3-7 0 0,1 3 8 0,2-6-8 15,3 1 0-15,3-1 0 0,3-2 0 0,6-3 0 16,0 0 8-16,0 0-8 0,6-3 12 0,3 0-12 15,3 1 15-15,3-6-4 0,2 0-1 0,4 5 0 16,0-2 1-16,3-1 0 0,3 6 0 0,0-5 0 16,-1 5 1-16,4 0 0 0,0 5 0 0,0-2 0 15,-4 5 7-15,-5 0 1 0,0 3 1 0,0-1 0 16,-6 1-21-16,-3 5-12 0,-3-8 2 0,-3 5 0 16,-3 3 10-16,-3-6 9 0,-3 9-1 0,-6-9-8 15,0 6 10-15,-6 0-10 0,0-3 8 0,-9 6-8 0,0-6 0 0,-2 0 0 16,-4 3 0-16,-3 3 0 15,3-3 0-15,1 2 0 0,-4 1 0 0,0 2-11 16,3-3-23-16,-2 1-5 0,-1-1-1 0,3 1 0 16,0-3-137-16,0 2-28 0,4-7-6 0</inkml:trace>
  <inkml:trace contextRef="#ctx0" brushRef="#br0" timeOffset="1374.424">21744 5625 2067 0,'-6'-15'87'16,"0"1"-70"0,3 4 89-16,-3 2 18 0,0 0 3 0,-3 3 1 15,3-1-52-15,-3 6-9 0,-3 0-3 0,0 6 0 16,0 4-51-16,-3 3-13 0,-3 3 0 0,1 3 0 16,-1 2 0-16,3 3 0 0,-3 0 0 0,0 7 0 15,6 4-16-15,0 2-7 0,3 5-1 0,6 3 0 0,0-5 24 0,6-1-9 0,3-4 9 0,6 2 0 16,0-5-8-1,6-1 8-15,3-2 0 0,0 1 0 0,3-4 16 0,2 1 11 16,7-4 1-16,-3 1 1 16,0-5-44-16,2-3-9 0,1-1-1 0,3-1-1 15,-3-4-10-15,2-2-1 0,4 0-1 0,-3-3 0 16,-4 1-123-16,1-1-25 0</inkml:trace>
  <inkml:trace contextRef="#ctx0" brushRef="#br0" timeOffset="1743.238">21520 6940 1580 0,'0'0'67'16,"0"0"-54"-1,0 0 143-15,0 0 29 0,0 0 6 0,0 0 1 16,0 0-103-16,0 0-20 0,0 0-4 0,-3 11-1 16,3 0 0-16,0 4 0 0,-3 4 0 0,3 5 0 15,0 0-51-15,0 5-13 0,0 0 0 0,3 3 0 0,0-1 0 16,0 1 0-16,0-3 0 0,3 6 0 15,-3-1 0-15,3 3 0 0,0 0 0 0,-3 5 0 0,3-5 0 0,-3 1 0 0,0-4 0 0,0 3 0 16,0-8 0-16,-3 0 0 0,0-5 0 16,0 2 0-1,0-7-132-15,-3 0-30 0,3-6-6 0</inkml:trace>
  <inkml:trace contextRef="#ctx0" brushRef="#br0" timeOffset="1997.661">21443 7081 2310 0,'-9'-16'97'0,"3"0"-77"16,3 0 86-16,0 3 18 0,6 0 3 0,-3 2 1 15,6 3-52-15,0 0-9 0,3 0-3 0,3 3 0 16,3 2 0-16,0 1 0 0,5 2 0 0,1 0 0 16,6 5-51-16,0 0-13 0,3 6 0 0,2-1 0 15,-2 6 21-15,-3 3 2 0,3 2 0 0,-4 3 0 16,1 0-15-16,-3 2-8 0,3 0 8 0,-6 1-8 15,0-1-17-15,-4-2-8 0,1 0-2 0,-6 0 0 16,-3 0 27-16,-3-1 0 0,-3 1 0 0,-6 3 0 16,-3-1 0-16,-6 3 0 0,-3 0 0 0,-3 1 0 15,-2-4-33-15,-7 0-2 0,0-2 0 0,-6 3 0 16,-2-6-81-16,-4 0-16 0,0 0-3 0</inkml:trace>
  <inkml:trace contextRef="#ctx0" brushRef="#br0" timeOffset="2447.434">21764 8295 2310 0,'0'0'48'0,"0"0"11"16,0 0-47-16,0 0-12 0,6-2 0 0,-6 2 0 16,3 2 104-16,3 6 20 0,-3 0 3 0,0 5 1 15,0 3-52-15,0 5-9 0,0 1-3 0,0 4 0 16,-3 0-51-16,3 4-13 0,-3 1 0 0,3 4 0 16,-3-1 0-16,0 3 0 0,0 3 0 0,0 0 0 15,-3-1 9-15,3 1-1 0,-3 0 0 0,0-3 0 16,0 0-8-16,0-6 0 0,-3 1-10 0,0 0 10 15,0-6-42-15,0-4-2 0,0-1-1 0,-2-3 0 16,2-2-53-16,0-5-10 0,0-3-3 0</inkml:trace>
  <inkml:trace contextRef="#ctx0" brushRef="#br0" timeOffset="2657.706">21782 8570 2115 0,'-3'-31'44'0,"-3"2"11"0,3 2-44 0,0 3-11 0,0 0 0 0,0 3 0 16,3 3 116-16,0-1 22 0,3 3 4 0,0 0 1 15,0 3-59-15,3 0-11 0,0 0-2 0,0 5-1 16,3-3-24-16,0 1-5 0,3 2-1 0,0 2 0 16,3-1-40-16,3 1 0 0,-1 1-16 0,4 0 5 15,0 2 11-15,0 0 0 0,3 3 0 0,0 3 0 16,-4 0 0-16,1 5 0 0,-3-3 0 0,-3 5 0 16,3 1-104-16,-6 2-20 0,0 3-3 0</inkml:trace>
  <inkml:trace contextRef="#ctx0" brushRef="#br0" timeOffset="2826.793">21821 8750 2262 0,'12'-8'64'0,"0"0"14"16,6 1-62-16,-1-4-16 0,4-2 0 0,3-1 0 0,3 1 107 0,6 0 18 15,-4 0 4-15,4 2 1 16,-3 1-102-16,0-1-20 0,-3 0-8 0,-1 3 0 15,-2 3 0-15,-3-3 0 0,0 3 0 0,-3 2 0 16,-6 1-101-16,-1 2-18 0,1 0-3 0</inkml:trace>
  <inkml:trace contextRef="#ctx0" brushRef="#br0" timeOffset="3024.025">21812 9216 2135 0,'9'5'90'0,"0"1"-72"16,0-6 74-16,3 2 14 0,3-2 3 0,-1-2 1 16,4 2-37-16,3-6-7 0,0 4-2 0,0-1 0 15,3-2-51-15,-1-1-13 0,-2 1 0 0,3 2 0 16,0-2 13-16,-3 3 0 0,0-4 0 0,-1 6 0 16,-5 0-239-1</inkml:trace>
  <inkml:trace contextRef="#ctx0" brushRef="#br0" timeOffset="3408.896">21922 10161 2269 0,'0'0'64'0,"0"0"15"0,0 0-63 0,0 0-16 0,0 0 0 0,0 0 0 16,0 0 54-16,0 5 8 0,-3 3 2 0,0 2 0 15,0 1-52-15,-3 2-12 0,3 3 0 0,-3 5 0 16,0 3 54-16,3 0 8 0,-3 5 2 0,1 0 0 15,2 0-64-15,0 0-15 0,0 0-1 0,0 3-1 16,0-3 17-16,0 0 0 0,0 1 0 0,3 1 0 16,-3 1 15-16,0 0 0 0,3 0 0 0,-3 2 0 15,0-5-15-15,3 0 0 0,0-5 0 0,-3 2 0 16,3-4-34-16,0-4-10 0,-3 1-1 16,6-3-1-16,-3-6-117 0,0-2-23 0,0 0-5 0</inkml:trace>
  <inkml:trace contextRef="#ctx0" brushRef="#br0" timeOffset="3617.515">21925 10169 2310 0,'-3'-14'97'0,"0"1"-77"16,3 3 86-16,0-1 18 0,3 0 3 0,0 3 1 15,6-2-52-15,0 2-9 0,0 0-3 0,6 3 0 16,0-3-51-16,0 0-13 0,5-3 0 0,1 3 0 15,0 0 31-15,3-2 3 0,3 2 1 0,-3 0 0 16,-4 3-25-16,4-3-10 0,-3 5 8 0,0 0-8 0,-3 1 0 0,0 2 0 0,-4 0 0 16,4 0 0-1,-6 5-32-15,0 0-9 0,0 3-2 0,-3 0 0 16,-6 3-166-16,0 2-34 0,-3-2-6 0</inkml:trace>
  <inkml:trace contextRef="#ctx0" brushRef="#br0" timeOffset="3815.025">21907 10483 2560 0,'0'0'53'0,"0"0"13"0,0 0-53 0,6 3-13 0,3-3 0 0,0-3 0 16,6 3 104-16,3-2 17 0,0-3 4 0,3-1 1 16,2-2-77-16,1 0-15 0,3 0-3 0,0-2-1 15,-3-1-9-15,-1 3-1 0,-2-2-1 0,6-4 0 16,-6 4-3-16,3-1-1 0,-1 1 0 0,4-1 0 15,-3 1-115-15,0-1-22 16,0 3-5-16</inkml:trace>
  <inkml:trace contextRef="#ctx0" brushRef="#br0" timeOffset="4532.392">22273 3416 2138 0,'3'0'44'0,"6"0"12"0,-3 0-45 0,6 0-11 0,0 0 0 0,0 0 0 16,3 0 96-16,0 0 18 0,3 0 3 0,2 0 1 15,1 0-50-15,0-3-11 0,3 1-1 0,-3 2-1 16,6-3-44-16,-4 0-11 0,4-5 0 0,0 3 0 16,6-3 0-16,-1-2 0 0,4-1 0 0,3 0 0 15,0 1 0-15,2-1 0 0,4-2 0 0</inkml:trace>
  <inkml:trace contextRef="#ctx0" brushRef="#br0" timeOffset="4758.467">23574 2903 1824 0,'0'0'76'16,"0"0"-60"-1,0 0 140-15,0 0 29 0,0 0 6 0,0 0 1 16,0 0-103-16,0 0-20 0,0 0-4 0,0 0-1 15,3 2 0-15,0 4 0 0,0 4 0 0,-3 3 0 16,3 3-64-16,-3 5 0 0,-3 1-8 0,3 7-1 16,-3-5 9-16,-3 2 12 0,3-2-2 0,-3 5-1 15,0-5-9-15,0 2 0 0,0-7 0 0,0 7 8 16,0-7-8-16,4 7 0 0,-1-5 0 0,0-2 0 16,0 2-109-16,3-2-15 0,-3-1-2 0</inkml:trace>
  <inkml:trace contextRef="#ctx0" brushRef="#br0" timeOffset="5106.115">23934 3061 2747 0,'-3'-10'78'0,"-3"2"17"0,3 0-76 0,-3 0-19 0,1 3 0 0,-4 5 0 16,3 0 55-16,-3 2 7 0,0 9 2 0,0-3 0 15,0 0 0-15,0 5 0 0,0 3 0 0,0 0 0 16,3 5-103-16,0-8-20 0,0 11-4 0,3-8-1 15,0 5 79-15,3-5 15 0,3 5 3 0,0-5 1 16,3 0-34-16,3 0 0 0,0-3 0 0,3 0-12 16,0-2-13-1,6-1-3-15,0-2 0 0,2-2 0 0,-2-1 28 0,3-2 0 0,3-3 0 0,-3 0 0 16,-3-3 0-16,3 0 0 0,-4-2 0 0,-2 2 0 16,0-5 46-16,-3-5 14 0,0 5 4 0,-3-5 0 15,0 0-52-15,-3 2-12 0,0-5 0 0,-3 0 0 16,0 3 0-16,-3-5 0 0,0 2 0 0,-3-3 0 15,-3 6 0-15,0 0 0 0,-3 0 0 0,-3 2 0 16,-3 3 0-16,-3-3 0 0,-3 4 0 0,-5 4 0 16,-1-2-48-16,-3 5-13 0,0 5-3 0,-5-2 0 15,2 4-116-15,0 4-23 0,-3 5-5 0</inkml:trace>
  <inkml:trace contextRef="#ctx0" brushRef="#br0" timeOffset="5518.236">22547 4795 1668 0,'0'0'70'16,"0"0"-56"-1,0 0 96-15,0 0 19 0,6-3 4 0,0 0 1 16,0 1-28-16,3-1-6 0,0 3 0 0,0-3-1 15,3 1-49-15,0-1-10 0,3 3-1 0,2-3-1 16,1 3-10-16,6-2-1 0,3-4-1 0,0 4 0 16,2 2 30-16,1-5 7 0,6-1 1 0,-3 4 0 15,-1-4-64-15,-2 1-20 0,3 2 0 0,-3 1 0 16,2-9-19-16,1 6-4 0,0-3-1 0,3 3 0 16,-4-1-118-16,1 4-24 0,0-9-5 0</inkml:trace>
  <inkml:trace contextRef="#ctx0" brushRef="#br0" timeOffset="5812.137">23815 4212 2310 0,'-3'-2'97'16,"-3"-6"-77"-1,3 3 60-15,0-1 13 0,-3 4 3 0,3-1 0 16,3 3-31-16,-5-3-5 0,5 3-2 0,0 0 0 15,0 0-26-15,-6 3-4 0,3 0-2 0,0 5 0 16,0 5-14-16,3-3-4 0,-3 4 0 0,3 4 0 16,-3 1-8-16,3 2 0 0,0 3 0 0,-3 2 8 15,3-5-8-15,0 3 0 0,3 0 0 0,-3 2 0 16,3 1 0-16,-3-1 0 0,3 3 0 0,0-2 0 16,-3 2 0-16,0-3 0 0,3 3 0 0,-3 1 0 15,0-4 0-15,0-2 0 0,0 2 0 0,0-4 0 16,0-1-37-16,0 0-3 0,0-8-1 0,0 0 0 15,0-2-151-15,0-6-29 0</inkml:trace>
  <inkml:trace contextRef="#ctx0" brushRef="#br0" timeOffset="7884.966">24178 4173 1989 0,'-3'-8'56'0,"-2"0"13"16,2 3-55-16,-3-1-14 0,3 1 0 0,0 0 0 15,3 5 104-15,-3 0 19 0,3 0 3 0,0 0 1 16,0 0-42-16,0 0-8 0,0 0-1 0,0 0-1 0,0 0-28 16,0 0-6-16,-3 2-1 0,3 9 0 15,-3 0-15-15,3 2-3 0,0 3-1 0,3 5 0 16,-3-5-10-16,3 7-3 0,0 4 0 0,0-6 0 0,0 6-8 15,0-1 0-15,-3-5 0 0,3 3 0 0,0 0 0 16,-3-3 0-16,2 0 0 0,-2 3 8 16,3 0-8-16,-3-3 0 0,0 0-12 0,0 3 12 0,0-3-15 0,0 6 5 0,0-9 1 0,-3 1 0 31,3-1-37-31,0 1-7 0,-2-6-2 0,2 3 0 16,0-6-122-16,-3 1-25 0,3 0-5 0</inkml:trace>
  <inkml:trace contextRef="#ctx0" brushRef="#br0" timeOffset="8395.919">22065 5969 2146 0,'6'-5'60'0,"0"0"15"0,3-3-60 16,0 3-15-16,0-1 0 0,6 1 0 0,0 0 86 0,-1-1 14 0,4 1 4 0,6 0 0 15,0 2-38-15,3-2-7 0,2 0-2 0,7-1 0 16,0 1-45-16,3 2-12 0,2 1 0 0,4-1 0 16,-3-2 16-16,-1 2 0 0,4 0 1 0,2 1 0 15,1-1-27-15,0 3-6 0,2-2 0 0,4-1-1 16,-9 0-49-16,-1 1-10 0,-5-1-1 0</inkml:trace>
  <inkml:trace contextRef="#ctx0" brushRef="#br0" timeOffset="8634.088">23541 5578 2067 0,'6'-3'87'16,"0"-2"-70"0,0 0 89-16,0 2 18 0,0 0 3 0,0 1 1 15,-3 2-52-15,-3 0-9 0,6 0-3 0,-6 0 0 16,6 5 0-16,-3 0 0 0,3 3 0 0,-3 0 0 15,3 3-51-15,-3 2-13 0,3 0 0 0,-3 0 0 16,3 6 0-16,-3-1 0 0,0 1 0 0,3 7 0 16,-3-2 0-16,3 8 0 0,-3 2 0 0,3 1 0 0,-1-1 0 0,-2 1 0 0,0-4 0 0,3 1 0 15,-3-3 0-15,0-5 0 0,0-3 0 0,-3-2 0 32,3-3-117-32,0-1-27 0,-3-1-4 0</inkml:trace>
  <inkml:trace contextRef="#ctx0" brushRef="#br0" timeOffset="8983.37">23928 5715 2553 0,'9'-16'53'0,"0"6"12"0,0-3-52 0,0-1-13 0,3 4 0 0,0-1 0 16,3 3 54-16,0 0 8 0,0 0 2 0,-1 6 0 15,1-3 0-15,-3 5 0 0,3-3 0 0,-3 6 0 16,-3-1-52-16,0 3-12 0,0 3 0 0,-3 0 0 15,0 0 0-15,-3 3 0 0,0-1 0 0,0 4 0 16,-6 2 0-16,0-1 0 0,0 1 0 0,-6 5 0 31,0 1-48-31,-3 4-13 0,0 3-3 0,-3 0 0 0,0-2 52 0,3 2 12 0,-2 0 0 0,-1-3 0 16,6-2-54-16,0-5-8 0,0-1-2 0,3-2 0 16,3-3 103-16,3-2 20 0,0 0 4 0,6-3 1 15,0-3-52-15,6 3-12 0,0-3 0 0,3 0 0 16,2 1 54-16,1-1 8 0,3-2 2 0,3-1 0 0,0 1-52 0,0-3-12 15,2 2 0-15,1-2 0 0,0 0 0 16,3 0 0-16,2 0 0 0,1 3 0 0,0 2 0 16,3-2 0-16,-4 2 0 0,1 1 0 15,0 2-100-15,-3 0-22 0,-4-1-5 0</inkml:trace>
  <inkml:trace contextRef="#ctx0" brushRef="#br0" timeOffset="9444.133">22303 7295 1824 0,'-9'-3'38'0,"0"3"8"16,0-2-37-16,0-1-9 0,3 0 0 0,-2 3 0 15,2-2 103-15,3-1 18 0,3 3 4 0,-6-3 1 16,6 3-40-16,0 0-8 0,0-5-2 0,0 5 0 16,0-5-21-16,6 0-5 0,-3 2-1 0,3-2 0 15,5 2 16-15,1 0 3 0,3-2 1 0,6 5 0 16,0-3-55-16,3-2-14 0,3 3 0 0,2-1 0 0,1 0 0 0,0 3 0 0,3-2 0 0,-4-1 0 16,4 0 0-16,0 3 0 0,-3 0 0 0,5-2 0 15,-2 2 0-15,3-3 0 0,-1 3 0 0,4-3 0 31,-3 3-18-31,-3 0-6 0,-1-2-2 0,1-1 0 0,-6 3-163 16,-3 0-33-16</inkml:trace>
  <inkml:trace contextRef="#ctx0" brushRef="#br0" timeOffset="9912.746">23726 6829 1910 0,'-3'-13'40'0,"3"13"9"0,0 0-39 0,3-5-10 0,-3 2 0 0,0 3 0 15,0 0 86 1,0 0 15-16,0 0 3 0,0 0 1 0,6 3 19 0,0-1 3 0,-3 4 1 0,0 2 0 15,0 0-103-15,0 5-25 0,0-3 0 0,0 6 0 16,-3-2 16-16,0 4-3 0,0 1 0 0,0 2 0 16,0 0-13-16,0 5 0 0,0 3 0 0,0 1 0 15,0-1 8-15,0 0-8 0,0 3 0 0,0-3 0 16,0-3 0-16,0-2-20 0,0 2 4 0,0-4 0 16,0-1 16-16,0 0 0 0,0-3 0 0,0-2 0 15,0 0-143-15,0-3-25 16,0-2-4-16</inkml:trace>
  <inkml:trace contextRef="#ctx0" brushRef="#br0" timeOffset="10336.348">24056 7049 2318 0,'9'-21'48'0,"-3"0"11"0,3 5-47 0,0-3-12 0,3 3 0 0,-3 3 0 15,3 0 96-15,3 2 16 0,-3 1 4 0,3-1 1 16,-1 1-42-16,4 2-9 0,-3-3-2 0,3 6 0 15,3-3-15-15,-3 2-3 0,3 4-1 0,2-1 0 16,-2 1-13-16,0 2-4 0,3 0 0 0,-6 0 0 16,3 5-28-16,-7-3 0 0,1 4 0 0,0-1 0 15,-6 0 0-15,-3 1 0 0,0 2 0 0,-3 0 0 0,-3-3 0 0,-3 3 0 0,0 0 0 0,-3 0 0 32,-3 0-45-32,-3 0-15 0,0-1-4 0,0 1 0 0,-2 3 52 0,-1-3 12 0,0 0 0 0,0 2 0 15,0-2-16-15,3 0-1 0,0-2 0 0,0 2 0 16,3-3 17-16,3 0 0 0,0 0-8 0,6-5 8 15,0 0 0-15,0 0 0 0,0 0 0 0,6 6 0 16,3-4 0-16,0 1 0 0,6 0 0 0,0-1 0 16,6 1 12-16,0 0 0 0,3 2 0 0,-4 3 0 15,4 0-12-15,-3 2 11 0,0 4-11 0,-3-1 10 16,0 0-10-16,-4 0 0 0,-2 0 0 16,0 3 0-16,-3-2 53 0,-3-1 9 0,-1446 3 2 0,2889-3 0 15,-1449 3-52-15,-3 0-12 0,0 0 0 0,-3-1 0 16,-3 1-17-16,-3 0-7 0,-3 0 0 0,-5 3-1 15,-1-1-11-15,-6 3-3 0,0 3 0 0,-6 3 0 16,4-4-20-16,-4 6-4 0,0-2-1 0</inkml:trace>
  <inkml:trace contextRef="#ctx0" brushRef="#br0" timeOffset="10770.265">22562 9036 1530 0,'6'-26'32'0,"-3"15"8"0,0 3-32 0,0-2-8 0,0-1 0 0,0 0 0 15,3 3 98-15,-3-2 18 0,3 2 4 0,0 0 1 16,0 0-20-16,0 0-4 0,0 0-1 0,0 0 0 15,6 0-35-15,-1 3-7 0,1 0-2 0,6-3 0 16,3 5 10-16,3-2 2 0,3 0 0 0,2-1 0 16,4 4-53-16,0-4-11 0,0 4 0 0,5-4 0 15,-5 4 0-15,0-1 0 0,0-2 0 0,2 2 0 16,1 0 0-16,0 1 0 0,2 2 0 0,-2-3 0 16,0 1-190-16,0 2-42 15</inkml:trace>
  <inkml:trace contextRef="#ctx0" brushRef="#br0" timeOffset="11234.142">23759 8160 1976 0,'0'0'83'16,"0"0"-67"-1,0 0 96-15,0 0 18 0,0 0 4 0,3 6 1 16,0 1-43-16,-3 1-9 0,3 0-2 0,0 3 0 16,0 0-43-16,0 4-9 0,0 1-1 0,0 5-1 15,0 1-15-15,-1 4-2 0,1-2-1 0,0 5 0 16,0 0-9-16,0-2 8 0,0 2-8 0,0 0 8 15,-3-3 13-15,3 1 3 0,0-1 0 0,-3 3 0 16,3 0-71-16,0 3-13 0,-3-3-4 0,3 3 0 16,0-6 52-16,-3 1 12 0,3-3 0 0,-3-3 0 15,0 0-221-15,-3-5-42 0</inkml:trace>
  <inkml:trace contextRef="#ctx0" brushRef="#br0" timeOffset="11802.178">24256 8449 2553 0,'15'-27'118'0,"-6"14"-105"0,-3 0-13 0,3 0 0 0,-1-1 0 15,1 4 54-15,-3-1 8 0,3-2 2 0,0 5 0 16,-3-3 0-16,0 6 0 0,0-3 0 0,0 3 0 16,-3 2-52-16,-3 3-12 0,0 0 0 0,0 0 0 15,0 0 0-15,-6 8 0 0,0 3 0 0,-3 2 0 16,-3 3 0-16,0 0 0 0,-3 0 0 0,-2 2 0 31,-1 1-48-31,0-1-13 0,0 1-3 0,-3-1 0 0,0-2 52 0,-2 0 12 0,2-3 0 0,-6 3 0 16,6-3 0-16,0 1 0 0,3-1 0 0,1 0 0 15,2-2 0-15,6 2 0 0,0-3 0 0,3 4 0 16,3-4 0-16,3 1 0 0,3-1 0 0,3-2 0 16,3 3 0-16,3-3 0 0,2 0 0 0,4 2 0 15,0-4 0-15,3-1 0 0,0 0 0 0,0 1 0 16,0-6 18-16,2 0 6 0,-2 0 2 0,0-3 0 15,3-2-42-15,-3 2-8 0,2-5-1 0,-2 3-1 16,0-3 26-16,-3-3 0 0,0 1 0 0,-3 2 0 16,-3-6-56-16,-3 4-7 0,0-1-1 0,-4-2 0 15,-2 2 0-15,-3-2 0 0,0 3 0 0,-3-4 0 16,1 1 52-16,-4 3 12 0,0-4 0 0,0 1 0 0,0 0 48 0,-3-3 13 16,3 0 3-16,0 3 0 0,-3 0 0 0,3-1 0 0,0 1 0 15,0 3 0-15,0-1 0 0,3 3 0 0,0 0 0 0,0 3 0 16,3 5-52-16,0 0-12 0,0 0 0 0,0 0 0 15,0 0 54-15,0 0 8 0,0 0 2 0,3 8 0 16,0 5-52-16,0 0-12 0,0 3 0 0,0 0 0 16,-3 0 0-16,0 2 0 0,0 1 0 0,0 2 0 15,-3 6 0-15,3 2 0 16,-3 2 0-16,-3 6 0 0,3-2 0 0,0 2 0 16,0 0 0-16,0 0 0 0,0-5 0 0,0 2 0 0,0-5 0 0,0 6 0 31,0-4-48-31,0 1-13 0,0 3-3 0,-3 2 0 0,1-3-165 15,-1 0-34-15</inkml:trace>
  <inkml:trace contextRef="#ctx0" brushRef="#br0" timeOffset="12301.549">22642 10571 1854 0,'0'0'78'0,"6"-3"-62"16,3 3 113-16,0-3 23 0,0 3 5 0,3 0 1 15,3-2-54-15,3-1-12 0,0 1-1 0,3-1-1 16,-1-2-72-16,4 2-18 0,3 0 0 0,0 1 0 16,0-1 20-16,-1 0 1 0,4 1 0 0,-3-4 0 15,0 4-21-15,0-1 0 0,-1-2 0 0,1 2-8 16,3-2-8-16,-3 2 0 0,2-2-1 0</inkml:trace>
  <inkml:trace contextRef="#ctx0" brushRef="#br0" timeOffset="12596.948">23684 10034 2587 0,'-3'-8'54'0,"0"2"12"0,0-2-53 16,6 6-13-16,-3-3 0 0,0 5 0 0,6-3 63 0,-3 0 9 0,3 3 3 0,-3 0 0 16,3 3-32-16,0 0-7 0,0 2 0 0,0 3-1 15,0 2-21-15,0 1-4 0,0 5-1 0,0 0 0 16,0 0-9-16,0 2 0 0,0 1 0 0,0 4 0 16,0 1 0-16,-3 3 0 0,3 2 0 0,-3 3 0 15,-1-1 0-15,4 4 0 0,-3-1 0 0,0 3 0 16,0-2 0-16,0-6 0 0,3 2 0 0,-3-2 0 15,-3-5 0-15,3 0 0 0,0-3 0 0,-3-2 0 16,0-3-224 0,-3 0-48-16</inkml:trace>
  <inkml:trace contextRef="#ctx0" brushRef="#br0" timeOffset="12914.267">24223 10282 2732 0,'3'-13'57'0,"0"0"12"15,0 2-55-15,0 3-14 0,-3-2 0 0,3 2 0 16,-3 0 68-16,-3 3 10 0,3-1 2 0,-3 1 1 16,0 0-52-16,0 2-10 0,0 0-3 0,-3 3 0 15,0 0-7-15,0 0-1 0,-3 0-8 0,0 3 12 16,0 2-12-16,1 3 0 0,-1-2 0 0,3 4 0 16,-3 1-13-16,6 2-9 0,-3 0-2 0,3 3 0 15,3 3 24-15,3 2 0 0,0 0 0 0,3 0 0 16,3 0 0-16,3 0 0 0,-1 1 0 0,1-1 0 15,3-3 16-15,-3-2 7 0,3 3 1 0,0-3 1 16,0-3-17-16,0 0-8 0,-3-2 8 0,2 2-8 16,-5-5-18-16,0 2-9 0,0-2-1 0,-3 3-1 15,-3-3 74-15,-3 2 15 0,0 1 4 0,-3 0 0 0,-3-1-52 0,-3 3-12 0,0-2 0 0,-6 2 0 32,1-2-48-32,-1 2-13 0,0-5-3 0,-3 3 0 0,0-3 47 0,-3-1 9 0,0-1 8 0,-2-1-12 31,2-2-88-31,0-3-19 0,0-3-3 0</inkml:trace>
  <inkml:trace contextRef="#ctx0" brushRef="#br0" timeOffset="13124.867">24223 10245 2480 0,'9'-29'52'0,"-9"19"12"0,3 2-52 0,0 0-12 0,0 0 0 0,0 0 0 15,0 0 117-15,0 0 21 0,0 3 4 0,3-1 1 16,0 1-63-16,3 0-12 0,0 0-2 0,3 2-1 15,2-2-17-15,1 2-4 0,6 0-1 0,-3 1 0 16,3-1-23-16,3 0-4 0,-1 1 0 0,1-1-1 16,0 3-15-16,0-3 0 0,0 3 0 0,-3-2 0 15,2 2-16-15,-2 0-7 0,3-3-1 0,-3 3 0 16,0-3-159-16,2 3-32 0,1 0-6 0</inkml:trace>
  <inkml:trace contextRef="#ctx0" brushRef="#br0" timeOffset="16080.337">9176 3892 2314 0,'0'0'65'0,"0"0"15"0,0 0-64 0,0 0-16 0,0 0 0 0,0 0 0 15,0 0 65-15,3 3 10 0,0 5 1 0,-3 2 1 16,3 1-32-16,0 5-6 0,-3-3-2 0,3 6 0 16,-3-1-15-16,3-2-3 0,-3 5-1 0,0 0 0 15,0 3-9-15,0 5-1 0,-3 0-8 0,3 6 12 16,0-3-12-16,-3 2 8 0,0 0-8 0,3 1 0 15,-3-6 0-15,0-3 0 0,3 1-11 0,-3-3 11 16,0-3-139-16,3-3-20 0,0-2-4 0</inkml:trace>
  <inkml:trace contextRef="#ctx0" brushRef="#br0" timeOffset="16337.619">9462 3961 2542 0,'-6'-11'72'0,"0"4"16"16,3-1-71-16,-3 2-17 0,3 1 0 0,-3 2 0 16,6 3 99-16,0 0 16 0,0 0 3 0,0 0 1 15,-6 3-62-15,3 2-12 0,0 1-2 0,0 2-1 16,0-1-16-16,3 4-3 0,-3 2-1 0,3 1 0 0,0-1-22 16,-3 3 0-16,3 0 0 0,0-1 0 15,0 7 0-15,-2 1 0 0,2 4 0 0,0 2 0 0,-3 0 0 16,3 3 0-16,-3 5 0 0,0-8 0 0,3 0 0 0,-3-3 0 0,0 1 0 0,-3-3 0 31,6 0-19-31,-6-3-8 0,3-3-1 0,0 1-1 16,0-1-159-16,0 1-31 0,3-1-6 0</inkml:trace>
  <inkml:trace contextRef="#ctx0" brushRef="#br0" timeOffset="16590.088">10126 4035 2714 0,'3'-8'77'0,"0"0"16"16,-3 0-74-16,0 0-19 0,0 3 0 0,-3-3 0 15,3 6 83-15,0 2 13 0,-3-6 2 0,3 6 1 16,0 0-43-16,-6-2-8 0,6 2-1 0,-6 2-1 16,-3 4-24-16,3 1-5 0,0-1-1 0,0 2 0 15,-3 0-32-15,-3 2-6 0,0 1-2 0,-2 2 0 16,-1 6 42-16,-3-6 8 0,-3 5 2 0,0 9 0 15,-3-6-45-15,0 8-9 0,-2 3-2 0,-1-3 0 16,3-3 28-16,0 1 0 0,3-3 0 0,-2 2 0 16,2-7-108-16,3 2-16 0,-3-3-3 0</inkml:trace>
  <inkml:trace contextRef="#ctx0" brushRef="#br0" timeOffset="16854.039">9730 4101 2310 0,'0'-13'48'0,"0"2"11"0,-3 4-47 16,3-7-12-16,-3 4 0 0,0 2 0 0,3 3 104 0,0-3 20 0,-3 0 3 0,3 2 1 15,0 1-24-15,0 5-4 0,0 0 0 0,0 0-1 16,0 0-51-16,3-3-11 0,-3 3-1 0,6-2-1 16,-3 4-35-16,3 1 0 0,3 2 0 0,-3 1-12 15,3 2 24-15,3 0 6 0,0 2 1 0,-1 1 0 16,1 5-19-16,3-3 0 0,0 5 0 0,0 9 0 15,3-6-12-15,-3 8-5 0,0 3-2 0,0-3 0 16,-1 0 19-16,-2 0 0 0,3-2 0 0,-3-1 0 16,0-2-134-16,0 2-33 0,0-2-6 0</inkml:trace>
  <inkml:trace contextRef="#ctx0" brushRef="#br0" timeOffset="17820.054">12156 8689 2168 0,'0'0'61'0,"0"0"15"16,0 0-61-16,0 0-15 0,0 0 0 0,0 0 0 15,0 8 60-15,0 0 8 0,-3 3 3 0,3-3 0 16,0 0-42-16,0 2-8 0,3 1-1 0,-3 0-1 16,3-1-19-16,-3-2 0 0,3 3 0 0,3-3 0 15,-3-3 0-15,3 3 0 0,0-3 0 0,0 0 0 16,0 1 0-16,3-4 0 0,-1 1 0 0,1-3 0 15,0 0 0-15,0 0 0 0,3-3 0 0,-3 1 0 16,0-4 58-16,0 4 5 0,3-4 1 0,-3-1 0 16,-3 1 0-16,3-2 0 0,-3-2 0 0,0 2 0 0,-3-5-52 15,0 2-12-15,0-2 0 0,-1 0 0 16,-2-1 54-16,0 1 8 0,-2 0 2 0,-1 0 0 16,-3-1-52-16,3 4-12 0,-3-1 0 0,0 1 0 15,-3 2 0-15,3 0 0 0,-3 2 0 0,0 1 0 16,-3 0 0-16,3 2 0 0,0 1 0 0,-3 2 0 15,0 2-48-15,0-2-13 0,1 5-3 0,-1-2 0 16,0 2-111-16,3 3-22 0,-3 0-5 0</inkml:trace>
  <inkml:trace contextRef="#ctx0" brushRef="#br0" timeOffset="18510.389">11328 8557 1668 0,'0'0'35'0,"0"0"7"0,3-2-34 0,-3 2-8 0,3-6 0 0,-3 6 0 16,3-2 86-16,-3 2 15 0,0 0 3 0,0 0 1 16,0 0-7-16,3-3-2 0,-3 3 0 0,0 0 0 15,0 0-51-15,0 0-10 0,0 0-3 0,0 0 0 16,0 0 26-16,3 5 5 0,0 3 1 0,-3 0 0 15,0 5-52-15,0 1-12 0,0 1 0 0,-3 1 0 16,0 5 0-16,3 1 0 0,-3 1 0 0,0 1 0 16,3-3 0-16,-3 3 0 0,3-3 0 0,0 3 0 15,-3-5 0-15,3 2 0 0,0-3 0 0,-3 1 0 16,3-3 0-16,0 0 0 0,0-3 0 0,3 0 0 16,-3 0-202-16,0-2-43 0,3 2-9 0</inkml:trace>
  <inkml:trace contextRef="#ctx0" brushRef="#br0" timeOffset="19714.581">10557 8576 1040 0,'0'0'21'0,"0"0"7"15,0 0-28-15,0 0 0 0,0 0 0 0,-5 2 0 16,5-2 68-16,-6 6 8 0,6-6 1 0,-6 2 1 16,0 1-18-16,0 0-4 0,6-3-1 0,-6 5 0 15,6-5 1-15,-3 2 0 0,3-2 0 0,-6 3 0 0,6-3 20 0,0 0 4 0,-6 3 0 0,6-3 1 16,0 0-13-16,0 0-4 0,0 0 0 15,0 0 0-15,0 0-51 0,0 0-13 0,-3-3 0 0,3 3 0 16,-3-3 56 0,0-2 8-16,3 0 1 0,3 0 1 0,-3-1-26 0,3 1-6 0,0-3-1 0,0 3 0 15,0 0-3-15,0-1-1 0,3-2 0 0,0 3 0 16,-3 0-29-16,6-1 0 0,0 1 0 0,-1 2 0 16,1-2 57-16,0 0 6 0,0 2 1 0,3-2 0 15,-3 2-52 1,3-2-12-16,-3 2 0 0,0 3 0 0,3-2 0 0,-3-1-10 15,-3 3 2-15,0 0 0 0,3 0 8 0,-4 0 0 0,1 0 0 16,-6 0 8-16,6 3-8 0,-6-3 0 0,3 5 8 0,0 0-8 16,-3-5 8-16,0 6-8 0,0-1 8 0,0 0-8 15,-6 3 0-15,3-3 0 0,-3 1 0 0,1 2 8 16,-1 0-8-16,0-3-10 0,0 3 10 0,0 0-13 16,0 2 13-16,-3-2 0 0,0 3 0 0,3-1 10 15,-3-2-10-15,0 6 0 0,0-4 0 0,0 1 0 16,3-1-49-16,-3 1-12 0,0 0-3 0,3-1 0 15,0 1 52-15,1-3 12 0,-1 0 0 0,3 0 0 16,-3-1 13-16,3 1 6 0,0 0 1 0,3-2 0 16,-3-1-20-16,3 0 0 0,0-5-11 0,0 5 11 15,0-5-9-15,0 6 9 0,3-4 0 0,-3-2-9 16,3 6-2-16,3-4 0 0,-3 1 0 0,3-3 0 16,0 3 11-16,-1-1 0 0,1-2 0 0,0 3 0 15,3-3 34-15,0 0 9 0,0-3 1 0,0 3 1 16,3-2-34-16,0 2-11 0,-3 0 0 0,6-3 0 15,-3 0 20-15,0 1-2 0,-1 2-1 0,4-3 0 16,-3 0-40-16,0 1-8 0,3 2-1 0,-3-3-1 16,0 0-97-16,-3 1-19 0,3 2-4 0</inkml:trace>
  <inkml:trace contextRef="#ctx0" brushRef="#br0" timeOffset="20502.481">9801 8470 1337 0,'-6'-3'56'16,"6"3"-44"-1,-5 0 92-15,-1-2 20 0,6 2 3 0,-6-3 1 16,6 3-52-16,0 0-9 0,0 0-3 0,0 0 0 0,0 0 0 0,0 0 0 0,0 0 0 0,0 0 0 16,0 0 0-16,0 0 0 0,0 0 0 0,0 0 0 15,6 0 0-15,0-3 0 0,5 1 0 0,1 2 0 16,3-3 0-16,3 3 0 0,0 0 0 0,0-3 0 15,0 3-46-15,2 0-10 0,-2 0-8 0,0 0 12 16,-3 0-2-16,3 3 0 0,-3-3 0 0,0 3 0 16,-6-1-10-16,0 1 0 0,-1 2 9 0,-2 0-9 15,0-2 0-15,-3 2 0 0,0 3 0 0,0-2 8 16,-3-1-23-16,-3 0-4 0,0 1-1 0,0 1 0 16,-3-1 3-16,0-1 0 0,1 0 0 0,-4 3 0 15,0-2 0-15,0-4 0 0,0 4 0 0,0-4 0 16,0 3 9-16,3-2 8 0,-3 0-12 0,6-1 12 15,3-2 0-15,0 0-8 0,0 0 8 0,0 0 0 16,0 0 0-16,0 0-10 0,0 0 10 0,0 0-8 16,6 3 8-16,0-3 0 0,3 0 8 0,0 3-8 15,3-3 19-15,-3 0-1 0,3 0 0 0,-3 2 0 16,2-2 2-16,-2 0 1 0,0 3 0 0,-3 0 0 16,3-1 2-16,-3 1 0 0,0 2 0 0,-3 0 0 15,0-2 4-15,-3 5 1 0,0 0 0 0,0 0 0 16,-3 3-11-16,0-1-1 0,0 1-1 0,0-1 0 15,-6 4-3-15,3-1 0 0,-3 3 0 0,-3-3 0 16,-2 0-12-16,-1 0 8 0,-3 1-8 0,-3-1 0 16,0 0 0-16,-3-2 0 0,0-1 0 0,-2 1 0 0,5-1-11 15,-3-2-1-15,3 3-1 0,0-3 0 16,4-3-143-16,2 0-29 0,0 1-6 0</inkml:trace>
  <inkml:trace contextRef="#ctx0" brushRef="#br0" timeOffset="21326.303">10739 3673 2192 0,'0'0'92'15,"0"0"-73"1,0 0 53-16,0 0 10 0,0 0 2 0,0 0 1 15,0 0-13-15,0 0-2 0,0 0-1 0,0 8 0 16,0 2-51-16,0 1-10 0,0 2-8 0,-3 3 9 16,3 5 29-16,0-2 6 0,0 4 0 0,-3 1 1 0,3 5-31 0,0-8-6 15,-3 6-8-15,3 2 11 0,-3-5-11 16,3 0 0-16,0-1 0 0,-3-1 8 16,0 1-8-16,3 1 0 0,-3 0 0 0,0 3 8 0,-3-1 1 0,3 6 0 0,0-3 0 0,-3-5 0 31,3 2-58-31,-3-2-12 0,3-3-3 0,0 0 0 15,1-5-1-15,-1 0-1 0,0-5 0 0,3-1 0 0,0-2-150 16,3 0-31-16</inkml:trace>
  <inkml:trace contextRef="#ctx0" brushRef="#br0" timeOffset="21765.84">10974 3977 1493 0,'12'-29'63'0,"-3"2"-51"15,-3 1 154-15,3 2 30 0,-3 0 7 0,0 3 1 16,-3 5-52-16,0-5-11 0,0 8-1 0,-3 0-1 15,0 2-60-15,0 3-12 0,0-2-3 0,0 4 0 16,-3 1-51-16,3 5-13 0,0 0 0 0,0 0 0 16,0 0 34-16,-6 3 4 0,0-1 1 0,-3 9 0 15,3-3-31-15,0 8-8 0,0 2 0 0,-3 3 0 16,3 3 0-16,-3-3 0 0,0 3 0 0,0 3 0 16,3-4 0-16,0 1 0 0,1 0 0 0,-1 2 0 15,3-7 0-15,-3 5 0 0,3 0 0 0,0-3 0 16,0 5 0-16,3 1 0 0,0 2 0 0,0-3 0 15,0-2-20-15,3 3-3 0,0-4 0 0,0 1 0 16,3 0-4-16,0-11-1 0,0 3 0 0,2-3 0 0,4-5 12 0,0 0 1 16,0-5 1-16,0 2 0 15,3-5 33-15,0 0 6 0,0-5 2 0,3 0 0 0,-1-3-27 16,-2 0 0-16,0 0 0 0,0-3 0 0,-3 1 0 16,0-1 0-16,-3-5 0 0,-3 0 0 0,0 0 0 15,-3 0 0-15,0 1 0 0,0-1 0 16,-6 0 56-16,0 0 7 0,0 3 1 0,-3 0 0 15,-3-1-52-15,0 6-12 0,-3 0 0 0,0 6 0 0,0-6 0 0,-3 5 0 0,-3 1 0 16,1 2 0-16,-1 2 0 0,0 1 0 0,0 5 0 0,-3 0 0 16,6-3 0-16,-3 3 0 0,4 0 0 0,-1 2 0 15,0-2-50-15,3 3-13 0,-3-3-2 16,3 2-1-16,3-4-138 0,0 2-28 0,0-3-6 0</inkml:trace>
  <inkml:trace contextRef="#ctx0" brushRef="#br0" timeOffset="25396.646">11081 3405 2032 0,'-3'-8'42'0,"3"8"10"16,0-7-41-16,3-1-11 0,-3 2 0 0,3-2 0 15,-3 3 106-15,3-3 19 0,0-2 4 0,3 2 1 16,-3-3-44-16,6 3-9 0,-3-3-1 0,3 6-1 15,3-3-20-15,0 0-4 0,0-2-1 0,6 4 0 0,-4 1-15 16,4-3-3-16,0 3-1 0,0-3 0 0,-3 3-7 16,3-1-2-16,0 1 0 0,-3 0 0 15,-1 2-12-15,-2-2-2 0,0 2-8 0,-3 3 12 16,0 0 2-16,-3 0 0 0,0 0 0 0,-6 0 0 16,0 0-14-16,0 0 0 0,0 0 0 0,0 0 0 0,-3 3 0 0,0 5 0 0,-3 0 0 0,0 0 0 15,0-3 0-15,0 3 0 0,-3-3 0 0,3 3 0 16,-3-5 0-16,3 2 0 0,1 0 0 0,-1-2 0 15,6-3 0-15,-6 5 0 0,6-5 0 0,0 0 0 16,0 0 0-16,0 0 0 0,0 0 0 0,0 0 0 16,0 0 0-16,6 0 0 0,0 3 0 0,-1-3 0 15,4 0 0-15,0 0 0 0,3 0 0 0,0 0 0 16,0 0 0-16,0 5 0 0,3-5 0 0,0 3 0 16,-3 2 0-16,0-2-16 0,2-1 3 0,-2 6 1 15,-3 0 21-15,0 0 5 0,0-5 1 0,-3 8 0 16,0-1-15-16,-3 3 0 0,-3-2 0 0,0 2 0 15,0 0 0-15,-6 1 0 0,3 2 0 0,-6-3 0 16,0 3 0-16,0-6 0 0,0 3 0 0,-3 1 0 16,4-1 19-16,-4 3 10 0,0-8 3 0,0 5 0 15,0-2-32-15,-3 2 0 0,3-5 0 0,0 2 0 16,3 1-28-16,-3-3-8 0,3-3-1 0,-2 0-1 16,-1 1-169-16,3-4-33 0</inkml:trace>
  <inkml:trace contextRef="#ctx0" brushRef="#br0" timeOffset="26124.215">11549 4093 1814 0,'0'0'52'0,"0"0"10"0,0 0-50 0,0 0-12 0,0 0 0 0,0 0 0 16,0 0 92-16,0 0 16 0,0 0 4 0,0 0 0 15,0 0-34-15,0 0-6 0,6 0-2 0,0 0 0 16,3 0-14-16,-1 0-2 0,4 6-1 0,0-6 0 16,3 0-11-16,0 0-2 0,3 0-1 0,3 2 0 15,-3-4-7-15,5 2-2 0,-2 0 0 0,3-6 0 16,0 4-13-16,3-1-2 0,2-2-1 0,1 5 0 15,0-3-14-15,-3 0 9 0,2 1-9 0,-2 2 8 16,-3-3-8-16,0 1 0 0,-3 2 0 0,-3 0 8 16,-1-6-8-16,-5 4 0 0,0 2 0 0,0-6-11 15,-3 4-29-15,-3-1-5 0,0 0-2 0,0 1 0 16,0-1-140-16,-3 0-28 0,0 1-5 0</inkml:trace>
  <inkml:trace contextRef="#ctx0" brushRef="#br0" timeOffset="26401.337">11939 3863 1580 0,'-6'-8'67'0,"0"3"-54"31,0 2 155-31,0 3 30 0,3-5 6 0,3 5 2 16,0 0-74-16,0 0-14 0,0 0-3 0,0 0-1 15,0 0-40-15,-6 5-8 0,6-5-2 0,-6 8 0 0,3-5 0 0,0 5 0 0,3 2 0 0,-3 1 0 16,0 2-51-16,0 0-13 0,3 3 0 0,-3-2 0 15,0 4 0-15,0-2 0 0,0 2 0 0,0-2 0 16,0 6 54-16,0-1 8 0,-3 0 2 0,3 5 0 16,-3 3-64-16,0 6-23 0,3-3 1 0,-3 5 0 15,0-6 35-15,1 1 7 0,-1 0 2 0,0 0 0 32,-3-1-69-32,3-2-13 0,3-2-4 0,-3 7 0 0,3-7-51 0,3 2-10 0,-3 0-3 0</inkml:trace>
  <inkml:trace contextRef="#ctx0" brushRef="#br0" timeOffset="28620.074">12596 3591 1799 0,'0'0'51'0,"0"0"11"0,0 0-50 0,-6 2-12 0,6-2 0 15,0 0 0 1,-2 6 102-16,2-6 18 0,-6 5 3 0,3 3 1 0,3-6-35 0,-3 4-6 0,3-1-2 0,0 3 0 16,0 0-22-16,0 0-5 0,0 2-1 0,0 4 0 15,0-1-25-15,0 3-4 0,0 5-2 0,0 0 0 16,0 0-11-16,0 6-3 0,0-1 0 0,0 3 0 15,3 0-8-15,-3 0 0 0,0 1 0 0,3 1 0 32,-3-7-25-32,0 3-7 0,0-4-2 0,0 7 0 0,3-12 34 0,-3 6 0 0,0 0 0 0,0-6 0 31,0 1-182-31,-3-1-30 0</inkml:trace>
  <inkml:trace contextRef="#ctx0" brushRef="#br0" timeOffset="29021.524">12974 3752 2508 0,'3'-13'71'0,"3"2"16"16,-3 6-70-16,0-3-17 0,3 0 0 0,-3 0 0 16,0 3 55-16,3 0 7 0,-3 2 2 0,0-2 0 15,-3 5 0-15,3 0 0 0,-3 0 0 0,0 0 0 16,0 0-52-16,0 0-12 0,0 0 0 0,0 0 0 15,0 5 21-15,-3 3 2 0,0 5 0 0,-3-5 0 16,0 3-37-16,-3 2-7 0,-3 3-2 0,1 0 0 16,-1 2 23-16,0-5 0 0,0 3 0 0,-3 0 0 15,3 0 0-15,-3 0 0 0,3 2 0 0,-6-4 0 16,6-1 0-16,4 0 0 0,-4-2 0 0,6 2 0 16,0-3 0-16,0-2 0 0,3 0 0 0,0 0 0 15,6 0 0-15,-3 0 0 0,6-3 0 0,-3 1 0 16,6-1 0-16,0 0 0 0,3 1 0 0,-1-4 0 0,4 4 0 0,-3-6 0 0,3 0 0 15,0 0 0-15,0 2 0 16,0-2 0-16,3-2 0 0,-1 2 0 0,-2 0 0 16,3 0 0-16,0 0 0 0,0-6 0 0,0 4 0 0,0 2 0 0,-3-6 12 0,2 4-4 15,-2-1-8-15,-3-2-9 0,0-1 9 0,0 1-13 32,-3 2-89-32,0-4-18 0,0 1-3 0,-3 1-1 15,3-3-88-15,-3 5-19 0</inkml:trace>
  <inkml:trace contextRef="#ctx0" brushRef="#br0" timeOffset="29260.163">13037 3696 2030 0,'-12'-7'57'0,"0"4"14"15,0-5-57-15,6 3-14 0,-3 2 0 0,6-2 0 16,3 5 105-16,0 0 19 0,0 0 3 0,0 0 1 16,0 0-36-16,0 0-8 0,0 0 0 0,3 5-1 15,3-5-31-15,3 8-5 0,-3-5-2 0,3 5 0 16,-3 2-36-16,3 6-9 0,0-3 0 0,-3 6 0 15,3 2 34-15,0 3 5 0,-3 2 1 0,3 3 0 16,-3-5-32-16,3 3-8 0,-4-1 0 0,-2-2 0 16,3 2 0-16,-3-2 9 0,0 3-9 0,0-6 0 15,-3 5 23-15,0 3-3 0,0-2 0 0,0 2 0 16,0-3-67-16,-3 3-13 0,3-2-4 0,-3-1 0 16,0-4 0-16,0-1 0 0,0-5 0 0</inkml:trace>
  <inkml:trace contextRef="#ctx0" brushRef="#br0" timeOffset="29560.492">13894 3794 2714 0,'0'-10'77'0,"0"-1"16"0,-3 3-74 16,0-2-19-16,0 2 0 0,0 5 0 0,0-7 62 0,-3 4 9 0,3 4 1 0,-3-1 1 15,6 3-7-15,-5 0-2 0,-1-5 0 0,-3 10 0 16,3-5-51-16,0 5-13 0,-3 1 0 0,0 4 0 16,0 1 0-16,0 2 0 0,-3 3 0 0,3 2 0 15,-3 6 8-15,0-3-8 0,0-2 11 0,-2 7-11 16,-1-5 0-16,0 3 0 0,-3 0 0 0,-3 3 0 16,3-6 0-16,-3 3 0 0,-2-3 0 0,-1 2-12 15,3 1 12-15,0 3 0 0,-3-6 0 0,0 5 0 16,4 1-101-16,-1-6-18 0,3 3-3 0,-3-8-1 15,3 2-110-15,-3-5-23 0</inkml:trace>
  <inkml:trace contextRef="#ctx0" brushRef="#br0" timeOffset="29825.857">13406 3932 2310 0,'0'-45'48'0,"0"26"11"0,0 6-47 16,0-3-12-16,0 6 0 0,0-1 0 15,0 3 156-15,0-2 28 0,0 4 7 0,0 1 1 16,0 5-103-16,0 0-20 0,0 0-4 0,0 0-1 16,0 0-51-16,3 3-13 0,3 5 0 0,0 2 0 0,0-2 0 0,3 5 0 0,0 6 0 0,0-3 0 15,0 2 29-15,3 1 3 0,-1-1 1 0,1 4 0 16,3-4-1-16,-3 1-1 0,3-1 0 0,-3 3 0 16,3-2-31-16,-3 5 0 0,3-6 0 0,-3 3 0 15,-1 6-21 1,1-9-11-16,0 3-1 0,0 3-1 0,-3-3-10 15,0-2-1-15,0-1-1 0,0-2 0 0,-3-2-174 0,-3-1-36 0</inkml:trace>
  <inkml:trace contextRef="#ctx0" brushRef="#br0" timeOffset="30297.746">14248 3466 2328 0,'3'-2'48'0,"0"-9"12"0,0 6-48 0,-3 5-12 0,0-3 0 0,0 3 0 15,0 0 95-15,0 0 16 0,0 0 3 0,0 0 1 16,0 0-56-16,0 0-11 0,0 8-3 0,0 3 0 15,0-1-21-15,-3 3-4 0,3 3 0 0,0 3-1 16,0-1-7-16,-3 1 0 0,0 5-1 0,3-3 0 16,-3 5-11-16,1 1 10 0,-1 2-10 0,0 8 10 15,0-5-10-15,3 5-11 0,-3 0 3 0,0 5 0 16,3-8 8-16,-3 1 0 0,3-3 0 0,-3 2 0 16,3-2 0-16,-3 0 0 0,0-3 0 0,3 0 0 15,-3-3 0-15,3 1 0 0,-3 2 0 0,3-8 0 16,3-3-144-16,-3-2-28 0,3-2-4 0</inkml:trace>
  <inkml:trace contextRef="#ctx0" brushRef="#br0" timeOffset="30751.075">14582 3810 2238 0,'3'-47'47'0,"-3"36"9"15,0-7-44-15,0 7-12 0,0-5 0 0,0 5 0 16,0 1 120-16,-3 2 21 0,3 0 5 0,-3 0 1 15,0 5-67-15,3-2-12 0,0 5-4 0,0 0 0 16,0 0-51-16,0 0-13 0,0 0 0 0,-6 3 0 16,0-1 54-16,0 4 8 0,0-1 2 0,0 6 0 0,0-1-64 0,0 6-28 0,0 0 3 0,0 0 0 31,3 5 25-31,-3 3 0 0,0 2 0 0,0 3 0 0,1 0 0 0,2 1 0 0,-3 1 0 0,0-2-8 16,3 1 8-16,-3-4 0 0,3 0-9 0,0 4 9 15,3-1-32-15,0 0-3 0,0-3 0 0,3 3 0 16,-3-2 13-16,6 2 2 0,-3-11 1 0,3 4 0 15,3-4-13-15,-1-2-2 0,1-5-1 0,3-1 0 16,0-2 18-16,0-5 3 0,0-3 1 0,3 0 0 16,0-3 13-16,-3-5 0 0,3 3 0 0,-1-6 0 15,1 1 0-15,-3-4 0 0,0 1 0 0,0-3 0 16,-3-2 58-16,-3 2 5 0,3-3 1 0,-6 1 0 16,0 2 0-16,-3 3 0 0,0-6 0 0,0 9 0 15,-3-6-52-15,-3 5-12 0,3 3 0 0,-3 0 0 16,-3 0 39-16,0 3 5 0,0 0 0 0,-3 2 1 15,0 3-35-15,-3 0-10 0,1 0 0 0,-1 3 0 16,0-1 0-16,0 4 0 0,-3-1 0 0,0 6 0 16,3-9-9-16,0 6 0 0,4 0 0 0,-4 3 0 15,3-1-21-15,3-2-4 0,0 3-1 0,3-1 0 16,0 1-157-16,3-3-32 0,3 3-7 0</inkml:trace>
  <inkml:trace contextRef="#ctx0" brushRef="#br0" timeOffset="31337.134">14746 3390 1792 0,'0'0'51'0,"0"0"10"16,0 0-49-16,-6 0-12 0,0 2 0 0,6-2 0 15,-6 0 105-15,0-2 19 0,3 2 3 0,3 0 1 16,-6-6-52-16,3 1-9 0,0 0-3 0,0-1 0 15,0 1 0-15,3-3 0 0,0 0 0 0,0 3 0 16,3-3-51-16,0 0-13 0,3 0 0 0,0-3 0 16,0 6 54-16,3-3 8 0,0 0 2 0,0 3 0 15,-1 0-52-15,4-1-12 0,-3 4 0 0,3-1 0 16,0 3 0-16,-3-5 0 0,0 5 0 0,0 0 0 16,0 5 34-16,-3-5 4 0,0 0 1 0,0 5 0 15,0 1-11-15,-3-1-3 0,0 3 0 0,0 5 0 16,-3-2-71-16,0 2-14 0,0 3-4 0,-3 5 0 15,0-2 52-15,-3-1 12 0,3 3 0 0,-3 0 0 16,0 1 0-16,3-4 0 0,-3 1 0 0,0-3 0 16,3-1 0-16,-3-1 0 0,3-1 0 0,-3-3 0 0,3 4 0 0,0-9 0 0,3 3 0 15,-3 0 0-15,3 0 0 0,3-8 0 0,-3 0 0 0,3 5 0 16,3-2 0-16,3-1 0 0,0-2 0 0,0 0 0 16,3 0 48-1,0 0 13-15,2-2 3 0,-2-1 0 0,3 0-64 0,3 1-16 0,-3-4-2 0,3 4 0 16,-3-3 18-16,3 5 0 0,-1-3 0 0,4 0 0 31,-6 3-32-31,3 0-4 0,0 0 0 0,0 0 0 0,-3-2-179 0,3 2-36 16</inkml:trace>
  <inkml:trace contextRef="#ctx0" brushRef="#br0" timeOffset="33151.927">15076 4014 1580 0,'-6'0'67'16,"0"3"-54"-1,6-3 92-15,-6 0 19 0,6 0 3 0,0 0 1 16,0 0 0-16,0 0 0 0,0 0 0 0,0 0 0 16,0 0-52-16,0 0-9 0,0 0-3 0,0 0 0 15,3 8 0-15,6-8 0 0,0 2 0 0,3 4 0 16,3-6-32-16,3 2-6 0,2-2-2 0,4 0 0 15,3 0 5-15,-3 0 1 0,6 0 0 0,-1-2 0 16,1 2-16-16,-3-6-3 0,3 4-1 0,2-4 0 16,-2 4-10-16,3-4 0 0,-3 4 0 0,2-4 0 15,-5 4 0-15,-3-1 0 0,-3 0 0 0,0-2 0 16,-3 3 0-16,-4-4 0 0,-2 1-12 0,0 0 12 16,-3-1-58-16,-3 1-4 0,0 2-1 0,0-2 0 15,-3 0-114-15,-3-3-23 0,3 3-5 0</inkml:trace>
  <inkml:trace contextRef="#ctx0" brushRef="#br0" timeOffset="33405.743">15448 3715 1580 0,'-6'-8'67'0,"0"8"-54"16,3-8 143 0,3 8 29-16,-6-3 6 0,6 3 1 0,0 0-53 0,0 0-11 0,0 0-1 0,0 0-1 15,0 0-48-15,0 0-10 0,0 0-1 0,0 11-1 16,0-3-53-16,0 3-13 0,0 2 0 0,3 3 0 15,-3 0 54-15,3 2 8 0,0 3 2 0,-3-2 0 16,3 7-41-16,-3-7-8 0,3 2-2 0,-3 0 0 16,0 0-5-16,0 0-8 0,0 1 11 0,0-1-11 15,-3 3 8-15,3-6-8 0,-3 9 0 0,0-6 0 16,0 5 0-16,0 1 0 0,0 2 0 0,-3 0 0 16,3-3-10-16,0-2-9 0,0 0-1 0,-3-3-1 15,3 0-83-15,0-2-16 0,3-3-3 0</inkml:trace>
  <inkml:trace contextRef="#ctx0" brushRef="#br0" timeOffset="34921.346">16031 3606 2067 0,'0'-7'87'0,"0"-4"-70"16,3 6 89-16,0-3 18 0,0 0 3 0,-3 8 1 15,0 0-52-15,0 0-9 0,0 0-3 16,0 0 0-16,0 0 0 0,0 0 0 0,0 0 0 15,3 2 0-15,0 4-51 0,0 4-13 0,-3 1 0 0,0 5 0 16,0-6 0-16,0 9 0 0,-3-1 0 0,0 9 0 16,0-6 0-16,-3 8 0 0,3 3 0 0,-3 2 0 15,4 1 0-15,-4-6 0 0,3 3 0 0,0-1 0 16,0-2 0-16,0 1 0 0,0-9 0 0,0 5 0 16,3 1-48-16,3-6-13 0,-3 3-3 0,3-3 0 15,3-3-153-15,0 1-31 0</inkml:trace>
  <inkml:trace contextRef="#ctx0" brushRef="#br0" timeOffset="35312.092">16439 3723 2269 0,'6'-8'64'0,"0"0"15"15,0 0-63-15,-3 3-16 0,3 0 0 0,-3 2 0 16,-3 3 105-16,0 0 19 0,3 0 3 0,-3 0 1 15,0 0-103-15,0 0-25 0,0 0 0 0,0 0 0 0,0 0 56 0,0 0 7 0,0 0 1 0,-3 3 0 32,-3 4-47-32,0 4-9 0,-3-3-8 0,0 0 12 0,-3 5-12 0,-3 3 0 0,1-3-12 0,-1 3 12 15,-3 0 0-15,-3 5 0 0,0-5 0 0,3 5 0 16,-3-5 0-16,4 0 0 0,-1-3 0 0,0 3 0 16,6-3 0-16,0-2 0 0,0 2 0 0,3 0 0 15,3-5 0-15,0 6 0 0,0-7 0 0,3-1 0 16,3 2 0-16,0 0 10 0,0 0 1 0,3 0 0 15,0-6-11-15,0 3 0 0,3-2 0 0,0 0 0 16,3-1-8-16,0-2 8 0,3 3 0 0,0-3 0 16,0 0-10-16,3 0 10 0,3 0-13 0,-4 0 5 15,4 0 8-15,0-3 11 0,0 3-3 16,3-2 0-16,-3 2-8 0,0 0 0 0,-1-3 9 0,1 0-9 16,-3 3 0-16,3-2-13 0,-3-1 1 0,0 1 1 15,0-4 11-15,-3 4 0 0,-1-6 0 0,-2 2 0 16,0 1-112-16,0-3-21 0,0 0-4 0</inkml:trace>
  <inkml:trace contextRef="#ctx0" brushRef="#br0" timeOffset="35535.845">16493 3718 2269 0,'-15'-3'64'0,"3"-5"15"0,0 8-63 15,3-5-16-15,0 2 0 0,3 3 0 16,6 0 54-16,0 0 8 0,0 0 2 0,0 0 0 15,0 0 8-15,0 0 1 0,0 8 1 0,3 0 0 0,0 3-26 0,3-1-6 0,0 6-1 0,0-3 0 16,0 3-22-16,3 0-5 0,-3 5-1 0,0-2 0 16,0 2 5-16,0-3 1 0,0 4 0 0,0 1 0 15,-3-1-31-15,3 1-5 0,-3-1-2 0,0-1 0 16,0 3 32-16,0-1 7 0,-3-2 0 0,3 3 1 16,-3 3-37-1,0-6-7-15,0 5-1 0,0 1-1 16,0-3-95-16,0-1-20 0,3-1-3 0</inkml:trace>
  <inkml:trace contextRef="#ctx0" brushRef="#br0" timeOffset="35832.763">17323 3829 2643 0,'0'-11'55'0,"-3"-5"13"15,0 6-54-15,3-1-14 0,-3 1 0 0,-3-1 0 16,3 3 92-16,0 0 16 0,-2-2 4 0,2 2 0 16,0 5-52-16,-3-2-9 0,3 2-3 0,-3-2 0 15,6 5-22-15,-6 0-5 0,0 5-1 0,-3-5 0 16,3 8-10-16,-3-3-2 0,-3 6-8 0,0 5 12 16,0 0-24-16,-3 2-6 0,-3 3-1 0,1 0 0 15,-1 3 33-15,0 0 6 0,0 0 2 0,-3 2 0 16,0-7-22-16,1 5 0 0,2-1-10 0,-3-1 10 15,0-1-36-15,0 3-1 0,0-6 0 0,-2 1 0 16,-1-1-113-16,3 1-22 0,-3-1-5 0</inkml:trace>
  <inkml:trace contextRef="#ctx0" brushRef="#br0" timeOffset="36110.232">16939 3874 2336 0,'0'-19'48'0,"0"11"12"0,0 0-48 0,0 3-12 0,0 0 0 0,0 5 0 16,0 0 118-16,0 0 21 0,0 0 4 0,0 0 1 16,0 0-74-16,0 0-14 0,0 0-4 0,0 0 0 15,3 2-28-15,3 6-5 0,-3 0-2 0,3 3 0 16,0-1-8-16,0 6-1 0,3-2-8 0,-3 4 12 16,6-2-12-16,-3 0 0 0,0 2 0 0,0 4 0 15,3-9 0-15,-1 5 0 0,1-2 0 0,-3 3 0 16,3-1-23-16,0 1-10 0,0 2-3 0,-3-3 0 15,0 1 36-15,0 5 0 0,0-8 0 0,-3 5 0 16,3-8-58-16,-3 3-5 0,-3-6-1 0,3 1 0 16,-1-3-102-16,-2-5-21 0,0 2-4 0</inkml:trace>
  <inkml:trace contextRef="#ctx0" brushRef="#br0" timeOffset="36377.132">17630 3548 2067 0,'-3'-8'87'0,"0"6"-70"16,0-6 140-16,0 0 28 0,-3 5 6 0,3 1 1 15,-3-1-103-15,6 3-20 0,-6-3-4 0,6 3-1 32,-6 3-51-32,0 2-13 0,0 6 0 0,3-3 0 0,-3 0 0 0,0 5 0 0,3 3 0 0,-3 0 0 15,3 5 39-15,-2-5 5 0,-1 5 0 0,0 3 1 16,0 2-28-16,3 6-5 0,-3 2-2 0,0 1 0 15,0-1-1 1,3-2 0-16,0 0 0 0,0-1 0 0,0-2-9 0,0-5 0 0,0 0 0 0,3 3 0 16,-3-4 0-16,3 1 0 0,0-3 0 0,0 6 0 15,3-9-152-15,0 3-32 0,0-2-6 0</inkml:trace>
  <inkml:trace contextRef="#ctx0" brushRef="#br0" timeOffset="36812.897">17862 3868 2067 0,'0'-13'87'0,"-3"-5"-70"16,3 7 140-16,-3-2 28 0,0 2 6 0,-3 1 1 15,3 7-103-15,-3-5-20 0,0 3-4 0,3 0-1 16,-3 5 0-16,6 0 0 0,-6 0 0 0,0 2 0 16,1 6-52-16,-1-5-12 0,3 5 0 0,-3 0 0 15,0 2 0-15,3 6 0 0,0-5 0 0,-3 7 0 16,3-2 0-16,0 5 0 0,0-8 0 0,0 11 0 15,0-8 0-15,0 5 0 0,3 1 0 0,0-4 0 0,0 3 0 16,0-2 0-16,0 5 0 0,0-9 0 0,3 7 0 16,0-1 0-16,0-3 0 0,0 3 0 15,3-2 0-15,0-3 0 0,3 0 0 0,0 0 0 16,0-3 0-16,2-8 0 0,1 3 0 0,0-3 0 0,3-2-16 0,0-6-8 0,0 1 0 0,3-4-1 16,-3 1 25-16,2-5 0 0,1-1 0 0,-3 0 0 15,0 1 0-15,0-9 0 0,0 3 9 0,-3 1-9 16,0-1 20-16,-3 2-2 0,0-1-1 0,-4 1 0 15,1 1 7-15,0 0 2 0,-3 0 0 0,0 2 0 16,0 0-3-16,-3 4-1 0,-3-1 0 0,0 0 0 16,0 5-6-16,-3-2 0 0,0 2-1 0,-2 3 0 15,-1 0-15-15,-3 0 11 0,-3 3-11 0,0 2 10 16,0-2-10-16,0 5 0 0,3 0 0 0,-3-1 0 16,1 4 0-16,2 0 0 0,0-1 0 0,0 3 0 15,3 1-56 1,-3 2-6-16,3-1-2 0,3 1 0 0,0 3 0 0,0-6 0 0,0 3 0 0,3 0 0 15,0-6-102-15,0 4-21 0,3-1-4 16</inkml:trace>
  <inkml:trace contextRef="#ctx0" brushRef="#br0" timeOffset="37234.645">17996 3599 1387 0,'-9'0'58'0,"3"5"-46"15,-3-5 120-15,0 2 25 0,0 4 5 0,-3-4 1 16,1 1-83-16,2 2-17 0,-3 1-3 0,0 2-1 15,3-3-31-15,-3 3-7 0,3-6-1 0,0 6 0 16,3 3-20-16,-3-3 0 0,3 0 0 0,0-3 0 16,0 3 0-16,0 0-12 0,3 0 12 0,0 3-12 15,0-3-136-15,0-3-28 0,3 3-6 0</inkml:trace>
  <inkml:trace contextRef="#ctx0" brushRef="#br0" timeOffset="37596.563">18160 3075 1824 0,'0'0'76'0,"0"0"-60"15,0 0 140-15,0 0 29 0,0 0 6 0,0 0 1 16,0 0-103-16,0 0-20 0,0 0-4 0,0 0-1 16,-3 5 0-16,3 3 0 0,0 0 0 0,-3 5 0 15,0-5-51-15,3 3-13 0,-3 2 0 0,0 3 0 16,0-3 54-16,0 3 8 0,0-3 2 0,0 8 0 15,0-8-52-15,-3 3-12 0,3 3 0 0,0 2 0 16,-3-3-48-16,3 6-13 0,0-3-3 0,-3 3 0 16,3 0-102-16,0-3-21 0,0 3-4 0</inkml:trace>
  <inkml:trace contextRef="#ctx0" brushRef="#br0" timeOffset="38151.327">18481 3892 1838 0,'-9'0'38'0,"0"3"10"16,3 0-39-16,0-3-9 0,6 0 0 0,0 0 0 16,0 0 100-16,-6 2 17 0,6-2 4 0,0 0 1 15,0 0-50-15,0 0-11 0,0 0-1 0,6 5-1 16,0-2-9-16,3 0-2 0,0-1 0 0,3 1 0 15,3-3 0-15,0 0-1 0,0 0 0 0,3 0 0 16,0 0-12-16,2-3-3 0,1 1 0 0,3 2 0 16,0-3-14-16,6-2-3 0,-4 2-1 0,4-2 0 15,0 2-14-15,0-2 0 0,-1 2 8 0,-2-5-8 16,-3 3 0-16,0 0 0 0,0 2-9 0,-6-2 9 16,-4 2-46-16,-2-5-3 0,0 3-1 0,0 0 0 15,-6 2-127-15,0-2-26 0,0 2-5 0</inkml:trace>
  <inkml:trace contextRef="#ctx0" brushRef="#br0" timeOffset="38420.407">18794 3644 2184 0,'-9'-3'45'0,"3"3"11"16,6 0-44-16,0 0-12 0,0 0 0 15,0 0 0-15,0 0 117 0,0 0 22 0,0 0 4 0,0 0 1 16,0 0-59-16,0 0-11 0,0 0-2 0,0 0-1 15,0 0-12-15,3 8-3 0,-3-6 0 0,0 6 0 16,0 3-17-16,0 0-4 0,0 2-1 0,0 3 0 16,0 0-14-16,-3 2-4 0,3 3 0 0,-3 3 0 15,3 0-16-15,-3 2 10 0,0-2-10 0,0 5 8 16,0-8-35-16,3 3-7 0,-3-3-2 0,0 1 0 16,0-1 80-16,0 3 16 0,0-6 4 0,0 9 0 15,0-6-103-15,0 5-20 0,3-2-4 0,-3 8-1 16,3-11-102-16,0 5-21 0,0 1-4 0</inkml:trace>
  <inkml:trace contextRef="#ctx0" brushRef="#br0" timeOffset="40052.937">19306 3538 1941 0,'-3'-8'40'0,"3"8"10"15,0 0-40-15,0 0-10 0,0 0 0 0,0 0 0 16,0 0 115-16,0 0 21 0,0 0 4 0,0 0 0 15,-6 8-73-15,3 0-15 0,0-3-4 0,0 11 0 16,0-8-20-16,0 5-5 0,0 3-1 0,0-3 0 16,-3 6-9-16,3-1-1 0,0 6-1 0,0-6 0 15,-3 9-11-15,3-3 0 0,-3 5 0 0,0 0 0 16,3-3 0-16,-3 1 8 0,3-1-8 0,-3-5 0 16,3 3 0-16,0-8 0 0,0 5 0 0,0-7-11 15,0 1-21-15,3-1-5 0,0 2-1 0,0-8 0 16,0 2-124-16,0-2-25 0,0-3-5 0</inkml:trace>
  <inkml:trace contextRef="#ctx0" brushRef="#br0" timeOffset="40387.107">19588 3670 1789 0,'3'-5'76'0,"0"2"-61"16,-3 3 113-16,0-5 22 0,0 5 5 0,0 0 1 15,0 0-56-15,0 0-12 0,0 0-1 0,-3-3-1 16,3 3-33-16,-5-3-6 0,-1 3-2 0,0 0 0 16,0 3-29-16,-3 0-7 0,3-1-1 0,0 1 0 15,0 5-8-15,0-5 0 0,3 5 0 0,-3-3 0 16,3 3 0-16,3 5 0 0,0-5 0 0,0 3 0 16,3-1 0-16,3 6 0 0,0-5 0 0,0 2 0 15,3 3-8-15,0-3 8 0,0 0 0 0,0 0 0 16,-1 3 0-16,1 0 0 0,-3-5 0 0,0 2 0 15,0-2 0-15,-3-1 0 0,-3 3 0 0,0-5 0 16,-3 3 0-16,-3-3 0 0,0 2 0 0,-3-2 0 16,1-2 0-16,-4 2-9 0,0 0 0 0,0-6 0 15,0 3-14-15,-3-2-2 0,0 2-1 0,3-2 0 16,-3 0-14-16,3-3-2 0,4 0-1 0,-4-3 0 16,6 0-145-16,-3-2-28 0,3-3-7 0</inkml:trace>
  <inkml:trace contextRef="#ctx0" brushRef="#br0" timeOffset="40552.845">19523 3617 1698 0,'3'-5'72'0,"3"-1"-58"15,0 4 119-15,0-6 24 0,0 3 5 0,3 2 1 16,0 0-67-16,3 1-14 0,-1 2-2 0,1-6-1 16,0 4-32-16,0 2-7 0,3 0 0 0,0-6-1 15,-3 6-24-15,3-2-5 0,3 2-1 0,-4 0 0 16,1 0-21-16,0 0-5 0,0 0-1 0</inkml:trace>
  <inkml:trace contextRef="#ctx0" brushRef="#br0" timeOffset="40821.129">20097 3636 1337 0,'3'-6'56'16,"0"4"-44"-1,3-1 144-15,0 0 28 0,-3 1 7 0,3-1 1 16,-3 0-103-16,3 3-20 0,-3 0-4 0,-3 0-1 16,0 0 0-16,6 0 0 0,-6 0 0 0,0 0 0 15,0 0 0-15,0 0 0 0,0 3 0 0,0 2 0 16,-3 3-51-16,0-2-13 0,-3 2 0 0,-3-1 0 16,0 4 0-16,-3 0 0 0,1 2 0 0,-4-3 0 0,-3 9 0 0,3-6 0 15,-3 6 0-15,-3 2 0 16,3 0 0-16,1 0 0 0,-4 0 0 0,3 3 0 0,0-8 0 0,3 5 0 0,0-8 0 0,0 6 0 31,0-3-48-31,4-3-13 0,2 0-3 0</inkml:trace>
  <inkml:trace contextRef="#ctx0" brushRef="#br0" timeOffset="41155.123">19844 3665 1824 0,'-2'-8'76'0,"-1"0"-60"16,0 3 89-16,3 2 19 0,-3-5 3 0,3 8 1 15,0-5 0-15,0 5 0 0,3-3 0 0,-3 3 0 16,3-3-103-16,2 3-25 0,1 0 0 0,0 0 0 16,3 3 0-16,-3 2 0 0,0 1 0 0,3-1 0 15,0 3 56-15,-3-3 7 0,3 3 1 0,-3 3 0 16,3 2-64-16,0 0-28 0,0 3 3 0,0-3 0 15,0 6 40-15,0-3 8 0,-1 5 1 0,1-3 1 16,0 6-41-16,0-8-9 0,0 5-2 0,-3 0 0 16,0-5 27-16,3 0 0 0,-3 0 0 0,0 0 0 15,0 2-35-15,-3-7-1 0,3 7-1 0,-3-7 0 16,0 0 6-16,0-1 2 0,0-2 0 0,3 0 0 16,-3-3-164-16,0-2-33 0</inkml:trace>
  <inkml:trace contextRef="#ctx0" brushRef="#br0" timeOffset="41483.254">20351 3442 1997 0,'-12'-5'41'0,"12"5"11"15,0 0-41-15,0 0-11 0,0 0 0 0,0 0 0 16,-6 5 99-16,6-5 17 0,-3 3 4 0,-3 5 1 16,3 3-72-16,0-3-14 0,0-1-3 0,0 7-1 15,0-4-31-15,3 4 0 0,-3-1-8 0,3 3 8 16,0-3 21-16,0 3 11 0,0-6 3 0,0 4 0 16,0 1-5-16,0-1-1 0,3 2 0 0,-3-1 0 15,0 4-29-15,3-6 0 0,-3 6 0 0,0-1 0 16,0 6 0-16,0-8 0 0,0 5 0 0,0 0 0 15,0-2 0-15,-3-1 0 0,3-2 0 0,0-3 0 16,0 3 0-16,0-5 0 0,0 2 0 0,0-5 0 16,0 0-45-16,0 0-15 0,0-3-4 0,0-5 0 15,0 0-148-15,0 0-29 0</inkml:trace>
  <inkml:trace contextRef="#ctx0" brushRef="#br0" timeOffset="41970.795">20621 3450 2030 0,'0'-5'57'0,"-3"2"14"0,0-4-57 16,3 1-14-16,0 6 0 0,0 0 0 0,0 0 105 0,0 0 19 0,0 0 3 16,0 0 1-16,0 0-103 0,-6 6-25 0,1-4 0 0,-1 3 0 15,3 6 0-15,-3 0 0 0,0-1 0 0,0 9 0 16,0-9 56-16,0 6 7 0,-3 3 1 0,0-3 0 15,3 5-52-15,0-5-12 0,-3 5 0 0,3-3 0 16,0 3 0-16,0 1 0 0,3-4 0 0,-3 6 0 16,3 0 0-16,3 2 0 0,0 1 0 0,0-1 0 31,0-2-48-31,3 0-13 0,3-3-3 0,-3 0 0 0,3 0 52 0,0-5 12 0,3 0 0 0,-3-5 0 16,3 5 0-16,0-9 0 0,-3-1 0 0,3-1 0 15,-3 0 0-15,3-2 0 0,-3-3 0 0,3 0 0 16,-3-5 48-16,-1 2 13 0,1-2 3 0,0-1 0 15,-3 1-52-15,0-3-12 0,0 0 0 0,0 0 0 16,0 0 54-16,0-5 8 0,-3 3 2 0,0-4 0 16,3 4 0-16,-3-3 0 0,0 2 0 0,-3 0 0 15,3 1-52-15,-3-1-12 0,0 3 0 0,0-2 0 16,-3 2 0-16,0 5 0 0,0-5 0 0,-2 8 0 16,2-5 0-16,-6 5 0 0,3 0 0 0,-3 0 0 15,3 0 0-15,-3 5 0 0,-3-5 0 0,3 8 0 16,0-5 0-16,0-1 0 0,-2 6 0 0,5 0 0 15,0-5-100-15,0 2-22 0,3 3-5 0,0-5-1 16,6-3-102-16,0 0-21 0</inkml:trace>
  <inkml:trace contextRef="#ctx0" brushRef="#br0" timeOffset="42355.205">20818 3212 1876 0,'-18'-13'39'0,"12"10"9"16,0 1-38-16,0-1-10 0,6 3 0 0,-9 0 0 16,3 0 105-16,6 0 19 0,-6 0 4 0,0 3 1 15,3-1-64-15,-3 4-13 0,0-1-2 0,3 0-1 16,0 3-39-16,1 0-10 0,2-5 0 0,0 5 0 15,0 2 53-15,0-2 9 0,2 0 2 0,1 3 0 16,0-1-73-16,3-2-15 0,3 0-2 0,-3 0-1 16,3 0 27-16,3-3 14 0,-3 3-2 0,3-5 0 15,0 0 21-15,3-1 4 0,-3 1 1 0,0-3 0 16,-1-3 5-16,1 1 1 0,0-4 0 0,0 1 0 16,0 2-6-16,-3-5-1 0,0 0 0 0,-3 3 0 15,0-3-5-15,0 0-2 0,-3-5 0 0,0 5 0 16,0 0-11-16,-3 0-3 0,0-5 0 0,0 5 0 0,-3 0-7 0,0 0-1 0,0 0-8 15,-3 3 12 1,0 0-12-16,-3 2 0 0,-3-5 0 0,0 8 0 16,-3-5-24-16,0 2-7 0,-2 3-1 0,-4 0-1 15,0 0-175-15,-3 3-36 0,-3 2-6 0</inkml:trace>
  <inkml:trace contextRef="#ctx0" brushRef="#br0" timeOffset="43289.473">7846 4313 1340 0,'0'0'28'0,"0"0"7"16,0 0-35-16,0 0 0 0,0 0 0 0,0 0 0 0,0 0 103 0,0 0 13 0,0 0 4 0,0 0 0 15,0 0-9-15,0 0-2 0,0 0 0 0,0 0 0 31,0 0-29-31,0 0-5 0,0 0-2 0,0 0 0 0,0 0-26 0,0 0-6 0,6 0-1 0,0 0 0 16,3 0 4-16,3 0 0 0,-1 0 0 0,4 0 0 16,0-5-17-16,3 2-3 0,0-2-1 0,0 2 0 15,0-2-12-15,2 0-3 0,1-1 0 0,-3 4 0 16,3-1-8-16,0-5 0 0,0 0 0 0,-3 5 8 16,2-5-20-16,-2 6-4 0,3-6 0 0,-3 3-1 15,-6 2-104-15,0 0-21 0,0 1-4 0</inkml:trace>
  <inkml:trace contextRef="#ctx0" brushRef="#br0" timeOffset="43496.25">7926 4421 2066 0,'-24'8'43'0,"15"-2"10"15,0-4-42-15,4 6-11 0,-1-8 0 0,6 0 0 16,0 0 104-16,0 0 20 0,0 0 3 0,0 0 1 15,0 0-52-15,0 0-9 0,3 8-3 0,2-5 0 16,1 0-51-16,3 2-13 0,3-5 0 0,0 2 0 16,0-2 0-16,3 3 0 0,0-3 0 0,3 3 0 15,0-3 0-15,-1 0 0 0,1 0 0 0,0 0 0 16,0-3-100-16,3 3-22 0,0-3-5 0</inkml:trace>
  <inkml:trace contextRef="#ctx0" brushRef="#br0" timeOffset="44022.889">8004 6022 1824 0,'0'0'76'16,"0"0"-60"-16,0 0 89 0,0 0 19 0,0 0 3 0,5 3 1 16,1 0-52-16,0-1-9 0,3 1-3 0,3-3 0 15,-3 0 0-15,3 0 0 0,0 0 0 0,3-3 0 16,6 1 0-16,-3-1 0 0,5-2 0 0,4 2 0 15,3-2-52-15,0-1-12 0,5 1 0 0,-2-3 0 16,3 3 0-16,-6 0 0 0,2-3 12 16,1 2-12-16,-3 1 0 0,-3 0 0 0,-1-1 0 0,1 1 0 15,-6 3-13-15,0-1 3 0,-3 0 1 0,0 3 0 16,-3 0-88-16,-4 0-18 16,-2 3-3-16,-3 2-1 0,-3-2-109 0,-3 5-23 0</inkml:trace>
  <inkml:trace contextRef="#ctx0" brushRef="#br0" timeOffset="44259.197">8209 6276 2066 0,'-9'3'43'0,"3"2"10"16,6-5-42-16,0 0-11 0,0 0 0 0,0 0 0 15,0 0 104-15,0 0 20 0,0 0 3 0,0 0 1 16,0 0-52-16,6 0-9 0,-3 0-3 0,6-2 0 15,0-1 16-15,0 0 2 0,3 1 1 0,0-1 0 16,2-2-38-16,1 2-7 0,3-2-2 0,0 2 0 16,0-2-21-16,0 2-5 0,3-2-1 0,-1 2 0 15,-2-2-9-15,3 2 0 0,-3-2 0 0,0 0 0 16,3-1 0-16,-3 4-12 0,5-6 2 0,-2 3 1 16,3-1-139-16,3 1-28 0,0 0-6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1:07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14957 6348 2066 0,'6'-8'43'0,"3"0"10"0,3 0-42 0,0 0-11 0,2-3 0 0,4 1 0 31,0 2 104-31,0-3 20 0,3 1 3 0,3 2 1 0,-3 0-73 0,-1 0-15 0,1 3-2 16,0-1-1-1,-3 1-17-15,-6 2-4 0,0 3-1 0,0 0 0 16,-6 3-7-16,0 0 0 0,-3 2-8 0,-3 0 12 0,-3 6-3 0,-3-1-1 0,-3 4 0 0,0-1 0 16,-3 3-8-16,-3 2 0 0,-3-2 0 0,0 3 0 15,0-3 0-15,3 2 0 0,-2-2 0 0,-1 0 0 16,3 0 0-16,3 0 0 0,0-3 0 0,3 3 0 16,0-3 0-16,3 0 0 0,3-2 0 0,0-1 0 15,6 1 0-15,0-3 0 0,0 0 0 0,6 2 0 16,-3-4 0-16,6-1 0 0,0 0 0 0,6 1 0 15,-3-1-12-15,3-3 12 0,2 1-10 0,-2 0 10 16,3-3 0-16,0 2 0 0,0-2-8 0,-3 0 8 16,-1-2-24-1,1-1-3-15,0 0 0 0</inkml:trace>
  <inkml:trace contextRef="#ctx0" brushRef="#br0" timeOffset="426.65">15439 6147 2017 0,'0'-8'85'16,"3"0"-68"0,-3-3 99-16,0 3 20 0,3 0 4 0,-3-2 1 0,3 2-61 0,0-3-13 0,0 1-3 0,0 2 0 15,3-3 0-15,0 3 0 0,0 0 0 0,0 3 0 16,3-3-37-16,-3 5-8 0,0-2-2 0,3 2 0 15,-4 3-8-15,1 0-1 0,0 0-8 0,0 3 12 16,0 2-28-16,0 3-7 0,3 0-1 0,-3 0 0 16,0 5 24-16,0-2 0 0,0 2 0 0,0 3 0 15,3 0 11-15,0 2 6 0,0-2 2 0,0 6 0 16,3-7-31-16,-3 1-7 0,2 3-1 16,-2-3 0-16,3-6 8 0,-3 1 0 0,0-3 1 0,-3 0 0 15,3-3 11-15,-3-2 0 0,-3-1 0 0,3-2 0 16,-3-2 20-16,3-1 5 0,-3-2 2 0,0-3 0 15,0-3 21-15,0-2 5 0,0 0 1 0,0-3 0 16,3 0-14-16,-3 0-4 0,3 0 0 0,2-2 0 16,-2-1-18-16,3 1-4 0,0-1-1 0,0 3 0 15,0-2-13-15,3-1 0 0,0 1 0 0,0-1 0 16,0 3-12-16,-3-2-6 0,0 2-1 0,3 0 0 16,-4 5-79-16,1 1-16 0,0-1-3 0</inkml:trace>
  <inkml:trace contextRef="#ctx0" brushRef="#br0" timeOffset="817.875">16374 6239 2090 0,'27'-8'44'0,"-16"6"8"0,1-1-41 0,6 0-11 0,0 1 0 0,3-1 0 16,-3 0 101-16,0 1 19 0,-1-3 3 0,1-1 1 15,3 4-56-15,0-4-12 0,0 4-1 0,3-4-1 16,-1 4-26-16,7-1-4 0,-3 0-2 0,0 1 0 16,0-1-10-16,-1 0-3 0,1 3 0 0,-3-2 0 15,-3 2-9-15,0-3 0 0,-6 3 0 0,-1 0 0 16,1 0-24-16,-6 0 4 0,0 3 0 0,-3-1 0 16,0 1-36-1,-3 0-6-15,0 2-2 0,0 0 0 0,-6 3-153 0,-3 0-31 0</inkml:trace>
  <inkml:trace contextRef="#ctx0" brushRef="#br0" timeOffset="1042.875">16511 6485 2269 0,'-9'3'64'0,"3"0"15"0,0-1-63 16,6-2-16-16,0 0 0 0,0 0 0 15,0 0 105-15,0 0 19 0,6 3 3 0,3 0 1 0,-3-1-103 0,3-2-25 0,0 0 0 0,2 0 0 16,-2 0 56-16,3-2 7 0,3-1 1 0,-3 0 0 31,6 1-52-31,0-1-12 0,0-2 0 0,5-1 0 0,1 1 32 0,3 0 3 0,3 0 1 0,0-1 0 16,-1-2-36-16,1 3 0 0,-3-6 0 0,3 1 0 31,-6 2-96-31,2-5-20 0,-2 2-4 0</inkml:trace>
  <inkml:trace contextRef="#ctx0" brushRef="#br0" timeOffset="1278.762">17427 5983 2508 0,'-2'-3'71'0,"-4"0"16"15,6 3-70-15,-6-2-17 0,0-1 0 0,6 3 0 16,0 0 98-16,-6 0 16 0,6 0 3 0,-6 3 1 16,3 2-58-16,-3 0-11 0,3 1-2 0,-3 1-1 15,3 1-21-15,3 3-4 0,-3-3-1 0,3 5 0 16,-3 0-12-16,3 1-8 0,0 2 10 0,0-1-10 15,0 7 0-15,3-1 0 0,-3 3 0 0,0 2 0 16,3 3 0-16,-3 0 0 0,3 0 0 0,0 3 0 16,-3-3 0-16,0-2 0 0,3-1 0 0,-3 1-10 15,0-4-14-15,0 1-4 0,0-5 0 0,0 2 0 16,0 0-104-16,0-2-20 0,0-1-5 0</inkml:trace>
  <inkml:trace contextRef="#ctx0" brushRef="#br0" timeOffset="1727.317">17936 5953 2795 0,'6'-13'58'0,"-3"-3"14"0,0 6-57 16,0-1-15-16,0-2 0 0,-3 5 0 0,3 3 88 0,-3 5 16 0,0 0 2 0,0 0 1 15,0 0-69-15,0 0-14 0,-6 5-2 0,-3 6-1 16,3-1-21-16,-2 3 0 0,-1 3 0 0,-3 0 0 15,0 3 56-15,3-1 6 0,-3 1 2 0,0 2 0 16,0 0-52-16,0 0-12 0,0 3 0 0,0 3 0 16,1 4-17-16,2 4-7 0,0 2 0 0,3 2-1 15,0-2 6-15,0 1 2 0,3-1 0 0,0 0 0 16,0-3-17-16,3-2-3 16,-3-3-1-16,6 3 0 0,0-3-23 0,0 0-5 0,3-3-1 15,3-2 0-15,-3-3 18 0,6-2 3 0,-3-3 1 0,5-3 0 16,1-5 36-16,3-3 9 0,0 0 0 0,3-5 0 15,0-2 0-15,2-4 0 0,1 1 0 0,-3-3 0 16,0-5 0-16,0 2 0 0,-3-4 0 0,0-1 0 16,-4 0 53-16,1 0 10 0,-3 0 1 0,-3 0 1 15,0 3-5-15,-3 0-2 0,-3-1 0 0,0 1 0 16,-3 3-12-16,-3 2-2 0,0-3-1 0,-3 3 0 16,-3 3-19-16,0-3-4 0,-3 3-1 0,-3-1 0 0,-2 4-11 15,-1-1-8-15,-6 0 12 0,3 1-12 0,-3 2 0 0,0-3 0 0,1 3 0 16,-1 0-12-1,3 3-37-15,0-3-7 0,0 2-2 0,0 1 0 16,1 2-102-16,-4-2-21 0,3 2-4 0</inkml:trace>
  <inkml:trace contextRef="#ctx0" brushRef="#br0" timeOffset="2267.078">15487 6030 2055 0,'-9'-8'43'0,"9"8"9"0,-3-5-41 0,-3 2-11 0,3 1 0 0,-3-1 0 16,6 3 115-16,-3-3 21 0,-3 1 4 0,6 2 0 15,-6 0-68-15,0 0-15 0,6 0-2 0,-6 2-1 16,3 1-2-16,-3 0-1 0,0 2 0 0,3 3 0 15,-3 0-39-15,3 2-12 0,-3 1 8 0,0 5-8 16,3 2 0-16,-2 1 0 0,-1-1 0 0,3 6 0 16,-3 3-16-16,0 2-6 0,3 0-2 0,-3 3 0 31,0-3-92-31,0 0-18 0,0 0-4 0</inkml:trace>
  <inkml:trace contextRef="#ctx0" brushRef="#br0" timeOffset="2999.094">15317 8621 1413 0,'-3'-6'60'0,"0"1"-48"16,0-3 128-16,-3 0 25 0,3 0 6 0,-3 0 1 15,3-2-57-15,3-1-11 0,-3-2-3 0,3 0 0 16,0-3-8-16,0 0-1 0,0-3-1 0,3-2 0 15,0 0-73-15,0-3-18 0,3-2 0 0,-3 2 0 16,3-2 55-16,0 2 7 0,3-3 2 0,-3 3 0 16,0 3-52-16,0 3-12 0,-3 2 0 0,3 0 0 15,0 3 0-15,-3 5 0 0,3-3 0 0,0 6 0 16,0 0 54-16,-3-1 8 0,3 4 2 0,-4 2 0 16,-2 0-52-16,6 0-12 0,3 2 0 0,-3 6 0 15,0 0 0-15,0 3 0 0,0 2 0 0,3 3 0 16,0 5-48-16,3 3-13 0,0 5-3 0,0 0 0 15,6-2 44-15,-1-1 8 0,4-2 1 0,-3-3 1 16,3 0-35-16,0-2-7 0,0-3-2 0,-3-1 0 0,-1-4 43 16,-2 0 11-16,0-3 0 0,-3 0 0 0,0-6 28 0,-3 1 8 0,0-3 2 0,-3 0 0 15,0-3 3-15,0-2 1 0,-3 0 0 0,3-3 0 16,-3 0 5-16,0-3 1 0,0 1 0 0,0-4 0 16,2-2-39-16,-2-5-9 0,3 0 0 0,0-5 0 15,0-3 24-15,3-1 4 0,3-1 0 0,-3-1 0 16,3 5-28-16,3 4-9 0,-3 4 0 0,0 1 0 15,3 2-8-15,-4 3-2 0,1-1 0 0,-3 4 0 16,6-1-189-16,-3 3-39 0,3 3-7 0</inkml:trace>
  <inkml:trace contextRef="#ctx0" brushRef="#br0" timeOffset="3312.682">16326 8266 2452 0,'6'-8'69'0,"3"0"16"0,3 3-68 0,0-3-17 0,3 0 0 16,0 0 0-16,2 3 72 0,1 0 12 0,3-1 1 16,0 1 1-16,-3 0-42 0,3 2-8 0,-3-2-1 0,-1-1-1 15,1 1-9-15,3 0-1 0,3 0-1 0,-3 2 0 16,0 0-23 0,-1 3 0-16,1-2 0 0,-3 4 0 15,0 1-98-15,-6 0-24 0,0-1-5 0</inkml:trace>
  <inkml:trace contextRef="#ctx0" brushRef="#br0" timeOffset="3501.56">16320 8533 2066 0,'0'0'43'0,"0"0"10"0,6 0-42 0,3 0-11 0,0 0 0 0,3 0 0 15,3-2 120-15,3-1 23 0,0 0 4 0,2 1 1 16,-2-4-76-16,6 1-16 0,-3 0-2 0,3 0-1 15,-4-3-53-15,1 0 0 0,3 0-11 0,0-3 2 16,3 1 9-16,0-1 0 0,5 0 0 0,-2-2 0 16,3-3-156-16,0 3-30 0</inkml:trace>
  <inkml:trace contextRef="#ctx0" brushRef="#br0" timeOffset="3865.876">17425 8012 2404 0,'0'0'68'0,"0"0"15"0,0 0-67 0,0 0-16 0,0 0 0 0,0 0 0 15,0 0 68-15,0 0 9 0,0 0 3 0,0 0 0 16,-3 5-55-16,0 1-10 0,0-1-3 0,-3 0 0 16,-3 3 10-16,0-3 2 0,0 3 0 0,-3 0 0 15,-3 0-15-15,-3 3-9 0,-3-1 12 0,-2 4-12 16,-4-4 10-1,0 1-10-15,-3-1 8 0,-3 6-8 0,7-2 29 0,-1-1 1 0,0 3 0 0,0 0 0 32,9-3-46-32,1 3-10 0,2-3-2 0,3 0 0 0,3 0 28 0,3-2 0 0,0-1 0 0,3-2 0 15,3 0 0-15,0 0-10 16,6 0 10-16,0-2-13 0,3-1-15 0,3-3-2 16,0 4-1-16,5-4 0 0,1 1 31 0,3-3 0 0,6 3 0 0,-3-3 0 15,3-3 16-15,-1 3 8 0,4-3 3 0,-3 1 0 16,0-1-43-16,-6 0-9 0,2 1-2 0,-2-3 0 15,-3 2 27-15,0-2 0 0,0-1 0 0,0 1 0 16,-3 0 0-16,-1 2 0 0,1-2 0 0</inkml:trace>
  <inkml:trace contextRef="#ctx0" brushRef="#br0" timeOffset="4117.206">17362 8107 2725 0,'-12'0'77'0,"3"3"17"0,0-3-75 16,0 3-19-16,3-3 0 0,0 5 0 15,6-5 80-15,-3 3 12 0,0 2 2 0,0 3 1 16,3 0-39-16,0 2-7 0,0 4-1 0,0 1-1 0,3 1-15 0,0 5-2 0,0 1-1 0,0 4 0 16,0-2-12-16,3 2-2 0,-3 3-1 0,0 1 0 15,0-1-14-15,0-3 0 0,0 1 8 0,0-1-8 16,-3 3 0-16,0 0 0 0,0 0 0 0,-3 0 0 31,0 3-20-31,0 0-6 0,0 2-2 0,-3-2 0 16,0-3-92-16,0 0-20 0,-3-2-3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1:59.7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20205 4980 2026 0,'-9'2'57'0,"3"-2"14"15,6 0-57-15,0 0-14 0,0 0 0 0,-3 8 0 16,0 3-48-16,0 2-12 0,0-2-2 0,-3 5-1 16,3 2 54-16,-3 6 9 0,0 2 0 0,0 4 8 15,0 1-8-15,-3 4-16 0,3 4 4 0,0 1 0 16,3-3-4-16,0 3-2 0,3-1 0 0,3-1 0 16,0-7-17-16,6-4-3 0,0-3-1 0,0-3 0 15,3-3 74-15,0-2 14 0,0-5 3 0,0-1 1 16,3-2 11-16,-1 0 1 0,4-3 1 0,3-2 0 15,3-3-4-15,6 0-1 0,2-3 0 0,7 1 0 0,3-6-5 0,0-3-2 16,5-2 0-16,10-5 0 0,-1-4-26 0,7-1-4 0,2-9-2 0,10-3 0 16,-7 1-22-1,1-3 0-15,-1-3 0 0,4-2 0 0,-10 0 0 0,1-3 0 0,-1 0 0 0,1-3 0 16,-13 8 0-16,1-5 0 16,-7 8 0-16,1-2 0 15,-9 2-32-15,-4 2-10 0,-5 1-2 0,-6-1-1 16,-6 1 21-16,-3 5 4 0,-3 0 0 0,-6 0 1 0,-6 5-121 15,-6 3-25-15,-3-1-5 0</inkml:trace>
  <inkml:trace contextRef="#ctx0" brushRef="#br0" timeOffset="377.38">20699 4784 2067 0,'3'8'87'15,"-3"2"-70"1,3 1-17-16,3 0 0 0,-3 2 0 0,3 0 0 16,0 0 0-16,0 3 0 0,-1 0 0 0,1 3 0 15,0 7 0-15,0-5 0 0,0 6 0 0,0 2 0 16,0 5 18-16,0 1 0 0,0 2 0 0,0 2 0 16,0 1-27-16,0 0-6 0,0-1-1 0,0 6 0 15,3-5-6-15,0 2-2 0,-3 3 0 0,3-2 0 16,3-6 14-16,-4-3 10 0,4 1-13 0,-3-4 5 15,3-2 8-15,3-5 0 0,0 0 10 0,-3 0-10 16,3-3 39-16,0-2 1 0,0-1 1 0,-1 1 0 0,1-4-4 16,3-1-1-16,0-1 0 0,3 0 0 0,3-2-20 0,2-3-4 15,1-3 0-15,6 0-1 16,0-5 14-16,5-2 3 0,1-6 1 0,9-3 0 0,2-5-19 0,7-5-10 0,-1-5 10 0,16-6-10 16,2-3 0-16,4-4 0 0,8-6 0 0,15-8 0 15,-6 3-26-15,10-3-5 16,5-6-1-16,15-7 0 15,-12 8-128-15,3 0-27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2:22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14999 6464 1523 0,'0'0'32'0,"0"0"7"0,0 0-31 0,0 0-8 0,0 0 0 0,0 0 0 15,0 0 95-15,0 0 17 0,-6 5 4 0,3-2 1 16,3-3-25-16,-6 3-6 0,0-1-1 0,0 1 0 16,0 0-24-16,-3-3-5 0,3 2 0 0,-3 1-1 15,3 0-11-15,-3-3-1 0,0 2-1 0,-3-2 0 16,3 0-11-16,-3 0-3 0,4 0 0 0,-7 0 0 16,3 0 1-16,-3 0 0 0,0 0 0 0,0-2 0 15,-3 2-16-15,0-3-3 0,1 3-1 0,-1 0 0 16,0 0-9-16,-3 0 12 0,3 0-12 0,-3 0 12 15,0 0-12-15,4 3 0 0,-1-3 0 0,0 0 0 16,0 0 0-16,-3 0 8 0,3 0-8 0,0 2 0 16,1-2 0-16,-1-2 0 0,3 2 0 0,-6-3 0 15,3 3 0-15,0 0 0 0,-3-3 0 0,1 3 8 16,-1 0-8-16,-3 0 0 0,3 0 0 0,-3 0 0 16,3 3 0-16,1-3 0 0,-1 0 0 0,0 0 0 15,0 0 8-15,0 0-8 0,-3 0 8 0,-2 0-8 16,-1-3 0-16,-3 1 0 0,-3-1 0 0,-2 0 0 15,-4 1 13-15,0-1-2 0,-2-2-1 0,-10 2 0 16,3-5-2-16,-5 3 0 0,-4-3 0 0,-5 0 0 0,2 0 0 0,-2-2 0 0,-1 2 0 0,-5 0 0 16,-1 0-8-16,1-3 8 0,-4 3-8 0,-11-2 8 15,9 2-8-15,-4-3 8 0,-2 1-8 0,-9 2 8 16,5-3-8-16,4 0 0 0,-4 3 0 0,-8-2 0 16,12 2 0-1,-4-3 0-15,4 1 0 0,-9-1 0 0,8 3 0 0,1 0 0 0,0 0 0 0,-4 0 0 16,7 6 0-16,0-3 0 0,-1 2 0 0,-2 0 0 15,8 1 0-15,1-4 0 0,0 4 0 0,-1-1 0 16,10 0 0-16,2 3 0 0,0-2 0 0,1 2 0 16,2 0 0-16,4 0 0 0,-1 2 8 0,-2 1-8 15,8 0 0-15,3-3 0 0,4 2 0 0,-1 1 0 16,3-3 0-16,1 3 0 0,-1-3 0 0,3 2 0 16,1-2 0-16,2 6 0 0,0-4 0 0,0 1 0 15,7-1 0-15,-1-2 0 0,0 0 0 0,0 3 0 16,3-3 0-16,1-3 0 0,-1 3 0 0,-3-2 0 15,0 2 0-15,3 0 0 0,-2-3 0 0,-1 3 0 16,0 3 0-16,3-3 0 0,0 0 0 0,-2 2 0 16,5-2 0-16,0 3 0 0,0 0 0 0,0-1 0 15,0-2 0-15,1 0 0 0,-1 3 0 0,0 0 0 16,0-3 0-16,0 2 0 0,-3 1 0 0,1 0 0 16,-1 2 0-16,3-2 0 0,-6 4-9 0,3-1 9 0,3-1 0 15,-2 0 0-15,2 1 0 0,-3 2 0 0,3-3 0 16,0 0 0-16,-2 0 0 0,-1 3 0 15,0-2 0-15,-3 2 0 0,3 0 0 0,-2-3 0 16,2 3 0-16,0 0 0 0,0-3 0 0,0 3 0 0,3-3 0 0,4 1 0 16,-1-1 0-16,0 3 0 0,6-3 0 15,0-2 0-15,0 2 0 0,0-2 0 0,3-1 0 16,0 1-8-16,3 0 8 0,0 2 0 16,0-2 0-16,1-3 0 0,5 0 0 0,-6 2 0 0,0 1-8 0,0-3 8 0,0 0 0 0,6 0 0 15,-6 0-21-15,6 0 2 16,-6-3 1-16,3 1 0 15,-3-1-68-15,3-2-14 0,0 2-2 0</inkml:trace>
  <inkml:trace contextRef="#ctx0" brushRef="#br0" timeOffset="391.913">9036 6059 1580 0,'0'0'67'15,"0"0"-54"1,0 0 155-16,0 0 30 0,0 0 6 0,0 0 2 16,0 0-81-16,0 0-16 0,0 0-3 0,0 0-1 15,0 0-49-15,0 0-11 0,0 0-1 0,0 0-1 16,0 0-21-16,0 0-4 0,-3 8-1 0,0-2 0 16,0 2-5-16,-2-3 0 0,-1 3-1 0,0 2 0 15,-3 1-11-15,0 2 10 0,-3 0-10 0,0 3 10 16,0 3-10-16,0-1 0 0,0 3 0 0,0 1 0 15,-3-1 0-15,4-3 8 0,-1 1-8 0,-3 2 0 0,3-5 0 0,3-3 0 16,-3 3-9-16,3-5 9 0,0 2 0 0,0-3 0 0,3 1 0 0,0-3 0 16,3 0 0-16,0 0 0 0,0-3 0 0,3 3 0 15,0-5 0-15,0-3 17 0,3 5-1 0,0 0-1 16,0 1 7-16,3-4 2 0,0 3 0 0,0-2 0 16,3 0 1-16,0 2 1 0,0-2 0 0,3-3 0 31,0 2-5-31,0 1-1 0,0-3 0 0,2 0 0 0,1 3-20 0,3-3 9 0,3 0-9 0,0 0 0 15,3 2 0-15,0-2 0 0,2 3 0 16,1 0-9 0,0-1-111-16,0 1-21 0,2 2-5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7T23:07:46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12593 9295 1690 0,'0'0'79'15,"0"0"-71"-15,0 0-8 0,0 0 0 0,0 0 0 16,0 0 40-16,0 0 5 0,0 0 2 0,0 0 0 0,0 0-31 0,0 0-7 0,0 0-1 0,0 0 0 31,0 0-23-31,0 0-5 0,0 0 0 0,0 0-1 16,0 0-108-16,0 0-22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2:30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20601 8631 2166 0,'8'-5'91'0,"-2"0"-73"16,-3-1 60-16,0 4 12 0,0-4 2 0,-3 6 1 15,0-5-16-15,0 5-3 0,-3-5-1 0,-6 2 0 16,1 3-37-16,-1 3-8 0,-6-1-2 0,-3 6 0 15,0 0-9-15,-3 6-1 0,-3-1-1 0,-2 5 0 16,-1 4-7-16,0 1-8 0,-3 4 11 0,-3 2-11 16,10-3 20-16,-4 1-2 0,6-1-1 0,-3 3 0 15,9-2-17-15,0-1 0 0,4 1 0 0,-1 2 0 16,9-3-48-16,0-2-12 0,3 0-4 0,3-3 0 16,3-2 52-16,3-1 12 0,-1-2 0 0,4-3 0 15,6-5 0-15,0-2 0 0,3-1 0 0,3-3 0 16,0-2 0-16,2-7 0 0,1-1 0 0,0-3 0 15,-3 0 0-15,-3-4 0 0,2-1 0 0,-5 0 0 16,-6-3 0-16,0 1 0 0,-3-1 0 0,-6-2 0 16,-3 0 48-16,-3 0 13 0,-3 0 3 0,-6-3 0 15,0 3-52-15,-3-3-12 0,-3 0 0 0,1-5 0 0,-7 2 9 0,3-4-1 16,-3 2 0-16,-3-3 0 0,7 3 10 0,-4 2 2 16,0 3 0-16,3-2 0 0,0 5 2 0,6 2 1 0,3 1 0 0,4 2 0 15,-1 3-11-15,3-1-3 16,3 4 0-16,3-1 0 0,0 3-9 0,3 0 0 0,3 3 0 0,3 0 0 15,-1-1 0-15,7 4 0 0,0-1 0 0,6 3 0 16,0 0 9-16,3 0 0 0,2 0 0 0,4 3 0 16,0-1-9-16,-3 1 10 0,0 2-10 0,2 3 10 15,-5-2-10-15,-3 4 0 0,-3-2 0 0,0 5 0 16,-3-2 0-16,-6 0-12 0,2-1 0 16,-5 6 1-1,0-3-42-15,-6 3-9 0,3 3-2 0,-6-1 0 0,0 3 52 0,0 0 12 0,-3 1 0 0,0 1 0 16,1-1-208-1,-1-1-38-15,-3-3-8 0</inkml:trace>
  <inkml:trace contextRef="#ctx0" brushRef="#br0" timeOffset="582.176">21720 8644 2385 0,'9'-5'68'0,"-3"3"14"0,0-1-66 0,0 0-16 0,-3-2 0 0,2 2 0 16,-5 3 60-16,0 0 9 0,0-5 2 0,0 5 0 15,0 0-34-15,-5-3-6 0,-1 1-2 0,-3-1 0 16,0 3-15-16,0 0-3 0,-3 3-1 0,-3-1 0 15,-3 4-10-15,0 2 10 0,-6 0-10 0,4-1 10 16,-1 7-10-16,-3-1 0 0,3 0 0 0,0 3 0 16,0-3 0-16,7 1 0 0,-1-1-9 0,3 0 9 15,0-2 0-15,3-1 0 0,0 1 0 0,3-1 0 16,3-2-8-16,0 0 8 0,3 0 0 0,3-3 0 16,0 1-16-16,0 2 4 0,6-3 1 0,0-2 0 15,0 2 11-15,6 0 0 0,-3 0 0 0,5-2 0 16,1 0 0-16,3 2 0 0,3-2 0 0,0-1 0 15,3 1 33-15,-4-3 9 0,4 3 2 0,-3-1 0 16,0 1-27-16,0-3-5 0,-4 3 0 0,1-1-1 16,0-2-11-16,-3 3 0 0,-3-3 0 0,3 0 0 15,-3 0 0-15,-3 0 0 0,-1 0 0 0,1 0-11 16,-3-3-91-16,0 3-18 0,-3-2-4 0</inkml:trace>
  <inkml:trace contextRef="#ctx0" brushRef="#br0" timeOffset="836.069">21836 8615 2090 0,'-21'-23'44'0,"15"15"8"0,0 0-41 15,0-3-11-15,0 6 0 0,3 0 0 0,0-1 127 0,0 1 23 0,3 5 5 0,0 0 1 16,0 0-52-16,0 0-9 0,0 0-3 0,0 0 0 16,0 0-36-16,0 0-7 0,0 0-1 0,0 5-1 15,0 6-15-15,0 2-2 0,0 0-1 0,0 6 0 16,0 2-15-16,0 3-3 0,0 0-1 0,3 2 0 15,-3 1-10-15,0 2 0 0,3 0 9 0,-3 0-9 16,3-3 0-16,-3 3 0 0,3 0 0 0,-3 1 8 16,3-4-8-16,0 3 0 0,-3 0 0 0,3 0 0 15,0 0 0-15,0-5-12 0,0 3 4 0,0-3 0 16,0-3-80-16,0-5-16 0,0-1-4 0</inkml:trace>
  <inkml:trace contextRef="#ctx0" brushRef="#br0" timeOffset="1402.963">22461 8695 2073 0,'6'-19'43'0,"-3"11"11"0,3 3-43 15,0-3-11-15,0 0 0 0,6 0 0 0,-3 0 110 0,2 0 20 0,1 3 4 0,0 0 1 16,0-3-47-16,0 2-8 0,0 1-3 0,0 0 0 15,0 0-28-15,3-1-5 0,-3 4-2 0,2-4 0 16,4 4 18-16,-3-1 3 0,6 0 1 0,-3 3 0 16,3 0-51-16,-3 0-13 0,2 0 0 0,-2 3 0 15,-3 2 8-15,0-2-8 0,0 2 0 0,-6 3 8 16,0 0-8-16,-3 0 0 0,-3 5 0 0,0-2 0 16,-6 2 0-16,-3 3 0 0,0 3 0 0,-3-4 0 15,-3 7-20-15,-3-4-4 0,-3 1 0 0,0-1 0 16,1 1-12-16,-1-3-4 0,-3-3 0 0,3 3 0 15,0 0 8-15,3-3 0 0,0 0 1 0,0 0 0 16,4 0 15-16,2-2 4 0,0 0 0 0,3-1 0 16,3-2 12-16,0-3 0 0,0 3 0 0,3-2-9 15,3-1 9-15,0 0 0 0,0 1 0 0,3-4-8 16,3 1 8-16,0 0 16 0,-1-1-4 0,4-2-1 0,3 0 13 16,0 0 4-16,3-2 0 0,3-1 0 0,-3 3-7 0,6-3-1 0,-1 1 0 0,4-1 0 15,-3 3-12-15,0-3-8 0,3 1 8 0,-4-1-8 16,-2 3 0-1,0-3-16-15,3 1 2 0,-6-1 1 16,3-2-148-16,-4-1-30 0,4 1-5 0</inkml:trace>
  <inkml:trace contextRef="#ctx0" brushRef="#br0" timeOffset="1684.65">23461 8504 2663 0,'-15'-8'56'0,"9"6"12"16,6 2-55 0,-6-3-13-16,6 3 0 0,0 0 0 0,0 0 105 0,0 0 19 0,0 0 3 0,0 0 1 15,0 0-66-15,0 0-13 0,-3 8-2 0,0 0-1 16,3 2-22-16,-3 1-4 0,3 2 0 0,-3 3-1 16,0 3-11-16,3 4-8 0,-3 1 12 0,0 5-12 15,3 1 9-15,-3-1-9 0,3 0 0 0,0 2 9 16,-3 1 13-16,3-3 2 0,0 0 1 0,-2 3 0 15,2-3-25-15,-3 3 0 0,3 0 0 0,-3 0 0 16,3-1-46-16,0 1-14 16,0-3-4-16,3 6 0 0,-3-9-12 0,0-2-4 15,0 0 0-15,-3-3 0 0,3-3-107 0,-3-2-21 0</inkml:trace>
  <inkml:trace contextRef="#ctx0" brushRef="#br0" timeOffset="2170.311">19380 9557 2635 0,'0'0'75'0,"0"0"16"0,0 0-73 0,0 0-18 0,9 0 0 0,3-2 0 15,6 2 28-15,6-3 1 0,2 0 1 0,7-2 0 16,6 2 27-16,8-2 6 0,4 0 1 0,9-3 0 16,2 3-52-16,7-1-12 0,5 1 0 0,12-3 0 15,-2 3 0-15,5 0 0 0,9-3 0 0,15 2 0 16,-6 1 43-16,4 0 5 0,8 2 2 0,21-2 0 16,-12 0-29-16,9 2-5 0,8 0-2 0,25 1 0 15,-21 2 22-15,0 0 4 0,5 0 0 0,28 2 1 16,-30 1-28-16,6 2-5 0,2 3-8 0,25 0 11 15,-33-3-11-15,-3 3 0 0,2 0 0 0,22 3 0 0,-36-1 0 16,0 1 0-16,-3 2-11 0,15 0 11 16,-30-2-90-16,0 0-13 0,-6-1-2 0</inkml:trace>
  <inkml:trace contextRef="#ctx0" brushRef="#br0" timeOffset="6066.94">20586 9915 2310 0,'-6'-6'48'0,"-3"4"11"0,3-1-47 0,-3 3-12 0,-3 0 0 0,0 0 0 16,0 3 53-16,0 2 9 0,0 0 2 0,-3 3 0 16,1 3 0-16,-1 2 0 0,-3 0 0 0,3 3 0 15,0 3-52-15,3-4-12 0,-3 7 0 0,3-4 0 16,0 1 0-16,4 2 0 0,2-3 0 0,3 1 0 15,0 2 0-15,3 0 0 0,3-2 0 0,3 2 0 16,3 0 0-16,2 0 0 0,4 0 0 0,3-2 0 16,0-1 0-16,6-2 0 0,0-2 0 0,-1-4 0 15,1-2 0-15,-3-5 0 0,0-1 0 0,3-2 0 16,-3-5 0-16,2 0 0 0,1-6 0 0,-3-2 0 16,3 2 0-16,-3-4 0 0,0-1 0 0,-4 0 0 15,1 0 0-15,-6-3 0 0,3 3 0 0,-6-2 0 16,0 2 54-16,-6 0 8 0,0 0 2 0,-6 0 0 0,0 1-52 0,-6-1-12 0,0 2 0 0,-6-1 0 15,0 1 0-15,-3 1 0 0,1 0 0 0,-7 0 0 16,3 5 0-16,0-3 0 0,3 3 0 0,-3 3 0 31,1 0-134-31,-1 2-30 0,0 0-5 0</inkml:trace>
  <inkml:trace contextRef="#ctx0" brushRef="#br0" timeOffset="6563.844">21809 9875 2067 0,'0'0'87'0,"0"0"-70"16,0 0 89-16,0 0 18 0,0 0 3 0,3 5 1 15,0 0-34-15,0 1-6 0,-3 2-2 0,3 2 0 16,-3 3-40-16,0 1-8 0,0 2-2 0,0 5 0 16,-3-3-22-16,3 1-5 0,0 2-1 0,-3 0 0 15,3 0-8-15,0 0 0 0,0 1 0 0,0 1 8 16,0 1-8-16,0 0 0 0,0 0 0 0,0 2-11 15,0 1 11-15,0-1 0 0,0 1 0 0,3-1 0 16,-3-2 0-16,0 2 0 0,3-4 0 0,-3 1 0 16,0-4-53-16,3 0-9 0,-3-1-2 0,3-2 0 15,-3 0-153-15,3-3-31 0,0 0-7 0</inkml:trace>
  <inkml:trace contextRef="#ctx0" brushRef="#br0" timeOffset="7042.879">22768 9893 1337 0,'0'0'56'0,"0"-5"-44"16,0 5 92-16,2-5 20 0,-2 5 3 0,0 0 1 15,0 0 0-15,0-5 0 0,0 5 0 0,0 0 0 16,0 0-52-16,0 0-9 0,0 0-3 0,0 0 0 15,6 5 0-15,0 0 0 0,-3 0 0 0,0 3 0 16,3 6 0-16,-3-1 0 0,0 3 0 0,3 0 0 16,-3 2-51-16,3 1-13 0,-3-1 0 0,0 1 0 15,0-1 0-15,0 1 0 0,0-1 0 0,0 1 0 16,0-1 0-16,0-2 0 0,0 3 0 0,0-1 0 16,0 3 0-16,-3 0 0 0,3 1 0 0,0 1 0 15,0 1 0-15,-3-3 0 0,3-2 0 0,0 2 0 16,0-2 0-16,-3-1 0 0,3-2 0 0,0 0 0 15,-3-3-48-15,3-2-13 0,-3-1-3 0,3-2 0 16,0 0-51-16,-3 0-10 0,3-3-3 0,3 1 0 16,-3-1-102-16</inkml:trace>
  <inkml:trace contextRef="#ctx0" brushRef="#br0" timeOffset="7384.67">23485 9907 2032 0,'0'0'42'0,"0"0"10"0,0 0-41 0,0 0-11 0,0 0 0 0,0 0 0 16,0 0 112-16,0 0 20 0,0 0 4 0,0 0 0 15,0 0-57-15,0 5-12 0,0 3-3 0,0 2 0 16,0 4-51-16,3 2-13 0,-3-1 0 0,0 4 0 15,3-1 54-15,-3 1 8 0,3 0 2 0,-3-1 0 16,0 1-52-16,0-1-12 0,0 1 0 0,-3-1 0 16,3 3 0-16,-3 3 0 0,0 0 0 0,0 2 0 15,-3 3 0-15,3 1 0 0,-3 4 0 0,3-2 0 16,-3-1 54-16,0-1 8 0,3-7 2 0,-3 4 0 16,0-6-52-16,0 0-12 0,3 0 0 0,-3-2 0 15,3-3 12-15,0 0 0 0,0 0 0 0,0-1 0 16,0-4-47-16,3 0-9 15,0-1-3-15</inkml:trace>
  <inkml:trace contextRef="#ctx0" brushRef="#br0" timeOffset="11279.245">15266 10991 1869 0,'0'-10'79'0,"0"-1"-63"16,0 3 87-16,0 0 17 0,0 0 4 0,0 1 1 16,3 1-37-16,-3 6-7 0,0-5-1 0,0 5-1 15,0 0-29-15,0 0-6 0,0 0 0 0,0 0-1 16,3 8-12-16,-3 0-3 0,0 2 0 0,0 4 0 16,0 2-14-16,-3-1-3 0,3 7-1 0,-3 1 0 15,0 7-10-15,3-1 0 0,0 5 0 0,-2 3 8 16,2-5-8-16,0 0 0 0,2-3 0 0,-2 2 0 15,3-4-19-15,0-3-5 0,0 2-2 0,0-2 0 16,0-3-91-16,-3 0-19 0,3 0-3 0</inkml:trace>
  <inkml:trace contextRef="#ctx0" brushRef="#br0" timeOffset="11611.118">15043 11428 2229 0,'-9'-8'46'0,"0"3"12"0,0-3-46 16,3 3-12-16,3-1 0 0,1 1 0 0,-1 0 81 0,0-1 15 0,0 1 2 0,3 5 1 15,0-5-34-15,0 5-6 0,0 0-2 0,0 0 0 16,3-3 0-16,-3 3 0 0,6-5 0 0,-4 5 0 16,4 0-45-16,3 3-12 0,-3 2 0 0,3 0 0 15,0 0-13-15,0 1-5 0,3 2-1 0,0 0 0 16,0 2 19-16,3-2 0 0,-3 3 0 0,3-1 0 15,-1-2 12-15,1 3 5 0,0-3 2 0,0 0 0 16,0 0-34-16,0-3-6 0,3 0-2 0,-3-2 0 16,-1-3 37-16,1 0 7 0,0 0 2 0,-3-5 0 15,3-1-39-15,0 1-7 0,-3-3-1 0,3-3-1 16,0 1 25-16,-1 2 0 0,4-3 9 0,0 1-9 16,-3 2-29-16,0-3-13 0,0 1-2 0,3-1-1 15,-3 3-106-15,-1 0-21 0,-2-2-4 0</inkml:trace>
  <inkml:trace contextRef="#ctx0" brushRef="#br0" timeOffset="12146.955">15281 12026 2066 0,'-6'-3'43'0,"0"1"10"15,6 2-42-15,0 0-11 0,0 0 0 0,3-6 0 16,3 1 53-16,0 0 9 0,3 2 2 0,0-2 0 16,0 0-1-16,3 2 0 0,0-2 0 0,3 2 0 15,0-2-50-15,6-1-13 0,-1 1 0 0,4 0 0 16,0 0 56-16,6 2 7 0,0 0 1 0,-1 1 0 15,-2-1-56-15,-3 6-8 0,3-3 0 0,-4 2-10 16,-2 4 10-16,-6-1 0 0,0 3 0 0,0 2 8 16,-6 4 0-16,0-1 0 0,-3 3 0 0,-3 0 0 15,0 2 1-15,-3 1 1 0,0 2 0 0,-6 0 0 16,0 0-2-16,-3 3-8 0,0 0 12 0,-3 2-4 16,-3 1-8-16,0 4 0 0,0 1 0 0,-2 0 0 0,-1 0 0 15,0 2 0-15,0-2 0 0,0 0-11 16,0-3-6-16,3-3-2 0,0-2 0 0,1 0 0 15,2-3-9-15,0-2-1 0,0 2-1 0,3-3 0 16,0-2-106-16,3 0-20 0,0-3-5 0</inkml:trace>
  <inkml:trace contextRef="#ctx0" brushRef="#br0" timeOffset="12401.713">15418 12333 2229 0,'-9'-3'46'0,"0"-2"12"16,3 0-46-16,3-1-12 0,1 1 0 0,-1 0 0 15,3 0 70-15,0-1 12 0,3-2 2 0,-1 3 1 16,1 0 2-16,6-1 0 0,0 1 0 0,3 0 0 16,3 0-37-16,3 2-7 0,0 0-2 0,6 1 0 15,-1-1 4-15,4 0 1 0,0 1 0 0,3 2 0 16,-3-3-28-16,-1 3-6 0,-2-3 0 0,0 1-1 15,3-1-11-15,-3 3 0 0,-1-2 0 0,1-4 0 16,0 6-112-16,0-2-17 0,0-1-4 0</inkml:trace>
  <inkml:trace contextRef="#ctx0" brushRef="#br0" timeOffset="15173.94">20996 11547 1968 0,'0'0'83'0,"0"0"-67"16,0 0 111-16,0 0 21 0,0 0 5 0,0 0 1 16,0 0-73-16,-3 5-14 0,0 1-3 0,1-1-1 15,2 6-14-15,-3-3-2 0,0 5-1 0,3 3 0 16,-3 0-22-16,3-1-5 0,0 7-1 0,-3-1 0 16,3-3-7-16,0 6-2 0,-3-3 0 0,3 6 0 15,0-3-9-15,-3 2-11 0,3 3 3 0,0 0 0 16,0 0 16-16,0 0 4 0,3 0 1 0,-3 1 0 15,3-4-13-15,0-2 0 0,0-3 0 0,0 0 0 16,0-5-31-16,-1 0-5 0,4-3-2 0,-3-2 0 16,3-3-171-16,-3-3-35 0</inkml:trace>
  <inkml:trace contextRef="#ctx0" brushRef="#br0" timeOffset="15539.694">21758 11743 2067 0,'0'0'87'0,"-6"-3"-70"16,1 1 140-16,-1 2 28 0,-3 0 6 16,0 0 1-16,0 2-103 0,-3 1-20 0,3 0-4 0,-3 5-1 15,0-3-51-15,0 3-13 0,-3 0 0 0,3 5 0 16,-2-2-9-16,2 2-5 0,0 3-1 0,0-1 0 16,3 4 24-16,3 2 5 0,-3 3 1 0,6 0 0 15,3 0-15-15,0-3 0 0,3 0 0 0,0 0 0 16,6-2-32-16,3-3-10 0,0-3-2 0,3-3 0 15,2 1 15-15,1-6 2 0,3 1 1 0,0-4 0 16,0-2 14-16,0 0 2 0,3-5 1 0,-4 2 0 16,1-5 9-16,0 0 0 0,0 0 0 0,0-5-8 15,0 0 20-15,-4-3 4 0,1 0 0 0,0-5 1 16,-3 0-17-16,0 0 0 0,-3-3 0 0,-3 3 0 16,-3 0 51-16,0 2 6 0,-3-2 2 0,0 5 0 15,-6-3-34-15,-3 4-6 0,0-1-2 0,-3 0 0 16,-6 0-17-16,0 3-16 0,-3-1 4 0,-3 1 0 15,3 0 28-15,-2 2 5 0,-4-2 2 0,0 3 0 16,-3 2-55-16,0 0-12 0,-2 2-1 0,-4 1-1 16,3 3-141-16,0 2-28 0</inkml:trace>
  <inkml:trace contextRef="#ctx0" brushRef="#br0" timeOffset="16169.76">22756 11542 2066 0,'0'0'43'0,"0"0"10"15,0 0-42-15,0 0-11 0,0 0 0 0,0 0 0 16,-3 5 104-16,0 0 20 0,0 1 3 0,-3-1 1 16,3 3-103-16,0 3-25 0,-3-4 0 0,0 7 0 0,3-1 0 0,-3 0 0 0,0 6 0 0,-3-3 0 31,3 2 56-31,0 1 7 0,3-1 1 0,-3 1 0 16,3 2-82-16,3-5-16 0,-3 2-3 0,3 1-1 15,3-3 10-15,0 2 1 0,3-2 1 0,0 3 0 16,6-6 26-16,0 3 0 0,3-3 0 0,0-3 0 15,3 1 0-15,2-6 0 0,1 1 0 0,3-4 0 0,0-2 0 0,0-2 0 0,-1-1 0 16,4-2 0-16,-3-3 0 0,-3-3 0 0,-3 1 0 0,0-1 0 16,0-2 46-16,-4-3 14 0,1 3 4 0,-3-3 0 15,0 0-52-15,-3 3-12 0,0-3 0 0,-3 3 0 16,0-3 54-16,-3 2 8 0,0-1 2 0,-6 1 0 16,0-2-24-16,-3 1-5 0,0-1-1 0,-6 2 0 15,3-1-14-15,-3-4-2 0,-3 3-1 0,0 3 0 16,-2-3-3-16,-4 6-1 0,0-4 0 0,-3 4 0 15,-3 2-13-15,1 0 0 0,-4 3 0 0,0-1 0 16,3 4-48-16,3 2-13 0,1 2-3 0,2 1 0 16,3 0-102-16,3 2-21 0,3 0-4 0</inkml:trace>
  <inkml:trace contextRef="#ctx0" brushRef="#br0" timeOffset="16486.629">23699 11513 2001 0,'-3'-8'41'0,"3"0"11"0,0 0-41 0,0 3-11 0,0-1 0 0,-3 1 0 16,3 0 67-1,-3-1 11-15,3 1 2 0,0 5 1 0,0 0 38 0,0 0 7 0,-3-2 2 0,3 2 0 16,0 0-103-16,0 0-25 0,0 0 0 0,-6 5 0 15,3 5 56-15,0 1 7 0,0 5 1 0,0 2 0 16,0 4-52-16,0 1-12 0,0 6 0 0,-2 1 0 16,2-1 0-16,3-3 0 0,-3 1 0 0,0 2 0 15,0-3 0-15,0 1 0 0,0-1 0 0,0 3 0 16,-3 0 0-16,3 3 0 0,-3-3 0 16,0 0 0-16,3-2 0 0,-3-1 0 0,3-5 0 0,-3-2 0 31,3-3-151-31,-3-3-33 0,3-2-6 0</inkml:trace>
  <inkml:trace contextRef="#ctx0" brushRef="#br0" timeOffset="19625.279">12495 10867 1824 0,'0'0'76'0,"0"0"-60"16,0 0 89-16,0 0 19 0,0 0 3 0,0 0 1 16,0 0-52-16,0 0-9 0,0 0-3 0,0 8 0 15,-3 3-51-15,0 2-13 0,3 3 0 0,-3 2 0 16,-3 6 0-16,3 3 0 0,-3-1 0 0,0 8 0 16,1 3 0-16,-1 6 0 0,0 2 0 0,-3 2 0 15,3-4 0-15,0-4-8 0,0 1 8 0,3 0-13 16,-3-3-69-16,3 0-14 0,3-3-2 0</inkml:trace>
  <inkml:trace contextRef="#ctx0" brushRef="#br0" timeOffset="20014.398">12233 11441 1820 0,'-18'-8'38'0,"12"6"8"0,1-1-37 16,2-2-9-16,-3 2 0 0,0-2 0 15,6 5 103-15,-3-3 18 0,3 3 4 0,0 0 1 0,-6-2-53 0,6 2-10 0,0 0-3 0,0 0 0 16,0 0-42-16,0 0-9 0,0 0-1 0,-3 5-8 16,3 3 58-16,-3 2 5 0,3-2 1 0,3 6 0 15,0-1-52-15,0 3-12 0,3 2 0 0,0 1 0 16,3-1 0-16,-1-2 0 0,1 3 0 0,6-1 0 15,-3-2 0-15,0-3 0 0,3 0 0 16,0 1 0-16,0-6-28 0,0 0-8 0,2-6-1 16,-2 3-1-16,0-2 29 0,0 0 9 0,3-3 0 0,-3-3 0 15,0-2 25-15,3 0 12 0,-4-1 3 0,1-4 0 16,-3-1-32-16,3 1-8 0,3-4 0 0,-3 1 0 16,0-3 0-16,0 0 0 0,3-2 0 0,-4 2 0 31,1 0-50-31,0 3-11 0,3 0-3 0,-3-1 0 15,0 4-132-15,0-1-26 0</inkml:trace>
  <inkml:trace contextRef="#ctx0" brushRef="#br0" timeOffset="20829.583">12567 12349 1792 0,'0'0'51'0,"0"0"10"16,0 0-49-16,0 0-12 0,3 5 0 0,-3 0 0 15,0 3 95-15,-3 3 16 0,3-3 3 0,-6 5 1 16,3-2-82-16,-3 2-16 0,-3-2-3 0,0 2-1 15,0 0 3-15,-3 3 1 0,0-3 0 0,-3 3 0 16,-3-5-17-16,1 2 10 0,-4-3-10 0,-3 1 8 16,3-3-8-16,0-3 0 0,0 0 9 0,1 1-9 0,2-4 0 0,0 1 0 15,3-3 0-15,0 0 0 16,3 0-15-16,0-3-7 0,3-2-2 0,0 0 0 0,6-3 24 0,-2 0 0 0,2 0 0 0,3-3 0 16,0-2 47-16,3 0 13 0,2 0 4 0,1-3 0 31,6 0-40-31,0 0-8 0,0 0-2 0,3 0 0 0,3 1 10 0,0 4 1 0,0-2 1 0,2 2 0 15,1 3-2-15,-3 3 0 0,3 0 0 0,0 2 0 16,-3 3-3-16,0 3-1 0,-4 2 0 0,1 3 0 16,0 0-1-16,-3 5-1 0,0 3 0 0,0 0 0 15,0 2-10-15,-3 1-8 0,0-1 12 0,-3 3-12 16,-3-2 9-16,0 0-9 0,0 2 0 0,-6-3 9 16,0 3-9-16,0-2 12 0,-3 2-12 0,-3 0 12 15,3 0-12-15,-3 1 10 0,-3 1-10 0,3-1 10 16,-3-1-10-16,0 0 0 0,-3-3 0 0,0 4 0 15,1-4 8-15,-4-2-8 0,-3 0 0 0,3 0 8 16,-3-6-8-16,0 4 0 0,0-4 0 0,1 1 0 16,-1-3 0-16,3-3 0 0,3 3 0 0,-3-3 0 15,3 0-12-15,3-2-4 0,3 0 0 0,1-1-1 16,-1-2-79-16,3 0-15 0,6 0-3 0</inkml:trace>
  <inkml:trace contextRef="#ctx0" brushRef="#br0" timeOffset="22047.851">21127 12989 2014 0,'-14'8'42'0,"11"-5"9"0,-3-1-41 0,3 4-10 0,0-4 0 0,-3 4 0 16,3-1 64-16,0 0 12 0,-3 1 1 0,3 1 1 16,0 4 17-16,0 0 3 0,0 2 1 0,0 0 0 15,0 6-56-15,0-1-11 0,0 3-3 0,0 0 0 16,3 3 7-16,0 0 0 0,-3 0 1 0,3 0 0 16,0-3-23-16,0 0-5 0,0 0-1 0,0 0 0 15,0-2-8-15,0 2 0 0,3-2 0 0,-3-1 0 16,0 1 0-16,3-3 0 0,-3-1 0 0,0 1 8 15,3 0-8-15,-3 3-14 0,3-3 3 0,0-1 1 16,0-1-32-16,-3-1-6 0,3 0-2 0,0-2 0 16,-3-3-206-16,0 0-40 0</inkml:trace>
  <inkml:trace contextRef="#ctx0" brushRef="#br0" timeOffset="22561.064">21904 13084 2048 0,'-18'8'95'16,"12"-5"-85"-16,-2 5-10 0,-1-3 0 0,0 3 0 16,0 3 57-16,3-1 10 0,0 1 1 0,-3 2 1 15,3 3-1-15,-3 0 0 0,3 0 0 0,0 2 0 16,3 1-45-16,-3-1-10 0,3 1-1 0,0-1-1 16,3 1-11-16,-3-1 0 0,3-2 0 0,0 0 0 15,3 0 0-15,-3 0 0 0,3-3 0 0,3 0 0 16,0-2 0-16,0 0 0 0,0-6-11 0,3 0 11 15,0 0-13-15,3-2 2 0,3-3 1 0,3-3 0 16,-1 1 10-16,1-3 0 0,3-1 0 0,3-2 0 16,0 0 0-16,0 0 0 0,-4 1 0 0,4-1 11 15,-6-3 7-15,0 0 2 0,0-2 0 0,-3 0 0 0,-3-3 29 16,-1 0 7-16,-2 0 0 0,-3-2 1 0,0-1-2 0,0-2-1 0,-3 0 0 16,0 0 0-16,-3 2-25 15,-3-2-5-15,0 3 0 0,-3-1-1 16,-3 3-11-16,0 3-1 0,-5-3-1 0,-1 3 0 15,-3 2-10-15,-3 1 0 0,-3 2 0 0,0 0 0 16,-2 2-29-16,2 1-11 0,-3 0-3 0,0 2 0 16,6 1-131-16,1 2-26 0,2 2-6 0</inkml:trace>
  <inkml:trace contextRef="#ctx0" brushRef="#br0" timeOffset="23150.324">22940 12915 1796 0,'0'0'37'0,"0"0"10"0,0 0-38 0,0 0-9 0,0 0 0 0,0 0 0 16,0 0 110-16,0 0 20 0,0 0 4 0,0 0 1 15,0 0-40-15,0 0-8 0,0 0-2 0,0 0 0 16,0 0-25-16,0 0-6 0,0 0-1 0,0 0 0 15,-3 5-14-15,3 3-3 0,-3-2-1 0,3 2 0 16,-3 2-8-16,3 1-2 0,0-1 0 0,-3 4 0 16,0 1-25-16,3 1 0 0,-3 0-9 0,-3 3 9 15,3 2 0-15,0 0 0 0,0 3 0 0,0 0 0 16,0 2 16-16,3-2 11 0,-3 2 1 0,3 1 1 16,0-3-29-16,0-3 0 0,0 0 0 0,0 0 0 15,0-2 0-15,0-3-15 0,3-1 2 0,-3-1 0 16,0-1-13-16,0-2-2 0,3-4-1 0,-3 1 0 15,0 0-30-15,3-2-5 0,-3-6-2 0,0 5 0 16,0-5-173-16,0 0-34 0</inkml:trace>
  <inkml:trace contextRef="#ctx0" brushRef="#br0" timeOffset="23512.215">23437 12886 1824 0,'6'-13'38'0,"-6"7"8"0,3 1-37 0,-3 0-9 0,3 0 0 0,-3-3 0 16,3 2 104-16,-3 1 20 0,3 2 3 0,-3 3 1 15,0-5-52-15,0 5-9 0,0 0-3 0,0 0 0 16,0 0 0-16,0 0 0 0,0 0 0 0,0 0 0 31,0 0 0-31,3 5 0 0,0 1 0 0,0 2 0 0,-3 2-51 0,0 1-13 0,3 2 0 0,-3 0 0 16,0 1 0-16,-3 1 0 0,3 1 0 0,0 0 0 15,-3 0 0-15,3 0 0 0,-3 2 0 0,0 1 0 16,3-1 34-16,0 4 4 0,-3-1 1 0,3 3 0 16,0-1-11-16,0 4-3 0,0 2 0 0,0-3 0 15,0 1-35-15,0-3-7 0,0-3-2 0,0 3 0 16,-3-6 31-16,3 1 5 0,0-1 2 0,0-2 0 16,0-3-19-16,0-2 0 0,0 0 0 0,0-1 0 15,0-2 0-15,0-3 0 0,0 3 0 0,0-8 0 16,0 6-48-16,0-6-12 0,3 2-4 15,-3-2 0-15,0 0-153 0,0 0-31 0</inkml:trace>
  <inkml:trace contextRef="#ctx0" brushRef="#br0" timeOffset="26232.272">20473 8099 1963 0,'-18'-13'40'0,"15"8"12"0,-3 0-42 0,3 2-10 0,3-2 0 0,0 5 0 16,-3-6 75-16,3 6 13 0,0 0 2 0,0 0 1 16,0 0-5-16,0 0-1 0,0 0 0 0,0 0 0 15,0 0-57-15,6 3-11 0,0 2-2 0,0 3-1 16,0 0-14-16,0 3 0 0,3-1 8 0,-1 1-8 15,1 0 0-15,0-4 0 0,3 4 0 0,0-3 0 16,-3-3 0-16,3-2 0 0,0 0 0 0,-3-1 0 16,3-2 0-16,0-2 0 0,-1-4 0 0,1 1 0 15,3-3 27-15,0-3-1 0,3 4 0 0,0-4 0 16,0-2-6-16,3-1 0 0,2-1-1 0,-2-1 0 16,3-3-19-16,0-2 0 0,-3 0 0 0,3 0 0 15,-1-6-19-15,1 3-10 0,0-5-3 0</inkml:trace>
  <inkml:trace contextRef="#ctx0" brushRef="#br0" timeOffset="26913.086">22631 8081 1630 0,'0'0'68'15,"0"0"-54"-15,0 0 81 0,0 0 16 0,0 0 3 0,0 0 1 16,0 0-14-16,0 0-2 0,0 0-1 0,0 0 0 15,0 0-62-15,0 0-12 0,0 5-2 0,0 0-1 16,0 3-11-16,3-2-2 0,-3-1-8 0,3 3 12 16,0-3-12-16,-1 1 0 0,1 1 8 0,0-1-8 15,0-1 0-15,3-2 0 0,0 2 0 0,0-5 0 16,0 3 0-16,0-3 0 0,0-3 0 0,0 0 0 16,3 1 59-16,0-4 9 0,3-2 1 0,-3 3 1 15,3-5-32-15,3 2-6 0,-4-6-2 0,4 1 0 16,0 0-20-16,3-3-10 0,0-2 10 0,0-1-10 31,3-2-22-31,-3-3-10 0,2 0-3 0,1-2 0 0,-3-1-198 0,-3 1-40 0</inkml:trace>
  <inkml:trace contextRef="#ctx0" brushRef="#br0" timeOffset="27512.813">23512 7949 1337 0,'0'0'28'0,"0"0"6"16,-6 5-34-16,6-5 0 0,0 0 0 0,-3 5 0 15,3-5 108-15,-3 5 16 0,0 1 2 0,3-1 1 16,-3 0-101-16,3 1-26 0,3 2 0 0,-3-3 8 16,0 0 44-16,3 3 10 0,0 0 2 0,0 3 0 15,0-3-52-15,0-1-12 0,0 1 0 0,0 3 0 16,0-3 0-16,0 3 0 0,0-4 0 0,3 1 0 15,-4 0 24-15,4 3 3 0,0-6 0 0,0 3 0 16,0-3-43-16,3 1-9 0,-3-4-2 0,3 1 0 16,0 0 27-16,3-3 0 0,0 0 0 0,0 0 0 0,0-3 46 15,0 0 14-15,2-2 4 0,4 0 0 16,-3-3 0-16,3 0 0 0,-3-3 0 0,3 1 0 0,0-3-22 0,0-1-4 16,-4 1-1-16,4-3 0 0,0 0-8 0,0-2-1 0,0-1-1 0,0-2 0 31,3 3-45-31,-4-4-9 0,4 1-1 0,-3 0-1 15,3 5-128-15,-3 0-26 0,0 3-5 0</inkml:trace>
  <inkml:trace contextRef="#ctx0" brushRef="#br0" timeOffset="30868.659">9769 11116 2030 0,'-6'-13'57'0,"3"2"14"16,0 0-57-16,0 4-14 0,0-1 0 0,0 0 0 15,0 2 54-15,0 1 8 0,3 5 2 0,0 0 0 16,0 0 0-16,0 0 0 0,0 0 0 0,0 0 0 16,-6 5-52-16,0 6-12 0,3 0 0 0,0 4 0 15,0 7 0-15,3 4 0 0,0 3 0 0,0 3 0 16,0 0 0-16,3-1 0 0,0 1 0 0,0 5 0 16,0-2 0-16,-3-1 0 0,3 3 0 0,0 5 0 15,-3-5 0-15,3 0 0 0,0 0 0 0,0 1 0 16,-3-7-151-16,0-2-33 0,3 0-6 0</inkml:trace>
  <inkml:trace contextRef="#ctx0" brushRef="#br0" timeOffset="31216.111">9501 11751 1877 0,'0'0'79'0,"0"0"-63"16,0-5 72-16,0 5 16 0,3-3 2 0,-3 3 1 16,3-3-41-16,0 1-8 0,-3 2-2 0,6 0 0 15,3 2-29-15,-3 1-7 0,2 2 0 0,-2 1-1 16,3 1-11-16,3 1-8 0,-3 0 9 0,3 3-9 16,0 0 0-16,3-1-8 0,-3 1-1 0,3-1 0 15,-3-2 9-15,-1 0 0 0,1 0 0 0,0-3 0 16,3 1 0-16,-3-4 0 0,0-2 0 0,3 0 0 15,-3-2-10-15,3-1 0 0,0-2 0 0,-4 2 0 16,4-5 10-16,3 3 11 0,-3-3-3 0,3 0 0 16,0 0 3-16,0 0 0 0,0-2 0 0,-1 2 0 15,1-3-11-15,0 0 10 0,-3-2-10 0,3 0 10 16,-3 0-10-16,-3-1 0 0,0 1 9 0,-1 3-9 16,-2-4-31-16,-3 4-10 0,3-1-3 0</inkml:trace>
  <inkml:trace contextRef="#ctx0" brushRef="#br0" timeOffset="31756.205">9593 12645 1824 0,'0'0'38'0,"0"0"8"16,0 0-37-16,0 0-9 0,0 0 0 0,0 0 0 15,0 0 74-15,0 0 13 0,0 0 2 0,3 0 1 16,-3 0-30-16,6 3-7 0,-3 2-1 0,-3 0 0 0,3 6-21 16,-3 2-5-16,3 1-1 0,-3 7 0 0,0 0-12 0,-3 5-2 0,3 3-1 0,0 1 0 31,-3-1-10-31,3 0 0 0,-3 0 9 0,3 0-9 0,0-3 0 0,0 3 9 0,0-2-9 0,0 2 0 16,3-2 0-16,0 2 0 0,0-3 0 0,3 1-12 31,-3-4-30-31,3 1-6 0,0-5 0 0</inkml:trace>
  <inkml:trace contextRef="#ctx0" brushRef="#br0" timeOffset="32040.977">10063 12661 1949 0,'-3'-5'82'0,"-3"2"-66"15,0-2 107-15,3 2 21 0,-2 1 4 0,-1 2 0 16,0-3-65-16,0 6-14 0,0-3-2 0,0 2-1 16,3 4-26-16,-3-1-4 0,0 0-2 0,0 3 0 15,0 5-18-15,0 1-3 0,3 1-1 0,-3 4 0 16,3 2-4-16,0 3-8 0,0 0 11 0,0 2-11 16,3-2 8-16,-3-3-8 0,3 0 0 0,0 0 0 15,0 1 0-15,0-6 0 0,0 2 8 0,3 1-8 16,0-4 0-16,-3 4 0 0,3-1 0 0,0 1 0 15,0 2 0-15,0 0 0 0,0 1 0 0,0-1 0 0,0 2 0 16,-3-4 0-16,3 2-11 0,0-5 11 16,0 0-41-16,-3-3-2 0,3 0 0 0</inkml:trace>
  <inkml:trace contextRef="#ctx0" brushRef="#br0" timeOffset="40548.044">19970 2638 2240 0,'0'0'64'0,"0"0"12"0,2 3-60 0,-2 2-16 0,3 0 0 15,-3 6 0-15,-1446-1 72 0,2892 6 11 0,-1446-5 2 0,-3 7 1 16,1 1-50-16,-4 2-9 0,3 0-3 0,-6 8 0 15,0 1 2-15,0-1 0 0,-3 8 0 0,0 0 0 16,3 0-26-16,-3 0 0 0,0 0 0 0,0 0 0 16,0-8 0-16,1 3 0 0,-1-3 0 0,0 0 0 15,3-5 0-15,0-3 0 0,0-5 0 0,0 2 0 16,3-10 0-16,-3 0 0 0,3-3 0 0,6-5 0 16,0 0 0-16,-3-2 0 0,0-9 0 0,0 3 0 15,3-13 0-15,3 0 0 0,3-3 0 0,0-5 0 16,3 0-12-16,3-8-7 0,0 0-1 0,6-8-1 15,0 8 33-15,2-5 8 0,4-1 0 0,3-2 1 16,-3 8-21-16,3 0 0 0,-1 5 0 0,1-2-12 16,-3 8 43-16,-3 4 8 0,0 1 1 0,-3 5 1 15,-4 3-10-15,-2 0-3 0,-3 10 0 0,0-5 0 16,-3 8 22-16,0 3 4 0,0 2 1 0,0 3 0 16,0 5-37-16,-3 3-7 0,0 3-2 0,-3 2 0 15,3 5-9-15,0-2 0 0,-3 5 0 0,3 0 0 16,-3 3 0-16,0 3 0 0,3 2 0 0,-3 0 0 15,0 0 0-15,-3 0-12 0,3 0 2 0,-3-5 1 16,0 2-38-16,-3-5-7 0,0 3-2 0,-3-3 0 16,0-3-108-16,0-2-21 0,-3-3-5 0</inkml:trace>
  <inkml:trace contextRef="#ctx0" brushRef="#br0" timeOffset="40720.175">19874 2979 2215 0,'-12'-2'93'15,"3"-4"-74"1,-2 4 107-16,5 2 22 0,6 0 4 0,0 0 0 16,0 0-85-16,0 0-18 0,3-8-3 0,2 5-1 15,4-2-21-15,3 5-4 0,6-3 0 0,0 3-1 16,6 0-3-16,3 0-1 0,5 0 0 0,1 3 0 16,0-3-75-16,0 5-16 0,2-2-2 0</inkml:trace>
  <inkml:trace contextRef="#ctx0" brushRef="#br0" timeOffset="41552.721">19946 3612 1997 0,'-3'13'41'0,"0"-5"11"0,0 0-41 0,3 5-11 0,0 3 0 0,-3 0 0 16,0 5 16-16,0 3 0 0,-3 2 1 0,0 6 0 16,0 0 5-16,-3 2 1 0,3-2 0 0,-3 2 0 15,0-5 15-15,0 1 3 0,0-4 1 0,0 1 0 16,1 2-34-16,2-11-8 0,0 3 0 0,-3 0 0 15,3-2 0-15,0-3 0 0,0 0 0 0,0-8 0 16,0 0 53-16,3-3 9 0,0 3 2 0,3-8 0 16,0 0 3-16,-3-8 1 0,0 0 0 0,0-5 0 15,3-3-28-15,0 0-6 0,3-5-1 0,-3 0 0 16,6-6-12-16,0 1-2 0,0-3-1 0,3-6 0 16,3 3-7-16,3-2-2 0,2-3 0 0,4 0 0 15,0 5 13-15,3 3 2 0,6 3 1 0,-4-1 0 16,4 9-9-16,-3-1-1 0,3 9-1 0,-3-1 0 15,-4 0-3-15,-2 3-1 0,0 6 0 0,-3-3 0 16,-3 2-10-16,-3 3 12 0,0 3-12 0,-6 2 12 0,0 0-3 0,-1 3 0 0,-5 3 0 16,0 2 0-16,-2 0-9 0,-4 6 0 0,0 2 0 0,-3-3 0 31,-3 6-49-31,-3-5-12 0,0 2-3 0,-3 0 0 0,-3 0 52 0,0-8 12 0,-2 6 0 0,-1-3 0 16,0-3 0-16,0-2 0 0,0-1 0 0,4-2 0 15,2 0 0-15,3-3 0 0,3 1 0 0,3-4 0 16,3 1 18-16,6-3 6 0,0 0 2 0,0 0 0 15,6-3-42-15,3 1-8 0,3-1-1 0,6 0-1 16,3 3 72-16,-1-5 14 0,4 2 4 0,3-2 0 16,0 5-52-16,-3 0-12 0,2 0 0 0,-2 0 0 15,0 5 11-15,0-5-1 0,-3 8 0 0,-1-5 0 16,-2 2-10-16,-3 3 8 0,-3 0-8 0,0 0 8 16,-6 0-8-16,-3 0 12 0,0 3-12 0,-3-1 12 15,-6 1-12-15,0-1 8 0,-3 4-8 0,-3-4 8 16,0 3-8-16,-3 3 0 0,-2 3 0 0,-1-3 0 15,-3 0-13-15,-3-1-5 0,-3 1-1 0,0 3 0 16,-5-6-27-16,2 3-6 0,-3-3 0 0,0 6-1 16,4-6-127-16,-1 0-24 0,3-2-6 0</inkml:trace>
  <inkml:trace contextRef="#ctx0" brushRef="#br0" timeOffset="41869.876">19981 4604 2108 0,'9'-3'44'0,"-9"3"10"0,6-5-43 16,0 2-11-16,0-7 0 0,0 2 0 0,-3 0 147 0,3 0 27 0,-3-3 6 0,0 1 0 16,-3-1-108-16,-3 3-23 0,0-2-4 0,-3 2-1 15,-3 3 4-15,-3-1 0 0,0 1 0 0,-5 2 0 16,-4 3-22-16,0 0-4 0,0 3-1 0,-6 2 0 15,3 3-21-15,-2 3 9 0,-1 2-9 0,0 3 0 16,3 2 0-16,-3 1 0 0,7 2 0 0,-1 6 0 16,6-6 0-16,3 3 0 0,3 5 0 0,3-8 0 15,6 3 0-15,3-1 0 0,6-1-12 0,3-1 12 16,3-3-11-16,6 1 11 0,-1-3-12 0,7 0 12 16,0-6-11-16,3 3 11 0,0-2-10 0,2-3 10 15,1 2-33-15,0 1-1 0,6-6 0 0</inkml:trace>
  <inkml:trace contextRef="#ctx0" brushRef="#br0" timeOffset="42595.06">20615 3006 1539 0,'0'0'64'0,"0"0"-51"15,0 0 90-15,0 0 17 0,3-5 4 0,3 2 1 16,0-2-51-16,3 2-10 0,0-2-3 0,3 5 0 15,3-6-10-15,6 4-3 0,0 2 0 0,2-6 0 16,4 4-12-16,3 2-4 0,3 0 0 0,2 0 0 16,-2 0-16-16,3-5-4 0,0 5-1 0,2-3 0 15,1 0-11-15,3 3 0 0,-1 0 0 0,4 0 8 16,-6-2-19-16,-1-1-4 0,-2 0-1 0,0 1 0 16,-3-4-121-16,-7 4-25 15,1-6-5-15</inkml:trace>
  <inkml:trace contextRef="#ctx0" brushRef="#br0" timeOffset="42878.275">21449 2765 1820 0,'-21'-8'38'0,"0"0"8"15,0 0-37-15,4 0-9 0,-4 3 0 0,3-3 0 16,3 5 96-16,0-2 16 0,3 0 4 0,3 2 1 16,3 3-29-16,0 0-7 0,6 0-1 0,0 0 0 15,0 0-32-15,6 0-6 0,0 3-2 0,3 0 0 16,3 4-13-16,3-4-3 0,-3 2-1 0,6 3 0 15,0 3-8-15,-4-1-2 0,1 1 0 0,3 2 0 0,-3 1-5 0,3-4 0 0,0 1-8 0,-3 5 12 16,0-6-12-16,-4 3 0 0,1 3 0 0,-3 3 0 31,-3-1 8-31,-3 1-8 0,0 5 0 0,-3-3 0 16,-6-3-15-16,0 9-9 0,-3-6-1 0,-3-3-1 0,1 1 17 16,-4-3 9-16,0 0-10 0,-3 0 10 15,0-3-35-15,0 0-1 0,-3-2 0 0,1-1 0 16,-1-2-33-16,0 0-7 0,3 0-2 0</inkml:trace>
  <inkml:trace contextRef="#ctx0" brushRef="#br0" timeOffset="43139.624">22199 2625 2530 0,'0'0'72'0,"-3"-3"16"15,3 3-71-15,0 0-17 0,-6-5 0 0,6 5 0 16,0 0 50-16,-3 5 6 0,-3-2 2 0,0 5 0 16,3 0-23-16,0 5-5 0,0 0-1 0,0 8 0 15,0-5-11-15,0 5-2 0,3-5-1 0,0 8 0 16,0-5-15-16,0 4 11 0,0-1-11 0,0-4 10 16,0 3-10-16,0 6 0 0,0-3 0 0,0-1 0 15,0-1 0-15,3 1 0 0,-3 4 0 0,0-6 8 16,0-5-8-16,0 5-11 0,0-5 3 0,0-6 0 15,0 4-84-15,3-6-17 0,-3 0-3 0</inkml:trace>
  <inkml:trace contextRef="#ctx0" brushRef="#br0" timeOffset="43488.127">22425 2821 2048 0,'-6'-6'86'16,"0"4"-69"-16,0-1 96 0,0 0 19 0,0 3 4 0,0-5 1 15,1 10-58-15,5-5-12 0,-6 0-3 0,0 6 0 16,3-1-30-16,0 0-6 0,0 3-2 0,0 0 0 16,3 0 6-16,3 5 2 0,0 1 0 0,0-4 0 15,6 3-34-15,2 1 0 0,1-1 0 0,3 5 0 16,0-7-44-16,6 5-16 0,0-6-4 0,0-2 0 16,2 0 52-16,-2 3 12 0,3-11 0 0,0 3 0 15,-3-3 0-15,0-3 0 0,-4-2 0 0,4-3 0 16,-6 0 48-16,0 0 13 0,3 0 3 0,-6-8 0 15,0 3-33-15,-3-3-7 0,-3 3 0 0,0-3-1 16,0 2 21-16,-3-1 4 0,-3-1 0 0,0 3 1 16,-3-3-23-16,-3 2-5 0,0-1-1 0,0 1 0 15,-3-2-12-15,-3 3-8 0,-3 0 8 0,0 2-8 16,-3 3-21-16,0-5-9 0,0 5-2 0,-5 3 0 16,-4 2 32-16,0 3 0 0,-6 0 0 0,1 3 0 15,-7 5-160-15,3 0-25 0,-5 2-6 0</inkml:trace>
  <inkml:trace contextRef="#ctx0" brushRef="#br0" timeOffset="43918.635">20529 3982 2097 0,'-9'8'44'0,"9"-8"9"15,0 0-42-15,3 5-11 0,3-2 0 0,0 2 0 16,3 1 88-16,0-1 16 0,3-2 4 0,0 5 0 16,3-8-37-16,-1 2-7 0,4 4-2 0,0-6 0 15,0 0-17-15,6 2-3 0,0-2-1 0,2 3 0 16,1-3-18-16,0 2-4 0,6 1-1 0,0 0 0 15,-4-3-18-15,4 2 8 0,0-2-8 0,0 3 0 16,-1-3 0-16,1 0 0 0,0 0 0 0,0-3 0 16,-1 3-96-16,-2-2-24 0,3 2-4 0</inkml:trace>
  <inkml:trace contextRef="#ctx0" brushRef="#br0" timeOffset="44536.145">21214 3789 1824 0,'0'0'76'16,"0"0"-60"-16,0 0 76 0,0 0 15 0,0 0 3 0,0 0 1 15,0 0-39-15,3 3-8 0,0-1-2 0,6 6 0 16,-3 0-18-16,2 0-4 0,1 0-1 0,0-3 0 16,3 6-17-16,-3 2-3 0,3-2-1 0,0-1 0 15,0 6-18-15,3-8 0 0,-3 5 8 0,-3 3-8 16,3-5 23-16,-7 2 1 0,4 0 0 0,-6 3 0 16,3-3-36-16,-6 1-6 0,3 2-2 0,-6-3 0 15,0 3 20-15,-3 0 0 0,-3-6 0 0,1 3 0 16,-4 1 8-16,-3-1-8 0,-3 3 0 0,3-6 0 15,-3 1-33-15,-3 5-13 16,3-6-2-16,-2 1-1 0,-1-1-12 0,3 1-3 0,0 2 0 0</inkml:trace>
  <inkml:trace contextRef="#ctx0" brushRef="#br0" timeOffset="44830.206">22205 3781 1824 0,'6'-10'38'0,"0"2"8"0,0-3-37 16,0 3-9-16,0 3 0 0,-3-3 0 16,0 3 104-16,-3 5 20 0,0 0 3 0,0 0 1 0,0 0-52 0,0 0-9 0,0 0-3 0,0 0 0 15,0 0 0-15,0 8 0 0,0 2 0 0,-3-2 0 16,3 5-51-1,-3 3-13-15,3-3 0 0,-3 6 0 0,0-1 0 0,3 1 0 0,-3-1 0 0,0 6 0 16,3-8 0-16,-3 5 0 0,3 3 0 0,-3-3 0 31,0 0 0-31,0-2 0 0,0 0 0 0,0-1 0 0,0 1 0 0,0-4 0 0,0 7 0 0,-3-9 0 16,3 3 0-16,0 0 0 0,-3-1 0 0</inkml:trace>
  <inkml:trace contextRef="#ctx0" brushRef="#br0" timeOffset="45100.483">22467 3797 2452 0,'-6'-5'69'0,"3"-3"16"15,0 5-68-15,3 3-17 0,0 0 0 0,0 0 0 16,0 0 83-16,0 0 13 0,0 0 2 0,0 0 1 15,0 0-43-15,0 8-8 0,0 0-1 0,3 5-1 16,-3-2-11-16,3 2-3 0,0 3 0 0,-3 0 0 16,3 2-14-16,0-2-3 0,0 5-1 0,-3-5 0 15,3 5 2-15,-3-5 0 0,3 5 0 0,-3-5 0 16,0 6-16-16,0-7 0 0,0 7 0 0,-3-4 0 16,0 1 0-16,0 2 0 0,0 0 0 0,0 3 0 15,0-3-151-15,0 3-33 0,3-3-6 0</inkml:trace>
  <inkml:trace contextRef="#ctx0" brushRef="#br0" timeOffset="47595.441">9891 13902 2101 0,'-9'3'88'0,"0"-1"-70"16,3-2 73-16,0 3 14 0,0 0 3 0,0-1 1 15,3 1-35-15,0 2-7 0,0-2-2 0,-3 5 0 16,3 2-45-16,0-2-8 0,0 3-3 0,0 2 0 15,3 3 23-15,-3 3 5 0,0-1 1 0,3 3 0 16,0 3-28-16,-3-3-10 0,3 0 0 0,0 3 9 16,0 0-9-16,3 0 0 0,-3 0 0 0,0 5 0 15,3-3 0-15,-3 3-17 0,3 0 4 0,0 3 1 16,0-5-14-16,0-1-2 0,3 1-1 16,-3-6 0-16,0 0-79 0,0-5-16 15,-3 2-4-15</inkml:trace>
  <inkml:trace contextRef="#ctx0" brushRef="#br0" timeOffset="47926.613">9715 14542 2066 0,'-6'-8'43'0,"-3"3"10"16,3-3-42-16,3 3-11 0,-3-3 0 0,0 0 0 15,3 3 105-15,0-3 19 0,3 0 4 0,-3 3 1 0,0-1-57 0,3 6-11 16,0 0-2-16,0 0-1 0,0 0-23 0,0 0-5 0,0 0-1 0,0 0 0 15,0 0-19-15,0 0-10 0,6 8 10 0,0-2-10 32,0 1-17-32,3 1-10 0,0 3-1 0,3-3-1 0,0 0 29 0,0 2 0 15,3-2 0-15,0 0 0 0,0-2-22 16,2-1 2-16,1-2 0 0,0-1 0 0,0 1 1 0,-3 0 1 16,3-6 0-16,0 3 0 15,-4-3-6-15,4 1-2 0,-3-1 0 0,0 0 0 0,-3-2 38 0,0 0 7 16,3-1 1-16,-6 1 1 0,0-3-10 15,0 0-3-15,0 0 0 0,-4 0 0 0,1-2-8 0,0-1 10 0,0-2-10 0,0 0 10 16,-3 0-10-16,3-1 0 0,-3 1 0 0,0 0 0 31,3 2-76-31,-3 1-18 0,0 2-3 0</inkml:trace>
  <inkml:trace contextRef="#ctx0" brushRef="#br0" timeOffset="48362.779">9915 15257 2048 0,'-21'8'43'0,"15"-6"9"0,0-2-42 15,0 0-10-15,6 0 0 0,-6 3 0 0,6-3 88 0,0 0 16 0,-3 0 4 0,3 0 0 16,-6 5-44-16,3 1-9 0,3-1-2 0,-3 3 0 15,3 0-23-15,0 2-5 0,0 1-1 0,0 0 0 16,0 2-13-16,3 3-3 0,0-3-8 0,3 3 12 16,-3 2-12-16,3 1 0 0,0 2 0 0,3 3 0 15,-3 0 0-15,0 2 0 0,3 1 0 0,-4-1 0 16,1-2-12-16,0 0-4 0,0-1-2 0,0-4 0 16,0-1-38-16,0-2-8 0,0 0-2 15,0-5 0-15,-3-1-93 0,0-2-18 16,0 0-4-16</inkml:trace>
  <inkml:trace contextRef="#ctx0" brushRef="#br0" timeOffset="48932.028">9974 15368 2090 0,'-6'-13'44'0,"0"-3"8"15,0 3-41-15,0-3-11 0,3 3 0 0,-3-3 0 16,3 2 88-16,3-1 15 0,0-1 3 0,0 2 1 15,0 1-44-15,3 0-9 0,0 0-2 0,0 0 0 0,3 2-19 0,0 0-4 0,3-2-1 0,0 3 0 16,0-1-10-16,3 3-2 16,3 0-1-16,-3 0 0 0,0 0-7 0,-1 0 0 0,1 3-8 0,0 0 12 15,0-1-28-15,3 4-5 0,-3-1-2 16,3 3 0-16,-3 0 23 0,0 0 0 16,0 0 0-16,-3 5 0 15,-1 1 19-15,1-1 8 0,-3 0 1 0,0 6 1 0,0-1-29 0,-6 6-15 0,0 0 2 0,0 0 0 31,0 5-23-31,-3 0-5 0,-3 3-1 0,0-3 0 16,3 3-48-16,-3-5-10 0,-3-1-1 0,4-2-1 16,-1 0 58-16,0-3 12 0,0-2 3 0,0-1 0 15,0 1-9-15,3-3-2 0,0 0 0 0,0-3 0 0,3-5 28 0,0 0 12 0,0 0-12 0,0 0 12 16,0 0 0-16,0 0 0 0,0 0 12 0,3 3-4 16,0-1-8-16,3-2 0 0,0 0 9 0,0 0-9 15,3 0 52-15,0 0 5 0,-1-2 2 0,1 2 0 16,3-3-15-16,0 0-2 0,3 1-1 0,-3-1 0 15,3 1-13-15,-3 2-4 0,0 0 0 0,0-3 0 16,-3 6-16-16,-1-3-8 0,-2 0 8 0,0 2-8 16,0 1 42-16,-6-3 3 0,3 2 1 0,-3-2 0 15,3 6-22-15,-3-1-5 0,-3 3-1 0,0 0 0 16,0 0-9-16,-3 0-1 0,0 2-8 0,-3 1 12 16,-2 0-4-16,-1 2-8 0,0 0 11 0,-6-2-11 15,3 4 0-15,-6-1-14 0,3 2 1 0,0 2 0 16,-2-2 39-16,2 0 8 0,0 0 2 0,0-3 0 15,0 3-20-15,-3-3-4 0,3 0-1 0,1-2 0 16,-1-1-11-16,-3-2 0 0,6 0 0 0,0-2 0 16,0-1 0-16,3-5 0 0,0 3 0 0,1-3 0 15,2-3-120-15,3 0-16 0,0 1-3 0</inkml:trace>
  <inkml:trace contextRef="#ctx0" brushRef="#br0" timeOffset="50761.236">18987 6888 2269 0,'0'0'64'0,"0"0"15"16,0 0-63-16,0 0-16 0,0 0 0 0,0 0 0 16,3-6 71-16,-3 6 11 0,3-5 2 0,3 2 1 15,3-2-35-15,0 0-7 0,0-1-2 0,3 4 0 16,3-4-31-16,0 4-10 0,2-3 0 0,4-1 0 16,0 1 0-16,3 0 0 0,3-1 0 0,0 1 0 15,-4 0 0-15,1 2 0 0,0-2 0 0,0 2 0 16,-6 1 0-16,-1-1 0 0,-5 3 0 0,0 0-12 15,0 3-191-15,-6-1-37 0,0 4-8 0</inkml:trace>
  <inkml:trace contextRef="#ctx0" brushRef="#br0" timeOffset="50957.102">19023 7134 2213 0,'-6'5'63'0,"0"-2"13"0,6-3-60 0,0 0-16 0,0 0 0 0,0 0 0 16,0 0 66-1,0 0 10-15,0 0 3 0,0 0 0 0,6 0-22 0,0 0-4 0,3-3-1 0,0 0 0 16,0-2-32-16,3 2-6 0,3-2-2 0,-1 0 0 31,4-3 42-31,-3 3 8 0,3-1 2 0,0 1 0 0,3-3-52 0,-3 3-12 0,2-1 0 0,1 1 0 32,0 0-48-32,0 0-13 0,0-3-3 0</inkml:trace>
  <inkml:trace contextRef="#ctx0" brushRef="#br0" timeOffset="51874.553">20484 6504 1579 0,'0'0'32'0,"0"0"10"0,0 0-34 16,0 0-8-16,0 0 0 0,0 8 0 0,0 0 87 0,3 2 15 0,-3 1 3 0,0 2 1 16,0 3-62-16,0 0-13 0,0 5-3 0,0 0 0 15,-3 0-18-15,3 1-10 0,0-1 10 0,-3 0-10 16,3 0 8-16,-2-2-8 0,2-1 0 0,-3 1 0 15,3-6 0-15,-3 0 0 0,3 0 0 0,-3-2 0 16,0-3 0-16,0 0-15 0,0-3 2 0,3-5 0 16,0 0 61-16,0 0 13 0,0 0 3 0,-6-3 0 15,3 1 51-15,-3-6 10 0,3-3 3 0,0 1 0 16,0-6-103-16,3 0-25 0,3-5 0 0,-3-3 0 16,6-3 0-16,-3-2 0 0,3-5 0 0,3 2 0 15,3 0 56-15,-1 3 7 0,4-2 1 0,3 2 0 16,0 2-52-16,-3-2-12 0,3 5 0 0,3-5 0 15,2 5 0-15,4-2 0 0,0 2 0 0,6 3 0 16,-1 0 0-16,1 2 0 0,3 3 0 0,-3 6 0 16,-4-1 0-16,-5 3 0 0,0 3 0 0,-3 5 0 15,-6 0 0-15,0 2 0 0,-6 1 0 0,-3 5 0 16,0 3 0-16,-3-1 0 0,-3 3 0 0,0 3 0 0,-6 3 0 16,0-3 0-16,-3 5 0 0,-3 0 0 15,-3-2-48-15,-6 2-12 0,-3-3-2 0,0 3-1 16,-2-2 50-16,-1-3 13 0,0 0 0 0,0 2 0 0,3-2 0 0,1-3 0 15,2 3 0-15,0-3 0 16,9-2 0-16,0 0 0 0,3-3 0 0,0-1 0 16,6-4 0-16,3-3 0 0,0 0 0 0,0 0 0 0,6 3 0 0,0-3 0 15,3 0 0-15,6-3 0 0,0 0 0 0,6-2 0 0,3 0 0 16,-1 2 0-16,1-2 0 0,6 2 0 0,-3 1 0 0,3 2 0 16,-7 0 0-16,1 0 0 0,0 2 0 0,-3 1 0 15,-3 2 46-15,-3-2 14 0,-4 2 4 0,1 3 0 16,0 0-64-16,-6 0-18 0,0 3-1 0,0-1 0 15,-3 3 19-15,-3-2 0 0,0 2 11 0,-3 3-11 16,0-3 17-16,-3 1-3 0,0 1-1 0,0-1 0 16,-3-1-13-16,-3 0 0 0,1 0 0 0,-4 1 0 15,-3-4 0-15,0 1 0 0,-6-1 0 0,0 4 0 16,0-7 0-16,-2 1 8 0,-1 0-8 0,-3 0 0 16,6 0 0-16,1-2 0 0,-1-1 0 0,0 0 0 15,6-2-22-15,0-1-1 0,3-2 0 0,0 0 0 16,6 0-117-16,1-2-23 0,2-4-5 0</inkml:trace>
  <inkml:trace contextRef="#ctx0" brushRef="#br0" timeOffset="52493.089">21636 6435 2290 0,'6'0'48'0,"3"-3"11"0,-3 3-47 16,0-2-12-16,3 2 0 0,-3 0 0 0,0 0 69 0,0 0 12 0,-3 2 3 0,3 1 0 15,-3 0-42-15,0 2-8 0,0-2-2 0,-3 2 0 16,0 0-3-16,0 3-1 0,0-3 0 0,-3 6 0 16,-3-3-4-16,-3 0-2 0,0 0 0 0,-6 2 0 15,-3 1-6-15,-3-3 0 0,1 3-1 0,-4-1 0 16,0 1 1-16,-3-1 0 0,3-2 0 0,1 0 0 16,-1-3-16-16,0 1 0 0,0-4 0 0,3-2-10 15,0 0 10-15,4-2 0 0,-1-4 8 0,-3-1-8 16,6-1 0-16,3-3 9 0,3 0-9 0,3 1 0 15,3-3 0-15,3-1 0 0,3 1 0 0,3 0 0 16,3-3 0-16,3 0-9 0,3 0 9 0,0-2-8 16,3 2 8-16,0 0 0 0,-1 0 8 0,4 0-8 15,0 3 0-15,3 0 0 0,-3 0 0 0,3 2 0 16,-1 0 0-16,4 3 8 0,-3 6-8 0,0-1 0 16,-3 3 0-16,-1 3 0 0,-2 2 0 0,3 3 0 15,-6 3 0-15,-3 2 0 0,0-3 0 0,0 6 0 16,-3 0 21-16,-3 3 7 0,0-3 0 0,0 5 1 15,-1-3-29-15,-5 1 8 0,0 2-8 0,-3 3 0 0,1-3 0 0,-4 3 8 16,0 2-8-16,0 1 0 16,-6-3 8-16,3 2-8 0,-6-2 0 0,0 2 9 0,0-5-9 15,-3 1 8-15,-3-4-8 0,4 1 8 0,-4-3-8 0,0-1 0 0,3-1 9 0,-3-4-9 16,3 1 0-16,1-3-8 0,2 0 0 0,0 0 0 31,3 0-32-31,0-3-7 0,0 3-1 0,0-6 0 16,3 1-154-16,0-3-31 0</inkml:trace>
  <inkml:trace contextRef="#ctx0" brushRef="#br0" timeOffset="52942.652">22011 6393 2067 0,'3'-6'87'15,"0"-1"-70"-15,3 1 103 16,0 1 21-16,3-3 4 0,0 3 1 0,3-3-66 0,3 0-14 0,0 3-2 0,0-3-1 15,3 2-19-15,-4 1-4 0,7 0-1 0,-3 2 0 16,0 0-10-16,3 3-1 16,0-2-1-16,0 4 0 0,2-2-37 0,1 6-7 0,0-4-2 0,3 4 0 15,-6-1 19-15,2 3 0 0,-5 0 0 0,3 5 0 16,-6-5 0-16,-3 3 0 0,0 2 0 0,-3 0 0 16,0 0 0-16,-6 0 0 0,0 3 0 15,0 0 0-15,-3 3 0 0,-3-1 0 16,-3 1 0-16,-3 5 0 0,3-1 48 0,-6 4 12 15,0-1 4-15,0 3 0 16,-3 1-103-16,0-4-20 0,0 0-4 0,-2 4-1 0,2-9 64 0,3 3 24 0,-3-6 0 0,0 3-1 16,3-2-37-16,3-3-7 0,-3 0-2 0,3-1 0 31,3 1-141-31,-3 0-29 0,3-3-6 0</inkml:trace>
  <inkml:trace contextRef="#ctx0" brushRef="#br0" timeOffset="53151.106">22241 6723 2033 0,'-3'-5'85'15,"0"0"-68"1,0 0 96-16,3-1 19 0,0 1 4 0,0 0 1 16,0-1-16-16,3 1-3 0,3 2-1 0,-3 1 0 15,3-3-73-15,3 2-14 0,-4-2-3 0,7 2-1 0,0-2-26 0,0 2-19 16,3-2 3-16,0 2 1 15,3 0 15-15,3 1 0 0,2-1 0 0,4 1 0 16,-3 2-105-16,3 0-19 0,0-3-3 0</inkml:trace>
  <inkml:trace contextRef="#ctx0" brushRef="#br0" timeOffset="53541.022">22785 6311 2066 0,'-17'-6'43'0,"11"6"10"15,6 0-42-15,0 0-11 0,0 0 0 0,0 0 0 16,0 0 104-16,0 0 20 0,0 0 3 0,6 3 1 15,-1 0-66-15,4-1-13 0,3 1-2 0,0 2-1 16,3 1 1-16,3 2 0 0,0 2 0 0,0 3 0 16,3 1-8-16,-4-1-2 0,4 3 0 0,-3 2 0 15,0-2-37-15,-3 3 0 0,0-1 0 0,-3 1 0 16,-3-1 52-16,2 3 10 0,-5 3 2 0,0 0 0 16,-3 2-52-16,0 4-12 0,-3-1 0 0,0 2 0 15,-3-2 0-15,0 1 0 0,-3-1 0 0,-3-3 0 16,-2 1 0-16,-4-1-12 0,0 1 3 0,-6 2 0 15,-3-3-37-15,-6 1-7 0,-2 2-2 0,-4 2 0 16,3-1 44-16,-3-4 11 0,1 0 0 0,-7 4 0 16,3-4-209-16,-5-2-40 0,-7-3-8 0</inkml:trace>
  <inkml:trace contextRef="#ctx0" brushRef="#br0" timeOffset="53958.993">20139 6295 2066 0,'-12'-5'43'0,"12"5"10"16,-6 0-42-16,6 0-11 0,-6 0 0 0,0 5 0 16,0 0 53-16,-2 6 9 0,-1-3 2 0,0 8 0 15,-3-1 0-15,-3 4 0 0,-3-1 0 0,0 6 0 16,0 3-52-16,0-1-12 0,1 3 0 0,-4 6 0 15,6 2 0-15,0 2 0 0,3 6 0 0,0 3 0 16,6-8 0-16,3-1 0 0,3-2 0 0,3 3 0 16,3-3 0-16,6 3 0 0,0-3 0 0,9 5 0 0,3-7 0 15,2-1 0-15,7-2 0 0,3 0 0 16,0-6 0-16,-1-5 0 0,4 0 0 0,6-7 0 16,5-4 0-16,7-2 0 0,2-3 0 0</inkml:trace>
  <inkml:trace contextRef="#ctx0" brushRef="#br0" timeOffset="54637.672">23303 6612 1884 0,'0'0'80'16,"0"0"-64"-16,0 0 106 0,0-2 22 0,0 2 4 0,0 0 0 15,0 0-52-15,0 0-10 0,0 0-2 0,0 0-1 16,0 0-45-16,0 0-9 0,0 0-1 0,0 5-1 15,0 6-37-15,0-1-7 0,0 1-2 0,0 5 0 16,0-1 19-16,-3 1 0 0,3 3 0 0,0-1 0 16,-3 1 0-16,3-1 0 0,0 1 0 0,-3 0 0 15,3-1 18-15,0 1 7 0,0-4 2 0,0 4 0 16,0-1-43-16,0-2-9 0,3 3-2 0,-3-3 0 16,3 2 27-16,-3 1 0 0,3-1 0 0,-3 1 0 15,0-1 0-15,3 1 0 0,-3-3 0 0,0 2 0 16,0-4-36-16,0-1-11 0,0 0-2 0,0 0-1 15,0-2-40-15,0-1-8 0,0-2-2 0</inkml:trace>
  <inkml:trace contextRef="#ctx0" brushRef="#br0" timeOffset="55187.16">23687 6692 2138 0,'0'0'60'0,"-6"-3"15"0,0 0-60 0,0 1-15 0,0-1 0 0,1 3 0 15,-4 0 80-15,3 0 12 0,0 3 4 0,-3-1 0 16,3 6-75-16,-3-2-21 0,3 4 9 0,-3-2-9 15,0 5 56-15,3 1 6 0,-3-1 2 0,-3 3 0 16,6 0-52-16,-3 0-12 0,3-1 0 0,-2 1 0 16,2 3 0-16,3-3 0 0,-3 0 0 0,3-1 0 15,0 7 0-15,3-1 0 0,0 0 0 0,0 3 0 16,3 0 0-16,0-1 0 0,3 1 0 0,0 0 0 16,2-3 0-16,1-2 0 0,3-1 0 0,0-2 0 15,0-3-16-15,3 1-7 0,0-4-1 0,3-2 0 16,-3-3 24-16,-1 1 0 0,4-4-9 0,-3-2 9 15,0 0 0-15,0-2 0 0,0-1 0 0,-3 0 0 16,0-2 11-16,0-3-11 0,-3 0 12 0,2 0-12 16,-5-2 29-16,3-1-1 0,-3-2 0 0,0 0 0 0,0-1 5 0,0 1 1 15,0 0 0-15,-3 0 0 0,-3 2-4 0,3-2-1 0,-3 2 0 16,0 1 0 0,0 2-5-16,0 0 0 0,-3 0-1 0,0 3 0 0,0-1-9 0,0 4-2 15,-3-1 0-15,0 0 0 0,0 1-12 0,-3 2 8 16,0 0-8-16,-2 2 0 15,-4 1 0-15,-3 2 0 0,0 1 0 0,-3-1 0 0,-3 3-10 0,3 0-2 16,-5 2 0-16,2 1 0 16,0 0-17-16,3 2-4 0,-3 0-1 0,1 0 0 15,5 0-111-15,0 1-23 0,3 2-4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7T23:08:49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15243 12762 1337 0,'0'0'62'0,"0"0"-62"0,0 0 0 0,0 0 0 0,0 0 0 16,0 0 111-16,0 0 15 0,0 0 3 0,-6 2 1 15,6-2-47-15,0 0-10 0,-6 0-1 0,6 0-1 16,0 0-21-16,-6 0-4 0,6 0-1 0,-6 0 0 16,6 0-9-16,-3-5-1 0,-3 2-1 0,3 1 0 15,0-4-9-15,0 1-1 0,3 0-1 0,-3-3 0 0,0 0-2 16,3 0 0-16,-3-3 0 0,0 1 0 0,0-1-3 0,3 1-1 15,-6-1 0-15,3-2 0 16,-3-3 5-16,0 3 1 0,0-3 0 0,0 0 0 16,-3 0 0-16,0-2 0 0,1 2 0 0,-4-5 0 0,3 2-23 15,0-2 0-15,0-6 0 0,0 4 0 0,3-4 0 0,-3 1 0 0,3-3 0 0,3 2 0 32,-3 3 0-32,3 0 0 0,0 1 0 15,0 2 0-15,3-1 0 0,-3 4 0 0,3-1 0 16,-3-2 0-16,0 5 0 0,0-2 0 0,3 2 0 0,-6-3 0 0,3 3 0 15,0 1 0-15,-3-4 0 0,1 3 0 0,-1 3 0 0,0-3 0 0,0 3 0 0,0 0 0 32,0-1 0-32,0 1 0 0,0 0 0 0,0 0 0 15,0 2 0-15,3 1 0 0,-3-4 0 0,0 4 0 0,3-1 0 0,-3 1 0 0,3-1 0 0,-3 0 0 32,3 3 0-32,-3 1 0 0,3-4 0 0,0 0 0 0,0 3 0 0,0 0 0 15,3 3 0-15,-3-3 0 16,0 0 0-16,3 3 0 0,-3-3 0 0,0 3 0 0,3-1 0 0,0 1 0 0,-3 0 0 15,3 0 0-15,0 2 0 0,0-2 0 0,0-1 0 0,0 4 0 32,0 2 0-32,-2-6 0 0,2 4 0 0,0 2 0 0,0-6 0 0,0 6 0 0,0-5 0 0,0 5 0 15,0-5 0-15,0 5 0 0,-3-3 0 0,3 3 0 16,-3-5 0-16,3 5 0 0,0-3 0 0,0 3 0 16,0 0 0-16,-3-5 0 15,3 5 0-15,-3-3 0 0,3 3 0 0,0 0 0 0,0 0 0 0,0 0 0 16,0 0 0-16,0 0 0 15,0 0 0-15,-6 0 0 0,6 0 0 0,-6 6 0 0,3-4 0 0,-3 4 0 16,0-1 0-16,3 0 0 0,-3 6 0 0,0-3 0 16,0 2-56-16,0 4-7 0,0-1-1 0,-3 0 0 0,3 3 52 0,0-3 12 15,-3 0 0-15,0 6 0 0,0-3 0 0,3 0 0 0,-2-1 0 16,-1 4 0 0,0 0-54-16,3-1-8 0,0-2-2 0,-3 2 0 0,3-2 52 0,0 0 12 0,0 0 0 15,0 0 0-15,3-5 0 0,0-1 0 0,0-2 0 0,0-3 0 16,3 3 0-1,0-8 0-15,0 3 0 0,0-3 0 16,0 0 0-16,0 0 0 0,0 0 0 0,0 0 0 0,3-5-9 0,0-6 1 0,0 0 0 0,0-2 0 16,0 0 8-16,3-6 0 0,0 1 0 0,0-1 0 15,0 1 0-15,0-1 12 0,0-2-4 0,0 3 0 16,0-1-8-16,3 1 0 16,-3-3 0-16,-1 5 0 0,4-3 0 0,-3 3 0 0,3 0 0 0,-3 0 0 15,0 3 0-15,3 0 0 16,-3 0 0-16,3 2 0 0,0-2 52 0,0 2 10 0,0-2 2 15,0 5 0-15,0-2-52 0,0 2-12 16,0 2 0-16,-1 1 0 16,1 0 0-16,0 2 0 0,-3 3 0 0,0 0 0 0,3 3 0 15,-3-1 0-15,0 1 0 0,0 2 0 0,3 1 54 0,-3 2 8 0,0 0 2 0,3 2 0 16,0 1-64-16,-3-1-15 0,3 1-1 0,0-1-1 16,-4 1 27-16,4 0 6 0,0-3 0 0,0 2 1 15,0 1-17-15,0-1 0 16,0-2 0-16,0 3 0 0,0-3 0 0,0-3 0 0,-3 3 0 15,3-3 0-15,0 1 0 0,-3 2 0 16,3-3 0-16,-1-2 0 0,-2 2 0 0,3 0 0 0,0-2 0 0,-3 2 0 16,3-2-99-16,0-1-23 0,3 1-5 0</inkml:trace>
  <inkml:trace contextRef="#ctx0" brushRef="#br0" timeOffset="6696.22">12641 12979 1579 0,'0'0'32'0,"0"0"10"0,0 0-34 0,0 0-8 0,0 0 0 0,0 0 0 16,0 0 90-16,0 0 16 0,0 0 3 15,0 0 1 1,0 0-74-16,0 0-14 0,0 0-3 0,0 0-1 0,0 0 23 0,-3-3 5 0,3 3 1 0,-3-5 0 31,3 5-24-31,-3-6-5 0,3 4-1 0,0-6 0 0,0 3-17 0,-3-1 0 0,3-2 0 0,0 0 0 16,0 0 55-16,-3-2 7 0,3-1 2 0,0-2 0 15,0-3-64-15,0 0 0 0,0-2-9 0,0-1 0 32,0-2 9-32,0 0 0 0,0-3 0 0,0 0 8 0,0 3-8 0,0-3 11 0,0 3-11 0,0 0 12 15,0 0-12-15,3 0 0 0,-3-3 0 16,0 3 0-16,0-3 0 0,0-3 0 0,0 1 0 0,0-3 0 15,3 2 16-15,-3-2 2 0,0 3 0 0,0-3 0 16,3 5-29-16,0 0-5 16,-3 0-2-16,3 6 0 0,-3-3 38 0,3-1 7 0,0 1 1 15,-3 3 1-15,0-1-16 0,3 3-3 0,-3-2-1 0,0-1 0 16,0 3 2-16,-3-5 0 0,3 3 0 0,0-1 0 16,-3-2-2-16,3 2 0 15,-3 1 0-15,3-1 0 0,-6 1-9 0,3 2 0 0,0 0 9 16,0 0-9-16,0 0 0 0,0 6 0 0,0-3 0 0,0 2 8 15,0 3-8-15,0 0 0 0,0 3 0 0,3 0 8 16,-3-1-20-16,3 1-4 0,0 0-1 0,0 2 0 16,0 3-24-16,0 0-5 0,0 0-1 0,0 0 0 31,0 0-13-31,0 0-4 0,0 0 0 0,0 0 0 0,0 0 36 0,0 0 8 0,0 0 0 0,0 0 1 16,0 0-21-16,0 0-4 0,0 0 0 0,0 0-1 15,0 0-15-15,0 0-4 0,0 0 0 0,0 0 0 16,0 0 64-16,0 0 10 0,0 0 3 15,0 0 1-15,0 0-22 0,0 0-5 0,0 0-1 0,0 0 0 16,0 0 14-16,0 0 0 0,0 0 0 0,3-3 0 0,-3 3 0 16,0 0 0-16,3-2 0 0,-3 2 0 15,0-3 40-15,0 3 10 0,0-5 2 0,3-1 1 0,-3 6-33 0,0-2-8 0,0 2 0 0,0 0-1 16,0 0 27-16,0 0 6 0,0 0 0 0,0 0 1 31,0 0-21-31,0 0-4 0,0 0 0 0,0 0-1 16,-6 2-19-16,0 1 0 0,0 0 0 0,1 2 0 15,-1 0 0-15,0 3 0 0,0-2 0 0,0 4 0 16,0 1 0-16,-3 2 0 0,0 3 0 0,0 0 0 0,3 0 13 0,-3-1-1 0,0 4 0 0,0 0 0 16,-3-1-21-16,3 3-5 0,-3-2-1 0,4-1 0 15,-4-2 3-15,3 0 1 0,0-3 0 0,0 0 0 16,3-2 11-16,0 0-13 0,0-1 5 0,0-2 8 16,3-3-13-16,3-5 5 0,0 0 8 0,0 0-13 15,0 0-3-15,0 0 0 0,0 0 0 0,6-2 0 16,0-3 16-16,3-3-11 0,-3 0 11 0,3-3-10 15,0-2 10-15,3 0 0 0,0-3 0 0,-4-3 0 16,1 3 0-16,0-2 16 0,0-1-4 0,0 1-1 16,0-1 5-16,0 1 0 0,0 2 1 0,0 0 0 15,0 0 3-15,-3 3 1 0,0 0 0 0,0-1 0 16,0 4-21-16,0 2 0 0,-3-3 0 0,3 3 0 0,-1 0 46 16,-2 3 5-16,0 0 1 0,0 0 0 15,3-1-27-15,-3 4-5 0,-3 2 0 0,3-3-1 16,-3 3 2-16,0 0 1 0,0 0 0 0,6 0 0 0,0 3-1 15,-6-3 0-15,6 2 0 0,3 4 0 0,-3-1-3 16,0 0-1-16,3 0 0 0,-6 1 0 0,6 2-17 16,-3-3 0-16,0 3 0 0,0 0 0 0,3-3 0 15,-3 3 12-15,0 0-1 0,-1 0 0 0,1 0-11 0,0 0 0 0,0 0 0 0,0 0 0 32,0-3-19-32,0 3 1 0,3-3 0 0,-3 3 0 0,0-5-35 0,0 2-7 0,0-2-2 15,3-1 0-15,-3 1-157 0,0-3-31 0</inkml:trace>
  <inkml:trace contextRef="#ctx0" brushRef="#br0" timeOffset="8147.72">9798 12907 1337 0,'0'0'28'0,"0"0"6"0,0 0-34 0,0 0 0 0,0 0 0 15,0 0 0-15,0 0 58 0,0 0 5 0,0 0 1 0,0 0 0 32,-3-2 0-32,3 2 0 0,-5-6 0 0,5 4 0 15,-3-4 0-15,0 4 0 0,3-4 0 0,-3-2 0 0,3 3-52 0,-3-3-12 0,3-2 0 0,-3 2 0 16,3-6 37-16,0 1 5 0,-3 0 1 0,3-3 0 31,0-2-33-31,0-4-10 0,0 1 0 0,0 0 0 0,0-3 8 0,0 3-8 0,0-3 0 0,3-2 0 16,-3 2 0-16,3-2 0 0,0-1 0 0,0-2 0 15,0 0 0-15,0-6 0 0,2 1 0 0,1 0 0 16,-3 2 0-16,3 3 0 0,0 0 0 16,0 0 0-1,0 2 0-15,0 1 0 0,0 2 0 0,0-3 0 0,-3 4 0 0,0-4 0 0,3 3 0 0,-3-2 0 16,0 2 0-16,-3 0 0 0,3 0 0 0,-3 1 0 16,-3 1 0-16,3 1 8 0,-3 3-8 0,0 2 10 15,0 0-2-15,0 3-8 0,0 0 12 0,-3 2-4 16,3 0 1-1,0 1 0-15,-3 2 0 0,3-3 0 0,-3 3 1 0,3 0 0 0,0 0 0 16,0 1 0-16,0 1-2 0,3-2-8 0,-3 3 12 0,0 0-4 16,3-1-8-16,-3 4 10 0,3-4-10 0,0 4 10 0,0 2-10 0,0 0 0 15,-3-5 0-15,3 5 8 16,0 0-8-16,0 0 0 0,0-6 0 0,0 6 0 16,0 0 0-16,0-2 0 0,0 2 0 0,0 0 0 15,0 0 0-15,0 0 0 0,0-6 0 0,0 6 0 16,0 0 0-16,0 0 0 0,0 0 0 0,0 0 0 0,0 0 0 0,0 0 0 0,0 0 0 0,0 0 0 31,0 0 0-31,0 0 0 0,0 0 0 0,0 0 0 16,0 0 0-16,0 0 0 0,-3 6 0 0,-2-4 0 15,2 4-19-15,0-1-5 16,-3 0-2-16,3 0 0 0,0 3 36 0,-3 0 7 0,3 3 2 0,-3-3 0 0,3 0-31 0,-3 2-5 0,0 1-2 0,0 0 0 31,3-1 19-31,-6 1 0 0,3 2 0 0,0-3 0 16,-3 4-12-16,3-4 0 0,0 4 1 0,0-4 0 0,0 1 11 0,0-1-8 0,0 1 8 15,1-3-8 1,2 0 8-16,-3 0 0 0,3-3 0 0,0 3 0 16,0-3 0-16,3-5 0 0,0 0 0 0,-6 3 0 0,6-3 0 15,0 0 9-15,0 0-1 0,0 0-8 0,0 0 12 0,0 0-12 0,0-5 12 16,0-3-12-16,0 0 8 0,0-3-8 0,3 1 0 16,0-4 0-16,0 4 8 0,3-4-8 0,-3 1 0 0,3 0 0 15,-1 0 0-15,1 0 0 16,0-1 0-16,0 1 0 0,3 0 0 0,-3 2 0 0,0-2 10 0,3 2-10 15,-3 1 0-15,0-1 0 0,3 3 0 0,-3 0 0 16,3 0 13-16,-3 3 11 0,3-3 1 0,-3 6 1 16,0-4-10-16,3 1-3 0,-1 0 0 15,-2 2 0-15,0 0 0 0,0 1 0 0,0 2 0 0,-6 0 0 16,9-3 5-16,-3 3 1 0,-6 0 0 0,6 3 0 16,0-1 0-16,0 1 0 0,-3 0 0 0,3-1 0 0,0 4-4 0,-3-4-1 15,0 4 0-15,3-1 0 16,-3 0-3-16,0 0-1 0,3 3 0 0,-3-2 0 15,0 2 2-15,0-3 0 0,0 3 0 0,0-3 0 16,0 0-12-16,0 3 10 0,0 0-10 16,-1-2 10-16,1 2-10 0,-3 0 0 0,3-3 0 0,0 3 0 0,0-3 0 0,0 3-16 15,0-5 4-15,3 2 1 16,-3 0-89-16,3 0-19 0,3-2-3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3:56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7265 10028 1552 0,'0'0'44'0,"0"0"10"0,0 0-43 0,0 0-11 0,0 0 0 0,-6 3 0 16,-3-3 53-16,4 3 9 0,-1 2 2 0,0 0 0 16,-3 1-52-16,3 1-12 0,-3-1 0 0,-3 4 0 15,3-2 54-15,-3 3 8 0,3-1 2 0,-3 4 0 16,3-4-52-16,-3 6-12 0,3-3 0 0,-2 6 0 15,2-3-11-15,-3 5-5 0,3-3 0 0,-3 6-1 16,3-3 17-16,0 3-8 0,0 3 8 0,0-4 0 16,0 1 9-16,3 0 9 0,3-3 2 0,-3 0 0 15,6 1-68-15,-3-6-12 0,3-1-4 0,0 1 0 16,0-3 52-16,3 1 12 0,0-1 0 0,0-2 0 0,3-4-16 16,0 1-1-16,0 0 0 0,3-2 0 15,3-1-24-15,-3-2-5 0,3-3-1 0,0 2 0 0,0-4 38 0,3 2 9 0,-1-3 0 16,-2-2 0-16,3-1 57 0,0-2 14 0,0 0 2 0,-3 1 1 15,0-1-16-15,0-6-3 16,0 4-1-16,-3-3 0 0,-1-1 8 0,1-2 2 0,-3 1 0 0,0-4 0 16,-3 1-2-16,0-6 0 0,0 0 0 0,0-3 0 15,-3 4-48-15,3-1-14 16,-3-3 0-16,0 6 8 0,-3 0 28 0,0 2 5 0,0 1 2 0,-3 2 0 16,0 3-29-16,0 0-6 0,-3 2 0 0,-2 0-8 15,-1 1 18-15,-3 5-3 0,0-3-1 0,-3 2 0 16,-6 4-62-1,0-4-13-15,1 4-3 0,-1 2 0 16,-3 0-51-16,3 2-10 0,-3 1-3 0</inkml:trace>
  <inkml:trace contextRef="#ctx0" brushRef="#br0" timeOffset="565.947">6670 10174 1814 0,'-6'-3'52'0,"-3"1"10"0,0-1-50 15,3 3-12-15,-3 0 0 0,0 3 0 0,0-1 48 0,-2 1 8 0,2 2 0 0,0 3 1 16,-3 0-45-16,3 0-12 0,0 3 0 0,-3-1 0 16,3 6 0-16,0 0 0 0,0 5 0 0,0 0 0 15,3 0 0-15,0 3 0 0,0 0 0 0,3 2 0 16,0-4 26-16,3 1 0 0,-2-1 0 0,4-1 0 15,-2-3-26-15,3 1 0 0,0-1 0 0,0-2 0 16,3 0-25-16,-3-3 2 0,6 1 1 0,-3-4 0 16,3 1 32-16,-3-3 6 0,3 0 2 0,3 0 0 15,-3-3-29-15,3-3-5 0,0-2-2 0,0 0 0 16,0-2 18-16,-1-1 0 0,1-2 0 0,0 0 0 16,0-3 48-16,-3 0 12 0,0-3 4 0,0 1 0 15,0-4-52-15,-3 1-12 0,0 0 0 0,-3-6 0 16,0 3 54-16,-3 1 8 0,0-4 2 0,-3-2 0 15,-3 0-35-15,3 0-6 0,-3-3-2 0,0 0 0 16,-3 0-6-16,0 3-2 0,-3-3 0 0,0 6 0 16,0-1-5-16,-3 6-8 0,4-3 11 0,-4 5-11 15,3 1 26-15,-3 2-2 0,0 0 0 0,0 0 0 16,0 3-70-16,3-1-14 0,-3 4-4 0,4-1 0 16,-1-2 5-16,0 5 1 0,-3-3 0 0</inkml:trace>
  <inkml:trace contextRef="#ctx0" brushRef="#br0" timeOffset="1163.549">6206 10174 1579 0,'-15'0'74'0,"9"0"-66"0,0 3-8 0,0-1 0 0,0-2 0 15,-3 3 0-15,3 2 0 0,-3-2 0 0,0-1 0 16,0 4 40-16,0-1 5 0,0 0 2 0,1 3 0 15,-1 0-24-15,0 0-5 0,0 0-1 0,-3 0 0 16,3 5 38-16,-3 0 7 0,0 1 2 0,0 4 0 16,0 1-52-16,-3-1-12 0,0 6 0 0,1-3 0 15,2 0 0-15,3 1 0 0,-3-1 0 0,3 0 0 16,0 0 0-16,3-2 0 0,0-1 0 0,3 1 0 16,0-1 0-16,3 1 0 0,3-3 0 0,-3 2 0 0,3-2 0 15,3-3 0-15,0 3 0 0,0-3 0 16,3 0 0-16,0 1 0 0,0-4 0 0,3 1 0 15,-3-3 0-15,2 0 0 0,4-3 0 0,-3-2 0 16,0-1 0-16,0-2 0 0,0 0 0 0,0-2 0 16,0-4 54-16,0-2 8 0,0 1 2 0,0-4 0 0,2 0-8 0,-2-2 0 0,3-5-1 15,0 4 0-15,0-4 14 0,-3 2 3 0,3-3 1 0,-3 1 0 16,-3-1-58-16,0 4-15 0,-4-7 0 0,1 4 0 16,-3-1 54-16,0-2 8 0,-3-3 2 0,-3 1 0 15,0 1-45-15,0 1-9 0,-2-3-2 0,-4 3 0 16,0 3-8-16,0 2-11 0,0 0 3 0,-3 3 0 15,0 2 8-15,0 3 0 0,0 0 0 0,0 3 0 16,3 0 21-16,0 2 7 0,0 0 0 0,-2 3 1 31,2 0-46-31,0 0-10 0,0 0-1 0,3 0-1 0,-3 3-153 0,-3-3-30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4:28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20440 15053 1941 0,'0'0'55'0,"0"0"12"0,-6 0-54 0,0 0-13 0,6 0 0 0,-6 3 0 15,0-1 72-15,-3 1 11 0,0 2 2 0,0-2 1 16,0 2-32-16,-3 1-6 0,0 1-2 0,1 1 0 16,-4 3-22-16,3 0-4 0,0-1 0 15,-3 6-1-15,3-3-7 0,0 3-2 0,0 0 0 0,3 3 0 16,0-4-10-16,3-1-12 0,-2 2 2 0,2-3 1 16,3 0 9-16,0 0 0 0,0 0 0 0,3 1 0 15,0-4 0-15,3 1 0 0,0-1 0 0,0-2 0 16,3 3 0-16,2-3 0 0,1 0 0 0,0 2 0 15,3-4 24-15,3 2 6 0,0-3 2 0,0 0 0 16,0 1-20-16,0-4-3 0,0 1-1 0,-1 2 0 16,1-2-8-16,-3 2 0 0,0-2 9 0,-3 2-9 15,0-2 0-15,-3 2 9 0,0-2-9 0,0 2 0 16,-3 0 10-16,-3 0-10 0,0 3 8 0,-3-2-8 16,0 2 12-16,-3 2-4 0,-3-2 0 0,0 3 0 15,-3 2-8-15,0-2 0 0,-3 2 0 0,3 0 0 16,-2 0-24-16,-1-2-1 0,3 2 0 0,-3-2 0 15,3-1-39-15,0-2-7 0,-3 0-1 0,6 0-1 16,0-5-122-16,0-1-24 0,0 1-5 0</inkml:trace>
  <inkml:trace contextRef="#ctx0" brushRef="#br0" timeOffset="233.935">20499 15056 2142 0,'-9'5'44'0,"-2"0"12"0,5 1-45 0,-3-1-11 0,3 0 0 0,-3-2 0 16,3 2 93-16,3-2 17 0,3-3 3 0,0 0 1 15,0 0-42-15,0 0-9 0,0 0-2 0,0 0 0 16,0 0-35-16,3 5-7 0,3-2-2 0,3-1 0 16,-3-2-29-16,6 0-7 0,-1-2-1 0,1-4 0 15,3 1 20-15,0 0 0 0,0-3 0 0,3-3 0 16,3 1 0-16,0 2 0 0,-1-3 0 0,4-2 0 31,6 5-182-31,0-3-33 0</inkml:trace>
  <inkml:trace contextRef="#ctx0" brushRef="#br0" timeOffset="838.538">21065 15048 1094 0,'0'0'46'0,"0"0"-37"16,0 0 95-16,0 0 20 0,0 0 3 0,0 0 1 15,6 2-16-15,0 1-4 0,0-3 0 0,3-3 0 16,3 1-13-16,0 2-3 0,2-3-1 0,1 1 0 16,3-1-22-16,0 0-4 0,3-2-1 0,-3 2 0 15,5-2-22-15,-5 0-5 0,3 2-1 0,-3 0 0 16,-3 1-14-16,0-1-3 0,0 0-1 0,-3 1 0 15,0 2-18-15,-4 0 8 0,1 0-8 0,0 2 0 16,-3 1 12-16,0 0-4 0,0-1 0 0,-3 4-8 16,0 4 17-16,0-2-3 0,-3 3-1 0,0 5 0 15,-3 2-26-15,0 3-6 0,-3 3-1 0,0 3 0 16,0 2 41-16,0 2 8 0,0 1 2 0,-6 0 0 16,4 0-44-16,-1-3-9 0,-3 0-2 0,0 3 0 15,0-3-37-15,0 0-8 0,0 3-2 0,0-3 0 16,3 0-87-16,-3-3-18 0,3 1-3 0</inkml:trace>
  <inkml:trace contextRef="#ctx0" brushRef="#br0" timeOffset="1077.523">21181 15394 2432 0,'-12'0'51'0,"3"0"10"31,3 0-49-31,0 0-12 0,6 0 0 0,0 0 0 0,0 0 80 0,0 0 12 0,0 0 4 0,0 0 0 16,0 0-77-16,0 0-19 0,9-2 0 0,0 2 0 16,3-6 0-16,3 4 0 0,0-3 0 0,3-3 0 15,2 0 0-15,1-3 0 0,0 0 0 0,3-2 0 16,0-3 0-16,0 1 0 0,2-4 0 0,1 0 0 16,3-2-150-16,3-3-34 0</inkml:trace>
  <inkml:trace contextRef="#ctx0" brushRef="#br0" timeOffset="1586.599">22032 14953 1820 0,'0'0'76'0,"0"0"-60"15,0 0 64-15,0 0 12 0,0 0 4 0,-6 2 0 16,0 3-44-16,0-2-8 0,0 0-1 0,-2 2-1 15,2-2-15-15,-3 2-3 0,0 0-1 0,-3 1 0 16,0-1-11-16,0 3-1 0,0-3-1 0,-3 6 0 16,0-3-10-16,-3 2 10 0,4 3-10 0,-4 1 10 15,3-1 6-15,0 3 0 0,0 2 1 0,-3-2 0 16,3 3-17-16,0-1-19 0,1 1 4 0,-1-1 1 16,3-2 14-16,0 0 0 0,3 0 0 0,0-3 0 15,3 0 0-15,0-2-9 0,3 0 9 0,3-4 0 16,0 1 0-16,3 0-10 0,0-2 10 0,0-1 0 15,3-2-11-15,3-1 11 0,0 1-10 0,0-1 10 16,3 1-8-16,0-3 8 0,3 0 0 0,-1 0-9 16,-2 0 9-16,3 0 0 0,0 0 0 0,0 0 0 15,3-3 0-15,0 3 11 0,3-2-3 0,-1-3 0 16,1-1-8-16,0 1 0 0,3-3 9 0,0 0-9 16,-4 0 10-16,1-2-2 0,-3-1-8 0,0 0 12 15,0 3-12-15,-3-2 0 0,-3-1 0 0,0 3 0 16,-3 0-42-16,-1 0-5 0,-2 1-1 0</inkml:trace>
  <inkml:trace contextRef="#ctx0" brushRef="#br0" timeOffset="1861.342">21931 15011 2269 0,'0'0'64'0,"0"0"15"16,0 0-63-1,0 0-16-15,0 0 0 0,0 0 0 0,3 2 66 0,0 4 10 0,0-4 3 0,0 4 0 16,0-1-13-16,0 0-2 0,0 3-1 0,0 0 0 16,0 0-29-16,0 3-6 0,3-1 0 0,-3 3-1 15,0 3-14-15,-3 3-2 0,3 2-1 0,0 5 0 16,0-2-10-16,-3 0 0 0,0 3 9 0,3-1-9 16,-3-2 0-16,0-3 0 0,0 0 0 0,-3-2 8 15,3-1-8-15,0 1 0 0,0-3 0 0,0 5 0 16,0-5-18-16,0 5-5 0,0-3-1 0,0 1 0 15,0 2-34-15,0-2-7 0,3-1-2 0</inkml:trace>
  <inkml:trace contextRef="#ctx0" brushRef="#br0" timeOffset="2480.803">22312 15405 1470 0,'0'0'62'16,"0"0"-50"-1,0 0 96-15,-6 3 18 0,6-3 4 0,0 0 1 16,0 0-29-16,-3 2-6 0,3-2 0 0,-3 6-1 0,3-6-26 0,-3 8-5 0,0-3 0 0,0 3-1 15,0 0-17-15,0 0-3 0,3 0-1 0,-3 2 0 16,0 3-19-16,3 3-4 0,0 0-1 0,-3 3 0 16,3 4-18-16,0 4 0 0,0 2 0 0,0 0 0 31,3 0 0-31,-3-2 0 0,0-1 0 0,0 1 0 0,3-4 0 0,-3 1 0 0,3-3 0 0,-3 3 0 16,0 0-8-16,0 0-6 0,0 0-1 0,0-1 0 15,0 1-27-15,0 0-6 0,0 0 0 16,3 0-1-1,-3-6-35-15,3 1-6 0,0-3-2 0</inkml:trace>
  <inkml:trace contextRef="#ctx0" brushRef="#br0" timeOffset="2986.181">22672 15551 1580 0,'0'0'67'16,"0"0"-54"0,0 0 121-16,-6 0 24 0,6 0 5 0,-6 0 1 15,6 0-58-15,-6 2-11 0,0 3-3 0,-2 1 0 16,2-1-50-16,0 3-10 0,0 0-3 0,0 3 0 16,0-1-6-16,0 3-2 0,0 3 0 0,-3 0 0 15,3 0-12-15,0 2-9 0,0 1 12 0,-3 0-12 0,3-1 0 16,0-2 0-16,-3 2 0 0,3 1 0 15,-3 2 0-15,3 0-12 0,1 0 0 0,2 1 0 16,0-1-15-16,0 3-2 0,0-1-1 0,3 1 0 16,0-3-19-16,3 1-4 0,3-4-1 0,-1 1 0 15,1-3-15-15,0-3-3 0,3 0-1 0,0-2 0 16,0-4-5-16,3 1-1 0,0-2 0 0,0-1 0 16,3 0 23-16,-3-2 4 0,3 0 0 0,-1-1 1 0,1-2 31 0,0-2 5 0,0 2 2 0,3-3 0 15,-3-2 27-15,0-1 6 0,-3 1 0 0,3-3 1 16,-7 0 50-16,4 0 9 0,-3 0 3 0,-3 0 0 15,0-2 29-15,0-1 5 0,-3 1 2 0,0 2 0 16,-3-3-13-16,0 1-2 0,-3-1-1 0,0 0 0 16,-3 1-27-16,0 2-6 0,0-3-1 0,-3 3 0 15,-3 3-20-15,4 0-4 0,-4-1-1 0,-3 4 0 16,0-1-24-16,0 3-4 0,0 5-2 0,-3 1 0 16,3-1-14-16,0 3 8 0,-2 3-8 0,-1 2 0 15,0-3 0-15,0 6-8 0,-3-3-1 0,0 3 0 16,1 0-40-16,-4-3-8 0,3 1-2 15,-3-1 0-15,3 0-152 0,0-2-30 0</inkml:trace>
  <inkml:trace contextRef="#ctx0" brushRef="#br0" timeOffset="13405.972">15868 13151 1235 0,'-18'-8'52'0,"0"0"-42"15,3 0 77-15,-3 0 15 0,3 0 3 0,-2-3 1 16,-1 1-21-16,0-1-4 0,-3 1-1 0,0-6 0 15,0 2-32-15,0-1-6 0,1-1-2 0,-4 0 0 16,0 3-17-16,0-3-4 0,0 3-1 0,-2-1 0 16,-1 4 0-16,-3 2 0 0,3 0 0 0,-8 3 0 15,-1 2 1-15,-3 3 0 0,-3 3 0 0,-2-1 0 16,-1 6-19-16,0 0 0 0,-2 3 8 0,-1 2-8 16,1 3 0-16,-1 2 0 0,0 3 0 0,-2 3 0 15,5 3 0-15,3-1 0 0,1 6 0 0,-1 0 0 16,3 2-10-16,4 0 10 0,2 1-10 0,0 5 10 0,6-1-20 0,4 1 1 15,2 2 1-15,0 6 0 16,3-3 7-16,6 0 2 0,3 2 0 0,0 4 0 0,3-6 9 16,6 0-13-16,3 0 5 0,3 0 8 0,3 0-18 0,3 0 4 0,3-3 1 0,3 3 0 15,6-5-1-15,-1-3 0 0,4-3 0 0,6 1 0 16,0-9-4 0,5 0-1-16,4-2 0 0,3-3 0 0,-1-2-1 0,4-3 0 15,0-3 0-15,8-2 0 0,-2-3 0 0,2-1 0 0,1-4 0 0,8 0 0 16,-5-9 31-1,-1 1 5-15,4-3 2 0,5-5 0 0,-5 0-18 0,2 0 10 0,1-3-10 0,5-5 8 16,-8-1-24-16,-4 4-4 0,1-6-2 0,-1-2 0 16,-5-1 58-16,-6-2 12 0,2 0 3 0,-2-6 0 15,-9 6-31-15,-1-5-5 0,-5 2-2 0,-3 0 0 16,-3 1 52-16,-4-1 11 0,-5 3 1 0,-3-3 1 16,-3 0-21-16,-6-2-4 0,-3 0-1 0,-3-1 0 15,-3 3-4-15,-6 1 0 0,-3-4-1 0,0 6 0 16,-6 0-26-16,-2 3-5 0,-1 2 0 0,-6 0-1 15,0 3 15-15,-6 2 3 0,-2 1 1 0,-4-1 0 16,-3 3-26-16,-2 3-8 0,-1 0 0 0,-12 0 0 16,7 2-19-16,-7 3-10 0,-2 3-3 0,-7 2 0 15,4 1-152-15,-1 2-32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23:14:57.1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21121 11970 1578 0,'0'-7'44'0,"0"-1"12"15,3 2-45-15,-3-2-11 0,0 3 0 0,-3-3 0 16,3 3 48-16,-5 0 7 0,-1 2 1 0,0 0 1 16,-3 1-22-16,-3-1-5 0,0 0-1 0,-3 1 0 15,0 2 3-15,0-3 0 0,-6 3 0 0,4 0 0 16,-1-5-2-16,0 5 0 0,-3-3 0 0,0-2 0 15,3 0-6-15,-3 2-2 0,1-2 0 0,-1-1 0 16,-3 1-6-16,0-3 0 0,0 3-1 0,-5-1 0 16,-1 1-15-16,0 0-12 0,-3 2 3 0,-5-2 0 15,2 2 9-15,-6 1 0 0,1-4 8 0,-4 6-8 16,0 0 8-16,1 3-8 0,-1 0 10 0,-6 2-10 16,7-2 0-16,-4-1 0 0,0 1 0 0,-2 2 0 15,5 0 0-15,3 3 0 0,-2 0 0 0,2 3 0 0,3-3 9 0,1 0-9 0,2 2 8 16,0-2-8-16,4 0 0 15,5 0 0-15,0 0 0 0,3 0 0 0,3 0 0 16,3 0 0-16,4 0 0 0,-1 0 0 0,3 0 0 0,3 0 0 0,0 0 0 0,3 2 0 31,0-2 0-31,3 0 0 0,0 3 0 0,0-1 12 0,0 1-12 0,3 2 0 0,0-2-12 0,0 2 12 16,0 0 0-16,3 0 0 0,0 3 0 0,0 0 0 16,0 0 0-16,0 3 0 0,0-4 0 0,0 4 0 15,0 2 0-15,3 0 0 0,-3 3 0 0,3 0 0 16,0 2 0-16,-3-2 0 0,3 3 0 0,-3 2 0 15,0-5 0-15,0 2 0 0,0-2 0 0,0 0 0 16,-3 2 0-16,-3-2 0 0,0 2 0 16,-3 1 0-16,3 2 0 0,-3-3 0 0,-3 1 0 0,3 2 0 15,-3-3 0-15,3 1 0 0,-3-3 0 0,3 0 0 16,0-1 0-16,0-2 0 0,3-2 0 0,-3 0 0 16,3-4 0-16,3 4 0 0,0-3 0 0,0 0 0 15,3-3 0-15,0-3 0 0,0 1 0 0,3 0 0 16,0-3 0-16,3 0 0 0,0-1 0 0,3-1 0 15,0-1 0-15,3-2 0 0,3 2 0 0,-1-2 0 16,4-1 0-16,0-2 0 0,3 3 14 0,0-3-4 16,3-3-10-16,-4 1 0 0,7-1 0 0,-3-2 0 15,3-1 0-15,-1 1 0 0,1 0 0 0,3 0 0 16,0-3 0-16,2 0-11 0,1 0 1 0,6 0 0 0,-7 0 10 16,4 0 0-16,0-5 0 0,0 5 0 15,2 0 0-15,1-3 0 0,3 1 0 0,-1 2 0 0,1-3 0 0,0 3 12 0,-1-2-2 16,1 2-1-1,-1 0-9-15,1 0-17 0,0 2 4 0,2 1 1 0,-5 0-4 16,0 0 0-16,-1 2 0 0,1 3 0 16,-6 0 16-16,0 3-12 0,-4-1 12 0,1 4-12 0,-3-4 12 0,-3 3 0 0,2 1 0 0,-5 2-9 15,0-3 9-15,0 0 0 0,-3 1 0 0,-1 2 0 32,-2-3 0-32,0 0 0 0,0 0 0 0,-3 1 0 0,0-4 0 0,0 4 0 0,-3-4 0 0,-3 4 0 15,-1-4 0-15,-2 1 9 0,0 0-9 0,0-3 10 16,-3-3 2-16,-3 3 1 0,3-3 0 0,0-2 0 15,-3 0 19-15,3-3 4 0,-3 0 1 0,-3-3 0 16,3 1-3-16,-3-1-1 0,0-5 0 0,0 0 0 16,0 0-2-16,-3-2-1 0,0-3 0 0,0-3 0 15,-2 0 1-15,2-2 0 0,-3-1 0 0,-3-2 0 16,3 0-5-16,0-3-1 0,0-2 0 0,0-1 0 16,0 1-12-16,0-6-2 0,0 1-1 0,0-4 0 15,0 4-32-15,0-4-6 0,3 4-2 0,-2-6 0 16,-1 0 30-16,0-3 0 0,0 0 0 0,-3-7 0 15,3 4-164-15,-3-1-26 0</inkml:trace>
  <inkml:trace contextRef="#ctx0" brushRef="#br0" timeOffset="12641.58">20127 4538 1675 0,'-6'-11'35'0,"6"11"8"15,0 0-35-15,0 0-8 0,0 0 0 0,0 0 0 16,0 0 33-16,0 0 5 0,0 0 1 0,0 0 0 15,0 0 45-15,0 0 8 0,0 0 3 0,-3 11 0 16,0-1-51-16,0 6-11 0,0 3-1 0,0 2-1 0,0 0-16 0,0 3-3 0,3 2-1 0,-5 1 0 16,5-1-11-16,-3 1 0 0,3-3 0 0,-3-1 0 15,3 1 0-15,-3-5-11 0,0-1 1 0,0 4 0 16,0-7 10-16,0-1 0 0,0 1 0 0,0-1 0 16,-3-4 0-1,0-2 0-15,0 3 0 0,3-3 0 0,-3-6 0 0,3 4 0 0,3-6 0 0,0 0 0 16,-6-6 28-16,3 1 7 0,0-11 1 0,0 6 1 15,3-6-2-15,0-3-1 0,3 3 0 0,0-7 0 16,0-1-14-16,0-3-2 0,3 1-1 0,3-11 0 16,0 2-5-16,0-2 0 0,0 0-1 0,3-2 0 15,-1 7 1-15,1 5 0 0,0-2 0 0,0 0 0 16,0 3-4-16,0 7 0 0,3-7 0 0,-3 5 0 16,0 2-8-16,3 1 0 0,-4-1 0 0,7 3 0 15,0 0 9-15,0 3 0 0,3-3 0 0,3 6 0 16,-3-1-18-16,2 0-4 0,1 6-1 0,-3 0 0 15,0 0 22-15,-3 5 5 0,-3 0 1 0,-1 0 0 16,-2 5-116-16,-3 0-23 0,0 3-5 0</inkml:trace>
  <inkml:trace contextRef="#ctx0" brushRef="#br0" timeOffset="12833.392">20100 4660 1539 0,'3'2'64'16,"3"1"-51"0,0 0 95-16,0-1 20 0,3-2 3 0,0 3 1 0,0-6-18 0,0 3-3 0,0-2-1 0,0-4 0 15,3 4-68-15,0-6-14 0,0 0-2 0,2 0-1 32,4 2-25-32,-3-7 0 0,6 3 0 0,0-4 0 0,3 4 0 0,3-1-14 0,5 1 2 0</inkml:trace>
  <inkml:trace contextRef="#ctx0" brushRef="#br0" timeOffset="13823.672">21243 4152 1866 0,'0'0'52'0,"-8"0"13"0,2 2-52 0,-6-2-13 0,3 3 0 0,-3 5 0 16,-3 0 38 0,0 0 5-16,-3 2 1 0,0 9 0 0,-2-3-36 0,-1 5-8 0,3 3 0 0,-6 2 0 31,3 3 0-31,-3 0 0 0,4 3 0 0,-4 0 0 0,3 2 18 0,-3-2 2 0,3 5 0 0,0 0 0 15,7 0-20-15,2 0 0 0,0 0 0 0,3 0 0 16,6-2 0-16,3-4-11 0,3 1 11 0,3 0-10 16,3-6-2-16,6 1-1 0,-1-1 0 15,4-2 0-15,0-3-3 0,3-2 0 0,3-3 0 0,0-3 0 16,-1-5 16-16,1 0-12 0,0-3 12 0,0-2-12 16,0-1 12-16,0-4 12 0,2-1-3 0,-5-2 0 15,0-1 41-15,-3 1 8 0,-6-5 2 0,3-1 0 16,-6 0 12-16,-4 1 2 0,-2-1 1 0,-3-2 0 15,0 5-19-15,-5-8-3 0,-1 6-1 0,-3-1 0 16,-3 3-19-16,0 0-4 0,-3 0-1 0,-3 3 0 16,3 0-28-16,-3 2-10 0,-2 0 0 0,-1 1 0 15,3 2 22-15,0 0 4 0,0 2 0 0,0 4 1 16,0-1-29-16,1-2-5 0,-1 5-2 0,0-1 0 16,0 1-106-16,6 3-22 0,-3 2-4 0</inkml:trace>
  <inkml:trace contextRef="#ctx0" brushRef="#br0" timeOffset="14161.416">21681 4747 2030 0,'0'0'57'0,"0"0"14"0,3-3-57 0,-3 3-14 0,0 0 0 16,0 0 0-16,0 0 54 0,0 0 8 0,0-5 2 0,0 5 0 15,0 0-1-15,0 0 0 0,0 0 0 0,0 5 0 16,3 3-50-16,-3 3-13 0,0 2 0 0,-3 0 0 16,3 3 0-16,-3 0 0 0,0 0 0 0,0 2 0 15,0 4 0-15,0-4 0 0,-3 6 0 0,3 0 0 16,-3 2 56-16,3 1 7 0,0 2 1 0,-3 0 0 15,3 0-103-15,-3-3-20 0,0-2-4 0,3 3-1 16,-2-3-12-16,-1-3-2 0,3 0-1 0,-3 0 0 16,3-5-27-16,0 0-6 0</inkml:trace>
  <inkml:trace contextRef="#ctx0" brushRef="#br0" timeOffset="14545.921">22000 4967 1956 0,'-12'-8'40'0,"12"8"11"0,-6-3-41 0,0 0-10 0,0 3 0 0,0 0 0 15,-3 3 25-15,3 2 3 0,-3 1 1 0,3-1 0 16,-3 5 27-16,3 1 6 0,-3 0 1 0,0 4 0 16,3 1-50-16,-3 3-13 0,3-3 0 15,1 5 0-15,-1-3 27 0,0 1 0 0,0-1 0 0,0 4 0 16,3 1-27-16,0-7 0 0,0 5 0 0,0 1 0 15,3-4 0-15,0-2 0 0,0 3 0 16,0-4-11-16,3 1-7 0,0-2-2 0,3-1 0 0,0 0 0 16,3-5 8-16,-3 0 0 0,2 0 1 0,4-6 0 15,0 1 11-15,3-6 0 0,0 1 0 0,0 2-8 16,3-8 8-16,-3 0 16 0,0 0-4 0,2 0-1 16,-2-2 29-16,-3-1 5 0,3 0 2 0,-6-2 0 15,3 0 11-15,-3 2 2 0,-3-2 1 0,-3 2 0 16,0-2-8-16,0 0-1 0,-3 0-1 0,-3 2 0 15,0-2-23-15,-3 2-4 0,-3 3 0 0,0-2-1 16,-3 2-11-16,-3 0-1 0,0 0-1 0,-3 5 0 16,1-5-59-16,-1 6-12 0,-3-3-3 0,0 5 0 15,3 0-102-15,0 2-21 0,0 1-4 0</inkml:trace>
  <inkml:trace contextRef="#ctx0" brushRef="#br0" timeOffset="16750.996">19466 4128 1579 0,'0'0'32'0,"0"0"10"16,0 0-34-16,0 0-8 0,0 0 0 0,-5 2 0 15,5-2 53-15,-6 6 9 0,3-1 2 0,0 3 0 0,-3 3-1 0,3 2 0 0,0 0 0 16,3 5 0-16,-3 4-28 0,3 1-6 0,-3 4-1 0,3-3 0 16,0 2-6-16,0 3-2 0,0 3 0 0,0-3 0 15,0 3-8-15,3 2-1 0,-3 3-1 0,0 0 0 16,0 0-10-16,3-5 0 0,-3 3 0 0,0 2 8 16,-3-11-8-16,0 3 10 0,0-2-10 0,-3-1 10 15,3-2 0-15,-3-3 0 0,0 3 0 0,0-6 0 16,0 1-10-16,0-3 8 0,0 0-8 0,3 0 8 15,0-3-20-15,0-3-4 0,0 1 0 0</inkml:trace>
  <inkml:trace contextRef="#ctx0" brushRef="#br0" timeOffset="17330.237">21517 4212 1337 0,'-26'-15'28'0,"17"12"6"0,-3-2-34 0,3 2 0 0,0 0 0 0,0 1 0 16,0-1 109-16,3 3 15 0,0 0 4 0,0 0 0 15,6 0-52-15,0 0-9 0,0 0-3 0,-6 5 0 16,6 3 0-16,0 3 0 0,3-3 0 0,0 2 0 16,3 9 52-16,3-6 9 0,3 11 3 0,0-6 0 15,3 4-103-15,0 4-25 0,-1-2 0 0,4 2 0 16,-3 3 24-16,3 3 0 0,0-3 0 0,-3 8 0 15,0 0-15-15,-3 6-9 0,0-1 10 0,-7 3-10 16,1-5 34-16,-3-3 1 0,0 0 0 0,-6 0 0 16,-3 0-35-16,-2 3 0 0,-4 2 0 0,-6 0 0 15,-3-5-44-15,0 0-16 0,-6 0-4 0,-5-2 0 16,-4-3-41-16,-6-3-9 0,-2 0-2 0,-10 3 0 16,3-3-70-16,-5 0-14 0</inkml:trace>
  <inkml:trace contextRef="#ctx0" brushRef="#br0" timeOffset="17800.951">19166 4220 1824 0,'-6'-16'76'16,"-3"1"-60"0,0 1 24-16,0 4 6 0,-3-1 1 0,0 3 0 15,-6 6 13-15,4 2 4 0,-4 2 0 0,0 6 0 16,-3 5-24-16,-3 6-5 0,-3 5-1 0,1 5 0 16,-4 0-3-16,-3 8-1 0,0 3 0 0,-2 7 0 0,2 6-15 0,6 3-3 0,0 7-1 15,0 9 0-15,7-6-11 0,5 3 0 16,3 0 0-16,3 7 0 15,9-10 0-15,3-2 0 0,6-1 0 0,6 4 0 16,9-4 0-16,2-2 12 0,4-3-12 0,9 3 12 0,-1-11-12 0,4-5 0 0,0-5 0 0,8 0 0 16,1-11 0-1,0 0 0-15,5-3 0 0,7-5 0 16,-7-2-20-16,4-3-7 0,2-3-1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533400"/>
            <a:ext cx="3429000" cy="1143000"/>
          </a:xfrm>
        </p:spPr>
        <p:txBody>
          <a:bodyPr anchor="b"/>
          <a:lstStyle>
            <a:lvl1pPr>
              <a:defRPr sz="3200" b="0">
                <a:solidFill>
                  <a:srgbClr val="F5E985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828800"/>
            <a:ext cx="3429000" cy="17526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513877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45748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43409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181970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07565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12585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2320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71859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384934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99944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04800"/>
            <a:ext cx="22288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04800"/>
            <a:ext cx="65341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854495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809D2E-E9E4-407E-AB2B-61A75B55E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107EF7-2CC7-45FD-A899-B7DD340C6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customXml" Target="../ink/ink3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-schmidt.net/FloatApplet/IEEE754.html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nicode.org/charts/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gif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02 – Number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Number systems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Binary number system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Decimal to Binary number conversion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lang="en-US" sz="3000" kern="0" dirty="0">
                <a:solidFill>
                  <a:srgbClr val="000000"/>
                </a:solidFill>
                <a:latin typeface="Times New Roman"/>
              </a:rPr>
              <a:t>Octal System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Binary to Octal number Conversion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lang="en-US" sz="3000" kern="0" dirty="0">
                <a:solidFill>
                  <a:srgbClr val="000000"/>
                </a:solidFill>
                <a:latin typeface="Times New Roman"/>
              </a:rPr>
              <a:t>Hexadecimal System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Hexadecimal to </a:t>
            </a:r>
            <a:r>
              <a:rPr lang="en-US" sz="3000" kern="0" dirty="0">
                <a:solidFill>
                  <a:srgbClr val="000000"/>
                </a:solidFill>
                <a:latin typeface="Times New Roman"/>
              </a:rPr>
              <a:t>Decimal number conversion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Binary to </a:t>
            </a:r>
            <a:r>
              <a:rPr lang="en-US" sz="3000" kern="0" dirty="0">
                <a:solidFill>
                  <a:srgbClr val="000000"/>
                </a:solidFill>
                <a:latin typeface="Times New Roman"/>
              </a:rPr>
              <a:t>Hexadecimal number conversion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Decimal to Hexadecimal Conversion</a:t>
            </a:r>
          </a:p>
        </p:txBody>
      </p:sp>
    </p:spTree>
    <p:extLst>
      <p:ext uri="{BB962C8B-B14F-4D97-AF65-F5344CB8AC3E}">
        <p14:creationId xmlns:p14="http://schemas.microsoft.com/office/powerpoint/2010/main" val="15135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410200"/>
          </a:xfrm>
        </p:spPr>
        <p:txBody>
          <a:bodyPr/>
          <a:lstStyle/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  <a:ea typeface="+mn-ea"/>
                <a:cs typeface="+mn-cs"/>
              </a:rPr>
              <a:t>Homework: </a:t>
            </a:r>
            <a:r>
              <a:rPr lang="en-US" sz="3000" dirty="0">
                <a:ea typeface="+mn-ea"/>
                <a:cs typeface="+mn-cs"/>
              </a:rPr>
              <a:t>HW #00 due on Sunday @ 11:59 PM 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  <a:ea typeface="+mn-ea"/>
                <a:cs typeface="+mn-cs"/>
              </a:rPr>
              <a:t>Quiz: </a:t>
            </a:r>
            <a:r>
              <a:rPr lang="en-US" sz="3000" dirty="0">
                <a:ea typeface="+mn-ea"/>
                <a:cs typeface="+mn-cs"/>
              </a:rPr>
              <a:t>Quiz #01 next week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  <a:ea typeface="+mn-ea"/>
                <a:cs typeface="+mn-cs"/>
              </a:rPr>
              <a:t>Recitation: </a:t>
            </a:r>
            <a:r>
              <a:rPr lang="en-US" sz="3000" dirty="0">
                <a:ea typeface="+mn-ea"/>
                <a:cs typeface="+mn-cs"/>
              </a:rPr>
              <a:t>Recitation #01 next week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01 next week</a:t>
            </a:r>
            <a:endParaRPr lang="en-US" sz="3000" dirty="0">
              <a:ea typeface="+mn-ea"/>
              <a:cs typeface="+mn-cs"/>
            </a:endParaRPr>
          </a:p>
          <a:p>
            <a:pPr marL="0" lvl="1" indent="0" eaLnBrk="1" hangingPunct="1">
              <a:spcAft>
                <a:spcPts val="1200"/>
              </a:spcAft>
              <a:buNone/>
              <a:defRPr/>
            </a:pPr>
            <a:endParaRPr lang="en-US" sz="3000" dirty="0"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BB8DFABC-E5E6-4A12-BF19-7B63B6AFD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Number Systems</a:t>
            </a:r>
          </a:p>
        </p:txBody>
      </p:sp>
      <p:sp>
        <p:nvSpPr>
          <p:cNvPr id="13315" name="TextBox 4">
            <a:extLst>
              <a:ext uri="{FF2B5EF4-FFF2-40B4-BE49-F238E27FC236}">
                <a16:creationId xmlns:a16="http://schemas.microsoft.com/office/drawing/2014/main" id="{40F2F12B-6927-4398-93AC-0305A982D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5" y="6611938"/>
            <a:ext cx="31210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Times" panose="02020603050405020304" pitchFamily="18" charset="0"/>
              </a:rPr>
              <a:t>[http://www.chompchomp.com/images/irregular011.jpg ]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BB8DFABC-E5E6-4A12-BF19-7B63B6AFD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Decimal System</a:t>
            </a:r>
          </a:p>
        </p:txBody>
      </p:sp>
      <p:pic>
        <p:nvPicPr>
          <p:cNvPr id="13314" name="Picture 3">
            <a:extLst>
              <a:ext uri="{FF2B5EF4-FFF2-40B4-BE49-F238E27FC236}">
                <a16:creationId xmlns:a16="http://schemas.microsoft.com/office/drawing/2014/main" id="{F700EC13-68E1-4259-A8CF-D6559B381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28800"/>
            <a:ext cx="59817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Box 4">
            <a:extLst>
              <a:ext uri="{FF2B5EF4-FFF2-40B4-BE49-F238E27FC236}">
                <a16:creationId xmlns:a16="http://schemas.microsoft.com/office/drawing/2014/main" id="{40F2F12B-6927-4398-93AC-0305A982D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5" y="6611938"/>
            <a:ext cx="31210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Times" panose="02020603050405020304" pitchFamily="18" charset="0"/>
              </a:rPr>
              <a:t>[http://www.chompchomp.com/images/irregular011.jpg 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CDB138-3E54-4818-91D7-89DB3DDAE828}"/>
                  </a:ext>
                </a:extLst>
              </p14:cNvPr>
              <p14:cNvContentPartPr/>
              <p14:nvPr/>
            </p14:nvContentPartPr>
            <p14:xfrm>
              <a:off x="7098840" y="295200"/>
              <a:ext cx="1611000" cy="2537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CDB138-3E54-4818-91D7-89DB3DDAE8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9480" y="285840"/>
                <a:ext cx="1629720" cy="255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4753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660E2F43-9BBD-4F2F-AEA9-879425F76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Binary System</a:t>
            </a:r>
          </a:p>
        </p:txBody>
      </p:sp>
      <p:pic>
        <p:nvPicPr>
          <p:cNvPr id="15362" name="Picture 3">
            <a:extLst>
              <a:ext uri="{FF2B5EF4-FFF2-40B4-BE49-F238E27FC236}">
                <a16:creationId xmlns:a16="http://schemas.microsoft.com/office/drawing/2014/main" id="{3941B58F-8BD5-46BB-B863-8E19BFA21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00200"/>
            <a:ext cx="3733800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Box 4">
            <a:extLst>
              <a:ext uri="{FF2B5EF4-FFF2-40B4-BE49-F238E27FC236}">
                <a16:creationId xmlns:a16="http://schemas.microsoft.com/office/drawing/2014/main" id="{4342E035-A90D-403B-BC46-B164DB91B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6581775"/>
            <a:ext cx="37131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latin typeface="Times" panose="02020603050405020304" pitchFamily="18" charset="0"/>
              </a:rPr>
              <a:t>[ http://divaprojections.blogspot.com/2011/11/alien.html]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D01B0F-E5B8-43C6-A14C-91EF6BCA9A72}"/>
                  </a:ext>
                </a:extLst>
              </p14:cNvPr>
              <p14:cNvContentPartPr/>
              <p14:nvPr/>
            </p14:nvContentPartPr>
            <p14:xfrm>
              <a:off x="6660720" y="941040"/>
              <a:ext cx="1155600" cy="98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D01B0F-E5B8-43C6-A14C-91EF6BCA9A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1360" y="931680"/>
                <a:ext cx="1174320" cy="100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905D4056-832A-4042-8A6E-FA57028BE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 sz="3200" dirty="0"/>
              <a:t>Number Systems: Positional Representations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A6173A1-3DAB-4A09-BA74-4B0489CB8F13}"/>
              </a:ext>
            </a:extLst>
          </p:cNvPr>
          <p:cNvGrpSpPr/>
          <p:nvPr/>
        </p:nvGrpSpPr>
        <p:grpSpPr>
          <a:xfrm>
            <a:off x="965200" y="3289300"/>
            <a:ext cx="7340600" cy="825500"/>
            <a:chOff x="965200" y="3289300"/>
            <a:chExt cx="7340600" cy="825500"/>
          </a:xfrm>
        </p:grpSpPr>
        <p:pic>
          <p:nvPicPr>
            <p:cNvPr id="16386" name="Picture 3">
              <a:extLst>
                <a:ext uri="{FF2B5EF4-FFF2-40B4-BE49-F238E27FC236}">
                  <a16:creationId xmlns:a16="http://schemas.microsoft.com/office/drawing/2014/main" id="{F5B6703C-D066-45F0-9BEA-2B10163A5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200" y="3289300"/>
              <a:ext cx="7213600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87" name="Picture 4">
              <a:extLst>
                <a:ext uri="{FF2B5EF4-FFF2-40B4-BE49-F238E27FC236}">
                  <a16:creationId xmlns:a16="http://schemas.microsoft.com/office/drawing/2014/main" id="{07BB93D2-4B6E-4FF4-B9E2-A62D98855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000" y="3390900"/>
              <a:ext cx="17780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8D680A-D090-400C-AE95-660A7BEC2931}"/>
                  </a:ext>
                </a:extLst>
              </p14:cNvPr>
              <p14:cNvContentPartPr/>
              <p14:nvPr/>
            </p14:nvContentPartPr>
            <p14:xfrm>
              <a:off x="3144960" y="676440"/>
              <a:ext cx="5402160" cy="351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8D680A-D090-400C-AE95-660A7BEC29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5600" y="667080"/>
                <a:ext cx="5420880" cy="353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DBAB6B77-EDE4-4C11-932D-E80FB3037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Number Systems</a:t>
            </a:r>
          </a:p>
        </p:txBody>
      </p:sp>
      <p:pic>
        <p:nvPicPr>
          <p:cNvPr id="17410" name="Picture 3">
            <a:extLst>
              <a:ext uri="{FF2B5EF4-FFF2-40B4-BE49-F238E27FC236}">
                <a16:creationId xmlns:a16="http://schemas.microsoft.com/office/drawing/2014/main" id="{B435D71A-FED6-456F-B007-94E51A184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3009900"/>
            <a:ext cx="7213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4">
            <a:extLst>
              <a:ext uri="{FF2B5EF4-FFF2-40B4-BE49-F238E27FC236}">
                <a16:creationId xmlns:a16="http://schemas.microsoft.com/office/drawing/2014/main" id="{ADABEBD0-7C20-4287-972E-E3554223B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3124200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412" name="Straight Arrow Connector 3">
            <a:extLst>
              <a:ext uri="{FF2B5EF4-FFF2-40B4-BE49-F238E27FC236}">
                <a16:creationId xmlns:a16="http://schemas.microsoft.com/office/drawing/2014/main" id="{5A38B2E4-7332-47D2-BFFD-C8C6197275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4000" y="3657600"/>
            <a:ext cx="4572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3" name="TextBox 4">
            <a:extLst>
              <a:ext uri="{FF2B5EF4-FFF2-40B4-BE49-F238E27FC236}">
                <a16:creationId xmlns:a16="http://schemas.microsoft.com/office/drawing/2014/main" id="{AC4F5AFF-FC10-4541-BB5A-05C8B204F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638800"/>
            <a:ext cx="23479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n-th digit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(most significant)</a:t>
            </a:r>
          </a:p>
        </p:txBody>
      </p:sp>
      <p:cxnSp>
        <p:nvCxnSpPr>
          <p:cNvPr id="17414" name="Straight Arrow Connector 7">
            <a:extLst>
              <a:ext uri="{FF2B5EF4-FFF2-40B4-BE49-F238E27FC236}">
                <a16:creationId xmlns:a16="http://schemas.microsoft.com/office/drawing/2014/main" id="{510B7A0B-0293-4959-AA77-4934539AD0A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96200" y="3581400"/>
            <a:ext cx="3048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5" name="TextBox 9">
            <a:extLst>
              <a:ext uri="{FF2B5EF4-FFF2-40B4-BE49-F238E27FC236}">
                <a16:creationId xmlns:a16="http://schemas.microsoft.com/office/drawing/2014/main" id="{0FBB1B47-EF5E-4C0D-A57F-BFF88EBA3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5638800"/>
            <a:ext cx="23129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0-th digit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(least significant)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DE774FCD-7FC2-4440-97F4-F14D5BAF0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Number Systems</a:t>
            </a:r>
          </a:p>
        </p:txBody>
      </p:sp>
      <p:pic>
        <p:nvPicPr>
          <p:cNvPr id="18434" name="Picture 3">
            <a:extLst>
              <a:ext uri="{FF2B5EF4-FFF2-40B4-BE49-F238E27FC236}">
                <a16:creationId xmlns:a16="http://schemas.microsoft.com/office/drawing/2014/main" id="{ABDAA053-E814-4402-B843-03D77C30F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3009900"/>
            <a:ext cx="7213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4">
            <a:extLst>
              <a:ext uri="{FF2B5EF4-FFF2-40B4-BE49-F238E27FC236}">
                <a16:creationId xmlns:a16="http://schemas.microsoft.com/office/drawing/2014/main" id="{6142B2C8-6F2B-48CF-BA0F-E83999D95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3124200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36" name="Straight Arrow Connector 3">
            <a:extLst>
              <a:ext uri="{FF2B5EF4-FFF2-40B4-BE49-F238E27FC236}">
                <a16:creationId xmlns:a16="http://schemas.microsoft.com/office/drawing/2014/main" id="{E6B96F27-3C47-44C2-8B9B-883A0D762E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4000" y="3657600"/>
            <a:ext cx="4572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7" name="TextBox 4">
            <a:extLst>
              <a:ext uri="{FF2B5EF4-FFF2-40B4-BE49-F238E27FC236}">
                <a16:creationId xmlns:a16="http://schemas.microsoft.com/office/drawing/2014/main" id="{EE4A4841-0FC3-4C39-AEAE-EAFC884F0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638800"/>
            <a:ext cx="23479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n-th digit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(most significant)</a:t>
            </a:r>
          </a:p>
        </p:txBody>
      </p:sp>
      <p:cxnSp>
        <p:nvCxnSpPr>
          <p:cNvPr id="18438" name="Straight Arrow Connector 7">
            <a:extLst>
              <a:ext uri="{FF2B5EF4-FFF2-40B4-BE49-F238E27FC236}">
                <a16:creationId xmlns:a16="http://schemas.microsoft.com/office/drawing/2014/main" id="{119DEEF7-D587-4579-9A00-A8759A9A095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96200" y="3581400"/>
            <a:ext cx="3048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9" name="TextBox 9">
            <a:extLst>
              <a:ext uri="{FF2B5EF4-FFF2-40B4-BE49-F238E27FC236}">
                <a16:creationId xmlns:a16="http://schemas.microsoft.com/office/drawing/2014/main" id="{89D6F8D7-D673-4EC4-AC28-09414D4AE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5638800"/>
            <a:ext cx="23129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0-th digit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(least significant)</a:t>
            </a:r>
          </a:p>
        </p:txBody>
      </p:sp>
      <p:cxnSp>
        <p:nvCxnSpPr>
          <p:cNvPr id="18440" name="Straight Arrow Connector 10">
            <a:extLst>
              <a:ext uri="{FF2B5EF4-FFF2-40B4-BE49-F238E27FC236}">
                <a16:creationId xmlns:a16="http://schemas.microsoft.com/office/drawing/2014/main" id="{376173C0-60D6-40B7-93A5-FB1FC62EA5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2209800"/>
            <a:ext cx="7620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1" name="TextBox 15">
            <a:extLst>
              <a:ext uri="{FF2B5EF4-FFF2-40B4-BE49-F238E27FC236}">
                <a16:creationId xmlns:a16="http://schemas.microsoft.com/office/drawing/2014/main" id="{707D5355-B88A-4D84-9633-C855D5C4E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52600"/>
            <a:ext cx="731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base</a:t>
            </a:r>
          </a:p>
        </p:txBody>
      </p:sp>
      <p:cxnSp>
        <p:nvCxnSpPr>
          <p:cNvPr id="18442" name="Straight Arrow Connector 16">
            <a:extLst>
              <a:ext uri="{FF2B5EF4-FFF2-40B4-BE49-F238E27FC236}">
                <a16:creationId xmlns:a16="http://schemas.microsoft.com/office/drawing/2014/main" id="{35967F8D-4259-49C1-AC26-EFC6AD5270C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43200" y="2209800"/>
            <a:ext cx="6858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3" name="TextBox 19">
            <a:extLst>
              <a:ext uri="{FF2B5EF4-FFF2-40B4-BE49-F238E27FC236}">
                <a16:creationId xmlns:a16="http://schemas.microsoft.com/office/drawing/2014/main" id="{35DEE703-79E8-41EB-A36D-1BF56D2FC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954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power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033DD6-9E27-4070-8D86-B64271A9A6BC}"/>
                  </a:ext>
                </a:extLst>
              </p14:cNvPr>
              <p14:cNvContentPartPr/>
              <p14:nvPr/>
            </p14:nvContentPartPr>
            <p14:xfrm>
              <a:off x="4457520" y="1796400"/>
              <a:ext cx="1142640" cy="33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033DD6-9E27-4070-8D86-B64271A9A6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8160" y="1787040"/>
                <a:ext cx="1161360" cy="35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6DDDF5E8-0B36-4413-BC38-5A45F51F1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Decimal System</a:t>
            </a:r>
          </a:p>
        </p:txBody>
      </p:sp>
      <p:pic>
        <p:nvPicPr>
          <p:cNvPr id="19458" name="Picture 4">
            <a:extLst>
              <a:ext uri="{FF2B5EF4-FFF2-40B4-BE49-F238E27FC236}">
                <a16:creationId xmlns:a16="http://schemas.microsoft.com/office/drawing/2014/main" id="{B5BFABCA-663F-497E-B1B3-0A6ED2797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81200"/>
            <a:ext cx="5130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A06E4156-B3CC-4768-8B0E-ED7BB60E7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The Decimal System</a:t>
            </a:r>
          </a:p>
        </p:txBody>
      </p:sp>
      <p:pic>
        <p:nvPicPr>
          <p:cNvPr id="20482" name="Picture 4">
            <a:extLst>
              <a:ext uri="{FF2B5EF4-FFF2-40B4-BE49-F238E27FC236}">
                <a16:creationId xmlns:a16="http://schemas.microsoft.com/office/drawing/2014/main" id="{BEE3316E-0618-45B5-A000-61381FA68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81200"/>
            <a:ext cx="5130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6">
            <a:extLst>
              <a:ext uri="{FF2B5EF4-FFF2-40B4-BE49-F238E27FC236}">
                <a16:creationId xmlns:a16="http://schemas.microsoft.com/office/drawing/2014/main" id="{18F12474-AD43-4E0F-818F-1DFDE365F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832100"/>
            <a:ext cx="36830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8">
            <a:extLst>
              <a:ext uri="{FF2B5EF4-FFF2-40B4-BE49-F238E27FC236}">
                <a16:creationId xmlns:a16="http://schemas.microsoft.com/office/drawing/2014/main" id="{DAF1D999-8011-42DB-B9B9-895FFD3BB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86200"/>
            <a:ext cx="2286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9">
            <a:extLst>
              <a:ext uri="{FF2B5EF4-FFF2-40B4-BE49-F238E27FC236}">
                <a16:creationId xmlns:a16="http://schemas.microsoft.com/office/drawing/2014/main" id="{2ACC7DB2-B703-473D-8F61-DA3CA2F0AC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876800"/>
            <a:ext cx="1282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71CD4BE2-F580-024E-B23A-1D1986890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Another Way to Look at This</a:t>
            </a:r>
          </a:p>
        </p:txBody>
      </p:sp>
      <p:grpSp>
        <p:nvGrpSpPr>
          <p:cNvPr id="21506" name="Group 3">
            <a:extLst>
              <a:ext uri="{FF2B5EF4-FFF2-40B4-BE49-F238E27FC236}">
                <a16:creationId xmlns:a16="http://schemas.microsoft.com/office/drawing/2014/main" id="{51C39A87-050C-41F0-97D9-462D602517A5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505200"/>
            <a:ext cx="2057400" cy="685800"/>
            <a:chOff x="1676400" y="3429000"/>
            <a:chExt cx="2057400" cy="685800"/>
          </a:xfrm>
        </p:grpSpPr>
        <p:sp>
          <p:nvSpPr>
            <p:cNvPr id="21507" name="Rectangle 1">
              <a:extLst>
                <a:ext uri="{FF2B5EF4-FFF2-40B4-BE49-F238E27FC236}">
                  <a16:creationId xmlns:a16="http://schemas.microsoft.com/office/drawing/2014/main" id="{C76ABB31-F007-43B2-B19D-F0104B1D7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5</a:t>
              </a:r>
            </a:p>
          </p:txBody>
        </p:sp>
        <p:sp>
          <p:nvSpPr>
            <p:cNvPr id="21508" name="Rectangle 5">
              <a:extLst>
                <a:ext uri="{FF2B5EF4-FFF2-40B4-BE49-F238E27FC236}">
                  <a16:creationId xmlns:a16="http://schemas.microsoft.com/office/drawing/2014/main" id="{DB394EF4-7B9B-4640-8FA5-9FF49EC07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21509" name="Rectangle 6">
              <a:extLst>
                <a:ext uri="{FF2B5EF4-FFF2-40B4-BE49-F238E27FC236}">
                  <a16:creationId xmlns:a16="http://schemas.microsoft.com/office/drawing/2014/main" id="{7FBF71B5-2A3C-4164-941F-108DAAF6B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4</a:t>
              </a: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CC46DD1F-67FB-0E49-943F-0629C7A90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Another Way to Look at This</a:t>
            </a:r>
          </a:p>
        </p:txBody>
      </p:sp>
      <p:grpSp>
        <p:nvGrpSpPr>
          <p:cNvPr id="22530" name="Group 3">
            <a:extLst>
              <a:ext uri="{FF2B5EF4-FFF2-40B4-BE49-F238E27FC236}">
                <a16:creationId xmlns:a16="http://schemas.microsoft.com/office/drawing/2014/main" id="{C71F3B90-995B-4008-A6B2-BDAA687DC38B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505200"/>
            <a:ext cx="2057400" cy="685800"/>
            <a:chOff x="1676400" y="3429000"/>
            <a:chExt cx="2057400" cy="685800"/>
          </a:xfrm>
        </p:grpSpPr>
        <p:sp>
          <p:nvSpPr>
            <p:cNvPr id="22534" name="Rectangle 1">
              <a:extLst>
                <a:ext uri="{FF2B5EF4-FFF2-40B4-BE49-F238E27FC236}">
                  <a16:creationId xmlns:a16="http://schemas.microsoft.com/office/drawing/2014/main" id="{7D3C80AA-764A-4719-B36B-A6B3199F4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5</a:t>
              </a:r>
            </a:p>
          </p:txBody>
        </p:sp>
        <p:sp>
          <p:nvSpPr>
            <p:cNvPr id="22535" name="Rectangle 5">
              <a:extLst>
                <a:ext uri="{FF2B5EF4-FFF2-40B4-BE49-F238E27FC236}">
                  <a16:creationId xmlns:a16="http://schemas.microsoft.com/office/drawing/2014/main" id="{079A6E4F-A929-4AAC-9C34-9C7325AE2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22536" name="Rectangle 6">
              <a:extLst>
                <a:ext uri="{FF2B5EF4-FFF2-40B4-BE49-F238E27FC236}">
                  <a16:creationId xmlns:a16="http://schemas.microsoft.com/office/drawing/2014/main" id="{DDA5B85B-06C0-4925-9562-81AEDD885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4</a:t>
              </a:r>
            </a:p>
          </p:txBody>
        </p:sp>
      </p:grpSp>
      <p:sp>
        <p:nvSpPr>
          <p:cNvPr id="22531" name="TextBox 2">
            <a:extLst>
              <a:ext uri="{FF2B5EF4-FFF2-40B4-BE49-F238E27FC236}">
                <a16:creationId xmlns:a16="http://schemas.microsoft.com/office/drawing/2014/main" id="{5D148159-C23B-4479-BF78-5D2C2D30C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971800"/>
            <a:ext cx="59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22532" name="TextBox 7">
            <a:extLst>
              <a:ext uri="{FF2B5EF4-FFF2-40B4-BE49-F238E27FC236}">
                <a16:creationId xmlns:a16="http://schemas.microsoft.com/office/drawing/2014/main" id="{EE828E16-0721-49E5-8D47-FAEA83C73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22533" name="TextBox 8">
            <a:extLst>
              <a:ext uri="{FF2B5EF4-FFF2-40B4-BE49-F238E27FC236}">
                <a16:creationId xmlns:a16="http://schemas.microsoft.com/office/drawing/2014/main" id="{D6EC7798-F0E3-4053-AC24-BFEE18B72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8DB66243-0684-DF43-A2F1-AF24F5347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Another Way to Look at This</a:t>
            </a:r>
          </a:p>
        </p:txBody>
      </p:sp>
      <p:grpSp>
        <p:nvGrpSpPr>
          <p:cNvPr id="23554" name="Group 3">
            <a:extLst>
              <a:ext uri="{FF2B5EF4-FFF2-40B4-BE49-F238E27FC236}">
                <a16:creationId xmlns:a16="http://schemas.microsoft.com/office/drawing/2014/main" id="{AF6D7E31-CDA6-49FF-A54E-EB934134A581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505200"/>
            <a:ext cx="2057400" cy="685800"/>
            <a:chOff x="1676400" y="3429000"/>
            <a:chExt cx="2057400" cy="685800"/>
          </a:xfrm>
        </p:grpSpPr>
        <p:sp>
          <p:nvSpPr>
            <p:cNvPr id="23563" name="Rectangle 1">
              <a:extLst>
                <a:ext uri="{FF2B5EF4-FFF2-40B4-BE49-F238E27FC236}">
                  <a16:creationId xmlns:a16="http://schemas.microsoft.com/office/drawing/2014/main" id="{41B9D257-D731-4ADD-981A-B91AC0CE5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5</a:t>
              </a:r>
            </a:p>
          </p:txBody>
        </p:sp>
        <p:sp>
          <p:nvSpPr>
            <p:cNvPr id="23564" name="Rectangle 5">
              <a:extLst>
                <a:ext uri="{FF2B5EF4-FFF2-40B4-BE49-F238E27FC236}">
                  <a16:creationId xmlns:a16="http://schemas.microsoft.com/office/drawing/2014/main" id="{2DBD8E5B-F887-40D9-9444-3F13D6EB4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23565" name="Rectangle 6">
              <a:extLst>
                <a:ext uri="{FF2B5EF4-FFF2-40B4-BE49-F238E27FC236}">
                  <a16:creationId xmlns:a16="http://schemas.microsoft.com/office/drawing/2014/main" id="{75E213AB-745B-4C04-93E9-6C93A23EC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4</a:t>
              </a:r>
            </a:p>
          </p:txBody>
        </p:sp>
      </p:grpSp>
      <p:sp>
        <p:nvSpPr>
          <p:cNvPr id="23555" name="TextBox 2">
            <a:extLst>
              <a:ext uri="{FF2B5EF4-FFF2-40B4-BE49-F238E27FC236}">
                <a16:creationId xmlns:a16="http://schemas.microsoft.com/office/drawing/2014/main" id="{81C5D060-9E9C-4234-989E-D98A7BB9B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971800"/>
            <a:ext cx="59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23556" name="TextBox 7">
            <a:extLst>
              <a:ext uri="{FF2B5EF4-FFF2-40B4-BE49-F238E27FC236}">
                <a16:creationId xmlns:a16="http://schemas.microsoft.com/office/drawing/2014/main" id="{3CEF45CA-B9C7-4C71-AC73-17D38B2E1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23557" name="TextBox 8">
            <a:extLst>
              <a:ext uri="{FF2B5EF4-FFF2-40B4-BE49-F238E27FC236}">
                <a16:creationId xmlns:a16="http://schemas.microsoft.com/office/drawing/2014/main" id="{AB692003-F797-491F-A4C7-73959FF78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cxnSp>
        <p:nvCxnSpPr>
          <p:cNvPr id="23558" name="Straight Arrow Connector 9">
            <a:extLst>
              <a:ext uri="{FF2B5EF4-FFF2-40B4-BE49-F238E27FC236}">
                <a16:creationId xmlns:a16="http://schemas.microsoft.com/office/drawing/2014/main" id="{332525E3-A902-4386-B913-DE6081DF1F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5000" y="3810000"/>
            <a:ext cx="12192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9" name="Straight Arrow Connector 11">
            <a:extLst>
              <a:ext uri="{FF2B5EF4-FFF2-40B4-BE49-F238E27FC236}">
                <a16:creationId xmlns:a16="http://schemas.microsoft.com/office/drawing/2014/main" id="{0F541D27-E01D-4B52-A478-062EEE2C6DC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38800" y="3200400"/>
            <a:ext cx="12192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0" name="TextBox 15">
            <a:extLst>
              <a:ext uri="{FF2B5EF4-FFF2-40B4-BE49-F238E27FC236}">
                <a16:creationId xmlns:a16="http://schemas.microsoft.com/office/drawing/2014/main" id="{AE1D5568-5619-40FA-B432-A8C830BF3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81400"/>
            <a:ext cx="903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boxes</a:t>
            </a:r>
          </a:p>
        </p:txBody>
      </p:sp>
      <p:sp>
        <p:nvSpPr>
          <p:cNvPr id="23561" name="TextBox 15">
            <a:extLst>
              <a:ext uri="{FF2B5EF4-FFF2-40B4-BE49-F238E27FC236}">
                <a16:creationId xmlns:a16="http://schemas.microsoft.com/office/drawing/2014/main" id="{4026C3A4-9CE4-4D96-9E9D-908B958C9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971800"/>
            <a:ext cx="903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labels</a:t>
            </a:r>
          </a:p>
        </p:txBody>
      </p:sp>
      <p:sp>
        <p:nvSpPr>
          <p:cNvPr id="23562" name="TextBox 13">
            <a:extLst>
              <a:ext uri="{FF2B5EF4-FFF2-40B4-BE49-F238E27FC236}">
                <a16:creationId xmlns:a16="http://schemas.microsoft.com/office/drawing/2014/main" id="{C2216145-978E-4A53-8977-A71488959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5486400"/>
            <a:ext cx="8931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Each box can contain only one digit and has only one label. From right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to left, the labels are increasing powers of the base, starting from 0.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CF2A60-1AA9-46F9-B1E7-AFD31AA0BAA7}"/>
                  </a:ext>
                </a:extLst>
              </p14:cNvPr>
              <p14:cNvContentPartPr/>
              <p14:nvPr/>
            </p14:nvContentPartPr>
            <p14:xfrm>
              <a:off x="5791680" y="870480"/>
              <a:ext cx="3310560" cy="205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CF2A60-1AA9-46F9-B1E7-AFD31AA0BA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2320" y="861120"/>
                <a:ext cx="3329280" cy="207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1E33D8D8-712D-4977-9CC4-A9780CC79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Base 7</a:t>
            </a:r>
          </a:p>
        </p:txBody>
      </p:sp>
      <p:pic>
        <p:nvPicPr>
          <p:cNvPr id="24578" name="Picture 3">
            <a:extLst>
              <a:ext uri="{FF2B5EF4-FFF2-40B4-BE49-F238E27FC236}">
                <a16:creationId xmlns:a16="http://schemas.microsoft.com/office/drawing/2014/main" id="{9D976756-94FF-4514-83D6-42BA52A7E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81312"/>
            <a:ext cx="8001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305CCA-278D-4DAD-90D8-A6AB97F586DF}"/>
              </a:ext>
            </a:extLst>
          </p:cNvPr>
          <p:cNvSpPr txBox="1"/>
          <p:nvPr/>
        </p:nvSpPr>
        <p:spPr>
          <a:xfrm>
            <a:off x="838200" y="1524000"/>
            <a:ext cx="22284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524</a:t>
            </a:r>
            <a:r>
              <a:rPr lang="en-US" sz="4800" b="1" baseline="-25000" dirty="0"/>
              <a:t>7 </a:t>
            </a:r>
            <a:r>
              <a:rPr lang="en-US" sz="4800" b="1" dirty="0"/>
              <a:t>= 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46CC071D-0656-4385-B0E7-3FD5A953F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Base 7</a:t>
            </a:r>
          </a:p>
        </p:txBody>
      </p:sp>
      <p:pic>
        <p:nvPicPr>
          <p:cNvPr id="25602" name="Picture 3">
            <a:extLst>
              <a:ext uri="{FF2B5EF4-FFF2-40B4-BE49-F238E27FC236}">
                <a16:creationId xmlns:a16="http://schemas.microsoft.com/office/drawing/2014/main" id="{2209429E-43AE-4B27-8582-5FE3497E0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8001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603" name="Straight Arrow Connector 10">
            <a:extLst>
              <a:ext uri="{FF2B5EF4-FFF2-40B4-BE49-F238E27FC236}">
                <a16:creationId xmlns:a16="http://schemas.microsoft.com/office/drawing/2014/main" id="{A5C15A56-42F5-468F-BD5D-B4DB4BF372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1800" y="2057400"/>
            <a:ext cx="7620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4" name="TextBox 11">
            <a:extLst>
              <a:ext uri="{FF2B5EF4-FFF2-40B4-BE49-F238E27FC236}">
                <a16:creationId xmlns:a16="http://schemas.microsoft.com/office/drawing/2014/main" id="{17CA4C05-BB9A-40BA-8B4A-61533A20B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00200"/>
            <a:ext cx="731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base</a:t>
            </a:r>
          </a:p>
        </p:txBody>
      </p:sp>
      <p:cxnSp>
        <p:nvCxnSpPr>
          <p:cNvPr id="25605" name="Straight Arrow Connector 12">
            <a:extLst>
              <a:ext uri="{FF2B5EF4-FFF2-40B4-BE49-F238E27FC236}">
                <a16:creationId xmlns:a16="http://schemas.microsoft.com/office/drawing/2014/main" id="{5509898A-0015-4C0B-81A5-410A1309E2B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3400" y="2057400"/>
            <a:ext cx="609600" cy="914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6" name="TextBox 13">
            <a:extLst>
              <a:ext uri="{FF2B5EF4-FFF2-40B4-BE49-F238E27FC236}">
                <a16:creationId xmlns:a16="http://schemas.microsoft.com/office/drawing/2014/main" id="{3B78EB06-1305-46D9-A84D-9845D52D8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954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power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A1682BFE-2641-44DA-AAF3-4FB7F0109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Base 7</a:t>
            </a:r>
          </a:p>
        </p:txBody>
      </p:sp>
      <p:pic>
        <p:nvPicPr>
          <p:cNvPr id="26626" name="Picture 3">
            <a:extLst>
              <a:ext uri="{FF2B5EF4-FFF2-40B4-BE49-F238E27FC236}">
                <a16:creationId xmlns:a16="http://schemas.microsoft.com/office/drawing/2014/main" id="{3CA34397-F5D9-4CDB-B652-1F503C783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8001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627" name="Straight Arrow Connector 6">
            <a:extLst>
              <a:ext uri="{FF2B5EF4-FFF2-40B4-BE49-F238E27FC236}">
                <a16:creationId xmlns:a16="http://schemas.microsoft.com/office/drawing/2014/main" id="{68FB6A29-1555-4247-AD27-19D2A336FDE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9800" y="3657600"/>
            <a:ext cx="6858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28" name="TextBox 7">
            <a:extLst>
              <a:ext uri="{FF2B5EF4-FFF2-40B4-BE49-F238E27FC236}">
                <a16:creationId xmlns:a16="http://schemas.microsoft.com/office/drawing/2014/main" id="{5D8CCE72-BF2F-48BA-A29A-EB9F8FD84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638800"/>
            <a:ext cx="21463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most significant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digit</a:t>
            </a:r>
          </a:p>
        </p:txBody>
      </p:sp>
      <p:cxnSp>
        <p:nvCxnSpPr>
          <p:cNvPr id="26629" name="Straight Arrow Connector 8">
            <a:extLst>
              <a:ext uri="{FF2B5EF4-FFF2-40B4-BE49-F238E27FC236}">
                <a16:creationId xmlns:a16="http://schemas.microsoft.com/office/drawing/2014/main" id="{695E7978-D012-404A-B0D4-056DDD8CCFA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239000" y="3657600"/>
            <a:ext cx="6096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0" name="TextBox 9">
            <a:extLst>
              <a:ext uri="{FF2B5EF4-FFF2-40B4-BE49-F238E27FC236}">
                <a16:creationId xmlns:a16="http://schemas.microsoft.com/office/drawing/2014/main" id="{BC346D65-355D-4149-A6B6-ACB43A924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38800"/>
            <a:ext cx="210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least significant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digit</a:t>
            </a:r>
          </a:p>
        </p:txBody>
      </p:sp>
      <p:cxnSp>
        <p:nvCxnSpPr>
          <p:cNvPr id="26631" name="Straight Arrow Connector 10">
            <a:extLst>
              <a:ext uri="{FF2B5EF4-FFF2-40B4-BE49-F238E27FC236}">
                <a16:creationId xmlns:a16="http://schemas.microsoft.com/office/drawing/2014/main" id="{3A243BE5-FB6D-4D32-88C6-547166FAC8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1800" y="2057400"/>
            <a:ext cx="7620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2" name="TextBox 11">
            <a:extLst>
              <a:ext uri="{FF2B5EF4-FFF2-40B4-BE49-F238E27FC236}">
                <a16:creationId xmlns:a16="http://schemas.microsoft.com/office/drawing/2014/main" id="{CC368934-8BF2-4B14-A878-C1F1FFAD9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00200"/>
            <a:ext cx="731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base</a:t>
            </a:r>
          </a:p>
        </p:txBody>
      </p:sp>
      <p:cxnSp>
        <p:nvCxnSpPr>
          <p:cNvPr id="26633" name="Straight Arrow Connector 12">
            <a:extLst>
              <a:ext uri="{FF2B5EF4-FFF2-40B4-BE49-F238E27FC236}">
                <a16:creationId xmlns:a16="http://schemas.microsoft.com/office/drawing/2014/main" id="{44316C0C-76C0-4C94-BB62-354F21F1EA6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3400" y="2057400"/>
            <a:ext cx="609600" cy="914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4" name="TextBox 13">
            <a:extLst>
              <a:ext uri="{FF2B5EF4-FFF2-40B4-BE49-F238E27FC236}">
                <a16:creationId xmlns:a16="http://schemas.microsoft.com/office/drawing/2014/main" id="{8FACD11C-6359-4AD9-984A-FA364FEE7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954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power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A6FD407A-57CD-41D3-8D36-63D71C99A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Base 7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1B2D723F-D1D6-49C4-83F5-F8FF388CA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7400"/>
            <a:ext cx="4851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4">
            <a:extLst>
              <a:ext uri="{FF2B5EF4-FFF2-40B4-BE49-F238E27FC236}">
                <a16:creationId xmlns:a16="http://schemas.microsoft.com/office/drawing/2014/main" id="{FFAC3BEC-7A32-422B-A1E8-3F0A8883D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048000"/>
            <a:ext cx="3746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>
            <a:extLst>
              <a:ext uri="{FF2B5EF4-FFF2-40B4-BE49-F238E27FC236}">
                <a16:creationId xmlns:a16="http://schemas.microsoft.com/office/drawing/2014/main" id="{8A8D4970-B454-4D2F-A562-2F2CA7089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038600"/>
            <a:ext cx="2413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6">
            <a:extLst>
              <a:ext uri="{FF2B5EF4-FFF2-40B4-BE49-F238E27FC236}">
                <a16:creationId xmlns:a16="http://schemas.microsoft.com/office/drawing/2014/main" id="{62354BE3-6EC1-4F22-A208-664B01D62E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8768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74296F69-9056-944B-8823-EDB548142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Another Way to Look at This</a:t>
            </a:r>
          </a:p>
        </p:txBody>
      </p:sp>
      <p:grpSp>
        <p:nvGrpSpPr>
          <p:cNvPr id="28674" name="Group 3">
            <a:extLst>
              <a:ext uri="{FF2B5EF4-FFF2-40B4-BE49-F238E27FC236}">
                <a16:creationId xmlns:a16="http://schemas.microsoft.com/office/drawing/2014/main" id="{6B3CBE0C-C075-4406-81A4-05DF1AD8D4B0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505200"/>
            <a:ext cx="2057400" cy="685800"/>
            <a:chOff x="1676400" y="3429000"/>
            <a:chExt cx="2057400" cy="685800"/>
          </a:xfrm>
        </p:grpSpPr>
        <p:sp>
          <p:nvSpPr>
            <p:cNvPr id="28686" name="Rectangle 1">
              <a:extLst>
                <a:ext uri="{FF2B5EF4-FFF2-40B4-BE49-F238E27FC236}">
                  <a16:creationId xmlns:a16="http://schemas.microsoft.com/office/drawing/2014/main" id="{6DF5988D-3865-4BC1-A1DC-D6BA04DED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5</a:t>
              </a:r>
            </a:p>
          </p:txBody>
        </p:sp>
        <p:sp>
          <p:nvSpPr>
            <p:cNvPr id="28687" name="Rectangle 5">
              <a:extLst>
                <a:ext uri="{FF2B5EF4-FFF2-40B4-BE49-F238E27FC236}">
                  <a16:creationId xmlns:a16="http://schemas.microsoft.com/office/drawing/2014/main" id="{2C21B7F3-D042-42D5-96CC-0D1513E43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28688" name="Rectangle 6">
              <a:extLst>
                <a:ext uri="{FF2B5EF4-FFF2-40B4-BE49-F238E27FC236}">
                  <a16:creationId xmlns:a16="http://schemas.microsoft.com/office/drawing/2014/main" id="{8D6F8F54-3D7C-43EA-8182-3B7AE2DC6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4</a:t>
              </a:r>
            </a:p>
          </p:txBody>
        </p:sp>
      </p:grpSp>
      <p:sp>
        <p:nvSpPr>
          <p:cNvPr id="28675" name="TextBox 2">
            <a:extLst>
              <a:ext uri="{FF2B5EF4-FFF2-40B4-BE49-F238E27FC236}">
                <a16:creationId xmlns:a16="http://schemas.microsoft.com/office/drawing/2014/main" id="{643170F3-82E6-4791-B0EF-74056B180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29718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7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28676" name="TextBox 7">
            <a:extLst>
              <a:ext uri="{FF2B5EF4-FFF2-40B4-BE49-F238E27FC236}">
                <a16:creationId xmlns:a16="http://schemas.microsoft.com/office/drawing/2014/main" id="{7CC5247F-3F54-41BD-B09B-13A3ED14A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29718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7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28677" name="TextBox 8">
            <a:extLst>
              <a:ext uri="{FF2B5EF4-FFF2-40B4-BE49-F238E27FC236}">
                <a16:creationId xmlns:a16="http://schemas.microsoft.com/office/drawing/2014/main" id="{B8884094-D6D6-40AE-97BE-6BAC09E6F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29718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7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grpSp>
        <p:nvGrpSpPr>
          <p:cNvPr id="28678" name="Group 3">
            <a:extLst>
              <a:ext uri="{FF2B5EF4-FFF2-40B4-BE49-F238E27FC236}">
                <a16:creationId xmlns:a16="http://schemas.microsoft.com/office/drawing/2014/main" id="{5FC78905-3B33-4264-944B-A24826AD0E0A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505200"/>
            <a:ext cx="2057400" cy="685800"/>
            <a:chOff x="1676400" y="3429000"/>
            <a:chExt cx="2057400" cy="685800"/>
          </a:xfrm>
        </p:grpSpPr>
        <p:sp>
          <p:nvSpPr>
            <p:cNvPr id="28683" name="Rectangle 1">
              <a:extLst>
                <a:ext uri="{FF2B5EF4-FFF2-40B4-BE49-F238E27FC236}">
                  <a16:creationId xmlns:a16="http://schemas.microsoft.com/office/drawing/2014/main" id="{282513B0-66D2-4AB7-95A7-86B0A1076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28684" name="Rectangle 5">
              <a:extLst>
                <a:ext uri="{FF2B5EF4-FFF2-40B4-BE49-F238E27FC236}">
                  <a16:creationId xmlns:a16="http://schemas.microsoft.com/office/drawing/2014/main" id="{6BA0639E-4F85-4927-823C-C0EDD1CB4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6</a:t>
              </a:r>
            </a:p>
          </p:txBody>
        </p:sp>
        <p:sp>
          <p:nvSpPr>
            <p:cNvPr id="28685" name="Rectangle 6">
              <a:extLst>
                <a:ext uri="{FF2B5EF4-FFF2-40B4-BE49-F238E27FC236}">
                  <a16:creationId xmlns:a16="http://schemas.microsoft.com/office/drawing/2014/main" id="{7676AAED-E003-4B19-AD99-2DE6CE42B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290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3</a:t>
              </a:r>
            </a:p>
          </p:txBody>
        </p:sp>
      </p:grpSp>
      <p:sp>
        <p:nvSpPr>
          <p:cNvPr id="28679" name="TextBox 2">
            <a:extLst>
              <a:ext uri="{FF2B5EF4-FFF2-40B4-BE49-F238E27FC236}">
                <a16:creationId xmlns:a16="http://schemas.microsoft.com/office/drawing/2014/main" id="{D76AAE3F-4D90-4C3F-951D-74691F34C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971800"/>
            <a:ext cx="59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28680" name="TextBox 7">
            <a:extLst>
              <a:ext uri="{FF2B5EF4-FFF2-40B4-BE49-F238E27FC236}">
                <a16:creationId xmlns:a16="http://schemas.microsoft.com/office/drawing/2014/main" id="{5A919EB6-CCF2-4AF1-9253-C5903B4DA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 dirty="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28681" name="TextBox 8">
            <a:extLst>
              <a:ext uri="{FF2B5EF4-FFF2-40B4-BE49-F238E27FC236}">
                <a16:creationId xmlns:a16="http://schemas.microsoft.com/office/drawing/2014/main" id="{83D20685-6209-4515-90C4-CEB515F05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2971800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10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CDD5FD-E99C-4DFA-A852-E15A6C38BA89}"/>
                  </a:ext>
                </a:extLst>
              </p14:cNvPr>
              <p14:cNvContentPartPr/>
              <p14:nvPr/>
            </p14:nvContentPartPr>
            <p14:xfrm>
              <a:off x="5828040" y="843120"/>
              <a:ext cx="2076120" cy="106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CDD5FD-E99C-4DFA-A852-E15A6C38BA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18680" y="833760"/>
                <a:ext cx="2094840" cy="108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  <p:bldP spid="28676" grpId="0"/>
      <p:bldP spid="2867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0E268913-AF63-4789-8F7B-6DADD9C76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Binary Numbers (Base 2)</a:t>
            </a:r>
          </a:p>
        </p:txBody>
      </p:sp>
      <p:pic>
        <p:nvPicPr>
          <p:cNvPr id="29698" name="Picture 2" descr="Screen shot 2013-08-28 at 2.35.41 PM.png">
            <a:extLst>
              <a:ext uri="{FF2B5EF4-FFF2-40B4-BE49-F238E27FC236}">
                <a16:creationId xmlns:a16="http://schemas.microsoft.com/office/drawing/2014/main" id="{FA45B78D-896C-44E7-94C9-C87D7023F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21" y="3048000"/>
            <a:ext cx="8760179" cy="552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0A1FD7-7E0F-433A-86B9-D1CA7F462F51}"/>
              </a:ext>
            </a:extLst>
          </p:cNvPr>
          <p:cNvSpPr txBox="1"/>
          <p:nvPr/>
        </p:nvSpPr>
        <p:spPr>
          <a:xfrm>
            <a:off x="304800" y="1524000"/>
            <a:ext cx="25362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1001</a:t>
            </a:r>
            <a:r>
              <a:rPr lang="en-US" sz="4800" b="1" baseline="-25000" dirty="0"/>
              <a:t>2 </a:t>
            </a:r>
            <a:r>
              <a:rPr lang="en-US" sz="4800" b="1" dirty="0"/>
              <a:t>= 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9AF5C5-1C4A-4EF8-9CC7-2FECAD3AD8CF}"/>
                  </a:ext>
                </a:extLst>
              </p14:cNvPr>
              <p14:cNvContentPartPr/>
              <p14:nvPr/>
            </p14:nvContentPartPr>
            <p14:xfrm>
              <a:off x="4764960" y="739080"/>
              <a:ext cx="3808800" cy="198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9AF5C5-1C4A-4EF8-9CC7-2FECAD3AD8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5600" y="729720"/>
                <a:ext cx="3827520" cy="200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10C1344-BF7B-444B-A961-32EB1B521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Numbers (Base 2)</a:t>
            </a:r>
          </a:p>
        </p:txBody>
      </p:sp>
      <p:pic>
        <p:nvPicPr>
          <p:cNvPr id="30722" name="Picture 2" descr="Screen shot 2013-08-28 at 2.35.41 PM.png">
            <a:extLst>
              <a:ext uri="{FF2B5EF4-FFF2-40B4-BE49-F238E27FC236}">
                <a16:creationId xmlns:a16="http://schemas.microsoft.com/office/drawing/2014/main" id="{0BC3F7C7-268D-46E8-9B87-E0FEAB578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0"/>
            <a:ext cx="81534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723" name="Straight Arrow Connector 4">
            <a:extLst>
              <a:ext uri="{FF2B5EF4-FFF2-40B4-BE49-F238E27FC236}">
                <a16:creationId xmlns:a16="http://schemas.microsoft.com/office/drawing/2014/main" id="{4053960A-F4EB-49CF-BEF1-F5BDC932AAF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24000" y="3657600"/>
            <a:ext cx="685800" cy="19812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4" name="TextBox 5">
            <a:extLst>
              <a:ext uri="{FF2B5EF4-FFF2-40B4-BE49-F238E27FC236}">
                <a16:creationId xmlns:a16="http://schemas.microsoft.com/office/drawing/2014/main" id="{191D1B50-DB68-481B-81CC-08BF5E8CA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400" y="5638800"/>
            <a:ext cx="2908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most significant bit</a:t>
            </a:r>
          </a:p>
        </p:txBody>
      </p:sp>
      <p:cxnSp>
        <p:nvCxnSpPr>
          <p:cNvPr id="30725" name="Straight Arrow Connector 6">
            <a:extLst>
              <a:ext uri="{FF2B5EF4-FFF2-40B4-BE49-F238E27FC236}">
                <a16:creationId xmlns:a16="http://schemas.microsoft.com/office/drawing/2014/main" id="{F3E3CD3F-22F2-4A01-A8D3-D9503AC1981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96200" y="3657600"/>
            <a:ext cx="609600" cy="19050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6" name="TextBox 7">
            <a:extLst>
              <a:ext uri="{FF2B5EF4-FFF2-40B4-BE49-F238E27FC236}">
                <a16:creationId xmlns:a16="http://schemas.microsoft.com/office/drawing/2014/main" id="{86639743-C1A0-4F8D-A369-352E2BB0D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638800"/>
            <a:ext cx="289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least significant bit</a:t>
            </a:r>
          </a:p>
        </p:txBody>
      </p:sp>
      <p:cxnSp>
        <p:nvCxnSpPr>
          <p:cNvPr id="30727" name="Straight Arrow Connector 8">
            <a:extLst>
              <a:ext uri="{FF2B5EF4-FFF2-40B4-BE49-F238E27FC236}">
                <a16:creationId xmlns:a16="http://schemas.microsoft.com/office/drawing/2014/main" id="{6D5D97DC-B7D5-454B-BF66-DEE10610E8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81200" y="2133600"/>
            <a:ext cx="7620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8" name="Straight Arrow Connector 9">
            <a:extLst>
              <a:ext uri="{FF2B5EF4-FFF2-40B4-BE49-F238E27FC236}">
                <a16:creationId xmlns:a16="http://schemas.microsoft.com/office/drawing/2014/main" id="{A3F72A92-DFCF-4173-ADF9-986D25009F8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048000" y="2133600"/>
            <a:ext cx="609600" cy="990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9" name="TextBox 14">
            <a:extLst>
              <a:ext uri="{FF2B5EF4-FFF2-40B4-BE49-F238E27FC236}">
                <a16:creationId xmlns:a16="http://schemas.microsoft.com/office/drawing/2014/main" id="{BE13AC37-13C7-4217-A5C0-6DB6148C6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676400"/>
            <a:ext cx="731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base</a:t>
            </a:r>
          </a:p>
        </p:txBody>
      </p:sp>
      <p:sp>
        <p:nvSpPr>
          <p:cNvPr id="30730" name="TextBox 15">
            <a:extLst>
              <a:ext uri="{FF2B5EF4-FFF2-40B4-BE49-F238E27FC236}">
                <a16:creationId xmlns:a16="http://schemas.microsoft.com/office/drawing/2014/main" id="{00C05841-300F-46AF-8D56-1C2999DC0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4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power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070A8901-A231-4315-A4D5-89B48F75F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Numbers (Base 2)</a:t>
            </a:r>
          </a:p>
        </p:txBody>
      </p:sp>
      <p:pic>
        <p:nvPicPr>
          <p:cNvPr id="31746" name="Picture 3">
            <a:extLst>
              <a:ext uri="{FF2B5EF4-FFF2-40B4-BE49-F238E27FC236}">
                <a16:creationId xmlns:a16="http://schemas.microsoft.com/office/drawing/2014/main" id="{D519B6CC-0C11-4834-B6A6-C9957A9F6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51100"/>
            <a:ext cx="88392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463A3F1F-1AAB-4719-9E03-EE52EB37E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915400" cy="685800"/>
          </a:xfrm>
        </p:spPr>
        <p:txBody>
          <a:bodyPr/>
          <a:lstStyle/>
          <a:p>
            <a:r>
              <a:rPr lang="en-US" altLang="en-US" dirty="0"/>
              <a:t>Another Example</a:t>
            </a:r>
          </a:p>
        </p:txBody>
      </p:sp>
      <p:pic>
        <p:nvPicPr>
          <p:cNvPr id="32770" name="Picture 3">
            <a:extLst>
              <a:ext uri="{FF2B5EF4-FFF2-40B4-BE49-F238E27FC236}">
                <a16:creationId xmlns:a16="http://schemas.microsoft.com/office/drawing/2014/main" id="{B685B08D-71F9-4C98-A79C-333CFB533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79712"/>
            <a:ext cx="91440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7E19463-2273-48F9-96EC-4E202001D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Powers of 2</a:t>
            </a:r>
          </a:p>
        </p:txBody>
      </p:sp>
      <p:pic>
        <p:nvPicPr>
          <p:cNvPr id="33794" name="Picture 3">
            <a:extLst>
              <a:ext uri="{FF2B5EF4-FFF2-40B4-BE49-F238E27FC236}">
                <a16:creationId xmlns:a16="http://schemas.microsoft.com/office/drawing/2014/main" id="{01692289-2EAE-4AC7-95EC-C618021B2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925002"/>
            <a:ext cx="3079750" cy="556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7E19463-2273-48F9-96EC-4E202001D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 err="1">
                <a:solidFill>
                  <a:srgbClr val="0000FF"/>
                </a:solidFill>
              </a:rPr>
              <a:t>Lec</a:t>
            </a:r>
            <a:r>
              <a:rPr lang="en-US" altLang="en-US" dirty="0">
                <a:solidFill>
                  <a:srgbClr val="0000FF"/>
                </a:solidFill>
              </a:rPr>
              <a:t> 2: Test Q1</a:t>
            </a:r>
          </a:p>
        </p:txBody>
      </p:sp>
    </p:spTree>
    <p:extLst>
      <p:ext uri="{BB962C8B-B14F-4D97-AF65-F5344CB8AC3E}">
        <p14:creationId xmlns:p14="http://schemas.microsoft.com/office/powerpoint/2010/main" val="7403568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FD463A70-5842-EA4F-9484-4C5A84825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1533"/>
            <a:ext cx="8915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ea typeface="+mj-ea"/>
                <a:cs typeface="+mj-cs"/>
              </a:rPr>
              <a:t>What is the value of this binary number?</a:t>
            </a:r>
          </a:p>
        </p:txBody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6C2A6213-D8AA-F34E-968B-529E91D14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458200" cy="41529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3600" dirty="0">
                <a:ea typeface="+mn-ea"/>
                <a:cs typeface="+mn-cs"/>
              </a:rPr>
              <a:t> </a:t>
            </a:r>
            <a:r>
              <a:rPr lang="en-US" sz="2800" dirty="0">
                <a:ea typeface="+mn-ea"/>
                <a:cs typeface="+mn-cs"/>
              </a:rPr>
              <a:t>0           0         1          0         1         1        0         0</a:t>
            </a:r>
          </a:p>
          <a:p>
            <a:pPr eaLnBrk="1" hangingPunct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</a:p>
          <a:p>
            <a:pPr marL="0" indent="0" eaLnBrk="1" hangingPunct="1">
              <a:buNone/>
              <a:defRPr/>
            </a:pPr>
            <a:r>
              <a:rPr lang="en-US" dirty="0">
                <a:ea typeface="+mn-ea"/>
                <a:cs typeface="+mn-cs"/>
              </a:rPr>
              <a:t>= 0*2</a:t>
            </a:r>
            <a:r>
              <a:rPr lang="en-US" baseline="30000" dirty="0">
                <a:ea typeface="+mn-ea"/>
                <a:cs typeface="+mn-cs"/>
              </a:rPr>
              <a:t>7</a:t>
            </a:r>
            <a:r>
              <a:rPr lang="en-US" dirty="0">
                <a:ea typeface="+mn-ea"/>
                <a:cs typeface="+mn-cs"/>
              </a:rPr>
              <a:t>   +  0*2</a:t>
            </a:r>
            <a:r>
              <a:rPr lang="en-US" baseline="30000" dirty="0">
                <a:ea typeface="+mn-ea"/>
                <a:cs typeface="+mn-cs"/>
              </a:rPr>
              <a:t>6</a:t>
            </a:r>
            <a:r>
              <a:rPr lang="en-US" dirty="0">
                <a:ea typeface="+mn-ea"/>
                <a:cs typeface="+mn-cs"/>
              </a:rPr>
              <a:t> + 1*2</a:t>
            </a:r>
            <a:r>
              <a:rPr lang="en-US" baseline="30000" dirty="0">
                <a:ea typeface="+mn-ea"/>
                <a:cs typeface="+mn-cs"/>
              </a:rPr>
              <a:t>5</a:t>
            </a:r>
            <a:r>
              <a:rPr lang="en-US" dirty="0">
                <a:ea typeface="+mn-ea"/>
                <a:cs typeface="+mn-cs"/>
              </a:rPr>
              <a:t>  + 0*2</a:t>
            </a:r>
            <a:r>
              <a:rPr lang="en-US" baseline="30000" dirty="0">
                <a:ea typeface="+mn-ea"/>
                <a:cs typeface="+mn-cs"/>
              </a:rPr>
              <a:t>4</a:t>
            </a:r>
            <a:r>
              <a:rPr lang="en-US" dirty="0">
                <a:ea typeface="+mn-ea"/>
                <a:cs typeface="+mn-cs"/>
              </a:rPr>
              <a:t> + 1*2</a:t>
            </a:r>
            <a:r>
              <a:rPr lang="en-US" baseline="30000" dirty="0">
                <a:ea typeface="+mn-ea"/>
                <a:cs typeface="+mn-cs"/>
              </a:rPr>
              <a:t>3</a:t>
            </a:r>
            <a:r>
              <a:rPr lang="en-US" dirty="0">
                <a:ea typeface="+mn-ea"/>
                <a:cs typeface="+mn-cs"/>
              </a:rPr>
              <a:t> + 1*2</a:t>
            </a:r>
            <a:r>
              <a:rPr lang="en-US" baseline="30000" dirty="0">
                <a:ea typeface="+mn-ea"/>
                <a:cs typeface="+mn-cs"/>
              </a:rPr>
              <a:t>2</a:t>
            </a:r>
            <a:r>
              <a:rPr lang="en-US" dirty="0">
                <a:ea typeface="+mn-ea"/>
                <a:cs typeface="+mn-cs"/>
              </a:rPr>
              <a:t> + 0*2</a:t>
            </a:r>
            <a:r>
              <a:rPr lang="en-US" baseline="30000" dirty="0">
                <a:ea typeface="+mn-ea"/>
                <a:cs typeface="+mn-cs"/>
              </a:rPr>
              <a:t>1</a:t>
            </a:r>
            <a:r>
              <a:rPr lang="en-US" dirty="0">
                <a:ea typeface="+mn-ea"/>
                <a:cs typeface="+mn-cs"/>
              </a:rPr>
              <a:t> + 0*2</a:t>
            </a:r>
            <a:r>
              <a:rPr lang="en-US" baseline="30000" dirty="0">
                <a:ea typeface="+mn-ea"/>
                <a:cs typeface="+mn-cs"/>
              </a:rPr>
              <a:t>0</a:t>
            </a: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ea typeface="+mn-ea"/>
                <a:cs typeface="+mn-cs"/>
              </a:rPr>
              <a:t>= 0*128 + 0*64 + 1*32 + 0*16 + 1*8  + 1*4  + 0*2  + 0*1</a:t>
            </a:r>
            <a:endParaRPr lang="en-US" baseline="30000" dirty="0"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bg2"/>
                </a:solidFill>
                <a:ea typeface="+mn-ea"/>
                <a:cs typeface="+mn-cs"/>
              </a:rPr>
              <a:t>= 0*128 + 0*64 +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1*32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>
                <a:solidFill>
                  <a:schemeClr val="bg2"/>
                </a:solidFill>
                <a:ea typeface="+mn-ea"/>
                <a:cs typeface="+mn-cs"/>
              </a:rPr>
              <a:t>+ 0*16</a:t>
            </a:r>
            <a:r>
              <a:rPr lang="en-US" dirty="0">
                <a:ea typeface="+mn-ea"/>
                <a:cs typeface="+mn-cs"/>
              </a:rPr>
              <a:t> +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1*8 </a:t>
            </a:r>
            <a:r>
              <a:rPr lang="en-US" dirty="0">
                <a:ea typeface="+mn-ea"/>
                <a:cs typeface="+mn-cs"/>
              </a:rPr>
              <a:t> +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1*4</a:t>
            </a:r>
            <a:r>
              <a:rPr lang="en-US" dirty="0">
                <a:ea typeface="+mn-ea"/>
                <a:cs typeface="+mn-cs"/>
              </a:rPr>
              <a:t>  </a:t>
            </a:r>
            <a:r>
              <a:rPr lang="en-US" dirty="0">
                <a:solidFill>
                  <a:schemeClr val="bg2"/>
                </a:solidFill>
                <a:ea typeface="+mn-ea"/>
                <a:cs typeface="+mn-cs"/>
              </a:rPr>
              <a:t>+ 0*2  + 0*1</a:t>
            </a:r>
            <a:endParaRPr lang="en-US" baseline="30000" dirty="0">
              <a:solidFill>
                <a:schemeClr val="bg2"/>
              </a:solidFill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solidFill>
                <a:schemeClr val="bg2"/>
              </a:solidFill>
              <a:ea typeface="+mn-ea"/>
              <a:cs typeface="+mn-cs"/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ea typeface="+mn-ea"/>
                <a:cs typeface="+mn-cs"/>
              </a:rPr>
              <a:t>= 32+ 8 + 4 = 44 (in decimal)</a:t>
            </a:r>
          </a:p>
          <a:p>
            <a:pPr marL="0" indent="0" eaLnBrk="1" hangingPunct="1">
              <a:buNone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D5F38A-BA76-4A4F-BB3D-51D429ECC40C}"/>
              </a:ext>
            </a:extLst>
          </p:cNvPr>
          <p:cNvSpPr/>
          <p:nvPr/>
        </p:nvSpPr>
        <p:spPr>
          <a:xfrm>
            <a:off x="2896773" y="990600"/>
            <a:ext cx="4113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spcBef>
                <a:spcPct val="20000"/>
              </a:spcBef>
              <a:defRPr/>
            </a:pPr>
            <a:r>
              <a:rPr lang="en-US" sz="3600" b="1" kern="0" dirty="0">
                <a:solidFill>
                  <a:schemeClr val="accent2"/>
                </a:solidFill>
                <a:latin typeface="Arial"/>
                <a:ea typeface="ＭＳ Ｐゴシック"/>
              </a:rPr>
              <a:t>0 0 1 0 1 1 0 0</a:t>
            </a:r>
            <a:r>
              <a:rPr lang="en-US" sz="3600" b="1" kern="0" baseline="-25000" dirty="0">
                <a:solidFill>
                  <a:schemeClr val="accent2"/>
                </a:solidFill>
                <a:latin typeface="Arial"/>
                <a:ea typeface="ＭＳ Ｐゴシック"/>
              </a:rPr>
              <a:t>2</a:t>
            </a:r>
            <a:r>
              <a:rPr lang="en-US" sz="3600" b="1" kern="0" dirty="0">
                <a:solidFill>
                  <a:schemeClr val="accent2"/>
                </a:solidFill>
                <a:latin typeface="Arial"/>
                <a:ea typeface="ＭＳ Ｐゴシック"/>
              </a:rPr>
              <a:t> = 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B13292-F612-4A41-A08C-2CFF3398BAE4}"/>
                  </a:ext>
                </a:extLst>
              </p14:cNvPr>
              <p14:cNvContentPartPr/>
              <p14:nvPr/>
            </p14:nvContentPartPr>
            <p14:xfrm>
              <a:off x="3834000" y="787680"/>
              <a:ext cx="4648680" cy="116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B13292-F612-4A41-A08C-2CFF3398BA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4640" y="778320"/>
                <a:ext cx="4667400" cy="118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BFBEC09B-25B5-9C4B-937C-380EDED47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Another Way to Look at This</a:t>
            </a:r>
            <a:endParaRPr lang="en-US" dirty="0">
              <a:ea typeface="+mj-ea"/>
              <a:cs typeface="+mj-cs"/>
            </a:endParaRPr>
          </a:p>
        </p:txBody>
      </p:sp>
      <p:grpSp>
        <p:nvGrpSpPr>
          <p:cNvPr id="35842" name="Group 2">
            <a:extLst>
              <a:ext uri="{FF2B5EF4-FFF2-40B4-BE49-F238E27FC236}">
                <a16:creationId xmlns:a16="http://schemas.microsoft.com/office/drawing/2014/main" id="{378EC5BC-19B1-45D8-941D-07B2779A1E8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209800"/>
            <a:ext cx="5486400" cy="685800"/>
            <a:chOff x="1676400" y="3581400"/>
            <a:chExt cx="5486400" cy="685800"/>
          </a:xfrm>
        </p:grpSpPr>
        <p:sp>
          <p:nvSpPr>
            <p:cNvPr id="35851" name="Rectangle 1">
              <a:extLst>
                <a:ext uri="{FF2B5EF4-FFF2-40B4-BE49-F238E27FC236}">
                  <a16:creationId xmlns:a16="http://schemas.microsoft.com/office/drawing/2014/main" id="{866BC57D-374B-4243-A6D9-B5508EFCA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5852" name="Rectangle 5">
              <a:extLst>
                <a:ext uri="{FF2B5EF4-FFF2-40B4-BE49-F238E27FC236}">
                  <a16:creationId xmlns:a16="http://schemas.microsoft.com/office/drawing/2014/main" id="{9434B105-55A0-4359-B6D5-C87524B75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5853" name="Rectangle 6">
              <a:extLst>
                <a:ext uri="{FF2B5EF4-FFF2-40B4-BE49-F238E27FC236}">
                  <a16:creationId xmlns:a16="http://schemas.microsoft.com/office/drawing/2014/main" id="{D1A60F99-1D81-4827-B9A3-34220932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5854" name="Rectangle 7">
              <a:extLst>
                <a:ext uri="{FF2B5EF4-FFF2-40B4-BE49-F238E27FC236}">
                  <a16:creationId xmlns:a16="http://schemas.microsoft.com/office/drawing/2014/main" id="{9CFA0ABA-4413-4E32-9225-EA07777CA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5855" name="Rectangle 8">
              <a:extLst>
                <a:ext uri="{FF2B5EF4-FFF2-40B4-BE49-F238E27FC236}">
                  <a16:creationId xmlns:a16="http://schemas.microsoft.com/office/drawing/2014/main" id="{A7798F6B-8458-48D8-B711-F1AC7525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5856" name="Rectangle 9">
              <a:extLst>
                <a:ext uri="{FF2B5EF4-FFF2-40B4-BE49-F238E27FC236}">
                  <a16:creationId xmlns:a16="http://schemas.microsoft.com/office/drawing/2014/main" id="{0AAC8ADA-8344-4B3A-83B1-82C86AE6E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5857" name="Rectangle 10">
              <a:extLst>
                <a:ext uri="{FF2B5EF4-FFF2-40B4-BE49-F238E27FC236}">
                  <a16:creationId xmlns:a16="http://schemas.microsoft.com/office/drawing/2014/main" id="{C1E559C9-1711-4368-845C-7FF06EA14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5858" name="Rectangle 11">
              <a:extLst>
                <a:ext uri="{FF2B5EF4-FFF2-40B4-BE49-F238E27FC236}">
                  <a16:creationId xmlns:a16="http://schemas.microsoft.com/office/drawing/2014/main" id="{B33574C5-E093-4E45-B541-877572F94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</p:grpSp>
      <p:sp>
        <p:nvSpPr>
          <p:cNvPr id="35843" name="TextBox 8">
            <a:extLst>
              <a:ext uri="{FF2B5EF4-FFF2-40B4-BE49-F238E27FC236}">
                <a16:creationId xmlns:a16="http://schemas.microsoft.com/office/drawing/2014/main" id="{8173FEBD-F715-40A9-BE1B-7D2C98D91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275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4" name="TextBox 8">
            <a:extLst>
              <a:ext uri="{FF2B5EF4-FFF2-40B4-BE49-F238E27FC236}">
                <a16:creationId xmlns:a16="http://schemas.microsoft.com/office/drawing/2014/main" id="{ACEAA2EA-C1C6-47A9-990F-E1E13C244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5" name="TextBox 8">
            <a:extLst>
              <a:ext uri="{FF2B5EF4-FFF2-40B4-BE49-F238E27FC236}">
                <a16:creationId xmlns:a16="http://schemas.microsoft.com/office/drawing/2014/main" id="{B1151BE6-FB53-45A1-8D0C-752DF18C7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675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35846" name="TextBox 8">
            <a:extLst>
              <a:ext uri="{FF2B5EF4-FFF2-40B4-BE49-F238E27FC236}">
                <a16:creationId xmlns:a16="http://schemas.microsoft.com/office/drawing/2014/main" id="{00C6DC6C-7149-4208-8C28-769469FFB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35847" name="TextBox 8">
            <a:extLst>
              <a:ext uri="{FF2B5EF4-FFF2-40B4-BE49-F238E27FC236}">
                <a16:creationId xmlns:a16="http://schemas.microsoft.com/office/drawing/2014/main" id="{AF81DA2E-0D7A-47F2-918A-E6C2A179D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4</a:t>
            </a:r>
          </a:p>
        </p:txBody>
      </p:sp>
      <p:sp>
        <p:nvSpPr>
          <p:cNvPr id="35848" name="TextBox 8">
            <a:extLst>
              <a:ext uri="{FF2B5EF4-FFF2-40B4-BE49-F238E27FC236}">
                <a16:creationId xmlns:a16="http://schemas.microsoft.com/office/drawing/2014/main" id="{205BBE78-9265-4EFE-A34D-8B528C420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5</a:t>
            </a:r>
          </a:p>
        </p:txBody>
      </p:sp>
      <p:sp>
        <p:nvSpPr>
          <p:cNvPr id="35849" name="TextBox 8">
            <a:extLst>
              <a:ext uri="{FF2B5EF4-FFF2-40B4-BE49-F238E27FC236}">
                <a16:creationId xmlns:a16="http://schemas.microsoft.com/office/drawing/2014/main" id="{B0B34874-2063-4C7E-8805-6477126FE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>
                <a:solidFill>
                  <a:srgbClr val="FF0000"/>
                </a:solidFill>
                <a:latin typeface="Times" panose="02020603050405020304" pitchFamily="18" charset="0"/>
              </a:rPr>
              <a:t>6</a:t>
            </a:r>
          </a:p>
        </p:txBody>
      </p:sp>
      <p:sp>
        <p:nvSpPr>
          <p:cNvPr id="35850" name="TextBox 8">
            <a:extLst>
              <a:ext uri="{FF2B5EF4-FFF2-40B4-BE49-F238E27FC236}">
                <a16:creationId xmlns:a16="http://schemas.microsoft.com/office/drawing/2014/main" id="{F03257E7-37D4-46B3-BC1C-A980804D5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52600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r>
              <a:rPr lang="en-US" altLang="en-US" b="0" baseline="30000" dirty="0">
                <a:solidFill>
                  <a:srgbClr val="FF0000"/>
                </a:solidFill>
                <a:latin typeface="Times" panose="02020603050405020304" pitchFamily="18" charset="0"/>
              </a:rPr>
              <a:t>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4A244E-07C4-4832-8A3A-E6294FD3C3E6}"/>
              </a:ext>
            </a:extLst>
          </p:cNvPr>
          <p:cNvSpPr/>
          <p:nvPr/>
        </p:nvSpPr>
        <p:spPr>
          <a:xfrm>
            <a:off x="1676400" y="3810000"/>
            <a:ext cx="4320413" cy="11510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dirty="0">
                <a:solidFill>
                  <a:srgbClr val="000000"/>
                </a:solidFill>
                <a:latin typeface="Arial"/>
                <a:ea typeface="ＭＳ Ｐゴシック"/>
              </a:rPr>
              <a:t>= 1*2</a:t>
            </a:r>
            <a:r>
              <a:rPr lang="en-US" b="1" kern="0" baseline="30000" dirty="0">
                <a:solidFill>
                  <a:srgbClr val="000000"/>
                </a:solidFill>
                <a:latin typeface="Arial"/>
                <a:ea typeface="ＭＳ Ｐゴシック"/>
              </a:rPr>
              <a:t>5</a:t>
            </a:r>
            <a:r>
              <a:rPr lang="en-US" b="1" kern="0" dirty="0">
                <a:solidFill>
                  <a:srgbClr val="000000"/>
                </a:solidFill>
                <a:latin typeface="Arial"/>
                <a:ea typeface="ＭＳ Ｐゴシック"/>
              </a:rPr>
              <a:t> + 1*2</a:t>
            </a:r>
            <a:r>
              <a:rPr lang="en-US" b="1" kern="0" baseline="30000" dirty="0">
                <a:solidFill>
                  <a:srgbClr val="000000"/>
                </a:solidFill>
                <a:latin typeface="Arial"/>
                <a:ea typeface="ＭＳ Ｐゴシック"/>
              </a:rPr>
              <a:t>3</a:t>
            </a:r>
            <a:r>
              <a:rPr lang="en-US" b="1" kern="0" dirty="0">
                <a:solidFill>
                  <a:srgbClr val="000000"/>
                </a:solidFill>
                <a:latin typeface="Arial"/>
                <a:ea typeface="ＭＳ Ｐゴシック"/>
              </a:rPr>
              <a:t> + 1*2</a:t>
            </a:r>
            <a:r>
              <a:rPr lang="en-US" b="1" kern="0" baseline="30000" dirty="0">
                <a:solidFill>
                  <a:srgbClr val="000000"/>
                </a:solidFill>
                <a:latin typeface="Arial"/>
                <a:ea typeface="ＭＳ Ｐゴシック"/>
              </a:rPr>
              <a:t>2</a:t>
            </a:r>
          </a:p>
          <a:p>
            <a:endParaRPr lang="en-US" b="1" kern="0" baseline="30000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 lvl="0" eaLnBrk="1" hangingPunct="1">
              <a:spcBef>
                <a:spcPct val="20000"/>
              </a:spcBef>
              <a:defRPr/>
            </a:pPr>
            <a:r>
              <a:rPr lang="en-US" b="1" kern="0" dirty="0">
                <a:solidFill>
                  <a:srgbClr val="000000"/>
                </a:solidFill>
                <a:latin typeface="Arial"/>
                <a:ea typeface="ＭＳ Ｐゴシック"/>
              </a:rPr>
              <a:t>= 32+ 8 + 4 = 44 (in decimal)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3209C74-2232-4168-BCEC-5733CC782475}"/>
                  </a:ext>
                </a:extLst>
              </p14:cNvPr>
              <p14:cNvContentPartPr/>
              <p14:nvPr/>
            </p14:nvContentPartPr>
            <p14:xfrm>
              <a:off x="2028240" y="3645360"/>
              <a:ext cx="3652200" cy="141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3209C74-2232-4168-BCEC-5733CC7824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8880" y="3636000"/>
                <a:ext cx="3670920" cy="143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/>
      <p:bldP spid="35846" grpId="0"/>
      <p:bldP spid="35847" grpId="0"/>
      <p:bldP spid="35848" grpId="0"/>
      <p:bldP spid="35849" grpId="0"/>
      <p:bldP spid="35850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FC79EE68-FF9E-0342-B0DF-D8A4E097D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Some Terminology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B4935A50-9374-EC40-871B-0B2757515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295400"/>
            <a:ext cx="8991600" cy="4191000"/>
          </a:xfrm>
        </p:spPr>
        <p:txBody>
          <a:bodyPr/>
          <a:lstStyle/>
          <a:p>
            <a:pPr eaLnBrk="1" hangingPunct="1">
              <a:spcBef>
                <a:spcPct val="75000"/>
              </a:spcBef>
              <a:defRPr/>
            </a:pPr>
            <a:r>
              <a:rPr lang="en-US" sz="2800" dirty="0">
                <a:ea typeface="+mn-ea"/>
                <a:cs typeface="+mn-cs"/>
              </a:rPr>
              <a:t>A binary digit is called a </a:t>
            </a:r>
            <a:r>
              <a:rPr lang="en-US" sz="2800" i="1" dirty="0">
                <a:solidFill>
                  <a:srgbClr val="FF0000"/>
                </a:solidFill>
                <a:ea typeface="+mn-ea"/>
                <a:cs typeface="+mn-cs"/>
              </a:rPr>
              <a:t>bit</a:t>
            </a:r>
          </a:p>
          <a:p>
            <a:pPr eaLnBrk="1" hangingPunct="1">
              <a:spcBef>
                <a:spcPct val="75000"/>
              </a:spcBef>
              <a:defRPr/>
            </a:pPr>
            <a:endParaRPr lang="en-US" sz="2800" dirty="0">
              <a:ea typeface="+mn-ea"/>
            </a:endParaRPr>
          </a:p>
          <a:p>
            <a:pPr eaLnBrk="1" hangingPunct="1">
              <a:spcBef>
                <a:spcPct val="75000"/>
              </a:spcBef>
              <a:defRPr/>
            </a:pPr>
            <a:r>
              <a:rPr lang="en-US" sz="2800" dirty="0">
                <a:ea typeface="+mn-ea"/>
              </a:rPr>
              <a:t>A group of eight bits is called a </a:t>
            </a:r>
            <a:r>
              <a:rPr lang="en-US" sz="2800" dirty="0">
                <a:solidFill>
                  <a:srgbClr val="FF0000"/>
                </a:solidFill>
                <a:ea typeface="+mn-ea"/>
              </a:rPr>
              <a:t>byte</a:t>
            </a:r>
          </a:p>
          <a:p>
            <a:pPr eaLnBrk="1" hangingPunct="1">
              <a:spcBef>
                <a:spcPct val="75000"/>
              </a:spcBef>
              <a:defRPr/>
            </a:pPr>
            <a:endParaRPr lang="en-US" sz="2800" dirty="0">
              <a:ea typeface="+mn-ea"/>
              <a:cs typeface="+mn-cs"/>
            </a:endParaRPr>
          </a:p>
          <a:p>
            <a:pPr eaLnBrk="1" hangingPunct="1">
              <a:spcBef>
                <a:spcPct val="75000"/>
              </a:spcBef>
              <a:defRPr/>
            </a:pPr>
            <a:r>
              <a:rPr lang="en-US" sz="2800" dirty="0">
                <a:ea typeface="+mn-ea"/>
                <a:cs typeface="+mn-cs"/>
              </a:rPr>
              <a:t>One bit can represent only </a:t>
            </a:r>
            <a:r>
              <a:rPr lang="en-US" sz="2800" dirty="0">
                <a:solidFill>
                  <a:srgbClr val="FF0000"/>
                </a:solidFill>
                <a:ea typeface="+mn-ea"/>
                <a:cs typeface="+mn-cs"/>
              </a:rPr>
              <a:t>two possible states</a:t>
            </a:r>
            <a:r>
              <a:rPr lang="en-US" sz="2800" dirty="0">
                <a:ea typeface="+mn-ea"/>
                <a:cs typeface="+mn-cs"/>
              </a:rPr>
              <a:t>, which are denoted with </a:t>
            </a:r>
            <a:r>
              <a:rPr lang="en-US" sz="2800" dirty="0">
                <a:solidFill>
                  <a:srgbClr val="FF0000"/>
                </a:solidFill>
                <a:ea typeface="+mn-ea"/>
                <a:cs typeface="+mn-cs"/>
              </a:rPr>
              <a:t>1</a:t>
            </a:r>
            <a:r>
              <a:rPr lang="en-US" sz="2800" dirty="0">
                <a:ea typeface="+mn-ea"/>
                <a:cs typeface="+mn-cs"/>
              </a:rPr>
              <a:t> and </a:t>
            </a:r>
            <a:r>
              <a:rPr lang="en-US" sz="2800" dirty="0">
                <a:solidFill>
                  <a:srgbClr val="FF0000"/>
                </a:solidFill>
                <a:ea typeface="+mn-ea"/>
                <a:cs typeface="+mn-cs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41009066-E261-054F-A020-6E8E7D763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Relationship Between a Byte and a Bit</a:t>
            </a:r>
          </a:p>
        </p:txBody>
      </p:sp>
      <p:grpSp>
        <p:nvGrpSpPr>
          <p:cNvPr id="37890" name="Group 2">
            <a:extLst>
              <a:ext uri="{FF2B5EF4-FFF2-40B4-BE49-F238E27FC236}">
                <a16:creationId xmlns:a16="http://schemas.microsoft.com/office/drawing/2014/main" id="{B1B50525-9C4A-42C6-8451-D74EAAA19D72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5486400" cy="685800"/>
            <a:chOff x="1676400" y="3581400"/>
            <a:chExt cx="5486400" cy="685800"/>
          </a:xfrm>
        </p:grpSpPr>
        <p:sp>
          <p:nvSpPr>
            <p:cNvPr id="37891" name="Rectangle 1">
              <a:extLst>
                <a:ext uri="{FF2B5EF4-FFF2-40B4-BE49-F238E27FC236}">
                  <a16:creationId xmlns:a16="http://schemas.microsoft.com/office/drawing/2014/main" id="{94257D8E-1F8B-4113-9BF2-C7549946B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7892" name="Rectangle 5">
              <a:extLst>
                <a:ext uri="{FF2B5EF4-FFF2-40B4-BE49-F238E27FC236}">
                  <a16:creationId xmlns:a16="http://schemas.microsoft.com/office/drawing/2014/main" id="{649BA854-125B-48F8-AF5D-92658808C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7893" name="Rectangle 6">
              <a:extLst>
                <a:ext uri="{FF2B5EF4-FFF2-40B4-BE49-F238E27FC236}">
                  <a16:creationId xmlns:a16="http://schemas.microsoft.com/office/drawing/2014/main" id="{03EAFB88-2292-46EB-B4DD-A7B974983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7894" name="Rectangle 7">
              <a:extLst>
                <a:ext uri="{FF2B5EF4-FFF2-40B4-BE49-F238E27FC236}">
                  <a16:creationId xmlns:a16="http://schemas.microsoft.com/office/drawing/2014/main" id="{6C9F875A-BDFE-49C0-BEDC-1E8C64E2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7895" name="Rectangle 8">
              <a:extLst>
                <a:ext uri="{FF2B5EF4-FFF2-40B4-BE49-F238E27FC236}">
                  <a16:creationId xmlns:a16="http://schemas.microsoft.com/office/drawing/2014/main" id="{02B71317-B96A-4DAE-993C-5708B7075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7896" name="Rectangle 9">
              <a:extLst>
                <a:ext uri="{FF2B5EF4-FFF2-40B4-BE49-F238E27FC236}">
                  <a16:creationId xmlns:a16="http://schemas.microsoft.com/office/drawing/2014/main" id="{889A14E4-F366-4922-BDB8-031125E20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7897" name="Rectangle 10">
              <a:extLst>
                <a:ext uri="{FF2B5EF4-FFF2-40B4-BE49-F238E27FC236}">
                  <a16:creationId xmlns:a16="http://schemas.microsoft.com/office/drawing/2014/main" id="{94F63E30-7BFB-48E1-9071-FD8A0B1FA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7898" name="Rectangle 11">
              <a:extLst>
                <a:ext uri="{FF2B5EF4-FFF2-40B4-BE49-F238E27FC236}">
                  <a16:creationId xmlns:a16="http://schemas.microsoft.com/office/drawing/2014/main" id="{DC7CC8ED-927D-4AE0-A455-5B56FA448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E61C83DF-2CFC-0243-8813-65009D1AB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Relationship Between a Byte and a Bit</a:t>
            </a:r>
          </a:p>
        </p:txBody>
      </p:sp>
      <p:grpSp>
        <p:nvGrpSpPr>
          <p:cNvPr id="38914" name="Group 2">
            <a:extLst>
              <a:ext uri="{FF2B5EF4-FFF2-40B4-BE49-F238E27FC236}">
                <a16:creationId xmlns:a16="http://schemas.microsoft.com/office/drawing/2014/main" id="{3958931B-A336-4E8A-AA9B-19047129D8E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5486400" cy="685800"/>
            <a:chOff x="1676400" y="3581400"/>
            <a:chExt cx="5486400" cy="685800"/>
          </a:xfrm>
        </p:grpSpPr>
        <p:sp>
          <p:nvSpPr>
            <p:cNvPr id="38917" name="Rectangle 1">
              <a:extLst>
                <a:ext uri="{FF2B5EF4-FFF2-40B4-BE49-F238E27FC236}">
                  <a16:creationId xmlns:a16="http://schemas.microsoft.com/office/drawing/2014/main" id="{A9E70E8C-6ADC-4428-A92E-389A03B47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8918" name="Rectangle 5">
              <a:extLst>
                <a:ext uri="{FF2B5EF4-FFF2-40B4-BE49-F238E27FC236}">
                  <a16:creationId xmlns:a16="http://schemas.microsoft.com/office/drawing/2014/main" id="{9BC2903D-ACB4-4F82-8B94-1993953FD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8919" name="Rectangle 6">
              <a:extLst>
                <a:ext uri="{FF2B5EF4-FFF2-40B4-BE49-F238E27FC236}">
                  <a16:creationId xmlns:a16="http://schemas.microsoft.com/office/drawing/2014/main" id="{2DA84A02-53F2-4425-9BB6-157A824DA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8920" name="Rectangle 7">
              <a:extLst>
                <a:ext uri="{FF2B5EF4-FFF2-40B4-BE49-F238E27FC236}">
                  <a16:creationId xmlns:a16="http://schemas.microsoft.com/office/drawing/2014/main" id="{24188F3C-197B-488E-ACE1-950F4CE09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8921" name="Rectangle 8">
              <a:extLst>
                <a:ext uri="{FF2B5EF4-FFF2-40B4-BE49-F238E27FC236}">
                  <a16:creationId xmlns:a16="http://schemas.microsoft.com/office/drawing/2014/main" id="{3768A53F-DE67-44B8-B295-D4E8F9B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8922" name="Rectangle 9">
              <a:extLst>
                <a:ext uri="{FF2B5EF4-FFF2-40B4-BE49-F238E27FC236}">
                  <a16:creationId xmlns:a16="http://schemas.microsoft.com/office/drawing/2014/main" id="{18178B9E-02A9-4F1F-A200-5A41A514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8923" name="Rectangle 10">
              <a:extLst>
                <a:ext uri="{FF2B5EF4-FFF2-40B4-BE49-F238E27FC236}">
                  <a16:creationId xmlns:a16="http://schemas.microsoft.com/office/drawing/2014/main" id="{1B271225-8028-4A53-BE9E-5E5990AB5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8924" name="Rectangle 11">
              <a:extLst>
                <a:ext uri="{FF2B5EF4-FFF2-40B4-BE49-F238E27FC236}">
                  <a16:creationId xmlns:a16="http://schemas.microsoft.com/office/drawing/2014/main" id="{ACFF30B2-6B3A-4A23-AEBE-84B6BC30A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</p:grpSp>
      <p:cxnSp>
        <p:nvCxnSpPr>
          <p:cNvPr id="38915" name="Straight Arrow Connector 15">
            <a:extLst>
              <a:ext uri="{FF2B5EF4-FFF2-40B4-BE49-F238E27FC236}">
                <a16:creationId xmlns:a16="http://schemas.microsoft.com/office/drawing/2014/main" id="{EB0C9DEE-80E2-4F12-9E92-A7AAA0F8EF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000" y="2438400"/>
            <a:ext cx="0" cy="914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16" name="TextBox 17">
            <a:extLst>
              <a:ext uri="{FF2B5EF4-FFF2-40B4-BE49-F238E27FC236}">
                <a16:creationId xmlns:a16="http://schemas.microsoft.com/office/drawing/2014/main" id="{3AA2F930-8FCE-44B6-A512-B4116945D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828800"/>
            <a:ext cx="83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1 bit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259D07BE-7FDC-B64C-84DE-3F8657F1A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Relationship Between a Byte and a Bit</a:t>
            </a:r>
          </a:p>
        </p:txBody>
      </p:sp>
      <p:grpSp>
        <p:nvGrpSpPr>
          <p:cNvPr id="39938" name="Group 2">
            <a:extLst>
              <a:ext uri="{FF2B5EF4-FFF2-40B4-BE49-F238E27FC236}">
                <a16:creationId xmlns:a16="http://schemas.microsoft.com/office/drawing/2014/main" id="{2EC6D7B0-00A8-4845-AFCA-D897B810406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5486400" cy="685800"/>
            <a:chOff x="1676400" y="3581400"/>
            <a:chExt cx="5486400" cy="685800"/>
          </a:xfrm>
        </p:grpSpPr>
        <p:sp>
          <p:nvSpPr>
            <p:cNvPr id="39943" name="Rectangle 1">
              <a:extLst>
                <a:ext uri="{FF2B5EF4-FFF2-40B4-BE49-F238E27FC236}">
                  <a16:creationId xmlns:a16="http://schemas.microsoft.com/office/drawing/2014/main" id="{543C6BD8-A8ED-454F-8EBD-003D53D00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9944" name="Rectangle 5">
              <a:extLst>
                <a:ext uri="{FF2B5EF4-FFF2-40B4-BE49-F238E27FC236}">
                  <a16:creationId xmlns:a16="http://schemas.microsoft.com/office/drawing/2014/main" id="{15B30683-5BEA-4954-9C79-4C12561FA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9945" name="Rectangle 6">
              <a:extLst>
                <a:ext uri="{FF2B5EF4-FFF2-40B4-BE49-F238E27FC236}">
                  <a16:creationId xmlns:a16="http://schemas.microsoft.com/office/drawing/2014/main" id="{3CFF4DEC-542C-4F7F-B3E9-82FF9EAAE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9946" name="Rectangle 7">
              <a:extLst>
                <a:ext uri="{FF2B5EF4-FFF2-40B4-BE49-F238E27FC236}">
                  <a16:creationId xmlns:a16="http://schemas.microsoft.com/office/drawing/2014/main" id="{CB14B274-D3C6-4DD2-9770-7CDF07225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39947" name="Rectangle 8">
              <a:extLst>
                <a:ext uri="{FF2B5EF4-FFF2-40B4-BE49-F238E27FC236}">
                  <a16:creationId xmlns:a16="http://schemas.microsoft.com/office/drawing/2014/main" id="{0B6B9AB5-2077-4B8A-AFD8-886437983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9948" name="Rectangle 9">
              <a:extLst>
                <a:ext uri="{FF2B5EF4-FFF2-40B4-BE49-F238E27FC236}">
                  <a16:creationId xmlns:a16="http://schemas.microsoft.com/office/drawing/2014/main" id="{B90785FD-3F12-48E0-9DC2-4FD9D257B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9949" name="Rectangle 10">
              <a:extLst>
                <a:ext uri="{FF2B5EF4-FFF2-40B4-BE49-F238E27FC236}">
                  <a16:creationId xmlns:a16="http://schemas.microsoft.com/office/drawing/2014/main" id="{979B7D39-F504-49BE-9E8B-8DC547AC5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39950" name="Rectangle 11">
              <a:extLst>
                <a:ext uri="{FF2B5EF4-FFF2-40B4-BE49-F238E27FC236}">
                  <a16:creationId xmlns:a16="http://schemas.microsoft.com/office/drawing/2014/main" id="{32F57726-0AAF-4ABD-9008-1A4DFC050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81400"/>
              <a:ext cx="6858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0">
                  <a:latin typeface="Times" panose="02020603050405020304" pitchFamily="18" charset="0"/>
                </a:rPr>
                <a:t>0</a:t>
              </a:r>
            </a:p>
          </p:txBody>
        </p:sp>
      </p:grpSp>
      <p:sp>
        <p:nvSpPr>
          <p:cNvPr id="39939" name="Right Brace 13">
            <a:extLst>
              <a:ext uri="{FF2B5EF4-FFF2-40B4-BE49-F238E27FC236}">
                <a16:creationId xmlns:a16="http://schemas.microsoft.com/office/drawing/2014/main" id="{61251CA5-F430-4BF0-9F27-7D46547B915C}"/>
              </a:ext>
            </a:extLst>
          </p:cNvPr>
          <p:cNvSpPr>
            <a:spLocks/>
          </p:cNvSpPr>
          <p:nvPr/>
        </p:nvSpPr>
        <p:spPr bwMode="auto">
          <a:xfrm rot="5400000">
            <a:off x="4229100" y="1866900"/>
            <a:ext cx="457200" cy="57150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39940" name="TextBox 3">
            <a:extLst>
              <a:ext uri="{FF2B5EF4-FFF2-40B4-BE49-F238E27FC236}">
                <a16:creationId xmlns:a16="http://schemas.microsoft.com/office/drawing/2014/main" id="{3076FF0A-8C0C-4AA6-B15A-131959516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257800"/>
            <a:ext cx="2241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8 bits = 1 byte</a:t>
            </a:r>
          </a:p>
        </p:txBody>
      </p:sp>
      <p:cxnSp>
        <p:nvCxnSpPr>
          <p:cNvPr id="39941" name="Straight Arrow Connector 14">
            <a:extLst>
              <a:ext uri="{FF2B5EF4-FFF2-40B4-BE49-F238E27FC236}">
                <a16:creationId xmlns:a16="http://schemas.microsoft.com/office/drawing/2014/main" id="{4B44AAEA-16BB-470C-BA2D-B99EE93DE1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000" y="2438400"/>
            <a:ext cx="0" cy="914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2" name="TextBox 15">
            <a:extLst>
              <a:ext uri="{FF2B5EF4-FFF2-40B4-BE49-F238E27FC236}">
                <a16:creationId xmlns:a16="http://schemas.microsoft.com/office/drawing/2014/main" id="{8E68F152-D884-41E2-A941-89590B6F2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828800"/>
            <a:ext cx="83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1 bit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4B9EBA32-8FA4-8344-B424-701DCA9DDE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Bit Permutations</a:t>
            </a:r>
          </a:p>
        </p:txBody>
      </p:sp>
      <p:grpSp>
        <p:nvGrpSpPr>
          <p:cNvPr id="242691" name="Group 3">
            <a:extLst>
              <a:ext uri="{FF2B5EF4-FFF2-40B4-BE49-F238E27FC236}">
                <a16:creationId xmlns:a16="http://schemas.microsoft.com/office/drawing/2014/main" id="{4426C264-C027-48FE-B798-10D261B4CBFB}"/>
              </a:ext>
            </a:extLst>
          </p:cNvPr>
          <p:cNvGrpSpPr>
            <a:grpSpLocks/>
          </p:cNvGrpSpPr>
          <p:nvPr/>
        </p:nvGrpSpPr>
        <p:grpSpPr bwMode="auto">
          <a:xfrm>
            <a:off x="1431925" y="1371600"/>
            <a:ext cx="871538" cy="1265238"/>
            <a:chOff x="809" y="864"/>
            <a:chExt cx="549" cy="797"/>
          </a:xfrm>
        </p:grpSpPr>
        <p:sp>
          <p:nvSpPr>
            <p:cNvPr id="40976" name="Rectangle 4">
              <a:extLst>
                <a:ext uri="{FF2B5EF4-FFF2-40B4-BE49-F238E27FC236}">
                  <a16:creationId xmlns:a16="http://schemas.microsoft.com/office/drawing/2014/main" id="{2B59C056-7E86-4934-8E20-FFDAE75E2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864"/>
              <a:ext cx="5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u="sng">
                  <a:solidFill>
                    <a:schemeClr val="hlink"/>
                  </a:solidFill>
                  <a:latin typeface="Arial Unicode MS" panose="020B0604020202020204" pitchFamily="34" charset="-128"/>
                </a:rPr>
                <a:t>1 bit</a:t>
              </a:r>
            </a:p>
          </p:txBody>
        </p:sp>
        <p:sp>
          <p:nvSpPr>
            <p:cNvPr id="40977" name="Text Box 5">
              <a:extLst>
                <a:ext uri="{FF2B5EF4-FFF2-40B4-BE49-F238E27FC236}">
                  <a16:creationId xmlns:a16="http://schemas.microsoft.com/office/drawing/2014/main" id="{7A8A3E12-2082-4F66-B943-E759F531D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" y="1143"/>
              <a:ext cx="24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1</a:t>
              </a:r>
            </a:p>
          </p:txBody>
        </p:sp>
      </p:grpSp>
      <p:grpSp>
        <p:nvGrpSpPr>
          <p:cNvPr id="242694" name="Group 6">
            <a:extLst>
              <a:ext uri="{FF2B5EF4-FFF2-40B4-BE49-F238E27FC236}">
                <a16:creationId xmlns:a16="http://schemas.microsoft.com/office/drawing/2014/main" id="{144D6C20-9D8A-452D-AC0A-EC178BD5A649}"/>
              </a:ext>
            </a:extLst>
          </p:cNvPr>
          <p:cNvGrpSpPr>
            <a:grpSpLocks/>
          </p:cNvGrpSpPr>
          <p:nvPr/>
        </p:nvGrpSpPr>
        <p:grpSpPr bwMode="auto">
          <a:xfrm>
            <a:off x="2901950" y="1371600"/>
            <a:ext cx="1028700" cy="1995488"/>
            <a:chOff x="1735" y="864"/>
            <a:chExt cx="648" cy="1257"/>
          </a:xfrm>
        </p:grpSpPr>
        <p:sp>
          <p:nvSpPr>
            <p:cNvPr id="40974" name="Rectangle 7">
              <a:extLst>
                <a:ext uri="{FF2B5EF4-FFF2-40B4-BE49-F238E27FC236}">
                  <a16:creationId xmlns:a16="http://schemas.microsoft.com/office/drawing/2014/main" id="{A60D6088-AE50-439B-82A2-033B45BFE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864"/>
              <a:ext cx="6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u="sng">
                  <a:solidFill>
                    <a:schemeClr val="hlink"/>
                  </a:solidFill>
                  <a:latin typeface="Arial Unicode MS" panose="020B0604020202020204" pitchFamily="34" charset="-128"/>
                </a:rPr>
                <a:t>2 bits</a:t>
              </a:r>
            </a:p>
          </p:txBody>
        </p:sp>
        <p:sp>
          <p:nvSpPr>
            <p:cNvPr id="40975" name="Text Box 8">
              <a:extLst>
                <a:ext uri="{FF2B5EF4-FFF2-40B4-BE49-F238E27FC236}">
                  <a16:creationId xmlns:a16="http://schemas.microsoft.com/office/drawing/2014/main" id="{2BEDCF4A-8667-4057-9FE6-79929F3CB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1143"/>
              <a:ext cx="374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Arial Unicode MS" panose="020B0604020202020204" pitchFamily="34" charset="-128"/>
                </a:rPr>
                <a:t>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Arial Unicode MS" panose="020B0604020202020204" pitchFamily="34" charset="-128"/>
                </a:rPr>
                <a:t>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Arial Unicode MS" panose="020B0604020202020204" pitchFamily="34" charset="-128"/>
                </a:rPr>
                <a:t>10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Arial Unicode MS" panose="020B0604020202020204" pitchFamily="34" charset="-128"/>
                </a:rPr>
                <a:t>11</a:t>
              </a:r>
            </a:p>
          </p:txBody>
        </p:sp>
      </p:grpSp>
      <p:grpSp>
        <p:nvGrpSpPr>
          <p:cNvPr id="242697" name="Group 9">
            <a:extLst>
              <a:ext uri="{FF2B5EF4-FFF2-40B4-BE49-F238E27FC236}">
                <a16:creationId xmlns:a16="http://schemas.microsoft.com/office/drawing/2014/main" id="{9A013502-003D-4E71-893B-DB46406D8668}"/>
              </a:ext>
            </a:extLst>
          </p:cNvPr>
          <p:cNvGrpSpPr>
            <a:grpSpLocks/>
          </p:cNvGrpSpPr>
          <p:nvPr/>
        </p:nvGrpSpPr>
        <p:grpSpPr bwMode="auto">
          <a:xfrm>
            <a:off x="4491038" y="1371600"/>
            <a:ext cx="1028700" cy="3455988"/>
            <a:chOff x="2736" y="864"/>
            <a:chExt cx="648" cy="2177"/>
          </a:xfrm>
        </p:grpSpPr>
        <p:sp>
          <p:nvSpPr>
            <p:cNvPr id="40972" name="Rectangle 10">
              <a:extLst>
                <a:ext uri="{FF2B5EF4-FFF2-40B4-BE49-F238E27FC236}">
                  <a16:creationId xmlns:a16="http://schemas.microsoft.com/office/drawing/2014/main" id="{14F1A950-C366-445A-AA92-A59B2A309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864"/>
              <a:ext cx="6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u="sng">
                  <a:solidFill>
                    <a:schemeClr val="hlink"/>
                  </a:solidFill>
                  <a:latin typeface="Arial Unicode MS" panose="020B0604020202020204" pitchFamily="34" charset="-128"/>
                </a:rPr>
                <a:t>3 bits</a:t>
              </a:r>
            </a:p>
          </p:txBody>
        </p:sp>
        <p:sp>
          <p:nvSpPr>
            <p:cNvPr id="40973" name="Text Box 11">
              <a:extLst>
                <a:ext uri="{FF2B5EF4-FFF2-40B4-BE49-F238E27FC236}">
                  <a16:creationId xmlns:a16="http://schemas.microsoft.com/office/drawing/2014/main" id="{AE6303A4-0AD9-46A4-8341-B25EBC0EE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7" y="1143"/>
              <a:ext cx="503" cy="1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000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001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010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011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100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101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110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 Unicode MS" panose="020B0604020202020204" pitchFamily="34" charset="-128"/>
                </a:rPr>
                <a:t>111</a:t>
              </a:r>
            </a:p>
          </p:txBody>
        </p:sp>
      </p:grpSp>
      <p:grpSp>
        <p:nvGrpSpPr>
          <p:cNvPr id="242700" name="Group 12">
            <a:extLst>
              <a:ext uri="{FF2B5EF4-FFF2-40B4-BE49-F238E27FC236}">
                <a16:creationId xmlns:a16="http://schemas.microsoft.com/office/drawing/2014/main" id="{1B0DC42D-0DD0-4D8A-BC91-324201FA37E6}"/>
              </a:ext>
            </a:extLst>
          </p:cNvPr>
          <p:cNvGrpSpPr>
            <a:grpSpLocks/>
          </p:cNvGrpSpPr>
          <p:nvPr/>
        </p:nvGrpSpPr>
        <p:grpSpPr bwMode="auto">
          <a:xfrm>
            <a:off x="6070600" y="1371600"/>
            <a:ext cx="2070100" cy="3455988"/>
            <a:chOff x="3731" y="864"/>
            <a:chExt cx="1304" cy="2177"/>
          </a:xfrm>
        </p:grpSpPr>
        <p:sp>
          <p:nvSpPr>
            <p:cNvPr id="40968" name="Rectangle 13">
              <a:extLst>
                <a:ext uri="{FF2B5EF4-FFF2-40B4-BE49-F238E27FC236}">
                  <a16:creationId xmlns:a16="http://schemas.microsoft.com/office/drawing/2014/main" id="{3F3E4323-FE39-4DB8-A4A0-9B48DE052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" y="864"/>
              <a:ext cx="6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u="sng" dirty="0">
                  <a:solidFill>
                    <a:schemeClr val="hlink"/>
                  </a:solidFill>
                  <a:latin typeface="Arial Unicode MS" panose="020B0604020202020204" pitchFamily="34" charset="-128"/>
                </a:rPr>
                <a:t>4 bits</a:t>
              </a:r>
            </a:p>
          </p:txBody>
        </p:sp>
        <p:grpSp>
          <p:nvGrpSpPr>
            <p:cNvPr id="40969" name="Group 14">
              <a:extLst>
                <a:ext uri="{FF2B5EF4-FFF2-40B4-BE49-F238E27FC236}">
                  <a16:creationId xmlns:a16="http://schemas.microsoft.com/office/drawing/2014/main" id="{F5A87784-2DE1-4F79-86B3-182033DF8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1" y="1143"/>
              <a:ext cx="1304" cy="1898"/>
              <a:chOff x="3936" y="1442"/>
              <a:chExt cx="1304" cy="1898"/>
            </a:xfrm>
          </p:grpSpPr>
          <p:sp>
            <p:nvSpPr>
              <p:cNvPr id="40970" name="Text Box 15">
                <a:extLst>
                  <a:ext uri="{FF2B5EF4-FFF2-40B4-BE49-F238E27FC236}">
                    <a16:creationId xmlns:a16="http://schemas.microsoft.com/office/drawing/2014/main" id="{8B8601E9-BD32-4FD8-8F20-60885F677D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1442"/>
                <a:ext cx="632" cy="1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0000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0001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0010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0011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0100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0101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0110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0111</a:t>
                </a:r>
              </a:p>
            </p:txBody>
          </p:sp>
          <p:sp>
            <p:nvSpPr>
              <p:cNvPr id="40971" name="Text Box 16">
                <a:extLst>
                  <a:ext uri="{FF2B5EF4-FFF2-40B4-BE49-F238E27FC236}">
                    <a16:creationId xmlns:a16="http://schemas.microsoft.com/office/drawing/2014/main" id="{82BE66EE-805F-4941-AAB3-7D02EC17B5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1442"/>
                <a:ext cx="632" cy="1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1000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1001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1010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1011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1100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1101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1110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latin typeface="Arial Unicode MS" panose="020B0604020202020204" pitchFamily="34" charset="-128"/>
                  </a:rPr>
                  <a:t>1111</a:t>
                </a:r>
              </a:p>
            </p:txBody>
          </p:sp>
        </p:grpSp>
      </p:grpSp>
      <p:sp>
        <p:nvSpPr>
          <p:cNvPr id="242705" name="Text Box 17">
            <a:extLst>
              <a:ext uri="{FF2B5EF4-FFF2-40B4-BE49-F238E27FC236}">
                <a16:creationId xmlns:a16="http://schemas.microsoft.com/office/drawing/2014/main" id="{77DF5822-A100-4F53-B55D-D958946ED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546725"/>
            <a:ext cx="807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hlink"/>
                </a:solidFill>
                <a:latin typeface="Arial Unicode MS" panose="020B0604020202020204" pitchFamily="34" charset="-128"/>
              </a:rPr>
              <a:t>Each additional bit doubles the number of possible permutations</a:t>
            </a:r>
          </a:p>
        </p:txBody>
      </p:sp>
      <p:sp>
        <p:nvSpPr>
          <p:cNvPr id="40967" name="Rectangle 18">
            <a:extLst>
              <a:ext uri="{FF2B5EF4-FFF2-40B4-BE49-F238E27FC236}">
                <a16:creationId xmlns:a16="http://schemas.microsoft.com/office/drawing/2014/main" id="{831902F2-D888-4E87-8DAB-603861BCF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6375400"/>
            <a:ext cx="3505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FF4C00"/>
                </a:solidFill>
              </a:rPr>
              <a:t>© 2004 Pearson Addison-Wesley. All rights reserved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2D504F-50F3-420A-ADA5-24BDEAF54F61}"/>
                  </a:ext>
                </a:extLst>
              </p14:cNvPr>
              <p14:cNvContentPartPr/>
              <p14:nvPr/>
            </p14:nvContentPartPr>
            <p14:xfrm>
              <a:off x="6180840" y="162720"/>
              <a:ext cx="1363320" cy="475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2D504F-50F3-420A-ADA5-24BDEAF54F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1480" y="153360"/>
                <a:ext cx="1382040" cy="477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0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9796BB86-4F82-A34F-AE5E-0257360D8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Bit Permutations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4EAE3DA5-1E62-954D-9B76-7B2CEEF37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032668"/>
            <a:ext cx="8915400" cy="2078038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ea typeface="+mn-ea"/>
                <a:cs typeface="+mn-cs"/>
              </a:rPr>
              <a:t>Each permutation can represent a particular item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ea typeface="+mn-ea"/>
                <a:cs typeface="+mn-cs"/>
              </a:rPr>
              <a:t>There are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2</a:t>
            </a:r>
            <a:r>
              <a:rPr lang="en-US" baseline="50000" dirty="0">
                <a:solidFill>
                  <a:srgbClr val="FF0000"/>
                </a:solidFill>
                <a:ea typeface="+mn-ea"/>
                <a:cs typeface="+mn-cs"/>
              </a:rPr>
              <a:t>N</a:t>
            </a:r>
            <a:r>
              <a:rPr lang="en-US" dirty="0">
                <a:ea typeface="+mn-ea"/>
                <a:cs typeface="+mn-cs"/>
              </a:rPr>
              <a:t> permutations of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N bits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ea typeface="+mn-ea"/>
                <a:cs typeface="+mn-cs"/>
              </a:rPr>
              <a:t>Therefore,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N bits </a:t>
            </a:r>
            <a:r>
              <a:rPr lang="en-US" dirty="0">
                <a:ea typeface="+mn-ea"/>
                <a:cs typeface="+mn-cs"/>
              </a:rPr>
              <a:t>are needed to represent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2</a:t>
            </a:r>
            <a:r>
              <a:rPr lang="en-US" baseline="50000" dirty="0">
                <a:solidFill>
                  <a:srgbClr val="FF0000"/>
                </a:solidFill>
                <a:ea typeface="+mn-ea"/>
                <a:cs typeface="+mn-cs"/>
              </a:rPr>
              <a:t>N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 unique items</a:t>
            </a:r>
          </a:p>
        </p:txBody>
      </p:sp>
      <p:sp>
        <p:nvSpPr>
          <p:cNvPr id="243716" name="Text Box 4">
            <a:extLst>
              <a:ext uri="{FF2B5EF4-FFF2-40B4-BE49-F238E27FC236}">
                <a16:creationId xmlns:a16="http://schemas.microsoft.com/office/drawing/2014/main" id="{281B81EB-5FF6-4AC4-BC85-AEB9BE3A5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50" y="3311525"/>
            <a:ext cx="1812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baseline="50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=  2 items</a:t>
            </a:r>
          </a:p>
        </p:txBody>
      </p:sp>
      <p:sp>
        <p:nvSpPr>
          <p:cNvPr id="243717" name="Text Box 5">
            <a:extLst>
              <a:ext uri="{FF2B5EF4-FFF2-40B4-BE49-F238E27FC236}">
                <a16:creationId xmlns:a16="http://schemas.microsoft.com/office/drawing/2014/main" id="{F7B9A16D-65FA-4896-AE1E-CF9E07C80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675" y="3854450"/>
            <a:ext cx="1812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baseline="50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=  4 items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0CF67DDD-248C-4F83-B04D-89A7CA219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675" y="4398963"/>
            <a:ext cx="183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baseline="50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 =  8 items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50FF5DB4-B8E4-426B-BB64-9AB7159EB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675" y="4941888"/>
            <a:ext cx="199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baseline="50000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 =  16 items</a:t>
            </a:r>
          </a:p>
        </p:txBody>
      </p:sp>
      <p:sp>
        <p:nvSpPr>
          <p:cNvPr id="243720" name="Text Box 8">
            <a:extLst>
              <a:ext uri="{FF2B5EF4-FFF2-40B4-BE49-F238E27FC236}">
                <a16:creationId xmlns:a16="http://schemas.microsoft.com/office/drawing/2014/main" id="{F4569019-6F88-4E63-86F5-DA30A8A1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675" y="5486400"/>
            <a:ext cx="199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baseline="50000">
                <a:solidFill>
                  <a:schemeClr val="hlink"/>
                </a:solidFill>
                <a:latin typeface="Times New Roman" panose="02020603050405020304" pitchFamily="18" charset="0"/>
              </a:rPr>
              <a:t>5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 =  32 items</a:t>
            </a:r>
          </a:p>
        </p:txBody>
      </p:sp>
      <p:grpSp>
        <p:nvGrpSpPr>
          <p:cNvPr id="243721" name="Group 9">
            <a:extLst>
              <a:ext uri="{FF2B5EF4-FFF2-40B4-BE49-F238E27FC236}">
                <a16:creationId xmlns:a16="http://schemas.microsoft.com/office/drawing/2014/main" id="{6A528557-1699-49B2-8FE7-E9D3AEC5C854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3124200"/>
            <a:ext cx="4021138" cy="2830513"/>
            <a:chOff x="762" y="1874"/>
            <a:chExt cx="2533" cy="1783"/>
          </a:xfrm>
        </p:grpSpPr>
        <p:sp>
          <p:nvSpPr>
            <p:cNvPr id="41994" name="Text Box 10">
              <a:extLst>
                <a:ext uri="{FF2B5EF4-FFF2-40B4-BE49-F238E27FC236}">
                  <a16:creationId xmlns:a16="http://schemas.microsoft.com/office/drawing/2014/main" id="{DC16CFDA-6699-4583-96E4-D6259619F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74"/>
              <a:ext cx="703" cy="1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1 bit ?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2 bits ?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3 bits ?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4 bits ?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5 bits ?</a:t>
              </a:r>
            </a:p>
          </p:txBody>
        </p:sp>
        <p:sp>
          <p:nvSpPr>
            <p:cNvPr id="41995" name="Text Box 11">
              <a:extLst>
                <a:ext uri="{FF2B5EF4-FFF2-40B4-BE49-F238E27FC236}">
                  <a16:creationId xmlns:a16="http://schemas.microsoft.com/office/drawing/2014/main" id="{25B4237F-3FC8-460E-A0D1-52DF4B52A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" y="2321"/>
              <a:ext cx="1337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How many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items can be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represented by</a:t>
              </a:r>
            </a:p>
          </p:txBody>
        </p:sp>
        <p:sp>
          <p:nvSpPr>
            <p:cNvPr id="41996" name="AutoShape 12">
              <a:extLst>
                <a:ext uri="{FF2B5EF4-FFF2-40B4-BE49-F238E27FC236}">
                  <a16:creationId xmlns:a16="http://schemas.microsoft.com/office/drawing/2014/main" id="{1DA50036-376D-4D22-9ABC-170389087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064"/>
              <a:ext cx="144" cy="1488"/>
            </a:xfrm>
            <a:prstGeom prst="leftBrace">
              <a:avLst>
                <a:gd name="adj1" fmla="val 86111"/>
                <a:gd name="adj2" fmla="val 50000"/>
              </a:avLst>
            </a:prstGeom>
            <a:noFill/>
            <a:ln w="25400">
              <a:solidFill>
                <a:srgbClr val="FF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b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993" name="Rectangle 13">
            <a:extLst>
              <a:ext uri="{FF2B5EF4-FFF2-40B4-BE49-F238E27FC236}">
                <a16:creationId xmlns:a16="http://schemas.microsoft.com/office/drawing/2014/main" id="{C8C4A362-A549-4AE3-BF19-60AC27CD1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6375400"/>
            <a:ext cx="3505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FF4C00"/>
                </a:solidFill>
              </a:rPr>
              <a:t>© 2004 Pearson Addison-Wesley. All rights reserved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231A7C10-2354-554B-A0BB-98C014DDA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" y="57150"/>
            <a:ext cx="8915400" cy="314325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err="1">
                <a:solidFill>
                  <a:srgbClr val="0000FF"/>
                </a:solidFill>
                <a:ea typeface="+mj-ea"/>
                <a:cs typeface="+mj-cs"/>
              </a:rPr>
              <a:t>Lec</a:t>
            </a:r>
            <a:r>
              <a:rPr lang="en-US" sz="3200" dirty="0">
                <a:solidFill>
                  <a:srgbClr val="0000FF"/>
                </a:solidFill>
                <a:ea typeface="+mj-ea"/>
                <a:cs typeface="+mj-cs"/>
              </a:rPr>
              <a:t> 2: Test Q2</a:t>
            </a:r>
            <a:br>
              <a:rPr lang="en-US" sz="3200" dirty="0">
                <a:ea typeface="+mj-ea"/>
                <a:cs typeface="+mj-cs"/>
              </a:rPr>
            </a:br>
            <a:br>
              <a:rPr lang="en-US" sz="3200" dirty="0">
                <a:ea typeface="+mj-ea"/>
                <a:cs typeface="+mj-cs"/>
              </a:rPr>
            </a:br>
            <a:br>
              <a:rPr lang="en-US" sz="3200" dirty="0">
                <a:ea typeface="+mj-ea"/>
                <a:cs typeface="+mj-cs"/>
              </a:rPr>
            </a:br>
            <a:r>
              <a:rPr lang="en-US" sz="3200" dirty="0">
                <a:ea typeface="+mj-ea"/>
                <a:cs typeface="+mj-cs"/>
              </a:rPr>
              <a:t>What is the maximum number that can be stored in one byte (8 bits)?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2325AF-CF07-496E-9209-74BE65310FA7}"/>
                  </a:ext>
                </a:extLst>
              </p14:cNvPr>
              <p14:cNvContentPartPr/>
              <p14:nvPr/>
            </p14:nvContentPartPr>
            <p14:xfrm>
              <a:off x="5452920" y="1132560"/>
              <a:ext cx="2638800" cy="64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2325AF-CF07-496E-9209-74BE65310F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3560" y="1123200"/>
                <a:ext cx="2657520" cy="66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78409F85-92D9-E641-AE4E-6CCC007C9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" y="57150"/>
            <a:ext cx="89154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ea typeface="+mj-ea"/>
                <a:cs typeface="+mj-cs"/>
              </a:rPr>
              <a:t>What is the maximum number that can be stored in one byte (8 bits)?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BE197355-E763-4BD6-86C6-8D2290242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1 1 1 1 1 1 1 1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1           1         1          1         1         1        1         1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1*2</a:t>
            </a:r>
            <a:r>
              <a:rPr lang="en-US" altLang="en-US" baseline="30000" dirty="0"/>
              <a:t>7</a:t>
            </a:r>
            <a:r>
              <a:rPr lang="en-US" altLang="en-US" dirty="0"/>
              <a:t>   +  1*2</a:t>
            </a:r>
            <a:r>
              <a:rPr lang="en-US" altLang="en-US" baseline="30000" dirty="0"/>
              <a:t>6</a:t>
            </a:r>
            <a:r>
              <a:rPr lang="en-US" altLang="en-US" dirty="0"/>
              <a:t> + 1*2</a:t>
            </a:r>
            <a:r>
              <a:rPr lang="en-US" altLang="en-US" baseline="30000" dirty="0"/>
              <a:t>5</a:t>
            </a:r>
            <a:r>
              <a:rPr lang="en-US" altLang="en-US" dirty="0"/>
              <a:t>  + 1*2</a:t>
            </a:r>
            <a:r>
              <a:rPr lang="en-US" altLang="en-US" baseline="30000" dirty="0"/>
              <a:t>4</a:t>
            </a:r>
            <a:r>
              <a:rPr lang="en-US" altLang="en-US" dirty="0"/>
              <a:t> + 1*2</a:t>
            </a:r>
            <a:r>
              <a:rPr lang="en-US" altLang="en-US" baseline="30000" dirty="0"/>
              <a:t>3</a:t>
            </a:r>
            <a:r>
              <a:rPr lang="en-US" altLang="en-US" dirty="0"/>
              <a:t> + 1*2</a:t>
            </a:r>
            <a:r>
              <a:rPr lang="en-US" altLang="en-US" baseline="30000" dirty="0"/>
              <a:t>2</a:t>
            </a:r>
            <a:r>
              <a:rPr lang="en-US" altLang="en-US" dirty="0"/>
              <a:t> + 1*2</a:t>
            </a:r>
            <a:r>
              <a:rPr lang="en-US" altLang="en-US" baseline="30000" dirty="0"/>
              <a:t>1</a:t>
            </a:r>
            <a:r>
              <a:rPr lang="en-US" altLang="en-US" dirty="0"/>
              <a:t> + 1*2</a:t>
            </a:r>
            <a:r>
              <a:rPr lang="en-US" altLang="en-US" baseline="30000" dirty="0"/>
              <a:t>0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1*128 + 1*64 + 1*32 + 1*16 + 1*8  + 1*4  + 1*2  + 1*1</a:t>
            </a:r>
            <a:endParaRPr lang="en-US" altLang="en-US" baseline="30000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128 + 64 + 32 + 16 + 8 + 4 + 2 + 1 = 255 (in decimal)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Another way is:   1*2</a:t>
            </a:r>
            <a:r>
              <a:rPr lang="en-US" altLang="en-US" baseline="30000" dirty="0"/>
              <a:t>8</a:t>
            </a:r>
            <a:r>
              <a:rPr lang="en-US" altLang="en-US" dirty="0"/>
              <a:t> – 1 = 256 – 1 = 255 </a:t>
            </a:r>
          </a:p>
          <a:p>
            <a:pPr eaLnBrk="1" hangingPunct="1"/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F2833F-DECC-43C4-8E17-0602986DB2CA}"/>
                  </a:ext>
                </a:extLst>
              </p14:cNvPr>
              <p14:cNvContentPartPr/>
              <p14:nvPr/>
            </p14:nvContentPartPr>
            <p14:xfrm>
              <a:off x="5959800" y="1056240"/>
              <a:ext cx="2541240" cy="109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F2833F-DECC-43C4-8E17-0602986DB2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0440" y="1046880"/>
                <a:ext cx="2559960" cy="110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D3F8381E-DF7F-0D4E-B2BD-FBD10768F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" y="158750"/>
            <a:ext cx="8915400" cy="80327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>
                <a:ea typeface="+mj-ea"/>
                <a:cs typeface="+mj-cs"/>
              </a:rPr>
              <a:t>What would happen if we try to add 1 to the largest number that can be stored in one byte (8 bits)?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09CE08DC-4B11-5D40-90E5-004CDDF63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0725" y="1219200"/>
            <a:ext cx="5791200" cy="4953000"/>
          </a:xfrm>
        </p:spPr>
        <p:txBody>
          <a:bodyPr/>
          <a:lstStyle/>
          <a:p>
            <a:pPr eaLnBrk="1" hangingPunct="1"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Tx/>
              <a:buNone/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Tx/>
              <a:buNone/>
              <a:defRPr/>
            </a:pPr>
            <a:r>
              <a:rPr lang="en-US">
                <a:ea typeface="+mn-ea"/>
                <a:cs typeface="+mn-cs"/>
              </a:rPr>
              <a:t>        1   1   1   1   1   1   1   1</a:t>
            </a:r>
          </a:p>
          <a:p>
            <a:pPr eaLnBrk="1" hangingPunct="1">
              <a:buFontTx/>
              <a:buNone/>
              <a:defRPr/>
            </a:pPr>
            <a:r>
              <a:rPr lang="en-US">
                <a:ea typeface="+mn-ea"/>
                <a:cs typeface="+mn-cs"/>
              </a:rPr>
              <a:t> +</a:t>
            </a:r>
          </a:p>
          <a:p>
            <a:pPr eaLnBrk="1" hangingPunct="1">
              <a:buFontTx/>
              <a:buNone/>
              <a:defRPr/>
            </a:pPr>
            <a:r>
              <a:rPr lang="en-US">
                <a:ea typeface="+mn-ea"/>
                <a:cs typeface="+mn-cs"/>
              </a:rPr>
              <a:t>                                           1</a:t>
            </a:r>
          </a:p>
          <a:p>
            <a:pPr eaLnBrk="1" hangingPunct="1">
              <a:buFontTx/>
              <a:buNone/>
              <a:defRPr/>
            </a:pPr>
            <a:r>
              <a:rPr lang="en-US">
                <a:ea typeface="+mn-ea"/>
                <a:cs typeface="+mn-cs"/>
              </a:rPr>
              <a:t>        -------------------------------</a:t>
            </a:r>
          </a:p>
          <a:p>
            <a:pPr eaLnBrk="1" hangingPunct="1">
              <a:buFontTx/>
              <a:buNone/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Tx/>
              <a:buNone/>
              <a:defRPr/>
            </a:pPr>
            <a:r>
              <a:rPr lang="en-US">
                <a:ea typeface="+mn-ea"/>
                <a:cs typeface="+mn-cs"/>
              </a:rPr>
              <a:t>   1   0   0   0   0   0   0   0   0</a:t>
            </a:r>
          </a:p>
          <a:p>
            <a:pPr eaLnBrk="1" hangingPunct="1">
              <a:buFontTx/>
              <a:buNone/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Tx/>
              <a:buNone/>
              <a:defRPr/>
            </a:pPr>
            <a:r>
              <a:rPr lang="en-US">
                <a:ea typeface="+mn-ea"/>
                <a:cs typeface="+mn-cs"/>
              </a:rPr>
              <a:t>        0   0   0   0   0   0   0   0</a:t>
            </a:r>
          </a:p>
          <a:p>
            <a:pPr eaLnBrk="1" hangingPunct="1">
              <a:buFontTx/>
              <a:buNone/>
              <a:defRPr/>
            </a:pPr>
            <a:endParaRPr lang="en-US"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D3A904-81BE-4AE3-94A6-AB54697A6F7E}"/>
                  </a:ext>
                </a:extLst>
              </p14:cNvPr>
              <p14:cNvContentPartPr/>
              <p14:nvPr/>
            </p14:nvContentPartPr>
            <p14:xfrm>
              <a:off x="2137680" y="4124520"/>
              <a:ext cx="3918960" cy="87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D3A904-81BE-4AE3-94A6-AB54697A6F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8320" y="4115160"/>
                <a:ext cx="3937680" cy="89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24D1F1BA-5483-BF4E-AAAE-B3C014912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Analogy with car odometers</a:t>
            </a:r>
          </a:p>
        </p:txBody>
      </p:sp>
      <p:pic>
        <p:nvPicPr>
          <p:cNvPr id="46082" name="Picture 5">
            <a:extLst>
              <a:ext uri="{FF2B5EF4-FFF2-40B4-BE49-F238E27FC236}">
                <a16:creationId xmlns:a16="http://schemas.microsoft.com/office/drawing/2014/main" id="{FD58D30A-A9F6-4A6B-89C8-33415798D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92250"/>
            <a:ext cx="6096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F23D0A-EA65-46F6-826C-684BD477277A}"/>
                  </a:ext>
                </a:extLst>
              </p14:cNvPr>
              <p14:cNvContentPartPr/>
              <p14:nvPr/>
            </p14:nvContentPartPr>
            <p14:xfrm>
              <a:off x="7111800" y="967680"/>
              <a:ext cx="1704240" cy="601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F23D0A-EA65-46F6-826C-684BD47727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02440" y="958320"/>
                <a:ext cx="1722960" cy="62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E5302B02-9980-A14E-AB01-5E53C8E73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Analogy with car odometers</a:t>
            </a:r>
          </a:p>
        </p:txBody>
      </p:sp>
      <p:pic>
        <p:nvPicPr>
          <p:cNvPr id="47106" name="Picture 4">
            <a:extLst>
              <a:ext uri="{FF2B5EF4-FFF2-40B4-BE49-F238E27FC236}">
                <a16:creationId xmlns:a16="http://schemas.microsoft.com/office/drawing/2014/main" id="{3DA398E6-27B9-47B3-A13B-845E8D092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1223963"/>
            <a:ext cx="758507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Text Box 5">
            <a:extLst>
              <a:ext uri="{FF2B5EF4-FFF2-40B4-BE49-F238E27FC236}">
                <a16:creationId xmlns:a16="http://schemas.microsoft.com/office/drawing/2014/main" id="{422FEEEF-F0AE-4A91-BDC5-AEF134EA7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6469063"/>
            <a:ext cx="4678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Times" panose="02020603050405020304" pitchFamily="18" charset="0"/>
              </a:rPr>
              <a:t>[http://www.hyperocity.com/volvo240/images/Volvo/odometerrepair/speedo999999.jpg]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20F0B85-F1B9-4402-A608-B30AE56A8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Number Conversion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20F0B85-F1B9-4402-A608-B30AE56A8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Decimal to Binary Conversion</a:t>
            </a:r>
            <a:br>
              <a:rPr lang="en-US" altLang="en-US"/>
            </a:br>
            <a:r>
              <a:rPr lang="en-US" altLang="en-US"/>
              <a:t> (Using Guessing)</a:t>
            </a:r>
          </a:p>
        </p:txBody>
      </p:sp>
      <p:pic>
        <p:nvPicPr>
          <p:cNvPr id="48130" name="Picture 3">
            <a:extLst>
              <a:ext uri="{FF2B5EF4-FFF2-40B4-BE49-F238E27FC236}">
                <a16:creationId xmlns:a16="http://schemas.microsoft.com/office/drawing/2014/main" id="{AE366645-EB86-4608-8A30-7BC16474E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41148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2E1EB7-8368-47B7-A4E2-617643147BBF}"/>
                  </a:ext>
                </a:extLst>
              </p14:cNvPr>
              <p14:cNvContentPartPr/>
              <p14:nvPr/>
            </p14:nvContentPartPr>
            <p14:xfrm>
              <a:off x="5406840" y="739080"/>
              <a:ext cx="3605400" cy="484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2E1EB7-8368-47B7-A4E2-617643147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7480" y="729720"/>
                <a:ext cx="3624120" cy="486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743709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93E7311D-3957-4D8B-B19B-115AC40C4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915400" cy="685800"/>
          </a:xfrm>
        </p:spPr>
        <p:txBody>
          <a:bodyPr/>
          <a:lstStyle/>
          <a:p>
            <a:r>
              <a:rPr lang="en-US" altLang="en-US"/>
              <a:t>Decimal to Binary Conversion</a:t>
            </a:r>
            <a:br>
              <a:rPr lang="en-US" altLang="en-US"/>
            </a:br>
            <a:r>
              <a:rPr lang="en-US" altLang="en-US"/>
              <a:t> (Using Guessing)</a:t>
            </a:r>
          </a:p>
        </p:txBody>
      </p:sp>
      <p:pic>
        <p:nvPicPr>
          <p:cNvPr id="49154" name="Picture 2">
            <a:extLst>
              <a:ext uri="{FF2B5EF4-FFF2-40B4-BE49-F238E27FC236}">
                <a16:creationId xmlns:a16="http://schemas.microsoft.com/office/drawing/2014/main" id="{156ADAC3-67FF-41A3-8E93-5D3A2263A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6908800" cy="538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0851FDB-B13F-4626-A0EC-B26805AFE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Converting from Decimal to Binary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2A8BE-631F-4379-99FD-4973DA32280F}"/>
              </a:ext>
            </a:extLst>
          </p:cNvPr>
          <p:cNvSpPr txBox="1"/>
          <p:nvPr/>
        </p:nvSpPr>
        <p:spPr>
          <a:xfrm>
            <a:off x="304800" y="914400"/>
            <a:ext cx="24336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235</a:t>
            </a:r>
            <a:r>
              <a:rPr lang="en-US" sz="4800" b="1" baseline="-25000" dirty="0"/>
              <a:t>10 </a:t>
            </a:r>
            <a:r>
              <a:rPr lang="en-US" sz="4800" b="1" dirty="0"/>
              <a:t>= 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ECC5C9-7B40-4E40-98EE-1743FEEC3454}"/>
                  </a:ext>
                </a:extLst>
              </p14:cNvPr>
              <p14:cNvContentPartPr/>
              <p14:nvPr/>
            </p14:nvContentPartPr>
            <p14:xfrm>
              <a:off x="3880080" y="745920"/>
              <a:ext cx="5141880" cy="480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ECC5C9-7B40-4E40-98EE-1743FEEC34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0720" y="736560"/>
                <a:ext cx="5160600" cy="482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C5EE9DE5-3EC2-4F65-9E44-7DFF68022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Converting from Decimal to Binary</a:t>
            </a:r>
          </a:p>
        </p:txBody>
      </p:sp>
      <p:pic>
        <p:nvPicPr>
          <p:cNvPr id="50178" name="Picture 3">
            <a:extLst>
              <a:ext uri="{FF2B5EF4-FFF2-40B4-BE49-F238E27FC236}">
                <a16:creationId xmlns:a16="http://schemas.microsoft.com/office/drawing/2014/main" id="{725973AA-C16E-4992-85C3-F874C4A10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8961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9D520C-95A4-43EC-8FC6-FC1D4FF42077}"/>
                  </a:ext>
                </a:extLst>
              </p14:cNvPr>
              <p14:cNvContentPartPr/>
              <p14:nvPr/>
            </p14:nvContentPartPr>
            <p14:xfrm>
              <a:off x="4888440" y="826920"/>
              <a:ext cx="3539520" cy="5085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9D520C-95A4-43EC-8FC6-FC1D4FF420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9080" y="817560"/>
                <a:ext cx="3558240" cy="510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0851FDB-B13F-4626-A0EC-B26805AFE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Converting from Decimal to Binary</a:t>
            </a:r>
          </a:p>
        </p:txBody>
      </p:sp>
      <p:pic>
        <p:nvPicPr>
          <p:cNvPr id="51202" name="Picture 3">
            <a:extLst>
              <a:ext uri="{FF2B5EF4-FFF2-40B4-BE49-F238E27FC236}">
                <a16:creationId xmlns:a16="http://schemas.microsoft.com/office/drawing/2014/main" id="{A9EA5F2A-A624-41D8-9806-225EA429E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8961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Picture 4">
            <a:extLst>
              <a:ext uri="{FF2B5EF4-FFF2-40B4-BE49-F238E27FC236}">
                <a16:creationId xmlns:a16="http://schemas.microsoft.com/office/drawing/2014/main" id="{567F5F47-2FB9-462A-BD4E-93290150D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6169025"/>
            <a:ext cx="3505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204" name="Straight Arrow Connector 4">
            <a:extLst>
              <a:ext uri="{FF2B5EF4-FFF2-40B4-BE49-F238E27FC236}">
                <a16:creationId xmlns:a16="http://schemas.microsoft.com/office/drawing/2014/main" id="{1C4D1B8E-B57C-47A2-AA2F-58238372D92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29600" y="2209800"/>
            <a:ext cx="0" cy="3581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7075332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2">
            <a:extLst>
              <a:ext uri="{FF2B5EF4-FFF2-40B4-BE49-F238E27FC236}">
                <a16:creationId xmlns:a16="http://schemas.microsoft.com/office/drawing/2014/main" id="{4694EE55-BA64-4228-B5C6-46E99CF45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"/>
            <a:ext cx="6592877" cy="616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6" name="Rectangle 3">
            <a:extLst>
              <a:ext uri="{FF2B5EF4-FFF2-40B4-BE49-F238E27FC236}">
                <a16:creationId xmlns:a16="http://schemas.microsoft.com/office/drawing/2014/main" id="{FBE48209-D7BA-420D-BC70-7E5103245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6470650"/>
            <a:ext cx="22606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1.6 in the textbook 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C6D65-E48E-424D-A7E5-8017B7155D86}"/>
              </a:ext>
            </a:extLst>
          </p:cNvPr>
          <p:cNvSpPr txBox="1"/>
          <p:nvPr/>
        </p:nvSpPr>
        <p:spPr>
          <a:xfrm>
            <a:off x="3200400" y="9906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340BD3D3-ADA1-447C-A913-12389BDF387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62800" y="1638300"/>
            <a:ext cx="0" cy="3581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19371B29-7098-4054-AB0E-88B29CA41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Octal System (Base 8)</a:t>
            </a:r>
          </a:p>
        </p:txBody>
      </p:sp>
      <p:pic>
        <p:nvPicPr>
          <p:cNvPr id="53250" name="Picture 3">
            <a:extLst>
              <a:ext uri="{FF2B5EF4-FFF2-40B4-BE49-F238E27FC236}">
                <a16:creationId xmlns:a16="http://schemas.microsoft.com/office/drawing/2014/main" id="{C5FD211E-1BE2-4FDF-BE01-3A86D11EF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1981200"/>
            <a:ext cx="7466012" cy="4778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DE7615-43D8-4DE2-A991-393B925F10E0}"/>
              </a:ext>
            </a:extLst>
          </p:cNvPr>
          <p:cNvSpPr txBox="1"/>
          <p:nvPr/>
        </p:nvSpPr>
        <p:spPr>
          <a:xfrm>
            <a:off x="1143000" y="914400"/>
            <a:ext cx="741741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800" b="1" dirty="0"/>
              <a:t>0 	1 	2 	3 	4 	5 	6	 7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6086B3-5895-4E00-BE83-33ED0BBB6B1A}"/>
                  </a:ext>
                </a:extLst>
              </p14:cNvPr>
              <p14:cNvContentPartPr/>
              <p14:nvPr/>
            </p14:nvContentPartPr>
            <p14:xfrm>
              <a:off x="7016400" y="141840"/>
              <a:ext cx="1708560" cy="69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6086B3-5895-4E00-BE83-33ED0BBB6B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07040" y="132480"/>
                <a:ext cx="1727280" cy="71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D3F2A208-80BB-43D1-81E8-8D58AD74E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Binary to Octal Conversion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46694-7395-4836-9AE6-F6BE7B26C467}"/>
              </a:ext>
            </a:extLst>
          </p:cNvPr>
          <p:cNvSpPr txBox="1"/>
          <p:nvPr/>
        </p:nvSpPr>
        <p:spPr>
          <a:xfrm flipH="1">
            <a:off x="76200" y="1219200"/>
            <a:ext cx="8915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How many bits do you need to represents an Octal number?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341CC8-6D4D-45DE-A144-AA314BE0D966}"/>
                  </a:ext>
                </a:extLst>
              </p14:cNvPr>
              <p14:cNvContentPartPr/>
              <p14:nvPr/>
            </p14:nvContentPartPr>
            <p14:xfrm>
              <a:off x="5341680" y="2051640"/>
              <a:ext cx="1177920" cy="99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341CC8-6D4D-45DE-A144-AA314BE0D9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2320" y="2042280"/>
                <a:ext cx="1196640" cy="101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D3F2A208-80BB-43D1-81E8-8D58AD74E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Octal Conversion</a:t>
            </a:r>
          </a:p>
        </p:txBody>
      </p:sp>
      <p:pic>
        <p:nvPicPr>
          <p:cNvPr id="54274" name="Picture 3">
            <a:extLst>
              <a:ext uri="{FF2B5EF4-FFF2-40B4-BE49-F238E27FC236}">
                <a16:creationId xmlns:a16="http://schemas.microsoft.com/office/drawing/2014/main" id="{E10397C1-2D04-483A-888A-2DC3EFA08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057400"/>
            <a:ext cx="2603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168157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24D7B68B-743D-4C59-8EAD-8897A37A4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Octal Conversion</a:t>
            </a:r>
          </a:p>
        </p:txBody>
      </p:sp>
      <p:sp>
        <p:nvSpPr>
          <p:cNvPr id="55298" name="TextBox 2">
            <a:extLst>
              <a:ext uri="{FF2B5EF4-FFF2-40B4-BE49-F238E27FC236}">
                <a16:creationId xmlns:a16="http://schemas.microsoft.com/office/drawing/2014/main" id="{D3957959-05D9-4963-B2A2-EEA5FF1A6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644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" panose="02020603050405020304" pitchFamily="18" charset="0"/>
              </a:rPr>
              <a:t>101110010111</a:t>
            </a:r>
            <a:r>
              <a:rPr lang="en-US" altLang="en-US" sz="3200" baseline="-25000" dirty="0">
                <a:latin typeface="Times" panose="02020603050405020304" pitchFamily="18" charset="0"/>
              </a:rPr>
              <a:t>2 </a:t>
            </a:r>
            <a:r>
              <a:rPr lang="en-US" altLang="en-US" sz="3200" dirty="0">
                <a:latin typeface="Times" panose="02020603050405020304" pitchFamily="18" charset="0"/>
              </a:rPr>
              <a:t> = ?</a:t>
            </a:r>
            <a:r>
              <a:rPr lang="en-US" altLang="en-US" sz="3200" baseline="-25000" dirty="0">
                <a:latin typeface="Times" panose="02020603050405020304" pitchFamily="18" charset="0"/>
              </a:rPr>
              <a:t>8</a:t>
            </a:r>
            <a:r>
              <a:rPr lang="en-US" altLang="en-US" sz="3200" dirty="0">
                <a:latin typeface="Times" panose="02020603050405020304" pitchFamily="18" charset="0"/>
              </a:rPr>
              <a:t> </a:t>
            </a:r>
            <a:endParaRPr lang="en-US" altLang="en-US" sz="3200" baseline="-25000" dirty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60A762-D7AB-481F-B7AF-6F7EF63CCD43}"/>
                  </a:ext>
                </a:extLst>
              </p14:cNvPr>
              <p14:cNvContentPartPr/>
              <p14:nvPr/>
            </p14:nvContentPartPr>
            <p14:xfrm>
              <a:off x="3083760" y="1857600"/>
              <a:ext cx="2964240" cy="94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60A762-D7AB-481F-B7AF-6F7EF63CCD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4400" y="1848240"/>
                <a:ext cx="2982960" cy="96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58FCAAFE-FB5E-45A2-B9CE-F8F2414D2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Octal Conversion</a:t>
            </a:r>
          </a:p>
        </p:txBody>
      </p:sp>
      <p:sp>
        <p:nvSpPr>
          <p:cNvPr id="56322" name="TextBox 2">
            <a:extLst>
              <a:ext uri="{FF2B5EF4-FFF2-40B4-BE49-F238E27FC236}">
                <a16:creationId xmlns:a16="http://schemas.microsoft.com/office/drawing/2014/main" id="{DF4423E9-080F-4990-B1C6-A4AE6F6DF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54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8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56323" name="TextBox 4">
            <a:extLst>
              <a:ext uri="{FF2B5EF4-FFF2-40B4-BE49-F238E27FC236}">
                <a16:creationId xmlns:a16="http://schemas.microsoft.com/office/drawing/2014/main" id="{36038338-969F-492E-933B-E3D3A9DA2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331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101  110  010  111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8C8D76-250C-4F1C-86D3-4BAED26279C7}"/>
                  </a:ext>
                </a:extLst>
              </p14:cNvPr>
              <p14:cNvContentPartPr/>
              <p14:nvPr/>
            </p14:nvContentPartPr>
            <p14:xfrm>
              <a:off x="3136320" y="1794600"/>
              <a:ext cx="5569200" cy="327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8C8D76-250C-4F1C-86D3-4BAED26279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6960" y="1785240"/>
                <a:ext cx="5587920" cy="329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3B83E930-13C8-48B3-B24B-BFB32F89A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Octal Conversion</a:t>
            </a:r>
          </a:p>
        </p:txBody>
      </p:sp>
      <p:sp>
        <p:nvSpPr>
          <p:cNvPr id="57346" name="TextBox 2">
            <a:extLst>
              <a:ext uri="{FF2B5EF4-FFF2-40B4-BE49-F238E27FC236}">
                <a16:creationId xmlns:a16="http://schemas.microsoft.com/office/drawing/2014/main" id="{DD88E25B-0737-4EAB-B42F-7B37802EA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54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8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57347" name="TextBox 4">
            <a:extLst>
              <a:ext uri="{FF2B5EF4-FFF2-40B4-BE49-F238E27FC236}">
                <a16:creationId xmlns:a16="http://schemas.microsoft.com/office/drawing/2014/main" id="{2484D3CA-1096-46DB-9480-C6C381CF5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331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101  110  010  111</a:t>
            </a:r>
          </a:p>
        </p:txBody>
      </p:sp>
      <p:sp>
        <p:nvSpPr>
          <p:cNvPr id="57349" name="Right Brace 3">
            <a:extLst>
              <a:ext uri="{FF2B5EF4-FFF2-40B4-BE49-F238E27FC236}">
                <a16:creationId xmlns:a16="http://schemas.microsoft.com/office/drawing/2014/main" id="{7A18B6A9-E561-4EDB-AB77-C84137575566}"/>
              </a:ext>
            </a:extLst>
          </p:cNvPr>
          <p:cNvSpPr>
            <a:spLocks/>
          </p:cNvSpPr>
          <p:nvPr/>
        </p:nvSpPr>
        <p:spPr bwMode="auto">
          <a:xfrm rot="5400000">
            <a:off x="3048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7350" name="Right Brace 7">
            <a:extLst>
              <a:ext uri="{FF2B5EF4-FFF2-40B4-BE49-F238E27FC236}">
                <a16:creationId xmlns:a16="http://schemas.microsoft.com/office/drawing/2014/main" id="{23CD57CC-23A5-442E-855E-387320E02DDE}"/>
              </a:ext>
            </a:extLst>
          </p:cNvPr>
          <p:cNvSpPr>
            <a:spLocks/>
          </p:cNvSpPr>
          <p:nvPr/>
        </p:nvSpPr>
        <p:spPr bwMode="auto">
          <a:xfrm rot="5400000">
            <a:off x="38862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7351" name="Right Brace 8">
            <a:extLst>
              <a:ext uri="{FF2B5EF4-FFF2-40B4-BE49-F238E27FC236}">
                <a16:creationId xmlns:a16="http://schemas.microsoft.com/office/drawing/2014/main" id="{092787A9-53A1-4628-8033-323980A89C37}"/>
              </a:ext>
            </a:extLst>
          </p:cNvPr>
          <p:cNvSpPr>
            <a:spLocks/>
          </p:cNvSpPr>
          <p:nvPr/>
        </p:nvSpPr>
        <p:spPr bwMode="auto">
          <a:xfrm rot="5400000">
            <a:off x="4724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7352" name="Right Brace 9">
            <a:extLst>
              <a:ext uri="{FF2B5EF4-FFF2-40B4-BE49-F238E27FC236}">
                <a16:creationId xmlns:a16="http://schemas.microsoft.com/office/drawing/2014/main" id="{1515D759-E04C-4A87-A7F1-41F96AF1C9A4}"/>
              </a:ext>
            </a:extLst>
          </p:cNvPr>
          <p:cNvSpPr>
            <a:spLocks/>
          </p:cNvSpPr>
          <p:nvPr/>
        </p:nvSpPr>
        <p:spPr bwMode="auto">
          <a:xfrm rot="5400000">
            <a:off x="55626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3B83E930-13C8-48B3-B24B-BFB32F89A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Octal Conversion</a:t>
            </a:r>
          </a:p>
        </p:txBody>
      </p:sp>
      <p:sp>
        <p:nvSpPr>
          <p:cNvPr id="57346" name="TextBox 2">
            <a:extLst>
              <a:ext uri="{FF2B5EF4-FFF2-40B4-BE49-F238E27FC236}">
                <a16:creationId xmlns:a16="http://schemas.microsoft.com/office/drawing/2014/main" id="{DD88E25B-0737-4EAB-B42F-7B37802EA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54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8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57347" name="TextBox 4">
            <a:extLst>
              <a:ext uri="{FF2B5EF4-FFF2-40B4-BE49-F238E27FC236}">
                <a16:creationId xmlns:a16="http://schemas.microsoft.com/office/drawing/2014/main" id="{2484D3CA-1096-46DB-9480-C6C381CF5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331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101  110  010  111</a:t>
            </a:r>
          </a:p>
        </p:txBody>
      </p:sp>
      <p:sp>
        <p:nvSpPr>
          <p:cNvPr id="57348" name="TextBox 5">
            <a:extLst>
              <a:ext uri="{FF2B5EF4-FFF2-40B4-BE49-F238E27FC236}">
                <a16:creationId xmlns:a16="http://schemas.microsoft.com/office/drawing/2014/main" id="{8F16140F-2733-4165-B212-40379FF4B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19600"/>
            <a:ext cx="29543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 5      6      2      7</a:t>
            </a:r>
            <a:endParaRPr lang="en-US" altLang="en-US" sz="3200" b="0" baseline="-25000" dirty="0">
              <a:latin typeface="Times" panose="02020603050405020304" pitchFamily="18" charset="0"/>
            </a:endParaRPr>
          </a:p>
        </p:txBody>
      </p:sp>
      <p:sp>
        <p:nvSpPr>
          <p:cNvPr id="57349" name="Right Brace 3">
            <a:extLst>
              <a:ext uri="{FF2B5EF4-FFF2-40B4-BE49-F238E27FC236}">
                <a16:creationId xmlns:a16="http://schemas.microsoft.com/office/drawing/2014/main" id="{7A18B6A9-E561-4EDB-AB77-C84137575566}"/>
              </a:ext>
            </a:extLst>
          </p:cNvPr>
          <p:cNvSpPr>
            <a:spLocks/>
          </p:cNvSpPr>
          <p:nvPr/>
        </p:nvSpPr>
        <p:spPr bwMode="auto">
          <a:xfrm rot="5400000">
            <a:off x="3048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7350" name="Right Brace 7">
            <a:extLst>
              <a:ext uri="{FF2B5EF4-FFF2-40B4-BE49-F238E27FC236}">
                <a16:creationId xmlns:a16="http://schemas.microsoft.com/office/drawing/2014/main" id="{23CD57CC-23A5-442E-855E-387320E02DDE}"/>
              </a:ext>
            </a:extLst>
          </p:cNvPr>
          <p:cNvSpPr>
            <a:spLocks/>
          </p:cNvSpPr>
          <p:nvPr/>
        </p:nvSpPr>
        <p:spPr bwMode="auto">
          <a:xfrm rot="5400000">
            <a:off x="38862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7351" name="Right Brace 8">
            <a:extLst>
              <a:ext uri="{FF2B5EF4-FFF2-40B4-BE49-F238E27FC236}">
                <a16:creationId xmlns:a16="http://schemas.microsoft.com/office/drawing/2014/main" id="{092787A9-53A1-4628-8033-323980A89C37}"/>
              </a:ext>
            </a:extLst>
          </p:cNvPr>
          <p:cNvSpPr>
            <a:spLocks/>
          </p:cNvSpPr>
          <p:nvPr/>
        </p:nvSpPr>
        <p:spPr bwMode="auto">
          <a:xfrm rot="5400000">
            <a:off x="4724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7352" name="Right Brace 9">
            <a:extLst>
              <a:ext uri="{FF2B5EF4-FFF2-40B4-BE49-F238E27FC236}">
                <a16:creationId xmlns:a16="http://schemas.microsoft.com/office/drawing/2014/main" id="{1515D759-E04C-4A87-A7F1-41F96AF1C9A4}"/>
              </a:ext>
            </a:extLst>
          </p:cNvPr>
          <p:cNvSpPr>
            <a:spLocks/>
          </p:cNvSpPr>
          <p:nvPr/>
        </p:nvSpPr>
        <p:spPr bwMode="auto">
          <a:xfrm rot="5400000">
            <a:off x="55626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678218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D5ABC51C-B9C0-454D-80E7-CB513A10B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Octal Conversion</a:t>
            </a:r>
          </a:p>
        </p:txBody>
      </p:sp>
      <p:sp>
        <p:nvSpPr>
          <p:cNvPr id="58370" name="TextBox 2">
            <a:extLst>
              <a:ext uri="{FF2B5EF4-FFF2-40B4-BE49-F238E27FC236}">
                <a16:creationId xmlns:a16="http://schemas.microsoft.com/office/drawing/2014/main" id="{8BF40F68-DB04-48CE-B3CC-88D6E949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669" y="1841500"/>
            <a:ext cx="3644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" panose="02020603050405020304" pitchFamily="18" charset="0"/>
              </a:rPr>
              <a:t>101110010111</a:t>
            </a:r>
            <a:r>
              <a:rPr lang="en-US" altLang="en-US" sz="3200" baseline="-25000" dirty="0">
                <a:latin typeface="Times" panose="02020603050405020304" pitchFamily="18" charset="0"/>
              </a:rPr>
              <a:t>2 </a:t>
            </a:r>
            <a:r>
              <a:rPr lang="en-US" altLang="en-US" sz="3200" dirty="0">
                <a:latin typeface="Times" panose="02020603050405020304" pitchFamily="18" charset="0"/>
              </a:rPr>
              <a:t> = ?</a:t>
            </a:r>
            <a:r>
              <a:rPr lang="en-US" altLang="en-US" sz="3200" baseline="-25000" dirty="0">
                <a:latin typeface="Times" panose="02020603050405020304" pitchFamily="18" charset="0"/>
              </a:rPr>
              <a:t>8</a:t>
            </a:r>
            <a:r>
              <a:rPr lang="en-US" altLang="en-US" sz="3200" dirty="0">
                <a:latin typeface="Times" panose="02020603050405020304" pitchFamily="18" charset="0"/>
              </a:rPr>
              <a:t> </a:t>
            </a:r>
            <a:endParaRPr lang="en-US" altLang="en-US" sz="3200" baseline="-25000" dirty="0">
              <a:latin typeface="Times" panose="02020603050405020304" pitchFamily="18" charset="0"/>
            </a:endParaRPr>
          </a:p>
        </p:txBody>
      </p:sp>
      <p:sp>
        <p:nvSpPr>
          <p:cNvPr id="58371" name="TextBox 4">
            <a:extLst>
              <a:ext uri="{FF2B5EF4-FFF2-40B4-BE49-F238E27FC236}">
                <a16:creationId xmlns:a16="http://schemas.microsoft.com/office/drawing/2014/main" id="{2ADBC03A-45C0-4433-9221-589DA069B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331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101  110  010  111</a:t>
            </a:r>
          </a:p>
        </p:txBody>
      </p:sp>
      <p:sp>
        <p:nvSpPr>
          <p:cNvPr id="58372" name="TextBox 5">
            <a:extLst>
              <a:ext uri="{FF2B5EF4-FFF2-40B4-BE49-F238E27FC236}">
                <a16:creationId xmlns:a16="http://schemas.microsoft.com/office/drawing/2014/main" id="{32669D97-5A8E-4A0B-A47A-FBB0076C2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19600"/>
            <a:ext cx="29543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 5      6      2      7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58373" name="Right Brace 3">
            <a:extLst>
              <a:ext uri="{FF2B5EF4-FFF2-40B4-BE49-F238E27FC236}">
                <a16:creationId xmlns:a16="http://schemas.microsoft.com/office/drawing/2014/main" id="{7798AD24-9362-480E-A1EF-D81619350BF1}"/>
              </a:ext>
            </a:extLst>
          </p:cNvPr>
          <p:cNvSpPr>
            <a:spLocks/>
          </p:cNvSpPr>
          <p:nvPr/>
        </p:nvSpPr>
        <p:spPr bwMode="auto">
          <a:xfrm rot="5400000">
            <a:off x="3048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4" name="Right Brace 7">
            <a:extLst>
              <a:ext uri="{FF2B5EF4-FFF2-40B4-BE49-F238E27FC236}">
                <a16:creationId xmlns:a16="http://schemas.microsoft.com/office/drawing/2014/main" id="{B6CCCF2A-F183-4D90-8E35-E31A8C754C93}"/>
              </a:ext>
            </a:extLst>
          </p:cNvPr>
          <p:cNvSpPr>
            <a:spLocks/>
          </p:cNvSpPr>
          <p:nvPr/>
        </p:nvSpPr>
        <p:spPr bwMode="auto">
          <a:xfrm rot="5400000">
            <a:off x="38862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5" name="Right Brace 8">
            <a:extLst>
              <a:ext uri="{FF2B5EF4-FFF2-40B4-BE49-F238E27FC236}">
                <a16:creationId xmlns:a16="http://schemas.microsoft.com/office/drawing/2014/main" id="{B92465BE-7C29-44A9-A774-3BC1E4E469A2}"/>
              </a:ext>
            </a:extLst>
          </p:cNvPr>
          <p:cNvSpPr>
            <a:spLocks/>
          </p:cNvSpPr>
          <p:nvPr/>
        </p:nvSpPr>
        <p:spPr bwMode="auto">
          <a:xfrm rot="5400000">
            <a:off x="4724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6" name="Right Brace 9">
            <a:extLst>
              <a:ext uri="{FF2B5EF4-FFF2-40B4-BE49-F238E27FC236}">
                <a16:creationId xmlns:a16="http://schemas.microsoft.com/office/drawing/2014/main" id="{1F281C80-A569-46ED-B60F-4CA0AE7C9893}"/>
              </a:ext>
            </a:extLst>
          </p:cNvPr>
          <p:cNvSpPr>
            <a:spLocks/>
          </p:cNvSpPr>
          <p:nvPr/>
        </p:nvSpPr>
        <p:spPr bwMode="auto">
          <a:xfrm rot="5400000">
            <a:off x="55626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7" name="TextBox 10">
            <a:extLst>
              <a:ext uri="{FF2B5EF4-FFF2-40B4-BE49-F238E27FC236}">
                <a16:creationId xmlns:a16="http://schemas.microsoft.com/office/drawing/2014/main" id="{08E99878-00E8-4A05-BC87-C813E4E72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91200"/>
            <a:ext cx="5410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Thus,  101110010111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2   </a:t>
            </a:r>
            <a:r>
              <a:rPr lang="en-US" altLang="en-US" sz="3200" b="0" dirty="0">
                <a:latin typeface="Times" panose="02020603050405020304" pitchFamily="18" charset="0"/>
              </a:rPr>
              <a:t>=  5627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8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D5ABC51C-B9C0-454D-80E7-CB513A10B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Binary to Octal Conversion</a:t>
            </a:r>
          </a:p>
        </p:txBody>
      </p:sp>
      <p:sp>
        <p:nvSpPr>
          <p:cNvPr id="58370" name="TextBox 2">
            <a:extLst>
              <a:ext uri="{FF2B5EF4-FFF2-40B4-BE49-F238E27FC236}">
                <a16:creationId xmlns:a16="http://schemas.microsoft.com/office/drawing/2014/main" id="{8BF40F68-DB04-48CE-B3CC-88D6E949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669" y="1371600"/>
            <a:ext cx="38273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dirty="0">
                <a:latin typeface="Times" panose="02020603050405020304" pitchFamily="18" charset="0"/>
              </a:rPr>
              <a:t>101110010111</a:t>
            </a:r>
            <a:r>
              <a:rPr lang="en-US" altLang="en-US" sz="3200" baseline="-25000" dirty="0">
                <a:latin typeface="Times" panose="02020603050405020304" pitchFamily="18" charset="0"/>
              </a:rPr>
              <a:t>2 </a:t>
            </a:r>
            <a:r>
              <a:rPr lang="en-US" altLang="en-US" sz="3200" dirty="0">
                <a:latin typeface="Times" panose="02020603050405020304" pitchFamily="18" charset="0"/>
              </a:rPr>
              <a:t> = ?</a:t>
            </a:r>
            <a:r>
              <a:rPr lang="en-US" altLang="en-US" sz="3200" baseline="-25000" dirty="0">
                <a:latin typeface="Times" panose="02020603050405020304" pitchFamily="18" charset="0"/>
              </a:rPr>
              <a:t>8</a:t>
            </a:r>
            <a:r>
              <a:rPr lang="en-US" altLang="en-US" sz="3200" dirty="0">
                <a:latin typeface="Times" panose="02020603050405020304" pitchFamily="18" charset="0"/>
              </a:rPr>
              <a:t> </a:t>
            </a:r>
            <a:endParaRPr lang="en-US" altLang="en-US" sz="3200" baseline="-25000" dirty="0">
              <a:latin typeface="Times" panose="02020603050405020304" pitchFamily="18" charset="0"/>
            </a:endParaRPr>
          </a:p>
        </p:txBody>
      </p:sp>
      <p:sp>
        <p:nvSpPr>
          <p:cNvPr id="58371" name="TextBox 4">
            <a:extLst>
              <a:ext uri="{FF2B5EF4-FFF2-40B4-BE49-F238E27FC236}">
                <a16:creationId xmlns:a16="http://schemas.microsoft.com/office/drawing/2014/main" id="{2ADBC03A-45C0-4433-9221-589DA069B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894607"/>
            <a:ext cx="37875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b="0" dirty="0">
                <a:latin typeface="Times" panose="02020603050405020304" pitchFamily="18" charset="0"/>
              </a:rPr>
              <a:t>  101  110  010  111</a:t>
            </a:r>
          </a:p>
        </p:txBody>
      </p:sp>
      <p:sp>
        <p:nvSpPr>
          <p:cNvPr id="58372" name="TextBox 5">
            <a:extLst>
              <a:ext uri="{FF2B5EF4-FFF2-40B4-BE49-F238E27FC236}">
                <a16:creationId xmlns:a16="http://schemas.microsoft.com/office/drawing/2014/main" id="{32669D97-5A8E-4A0B-A47A-FBB0076C2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3949700"/>
            <a:ext cx="403613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 1       5      6      2      7</a:t>
            </a:r>
            <a:endParaRPr lang="en-US" altLang="en-US" sz="3200" b="0" baseline="-25000" dirty="0">
              <a:latin typeface="Times" panose="02020603050405020304" pitchFamily="18" charset="0"/>
            </a:endParaRPr>
          </a:p>
        </p:txBody>
      </p:sp>
      <p:sp>
        <p:nvSpPr>
          <p:cNvPr id="58373" name="Right Brace 3">
            <a:extLst>
              <a:ext uri="{FF2B5EF4-FFF2-40B4-BE49-F238E27FC236}">
                <a16:creationId xmlns:a16="http://schemas.microsoft.com/office/drawing/2014/main" id="{7798AD24-9362-480E-A1EF-D81619350BF1}"/>
              </a:ext>
            </a:extLst>
          </p:cNvPr>
          <p:cNvSpPr>
            <a:spLocks/>
          </p:cNvSpPr>
          <p:nvPr/>
        </p:nvSpPr>
        <p:spPr bwMode="auto">
          <a:xfrm rot="5400000">
            <a:off x="3048000" y="32639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4" name="Right Brace 7">
            <a:extLst>
              <a:ext uri="{FF2B5EF4-FFF2-40B4-BE49-F238E27FC236}">
                <a16:creationId xmlns:a16="http://schemas.microsoft.com/office/drawing/2014/main" id="{B6CCCF2A-F183-4D90-8E35-E31A8C754C93}"/>
              </a:ext>
            </a:extLst>
          </p:cNvPr>
          <p:cNvSpPr>
            <a:spLocks/>
          </p:cNvSpPr>
          <p:nvPr/>
        </p:nvSpPr>
        <p:spPr bwMode="auto">
          <a:xfrm rot="5400000">
            <a:off x="3886200" y="32639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5" name="Right Brace 8">
            <a:extLst>
              <a:ext uri="{FF2B5EF4-FFF2-40B4-BE49-F238E27FC236}">
                <a16:creationId xmlns:a16="http://schemas.microsoft.com/office/drawing/2014/main" id="{B92465BE-7C29-44A9-A774-3BC1E4E469A2}"/>
              </a:ext>
            </a:extLst>
          </p:cNvPr>
          <p:cNvSpPr>
            <a:spLocks/>
          </p:cNvSpPr>
          <p:nvPr/>
        </p:nvSpPr>
        <p:spPr bwMode="auto">
          <a:xfrm rot="5400000">
            <a:off x="4724400" y="32639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6" name="Right Brace 9">
            <a:extLst>
              <a:ext uri="{FF2B5EF4-FFF2-40B4-BE49-F238E27FC236}">
                <a16:creationId xmlns:a16="http://schemas.microsoft.com/office/drawing/2014/main" id="{1F281C80-A569-46ED-B60F-4CA0AE7C9893}"/>
              </a:ext>
            </a:extLst>
          </p:cNvPr>
          <p:cNvSpPr>
            <a:spLocks/>
          </p:cNvSpPr>
          <p:nvPr/>
        </p:nvSpPr>
        <p:spPr bwMode="auto">
          <a:xfrm rot="5400000">
            <a:off x="5562600" y="32639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8377" name="TextBox 10">
            <a:extLst>
              <a:ext uri="{FF2B5EF4-FFF2-40B4-BE49-F238E27FC236}">
                <a16:creationId xmlns:a16="http://schemas.microsoft.com/office/drawing/2014/main" id="{08E99878-00E8-4A05-BC87-C813E4E72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21300"/>
            <a:ext cx="5943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Thus,  </a:t>
            </a:r>
            <a:r>
              <a:rPr lang="en-US" altLang="en-US" sz="3200" b="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b="0" dirty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2   </a:t>
            </a:r>
            <a:r>
              <a:rPr lang="en-US" altLang="en-US" sz="3200" b="0" dirty="0">
                <a:latin typeface="Times" panose="02020603050405020304" pitchFamily="18" charset="0"/>
              </a:rPr>
              <a:t>=  15627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8</a:t>
            </a:r>
          </a:p>
        </p:txBody>
      </p:sp>
      <p:sp>
        <p:nvSpPr>
          <p:cNvPr id="12" name="Right Brace 3">
            <a:extLst>
              <a:ext uri="{FF2B5EF4-FFF2-40B4-BE49-F238E27FC236}">
                <a16:creationId xmlns:a16="http://schemas.microsoft.com/office/drawing/2014/main" id="{765A9879-837E-4CC2-BCED-F981BCFEFAF1}"/>
              </a:ext>
            </a:extLst>
          </p:cNvPr>
          <p:cNvSpPr>
            <a:spLocks/>
          </p:cNvSpPr>
          <p:nvPr/>
        </p:nvSpPr>
        <p:spPr bwMode="auto">
          <a:xfrm rot="5400000">
            <a:off x="2247900" y="3295937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E59942-017A-4FFE-B33F-7D08AB51F36B}"/>
                  </a:ext>
                </a:extLst>
              </p14:cNvPr>
              <p14:cNvContentPartPr/>
              <p14:nvPr/>
            </p14:nvContentPartPr>
            <p14:xfrm>
              <a:off x="1737720" y="3149280"/>
              <a:ext cx="6060240" cy="310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E59942-017A-4FFE-B33F-7D08AB51F3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8360" y="3139920"/>
                <a:ext cx="6078960" cy="312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206872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852CCBD3-C297-4F23-AB81-95A1BF945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16 Hexadecimal Digits </a:t>
            </a:r>
          </a:p>
        </p:txBody>
      </p:sp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EFF06F4C-04BD-4B1F-9271-E6E0D9F387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2362200"/>
            <a:ext cx="8534400" cy="990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dirty="0"/>
              <a:t>0,   1,   2,   3,   4,   5,   6,   7,   8,   9,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8C47CF-72A6-4D78-8A2B-DE4A5C28C343}"/>
              </a:ext>
            </a:extLst>
          </p:cNvPr>
          <p:cNvSpPr/>
          <p:nvPr/>
        </p:nvSpPr>
        <p:spPr>
          <a:xfrm>
            <a:off x="5562600" y="2362200"/>
            <a:ext cx="29899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A,   B,   C,   D,   E,   F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build="p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AD72F147-1B96-460D-808E-3FBB2C102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16 Hexadecimal Digits 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2A89F1AC-4EAB-4C68-9664-C614E3CBC9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2362200"/>
            <a:ext cx="8534400" cy="990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/>
              <a:t>0,   1,   2,   3,   4,   5,   6,   7,   8,   9,   A,   B,   C,   D,   E,   F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745FEDF3-C6B5-4EEB-B0C6-B2D175208E2B}"/>
              </a:ext>
            </a:extLst>
          </p:cNvPr>
          <p:cNvSpPr txBox="1">
            <a:spLocks/>
          </p:cNvSpPr>
          <p:nvPr/>
        </p:nvSpPr>
        <p:spPr bwMode="auto">
          <a:xfrm>
            <a:off x="5334000" y="3962400"/>
            <a:ext cx="3505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/>
              <a:t>10,  11,  12, 13,  14, 15</a:t>
            </a:r>
          </a:p>
        </p:txBody>
      </p:sp>
      <p:cxnSp>
        <p:nvCxnSpPr>
          <p:cNvPr id="61444" name="Straight Arrow Connector 5">
            <a:extLst>
              <a:ext uri="{FF2B5EF4-FFF2-40B4-BE49-F238E27FC236}">
                <a16:creationId xmlns:a16="http://schemas.microsoft.com/office/drawing/2014/main" id="{4ECE824B-3CB3-4E48-80E1-7F8C4125A5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38800" y="2895600"/>
            <a:ext cx="0" cy="1066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45" name="Straight Arrow Connector 7">
            <a:extLst>
              <a:ext uri="{FF2B5EF4-FFF2-40B4-BE49-F238E27FC236}">
                <a16:creationId xmlns:a16="http://schemas.microsoft.com/office/drawing/2014/main" id="{5287DCC7-67A3-4A6E-ACE5-4CA1ED93C6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48400" y="2895600"/>
            <a:ext cx="0" cy="1066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46" name="Straight Arrow Connector 8">
            <a:extLst>
              <a:ext uri="{FF2B5EF4-FFF2-40B4-BE49-F238E27FC236}">
                <a16:creationId xmlns:a16="http://schemas.microsoft.com/office/drawing/2014/main" id="{593D0F6D-F158-4631-9C83-DF48EC31D3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1800" y="2895600"/>
            <a:ext cx="0" cy="1066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47" name="Straight Arrow Connector 9">
            <a:extLst>
              <a:ext uri="{FF2B5EF4-FFF2-40B4-BE49-F238E27FC236}">
                <a16:creationId xmlns:a16="http://schemas.microsoft.com/office/drawing/2014/main" id="{A218B6A6-9F29-4D6E-9174-543AC0988C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15200" y="2895600"/>
            <a:ext cx="0" cy="1066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48" name="Straight Arrow Connector 10">
            <a:extLst>
              <a:ext uri="{FF2B5EF4-FFF2-40B4-BE49-F238E27FC236}">
                <a16:creationId xmlns:a16="http://schemas.microsoft.com/office/drawing/2014/main" id="{648E601B-A6F0-4656-AAEC-5A4CDC837A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48600" y="2895600"/>
            <a:ext cx="0" cy="1066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49" name="Straight Arrow Connector 11">
            <a:extLst>
              <a:ext uri="{FF2B5EF4-FFF2-40B4-BE49-F238E27FC236}">
                <a16:creationId xmlns:a16="http://schemas.microsoft.com/office/drawing/2014/main" id="{CE8F5D09-A0B1-4A83-BBFD-23CEDAB7FCE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82000" y="2895600"/>
            <a:ext cx="0" cy="1066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5BCF6C-7959-4F9D-A072-3766AD79C913}"/>
                  </a:ext>
                </a:extLst>
              </p14:cNvPr>
              <p14:cNvContentPartPr/>
              <p14:nvPr/>
            </p14:nvContentPartPr>
            <p14:xfrm>
              <a:off x="5478840" y="4392360"/>
              <a:ext cx="3620160" cy="59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5BCF6C-7959-4F9D-A072-3766AD79C9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9480" y="4383000"/>
                <a:ext cx="3638880" cy="7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F47CD546-D3F0-4CAB-A41F-9C1FE2C5D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Hexadecimal System (Base 16)</a:t>
            </a:r>
          </a:p>
        </p:txBody>
      </p:sp>
      <p:pic>
        <p:nvPicPr>
          <p:cNvPr id="59394" name="Picture 3">
            <a:extLst>
              <a:ext uri="{FF2B5EF4-FFF2-40B4-BE49-F238E27FC236}">
                <a16:creationId xmlns:a16="http://schemas.microsoft.com/office/drawing/2014/main" id="{02DE1305-F236-419A-9351-700564D9C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6299200" cy="415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910114-CF84-4E84-B52D-1DA0DD832ECE}"/>
                  </a:ext>
                </a:extLst>
              </p14:cNvPr>
              <p14:cNvContentPartPr/>
              <p14:nvPr/>
            </p14:nvContentPartPr>
            <p14:xfrm>
              <a:off x="4821840" y="704880"/>
              <a:ext cx="2197080" cy="4330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910114-CF84-4E84-B52D-1DA0DD832E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2480" y="695520"/>
                <a:ext cx="2215800" cy="434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E38FFB5F-F5D2-4706-B7C0-D6B4F9717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Hexadecimal to Decimal Conversion</a:t>
            </a:r>
          </a:p>
        </p:txBody>
      </p:sp>
      <p:pic>
        <p:nvPicPr>
          <p:cNvPr id="62466" name="Picture 3">
            <a:extLst>
              <a:ext uri="{FF2B5EF4-FFF2-40B4-BE49-F238E27FC236}">
                <a16:creationId xmlns:a16="http://schemas.microsoft.com/office/drawing/2014/main" id="{7FFC1BB0-F06F-441E-B14D-38453B0BA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4958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7" name="Picture 4">
            <a:extLst>
              <a:ext uri="{FF2B5EF4-FFF2-40B4-BE49-F238E27FC236}">
                <a16:creationId xmlns:a16="http://schemas.microsoft.com/office/drawing/2014/main" id="{16E5A26A-6AB6-4093-AB68-64591FF25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200400"/>
            <a:ext cx="30099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5">
            <a:extLst>
              <a:ext uri="{FF2B5EF4-FFF2-40B4-BE49-F238E27FC236}">
                <a16:creationId xmlns:a16="http://schemas.microsoft.com/office/drawing/2014/main" id="{ABE29560-D212-4163-B541-615F58C20A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267200"/>
            <a:ext cx="17526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6">
            <a:extLst>
              <a:ext uri="{FF2B5EF4-FFF2-40B4-BE49-F238E27FC236}">
                <a16:creationId xmlns:a16="http://schemas.microsoft.com/office/drawing/2014/main" id="{0D96F6D6-02C9-40F2-95BE-273FF613C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219700"/>
            <a:ext cx="13335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5F5463-E3A1-4C8A-9246-FA5C8C630A3E}"/>
                  </a:ext>
                </a:extLst>
              </p14:cNvPr>
              <p14:cNvContentPartPr/>
              <p14:nvPr/>
            </p14:nvContentPartPr>
            <p14:xfrm>
              <a:off x="2299320" y="1067040"/>
              <a:ext cx="6799680" cy="334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5F5463-E3A1-4C8A-9246-FA5C8C630A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9960" y="1057680"/>
                <a:ext cx="6818400" cy="336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A19EDE76-12AE-4317-8F00-26A2DBFAF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Hexadecimal to Decimal Conversion</a:t>
            </a:r>
          </a:p>
        </p:txBody>
      </p:sp>
      <p:pic>
        <p:nvPicPr>
          <p:cNvPr id="63490" name="Picture 3">
            <a:extLst>
              <a:ext uri="{FF2B5EF4-FFF2-40B4-BE49-F238E27FC236}">
                <a16:creationId xmlns:a16="http://schemas.microsoft.com/office/drawing/2014/main" id="{B8746F67-776C-44D9-803E-7966CE8CC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00" y="3009900"/>
            <a:ext cx="27559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06076E-7C8F-430A-BE0E-A10AF2EADE45}"/>
                  </a:ext>
                </a:extLst>
              </p14:cNvPr>
              <p14:cNvContentPartPr/>
              <p14:nvPr/>
            </p14:nvContentPartPr>
            <p14:xfrm>
              <a:off x="2824560" y="1045080"/>
              <a:ext cx="6069600" cy="288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06076E-7C8F-430A-BE0E-A10AF2EADE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5200" y="1035720"/>
                <a:ext cx="6088320" cy="290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77AE0AF1-749B-406B-BB7C-A07935CAC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Hexadecimal to Decimal Conversion</a:t>
            </a:r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4A019410-FBCC-464C-AD59-E45E1DCD7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54300"/>
            <a:ext cx="9144000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5" name="Picture 4">
            <a:extLst>
              <a:ext uri="{FF2B5EF4-FFF2-40B4-BE49-F238E27FC236}">
                <a16:creationId xmlns:a16="http://schemas.microsoft.com/office/drawing/2014/main" id="{2324C235-7B5D-4CE3-931B-E03F2E2BC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419600"/>
            <a:ext cx="482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44073947-66CA-4EF7-B305-0C1345868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43400"/>
            <a:ext cx="13462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3CEED0F4-CBD6-446F-A84C-9D445EB23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685800"/>
          </a:xfrm>
        </p:spPr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F5B32-C926-45ED-B5A0-3C15CB036EDC}"/>
              </a:ext>
            </a:extLst>
          </p:cNvPr>
          <p:cNvSpPr txBox="1"/>
          <p:nvPr/>
        </p:nvSpPr>
        <p:spPr>
          <a:xfrm flipH="1">
            <a:off x="76200" y="1219200"/>
            <a:ext cx="89916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How many bits do you need to represents a Hexadecimal number?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778BF6-0885-4C47-A689-95E6EDE551DD}"/>
                  </a:ext>
                </a:extLst>
              </p14:cNvPr>
              <p14:cNvContentPartPr/>
              <p14:nvPr/>
            </p14:nvContentPartPr>
            <p14:xfrm>
              <a:off x="5384520" y="2115720"/>
              <a:ext cx="1142640" cy="105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778BF6-0885-4C47-A689-95E6EDE551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5160" y="2106360"/>
                <a:ext cx="1161360" cy="107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3CEED0F4-CBD6-446F-A84C-9D445EB23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685800"/>
          </a:xfrm>
        </p:spPr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pic>
        <p:nvPicPr>
          <p:cNvPr id="65538" name="Picture 3">
            <a:extLst>
              <a:ext uri="{FF2B5EF4-FFF2-40B4-BE49-F238E27FC236}">
                <a16:creationId xmlns:a16="http://schemas.microsoft.com/office/drawing/2014/main" id="{04DA72AB-00FC-4695-A555-0A5CBFE8A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066800"/>
            <a:ext cx="2768600" cy="554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806441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B3EEAC98-C610-46CA-AE3F-91C9DF871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" y="34925"/>
            <a:ext cx="8915400" cy="685800"/>
          </a:xfrm>
        </p:spPr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pic>
        <p:nvPicPr>
          <p:cNvPr id="66562" name="Picture 4">
            <a:extLst>
              <a:ext uri="{FF2B5EF4-FFF2-40B4-BE49-F238E27FC236}">
                <a16:creationId xmlns:a16="http://schemas.microsoft.com/office/drawing/2014/main" id="{B2141A02-28EA-47BA-9387-7917D9DD0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838200"/>
            <a:ext cx="3297238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F91D95-4628-4A76-9F3F-A184FC8C50ED}"/>
                  </a:ext>
                </a:extLst>
              </p14:cNvPr>
              <p14:cNvContentPartPr/>
              <p14:nvPr/>
            </p14:nvContentPartPr>
            <p14:xfrm>
              <a:off x="7242480" y="1666800"/>
              <a:ext cx="886680" cy="45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F91D95-4628-4A76-9F3F-A184FC8C50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3120" y="1657440"/>
                <a:ext cx="905400" cy="47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3D60D180-60F5-444C-B533-A4874915F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67586" name="TextBox 2">
            <a:extLst>
              <a:ext uri="{FF2B5EF4-FFF2-40B4-BE49-F238E27FC236}">
                <a16:creationId xmlns:a16="http://schemas.microsoft.com/office/drawing/2014/main" id="{D6CFF734-2FFE-4460-AF4F-5EDD91AFA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821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16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96A7A3-0473-467D-863F-B2F495F0717E}"/>
                  </a:ext>
                </a:extLst>
              </p14:cNvPr>
              <p14:cNvContentPartPr/>
              <p14:nvPr/>
            </p14:nvContentPartPr>
            <p14:xfrm>
              <a:off x="3162960" y="2181240"/>
              <a:ext cx="2237040" cy="16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96A7A3-0473-467D-863F-B2F495F071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00" y="2171880"/>
                <a:ext cx="2255760" cy="18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0A340166-BF63-495F-8445-35FA91B05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68610" name="TextBox 2">
            <a:extLst>
              <a:ext uri="{FF2B5EF4-FFF2-40B4-BE49-F238E27FC236}">
                <a16:creationId xmlns:a16="http://schemas.microsoft.com/office/drawing/2014/main" id="{5D90D83A-6787-4071-9AF7-C7504810D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821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16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68611" name="TextBox 4">
            <a:extLst>
              <a:ext uri="{FF2B5EF4-FFF2-40B4-BE49-F238E27FC236}">
                <a16:creationId xmlns:a16="http://schemas.microsoft.com/office/drawing/2014/main" id="{028F290E-1BFA-43ED-9157-02DC11097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352800"/>
            <a:ext cx="3011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1011  1001  0111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6AAAF6-A26B-4D7F-A5DD-E241F5CACF8E}"/>
                  </a:ext>
                </a:extLst>
              </p14:cNvPr>
              <p14:cNvContentPartPr/>
              <p14:nvPr/>
            </p14:nvContentPartPr>
            <p14:xfrm>
              <a:off x="4533480" y="33462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6AAAF6-A26B-4D7F-A5DD-E241F5CACF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4120" y="333684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319627-BCFC-4E33-AC1A-943CCCD134F6}"/>
                  </a:ext>
                </a:extLst>
              </p14:cNvPr>
              <p14:cNvContentPartPr/>
              <p14:nvPr/>
            </p14:nvContentPartPr>
            <p14:xfrm>
              <a:off x="3420360" y="941040"/>
              <a:ext cx="5311080" cy="4730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319627-BCFC-4E33-AC1A-943CCCD134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1000" y="931680"/>
                <a:ext cx="5329800" cy="47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947550B4-58AB-46ED-AB82-B7D417AE1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69634" name="TextBox 2">
            <a:extLst>
              <a:ext uri="{FF2B5EF4-FFF2-40B4-BE49-F238E27FC236}">
                <a16:creationId xmlns:a16="http://schemas.microsoft.com/office/drawing/2014/main" id="{EE6D6E09-B6C4-4ADD-A05E-29812ED7B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821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16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69635" name="TextBox 4">
            <a:extLst>
              <a:ext uri="{FF2B5EF4-FFF2-40B4-BE49-F238E27FC236}">
                <a16:creationId xmlns:a16="http://schemas.microsoft.com/office/drawing/2014/main" id="{F55BF7CB-BE58-4658-923C-39F3DC9CA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352800"/>
            <a:ext cx="3011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1011  1001  0111</a:t>
            </a:r>
          </a:p>
        </p:txBody>
      </p:sp>
      <p:sp>
        <p:nvSpPr>
          <p:cNvPr id="69637" name="Right Brace 7">
            <a:extLst>
              <a:ext uri="{FF2B5EF4-FFF2-40B4-BE49-F238E27FC236}">
                <a16:creationId xmlns:a16="http://schemas.microsoft.com/office/drawing/2014/main" id="{A72C5A31-9BDC-4F10-A356-B3C47E67E8E9}"/>
              </a:ext>
            </a:extLst>
          </p:cNvPr>
          <p:cNvSpPr>
            <a:spLocks/>
          </p:cNvSpPr>
          <p:nvPr/>
        </p:nvSpPr>
        <p:spPr bwMode="auto">
          <a:xfrm rot="5400000">
            <a:off x="33528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638" name="Right Brace 8">
            <a:extLst>
              <a:ext uri="{FF2B5EF4-FFF2-40B4-BE49-F238E27FC236}">
                <a16:creationId xmlns:a16="http://schemas.microsoft.com/office/drawing/2014/main" id="{02C710B0-7F66-4DB3-961F-81AEAD0A3A02}"/>
              </a:ext>
            </a:extLst>
          </p:cNvPr>
          <p:cNvSpPr>
            <a:spLocks/>
          </p:cNvSpPr>
          <p:nvPr/>
        </p:nvSpPr>
        <p:spPr bwMode="auto">
          <a:xfrm rot="5400000">
            <a:off x="4343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639" name="Right Brace 9">
            <a:extLst>
              <a:ext uri="{FF2B5EF4-FFF2-40B4-BE49-F238E27FC236}">
                <a16:creationId xmlns:a16="http://schemas.microsoft.com/office/drawing/2014/main" id="{6001BC90-130B-486A-939E-5C789687216C}"/>
              </a:ext>
            </a:extLst>
          </p:cNvPr>
          <p:cNvSpPr>
            <a:spLocks/>
          </p:cNvSpPr>
          <p:nvPr/>
        </p:nvSpPr>
        <p:spPr bwMode="auto">
          <a:xfrm rot="5400000">
            <a:off x="5334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947550B4-58AB-46ED-AB82-B7D417AE1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69634" name="TextBox 2">
            <a:extLst>
              <a:ext uri="{FF2B5EF4-FFF2-40B4-BE49-F238E27FC236}">
                <a16:creationId xmlns:a16="http://schemas.microsoft.com/office/drawing/2014/main" id="{EE6D6E09-B6C4-4ADD-A05E-29812ED7B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821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16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69635" name="TextBox 4">
            <a:extLst>
              <a:ext uri="{FF2B5EF4-FFF2-40B4-BE49-F238E27FC236}">
                <a16:creationId xmlns:a16="http://schemas.microsoft.com/office/drawing/2014/main" id="{F55BF7CB-BE58-4658-923C-39F3DC9CA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352800"/>
            <a:ext cx="3011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1011  1001  0111</a:t>
            </a:r>
          </a:p>
        </p:txBody>
      </p:sp>
      <p:sp>
        <p:nvSpPr>
          <p:cNvPr id="69636" name="TextBox 5">
            <a:extLst>
              <a:ext uri="{FF2B5EF4-FFF2-40B4-BE49-F238E27FC236}">
                <a16:creationId xmlns:a16="http://schemas.microsoft.com/office/drawing/2014/main" id="{D486A19A-D4BA-4568-8D2F-7049FE1C2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00" y="4495800"/>
            <a:ext cx="279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B        9       7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69637" name="Right Brace 7">
            <a:extLst>
              <a:ext uri="{FF2B5EF4-FFF2-40B4-BE49-F238E27FC236}">
                <a16:creationId xmlns:a16="http://schemas.microsoft.com/office/drawing/2014/main" id="{A72C5A31-9BDC-4F10-A356-B3C47E67E8E9}"/>
              </a:ext>
            </a:extLst>
          </p:cNvPr>
          <p:cNvSpPr>
            <a:spLocks/>
          </p:cNvSpPr>
          <p:nvPr/>
        </p:nvSpPr>
        <p:spPr bwMode="auto">
          <a:xfrm rot="5400000">
            <a:off x="33528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638" name="Right Brace 8">
            <a:extLst>
              <a:ext uri="{FF2B5EF4-FFF2-40B4-BE49-F238E27FC236}">
                <a16:creationId xmlns:a16="http://schemas.microsoft.com/office/drawing/2014/main" id="{02C710B0-7F66-4DB3-961F-81AEAD0A3A02}"/>
              </a:ext>
            </a:extLst>
          </p:cNvPr>
          <p:cNvSpPr>
            <a:spLocks/>
          </p:cNvSpPr>
          <p:nvPr/>
        </p:nvSpPr>
        <p:spPr bwMode="auto">
          <a:xfrm rot="5400000">
            <a:off x="4343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639" name="Right Brace 9">
            <a:extLst>
              <a:ext uri="{FF2B5EF4-FFF2-40B4-BE49-F238E27FC236}">
                <a16:creationId xmlns:a16="http://schemas.microsoft.com/office/drawing/2014/main" id="{6001BC90-130B-486A-939E-5C789687216C}"/>
              </a:ext>
            </a:extLst>
          </p:cNvPr>
          <p:cNvSpPr>
            <a:spLocks/>
          </p:cNvSpPr>
          <p:nvPr/>
        </p:nvSpPr>
        <p:spPr bwMode="auto">
          <a:xfrm rot="5400000">
            <a:off x="5334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95295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D63AAADC-4571-4259-92BB-99614DFAC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70658" name="TextBox 2">
            <a:extLst>
              <a:ext uri="{FF2B5EF4-FFF2-40B4-BE49-F238E27FC236}">
                <a16:creationId xmlns:a16="http://schemas.microsoft.com/office/drawing/2014/main" id="{9E23A941-5A9F-4F4A-BE6F-6B5CB4735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821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>
                <a:latin typeface="Times" panose="02020603050405020304" pitchFamily="18" charset="0"/>
              </a:rPr>
              <a:t>2 </a:t>
            </a:r>
            <a:r>
              <a:rPr lang="en-US" altLang="en-US" sz="3200" b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>
                <a:latin typeface="Times" panose="02020603050405020304" pitchFamily="18" charset="0"/>
              </a:rPr>
              <a:t>16</a:t>
            </a:r>
            <a:r>
              <a:rPr lang="en-US" altLang="en-US" sz="3200" b="0">
                <a:latin typeface="Times" panose="02020603050405020304" pitchFamily="18" charset="0"/>
              </a:rPr>
              <a:t> 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70659" name="TextBox 4">
            <a:extLst>
              <a:ext uri="{FF2B5EF4-FFF2-40B4-BE49-F238E27FC236}">
                <a16:creationId xmlns:a16="http://schemas.microsoft.com/office/drawing/2014/main" id="{42E1001E-0DFE-48A2-AEE8-354089BE5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352800"/>
            <a:ext cx="3011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1011  1001  0111</a:t>
            </a:r>
          </a:p>
        </p:txBody>
      </p:sp>
      <p:sp>
        <p:nvSpPr>
          <p:cNvPr id="70660" name="TextBox 5">
            <a:extLst>
              <a:ext uri="{FF2B5EF4-FFF2-40B4-BE49-F238E27FC236}">
                <a16:creationId xmlns:a16="http://schemas.microsoft.com/office/drawing/2014/main" id="{BCF7598E-93AC-45CB-B2D3-B8B3281AF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00" y="4495800"/>
            <a:ext cx="279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>
                <a:latin typeface="Times" panose="02020603050405020304" pitchFamily="18" charset="0"/>
              </a:rPr>
              <a:t>B        9       7</a:t>
            </a:r>
            <a:endParaRPr lang="en-US" altLang="en-US" sz="3200" b="0" baseline="-25000">
              <a:latin typeface="Times" panose="02020603050405020304" pitchFamily="18" charset="0"/>
            </a:endParaRPr>
          </a:p>
        </p:txBody>
      </p:sp>
      <p:sp>
        <p:nvSpPr>
          <p:cNvPr id="70661" name="Right Brace 7">
            <a:extLst>
              <a:ext uri="{FF2B5EF4-FFF2-40B4-BE49-F238E27FC236}">
                <a16:creationId xmlns:a16="http://schemas.microsoft.com/office/drawing/2014/main" id="{96AE319C-0BD5-4B20-89A3-DE58B7B678BA}"/>
              </a:ext>
            </a:extLst>
          </p:cNvPr>
          <p:cNvSpPr>
            <a:spLocks/>
          </p:cNvSpPr>
          <p:nvPr/>
        </p:nvSpPr>
        <p:spPr bwMode="auto">
          <a:xfrm rot="5400000">
            <a:off x="33528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0662" name="Right Brace 8">
            <a:extLst>
              <a:ext uri="{FF2B5EF4-FFF2-40B4-BE49-F238E27FC236}">
                <a16:creationId xmlns:a16="http://schemas.microsoft.com/office/drawing/2014/main" id="{7F1F60B0-EFAE-4098-A7AC-34F3DD2CABBA}"/>
              </a:ext>
            </a:extLst>
          </p:cNvPr>
          <p:cNvSpPr>
            <a:spLocks/>
          </p:cNvSpPr>
          <p:nvPr/>
        </p:nvSpPr>
        <p:spPr bwMode="auto">
          <a:xfrm rot="5400000">
            <a:off x="4343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0663" name="Right Brace 9">
            <a:extLst>
              <a:ext uri="{FF2B5EF4-FFF2-40B4-BE49-F238E27FC236}">
                <a16:creationId xmlns:a16="http://schemas.microsoft.com/office/drawing/2014/main" id="{3C005270-D4F3-43C5-980C-CA9B9340ECFE}"/>
              </a:ext>
            </a:extLst>
          </p:cNvPr>
          <p:cNvSpPr>
            <a:spLocks/>
          </p:cNvSpPr>
          <p:nvPr/>
        </p:nvSpPr>
        <p:spPr bwMode="auto">
          <a:xfrm rot="5400000">
            <a:off x="5334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0664" name="TextBox 10">
            <a:extLst>
              <a:ext uri="{FF2B5EF4-FFF2-40B4-BE49-F238E27FC236}">
                <a16:creationId xmlns:a16="http://schemas.microsoft.com/office/drawing/2014/main" id="{EDD7AFFE-72FE-4830-AFEB-9100448AE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16600"/>
            <a:ext cx="5410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Thus,  101110010111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2   </a:t>
            </a:r>
            <a:r>
              <a:rPr lang="en-US" altLang="en-US" sz="3200" b="0" dirty="0">
                <a:latin typeface="Times" panose="02020603050405020304" pitchFamily="18" charset="0"/>
              </a:rPr>
              <a:t>=  B97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16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492C9B-8252-4864-8704-09A0448B344B}"/>
                  </a:ext>
                </a:extLst>
              </p14:cNvPr>
              <p14:cNvContentPartPr/>
              <p14:nvPr/>
            </p14:nvContentPartPr>
            <p14:xfrm>
              <a:off x="3469680" y="4170240"/>
              <a:ext cx="2018160" cy="502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492C9B-8252-4864-8704-09A0448B34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0320" y="4160880"/>
                <a:ext cx="2036880" cy="52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D63AAADC-4571-4259-92BB-99614DFAC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to Hexadecimal Conversion</a:t>
            </a:r>
          </a:p>
        </p:txBody>
      </p:sp>
      <p:sp>
        <p:nvSpPr>
          <p:cNvPr id="70658" name="TextBox 2">
            <a:extLst>
              <a:ext uri="{FF2B5EF4-FFF2-40B4-BE49-F238E27FC236}">
                <a16:creationId xmlns:a16="http://schemas.microsoft.com/office/drawing/2014/main" id="{9E23A941-5A9F-4F4A-BE6F-6B5CB4735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286000"/>
            <a:ext cx="39748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b="0" dirty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2 </a:t>
            </a:r>
            <a:r>
              <a:rPr lang="en-US" altLang="en-US" sz="3200" b="0" dirty="0">
                <a:latin typeface="Times" panose="02020603050405020304" pitchFamily="18" charset="0"/>
              </a:rPr>
              <a:t> = ?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16</a:t>
            </a:r>
            <a:r>
              <a:rPr lang="en-US" altLang="en-US" sz="3200" b="0" dirty="0">
                <a:latin typeface="Times" panose="02020603050405020304" pitchFamily="18" charset="0"/>
              </a:rPr>
              <a:t> </a:t>
            </a:r>
            <a:endParaRPr lang="en-US" altLang="en-US" sz="3200" b="0" baseline="-25000" dirty="0">
              <a:latin typeface="Times" panose="02020603050405020304" pitchFamily="18" charset="0"/>
            </a:endParaRPr>
          </a:p>
        </p:txBody>
      </p:sp>
      <p:sp>
        <p:nvSpPr>
          <p:cNvPr id="70659" name="TextBox 4">
            <a:extLst>
              <a:ext uri="{FF2B5EF4-FFF2-40B4-BE49-F238E27FC236}">
                <a16:creationId xmlns:a16="http://schemas.microsoft.com/office/drawing/2014/main" id="{42E1001E-0DFE-48A2-AEE8-354089BE5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390613"/>
            <a:ext cx="3429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b="0" dirty="0">
                <a:latin typeface="Times" panose="02020603050405020304" pitchFamily="18" charset="0"/>
              </a:rPr>
              <a:t>  1011  1001  0111</a:t>
            </a:r>
          </a:p>
        </p:txBody>
      </p:sp>
      <p:sp>
        <p:nvSpPr>
          <p:cNvPr id="70660" name="TextBox 5">
            <a:extLst>
              <a:ext uri="{FF2B5EF4-FFF2-40B4-BE49-F238E27FC236}">
                <a16:creationId xmlns:a16="http://schemas.microsoft.com/office/drawing/2014/main" id="{BCF7598E-93AC-45CB-B2D3-B8B3281AF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230250"/>
            <a:ext cx="35893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1       B        9       7</a:t>
            </a:r>
            <a:endParaRPr lang="en-US" altLang="en-US" sz="3200" b="0" baseline="-25000" dirty="0">
              <a:latin typeface="Times" panose="02020603050405020304" pitchFamily="18" charset="0"/>
            </a:endParaRPr>
          </a:p>
        </p:txBody>
      </p:sp>
      <p:sp>
        <p:nvSpPr>
          <p:cNvPr id="70661" name="Right Brace 7">
            <a:extLst>
              <a:ext uri="{FF2B5EF4-FFF2-40B4-BE49-F238E27FC236}">
                <a16:creationId xmlns:a16="http://schemas.microsoft.com/office/drawing/2014/main" id="{96AE319C-0BD5-4B20-89A3-DE58B7B678BA}"/>
              </a:ext>
            </a:extLst>
          </p:cNvPr>
          <p:cNvSpPr>
            <a:spLocks/>
          </p:cNvSpPr>
          <p:nvPr/>
        </p:nvSpPr>
        <p:spPr bwMode="auto">
          <a:xfrm rot="5400000">
            <a:off x="33528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0662" name="Right Brace 8">
            <a:extLst>
              <a:ext uri="{FF2B5EF4-FFF2-40B4-BE49-F238E27FC236}">
                <a16:creationId xmlns:a16="http://schemas.microsoft.com/office/drawing/2014/main" id="{7F1F60B0-EFAE-4098-A7AC-34F3DD2CABBA}"/>
              </a:ext>
            </a:extLst>
          </p:cNvPr>
          <p:cNvSpPr>
            <a:spLocks/>
          </p:cNvSpPr>
          <p:nvPr/>
        </p:nvSpPr>
        <p:spPr bwMode="auto">
          <a:xfrm rot="5400000">
            <a:off x="43434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0663" name="Right Brace 9">
            <a:extLst>
              <a:ext uri="{FF2B5EF4-FFF2-40B4-BE49-F238E27FC236}">
                <a16:creationId xmlns:a16="http://schemas.microsoft.com/office/drawing/2014/main" id="{3C005270-D4F3-43C5-980C-CA9B9340ECFE}"/>
              </a:ext>
            </a:extLst>
          </p:cNvPr>
          <p:cNvSpPr>
            <a:spLocks/>
          </p:cNvSpPr>
          <p:nvPr/>
        </p:nvSpPr>
        <p:spPr bwMode="auto">
          <a:xfrm rot="5400000">
            <a:off x="5334000" y="3733800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0664" name="TextBox 10">
            <a:extLst>
              <a:ext uri="{FF2B5EF4-FFF2-40B4-BE49-F238E27FC236}">
                <a16:creationId xmlns:a16="http://schemas.microsoft.com/office/drawing/2014/main" id="{EDD7AFFE-72FE-4830-AFEB-9100448AE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16600"/>
            <a:ext cx="5791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0" dirty="0">
                <a:latin typeface="Times" panose="02020603050405020304" pitchFamily="18" charset="0"/>
              </a:rPr>
              <a:t>Thus,  </a:t>
            </a:r>
            <a:r>
              <a:rPr lang="en-US" altLang="en-US" sz="3200" b="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b="0" dirty="0">
                <a:latin typeface="Times" panose="02020603050405020304" pitchFamily="18" charset="0"/>
              </a:rPr>
              <a:t>101110010111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2   </a:t>
            </a:r>
            <a:r>
              <a:rPr lang="en-US" altLang="en-US" sz="3200" b="0" dirty="0">
                <a:latin typeface="Times" panose="02020603050405020304" pitchFamily="18" charset="0"/>
              </a:rPr>
              <a:t>=  </a:t>
            </a:r>
            <a:r>
              <a:rPr lang="en-US" altLang="en-US" sz="3200" b="0" dirty="0">
                <a:solidFill>
                  <a:srgbClr val="0000FF"/>
                </a:solidFill>
                <a:latin typeface="Times" panose="02020603050405020304" pitchFamily="18" charset="0"/>
              </a:rPr>
              <a:t>1</a:t>
            </a:r>
            <a:r>
              <a:rPr lang="en-US" altLang="en-US" sz="3200" b="0" dirty="0">
                <a:latin typeface="Times" panose="02020603050405020304" pitchFamily="18" charset="0"/>
              </a:rPr>
              <a:t>B97</a:t>
            </a:r>
            <a:r>
              <a:rPr lang="en-US" altLang="en-US" sz="3200" b="0" baseline="-25000" dirty="0">
                <a:latin typeface="Times" panose="02020603050405020304" pitchFamily="18" charset="0"/>
              </a:rPr>
              <a:t>16</a:t>
            </a:r>
          </a:p>
        </p:txBody>
      </p:sp>
      <p:sp>
        <p:nvSpPr>
          <p:cNvPr id="10" name="Right Brace 7">
            <a:extLst>
              <a:ext uri="{FF2B5EF4-FFF2-40B4-BE49-F238E27FC236}">
                <a16:creationId xmlns:a16="http://schemas.microsoft.com/office/drawing/2014/main" id="{48844AD3-0BE3-42ED-A28B-365EDBFBE3B6}"/>
              </a:ext>
            </a:extLst>
          </p:cNvPr>
          <p:cNvSpPr>
            <a:spLocks/>
          </p:cNvSpPr>
          <p:nvPr/>
        </p:nvSpPr>
        <p:spPr bwMode="auto">
          <a:xfrm rot="5400000">
            <a:off x="2324100" y="3707825"/>
            <a:ext cx="228600" cy="68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5022EC-1B1D-40ED-9225-59264E4FDB4D}"/>
                  </a:ext>
                </a:extLst>
              </p14:cNvPr>
              <p14:cNvContentPartPr/>
              <p14:nvPr/>
            </p14:nvContentPartPr>
            <p14:xfrm>
              <a:off x="2120400" y="3610080"/>
              <a:ext cx="504000" cy="26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5022EC-1B1D-40ED-9225-59264E4FDB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1040" y="3600720"/>
                <a:ext cx="522720" cy="2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451718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9849F63C-3031-4F7A-A6E6-D7B164DBA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Decimal to Hexadecimal Conversion</a:t>
            </a:r>
          </a:p>
        </p:txBody>
      </p:sp>
      <p:pic>
        <p:nvPicPr>
          <p:cNvPr id="71682" name="Picture 3">
            <a:extLst>
              <a:ext uri="{FF2B5EF4-FFF2-40B4-BE49-F238E27FC236}">
                <a16:creationId xmlns:a16="http://schemas.microsoft.com/office/drawing/2014/main" id="{E58ABE52-70F6-4D62-BC38-0E9FDA754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384300"/>
            <a:ext cx="74041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683" name="Straight Arrow Connector 3">
            <a:extLst>
              <a:ext uri="{FF2B5EF4-FFF2-40B4-BE49-F238E27FC236}">
                <a16:creationId xmlns:a16="http://schemas.microsoft.com/office/drawing/2014/main" id="{AF889C08-43BD-4F53-BCEE-607E2A9B72E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458200" y="3657600"/>
            <a:ext cx="0" cy="1371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D22C1D-B235-489B-AD15-47E3F8993EA8}"/>
                  </a:ext>
                </a:extLst>
              </p14:cNvPr>
              <p14:cNvContentPartPr/>
              <p14:nvPr/>
            </p14:nvContentPartPr>
            <p14:xfrm>
              <a:off x="5180760" y="4644720"/>
              <a:ext cx="3035160" cy="116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D22C1D-B235-489B-AD15-47E3F8993E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1400" y="4635360"/>
                <a:ext cx="3053880" cy="118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18AB1522-0EC8-43E2-B041-111492CCD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Decimal to Hexadecimal Conversion</a:t>
            </a:r>
          </a:p>
        </p:txBody>
      </p:sp>
      <p:pic>
        <p:nvPicPr>
          <p:cNvPr id="72706" name="Picture 3">
            <a:extLst>
              <a:ext uri="{FF2B5EF4-FFF2-40B4-BE49-F238E27FC236}">
                <a16:creationId xmlns:a16="http://schemas.microsoft.com/office/drawing/2014/main" id="{542C802A-FD65-4B57-876B-D5D45B12C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384300"/>
            <a:ext cx="69088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2707" name="Straight Arrow Connector 3">
            <a:extLst>
              <a:ext uri="{FF2B5EF4-FFF2-40B4-BE49-F238E27FC236}">
                <a16:creationId xmlns:a16="http://schemas.microsoft.com/office/drawing/2014/main" id="{6FE2C061-5921-4B5B-9702-16681F4224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458200" y="3657600"/>
            <a:ext cx="0" cy="13716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24AE78-E7D8-4295-B17E-7F655C70B9B7}"/>
                  </a:ext>
                </a:extLst>
              </p14:cNvPr>
              <p14:cNvContentPartPr/>
              <p14:nvPr/>
            </p14:nvContentPartPr>
            <p14:xfrm>
              <a:off x="6711120" y="1486080"/>
              <a:ext cx="1245600" cy="321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24AE78-E7D8-4295-B17E-7F655C70B9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1760" y="1476720"/>
                <a:ext cx="1264320" cy="323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7E19463-2273-48F9-96EC-4E202001D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 err="1">
                <a:solidFill>
                  <a:srgbClr val="0000FF"/>
                </a:solidFill>
              </a:rPr>
              <a:t>Lec</a:t>
            </a:r>
            <a:r>
              <a:rPr lang="en-US" altLang="en-US" dirty="0">
                <a:solidFill>
                  <a:srgbClr val="0000FF"/>
                </a:solidFill>
              </a:rPr>
              <a:t> 2: Test Q3</a:t>
            </a:r>
          </a:p>
        </p:txBody>
      </p:sp>
    </p:spTree>
    <p:extLst>
      <p:ext uri="{BB962C8B-B14F-4D97-AF65-F5344CB8AC3E}">
        <p14:creationId xmlns:p14="http://schemas.microsoft.com/office/powerpoint/2010/main" val="2467142422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E28AEE35-E11F-0C4C-9CB6-2B8A5D901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Signed integers are more complicated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AB311A28-2DB7-914A-B359-868B41014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We will talk more about them when we start with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Chapter 3 </a:t>
            </a:r>
            <a:r>
              <a:rPr lang="en-US" dirty="0">
                <a:ea typeface="+mn-ea"/>
                <a:cs typeface="+mn-cs"/>
              </a:rPr>
              <a:t>in a couple of weeks.</a:t>
            </a: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842A7C32-8646-7242-90BF-E5A2A26D1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The story with floats is even more complicated</a:t>
            </a:r>
            <a:br>
              <a:rPr lang="en-US" sz="2800" dirty="0">
                <a:ea typeface="+mj-ea"/>
                <a:cs typeface="+mj-cs"/>
              </a:rPr>
            </a:br>
            <a:r>
              <a:rPr lang="en-US" sz="3200" dirty="0">
                <a:ea typeface="+mj-ea"/>
                <a:cs typeface="+mj-cs"/>
              </a:rPr>
              <a:t>IEEE 754-1985 Standard</a:t>
            </a:r>
          </a:p>
        </p:txBody>
      </p:sp>
      <p:pic>
        <p:nvPicPr>
          <p:cNvPr id="74754" name="Picture 4">
            <a:extLst>
              <a:ext uri="{FF2B5EF4-FFF2-40B4-BE49-F238E27FC236}">
                <a16:creationId xmlns:a16="http://schemas.microsoft.com/office/drawing/2014/main" id="{647161CC-7FD8-403A-9644-42FBF2C45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2687638"/>
            <a:ext cx="8767763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Text Box 5">
            <a:extLst>
              <a:ext uri="{FF2B5EF4-FFF2-40B4-BE49-F238E27FC236}">
                <a16:creationId xmlns:a16="http://schemas.microsoft.com/office/drawing/2014/main" id="{D604F4B4-1D62-4D26-83F7-2CE6E5F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88" y="6178550"/>
            <a:ext cx="513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[http://en.wikipedia.org/wiki/IEEE_754]</a:t>
            </a: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9FD16880-4EAE-604F-BE3A-CE6AD0A9D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+mj-ea"/>
              <a:cs typeface="+mj-cs"/>
            </a:endParaRP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00C4C8F0-30E0-4F81-B821-022241302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	In the example shown above, the </a:t>
            </a:r>
            <a:r>
              <a:rPr lang="en-US" altLang="en-US" i="1" dirty="0"/>
              <a:t>sign</a:t>
            </a:r>
            <a:r>
              <a:rPr lang="en-US" altLang="en-US" dirty="0"/>
              <a:t> is zero so s is +1, the </a:t>
            </a:r>
            <a:r>
              <a:rPr lang="en-US" altLang="en-US" i="1" dirty="0"/>
              <a:t>exponent</a:t>
            </a:r>
            <a:r>
              <a:rPr lang="en-US" altLang="en-US" dirty="0"/>
              <a:t> is 124 so e is −3, and the significand m is 1.01 (in binary, which is 1.25 in decimal). The represented number is therefore +1.25 × 2</a:t>
            </a:r>
            <a:r>
              <a:rPr lang="en-US" altLang="en-US" baseline="30000" dirty="0"/>
              <a:t>−3</a:t>
            </a:r>
            <a:r>
              <a:rPr lang="en-US" altLang="en-US" dirty="0"/>
              <a:t>, which is +0.15625. </a:t>
            </a:r>
          </a:p>
        </p:txBody>
      </p:sp>
      <p:pic>
        <p:nvPicPr>
          <p:cNvPr id="75779" name="Picture 4">
            <a:extLst>
              <a:ext uri="{FF2B5EF4-FFF2-40B4-BE49-F238E27FC236}">
                <a16:creationId xmlns:a16="http://schemas.microsoft.com/office/drawing/2014/main" id="{6BBAD8D5-0C5A-41D0-81FB-02FE4C9B3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1711325"/>
            <a:ext cx="836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5">
            <a:extLst>
              <a:ext uri="{FF2B5EF4-FFF2-40B4-BE49-F238E27FC236}">
                <a16:creationId xmlns:a16="http://schemas.microsoft.com/office/drawing/2014/main" id="{770E118F-9924-451A-835B-2BDA8A3B5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2655888"/>
            <a:ext cx="9121775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1" name="Picture 6">
            <a:extLst>
              <a:ext uri="{FF2B5EF4-FFF2-40B4-BE49-F238E27FC236}">
                <a16:creationId xmlns:a16="http://schemas.microsoft.com/office/drawing/2014/main" id="{A3E89C91-D2E3-4845-8716-072ED85D3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23825"/>
            <a:ext cx="876776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Text Box 7">
            <a:extLst>
              <a:ext uri="{FF2B5EF4-FFF2-40B4-BE49-F238E27FC236}">
                <a16:creationId xmlns:a16="http://schemas.microsoft.com/office/drawing/2014/main" id="{E24C9525-785D-44E4-B8E5-E1576D89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3" y="6264275"/>
            <a:ext cx="513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[http://en.wikipedia.org/wiki/IEEE_754]</a:t>
            </a: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9794A90B-A306-A04C-B9C7-C49F878E8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On-line IEEE 754 Converter 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91172F53-B4D7-F043-9042-A54D62B86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305800" cy="4953000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  <a:hlinkClick r:id="rId2"/>
              </a:rPr>
              <a:t>http://www.h-schmidt.net/FloatApplet/IEEE754.html</a:t>
            </a: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marL="0" indent="0" eaLnBrk="1" hangingPunct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More about floating point numbers in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Chapter 3</a:t>
            </a:r>
            <a:r>
              <a:rPr lang="en-US" dirty="0">
                <a:ea typeface="+mn-ea"/>
                <a:cs typeface="+mn-cs"/>
              </a:rPr>
              <a:t>.</a:t>
            </a: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FE13C2DF-9841-4265-9B17-8591576C3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Storing Characters</a:t>
            </a:r>
          </a:p>
        </p:txBody>
      </p:sp>
      <p:sp>
        <p:nvSpPr>
          <p:cNvPr id="77826" name="Content Placeholder 2">
            <a:extLst>
              <a:ext uri="{FF2B5EF4-FFF2-40B4-BE49-F238E27FC236}">
                <a16:creationId xmlns:a16="http://schemas.microsoft.com/office/drawing/2014/main" id="{2E714C9E-A1DB-4738-AA72-EF80A27BB1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This requires some convention that maps binary numbers to characters.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ASCII table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Unicode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FF71BF0E-383F-BD42-B4CD-24AF315E9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ASCII Table</a:t>
            </a:r>
          </a:p>
        </p:txBody>
      </p:sp>
      <p:pic>
        <p:nvPicPr>
          <p:cNvPr id="78850" name="Picture 4">
            <a:extLst>
              <a:ext uri="{FF2B5EF4-FFF2-40B4-BE49-F238E27FC236}">
                <a16:creationId xmlns:a16="http://schemas.microsoft.com/office/drawing/2014/main" id="{656D5E0F-F5D2-4FAB-AB1F-C10A97607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153400" cy="556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0A3A21B4-41C6-6E4A-BA80-EA9F8AF08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Extended ASCII Codes</a:t>
            </a:r>
          </a:p>
        </p:txBody>
      </p:sp>
      <p:pic>
        <p:nvPicPr>
          <p:cNvPr id="79874" name="Picture 4">
            <a:extLst>
              <a:ext uri="{FF2B5EF4-FFF2-40B4-BE49-F238E27FC236}">
                <a16:creationId xmlns:a16="http://schemas.microsoft.com/office/drawing/2014/main" id="{FA791F56-BB0D-48B7-A230-BF97186E4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8153400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DFBA121A-7518-FF4A-A05C-660D53680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The Unicode Character Code</a:t>
            </a:r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F59FEBF0-401C-1D4B-8213-9F787616A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solidFill>
                <a:srgbClr val="0000FF"/>
              </a:solidFill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http://www.unicode.org/charts/</a:t>
            </a:r>
            <a:endParaRPr lang="en-US" dirty="0">
              <a:solidFill>
                <a:srgbClr val="0000FF"/>
              </a:solidFill>
              <a:ea typeface="+mn-ea"/>
              <a:cs typeface="+mn-cs"/>
            </a:endParaRPr>
          </a:p>
          <a:p>
            <a:pPr eaLnBrk="1" hangingPunct="1">
              <a:defRPr/>
            </a:pPr>
            <a:endParaRPr lang="en-US" dirty="0">
              <a:solidFill>
                <a:srgbClr val="0000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C7530208-7B3D-4A50-836A-CD3C02710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3429000" cy="2209800"/>
          </a:xfrm>
        </p:spPr>
        <p:txBody>
          <a:bodyPr/>
          <a:lstStyle/>
          <a:p>
            <a:r>
              <a:rPr lang="en-US" altLang="en-US" dirty="0"/>
              <a:t>Egyptian</a:t>
            </a:r>
            <a:br>
              <a:rPr lang="en-US" altLang="en-US" dirty="0"/>
            </a:br>
            <a:r>
              <a:rPr lang="en-US" altLang="en-US" dirty="0"/>
              <a:t>Hieroglyphs</a:t>
            </a:r>
          </a:p>
        </p:txBody>
      </p:sp>
      <p:pic>
        <p:nvPicPr>
          <p:cNvPr id="81922" name="Picture 3" descr="Screen shot 2013-08-28 at 12.23.19 PM.png">
            <a:extLst>
              <a:ext uri="{FF2B5EF4-FFF2-40B4-BE49-F238E27FC236}">
                <a16:creationId xmlns:a16="http://schemas.microsoft.com/office/drawing/2014/main" id="{282EF9C2-A9B4-45D5-96B1-A25D5DB83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0"/>
            <a:ext cx="47958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TextBox 4">
            <a:extLst>
              <a:ext uri="{FF2B5EF4-FFF2-40B4-BE49-F238E27FC236}">
                <a16:creationId xmlns:a16="http://schemas.microsoft.com/office/drawing/2014/main" id="{BD9D8068-F23E-4CBB-86F1-D1DB8AE83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62713"/>
            <a:ext cx="3051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imes" panose="02020603050405020304" pitchFamily="18" charset="0"/>
              </a:rPr>
              <a:t>http://www.unicode.org/charts/</a:t>
            </a: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7E4BB97E-8B5D-461C-A6AE-F8E94D52E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Close up</a:t>
            </a:r>
          </a:p>
        </p:txBody>
      </p:sp>
      <p:pic>
        <p:nvPicPr>
          <p:cNvPr id="82946" name="Picture 3" descr="Screen shot 2013-08-28 at 12.26.13 PM.png">
            <a:extLst>
              <a:ext uri="{FF2B5EF4-FFF2-40B4-BE49-F238E27FC236}">
                <a16:creationId xmlns:a16="http://schemas.microsoft.com/office/drawing/2014/main" id="{A5B0441A-9F94-42F8-B250-D46BA3106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350250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7" name="TextBox 4">
            <a:extLst>
              <a:ext uri="{FF2B5EF4-FFF2-40B4-BE49-F238E27FC236}">
                <a16:creationId xmlns:a16="http://schemas.microsoft.com/office/drawing/2014/main" id="{2844AA46-009B-4312-98FC-28BED5A6E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25" y="6480175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http://www.unicode.org/charts/</a:t>
            </a: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D90360-3B21-4048-9E84-CD66033C6025}">
  <ds:schemaRefs>
    <ds:schemaRef ds:uri="http://schemas.microsoft.com/office/infopath/2007/PartnerControls"/>
    <ds:schemaRef ds:uri="2545ccdc-34fc-4cec-a48d-ba29d7877a97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5624</TotalTime>
  <Words>1521</Words>
  <Application>Microsoft Office PowerPoint</Application>
  <PresentationFormat>On-screen Show (4:3)</PresentationFormat>
  <Paragraphs>369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3" baseType="lpstr">
      <vt:lpstr>ＭＳ Ｐゴシック</vt:lpstr>
      <vt:lpstr>ＭＳ Ｐゴシック</vt:lpstr>
      <vt:lpstr>Arial</vt:lpstr>
      <vt:lpstr>Arial Unicode MS</vt:lpstr>
      <vt:lpstr>Calibri</vt:lpstr>
      <vt:lpstr>Times</vt:lpstr>
      <vt:lpstr>Times New Roman</vt:lpstr>
      <vt:lpstr>Wingdings</vt:lpstr>
      <vt:lpstr>Blank</vt:lpstr>
      <vt:lpstr>Default Design</vt:lpstr>
      <vt:lpstr>PowerPoint Presentation</vt:lpstr>
      <vt:lpstr>02 – Number Systems</vt:lpstr>
      <vt:lpstr>Administrative Stuff</vt:lpstr>
      <vt:lpstr>Number Systems</vt:lpstr>
      <vt:lpstr>The Decimal System</vt:lpstr>
      <vt:lpstr>The Binary System</vt:lpstr>
      <vt:lpstr>Number Systems: Positional Representations</vt:lpstr>
      <vt:lpstr>Number Systems</vt:lpstr>
      <vt:lpstr>Number Systems</vt:lpstr>
      <vt:lpstr>The Decimal System</vt:lpstr>
      <vt:lpstr>The Decimal System</vt:lpstr>
      <vt:lpstr>Another Way to Look at This</vt:lpstr>
      <vt:lpstr>Another Way to Look at This</vt:lpstr>
      <vt:lpstr>Another Way to Look at This</vt:lpstr>
      <vt:lpstr>Base 7</vt:lpstr>
      <vt:lpstr>Base 7</vt:lpstr>
      <vt:lpstr>Base 7</vt:lpstr>
      <vt:lpstr>Base 7</vt:lpstr>
      <vt:lpstr>Another Way to Look at This</vt:lpstr>
      <vt:lpstr>Binary Numbers (Base 2)</vt:lpstr>
      <vt:lpstr>Binary Numbers (Base 2)</vt:lpstr>
      <vt:lpstr>Binary Numbers (Base 2)</vt:lpstr>
      <vt:lpstr>Another Example</vt:lpstr>
      <vt:lpstr>Powers of 2</vt:lpstr>
      <vt:lpstr>Lec 2: Test Q1</vt:lpstr>
      <vt:lpstr>What is the value of this binary number?</vt:lpstr>
      <vt:lpstr>Another Way to Look at This</vt:lpstr>
      <vt:lpstr>Some Terminology</vt:lpstr>
      <vt:lpstr>Relationship Between a Byte and a Bit</vt:lpstr>
      <vt:lpstr>Relationship Between a Byte and a Bit</vt:lpstr>
      <vt:lpstr>Relationship Between a Byte and a Bit</vt:lpstr>
      <vt:lpstr>Bit Permutations</vt:lpstr>
      <vt:lpstr>Bit Permutations</vt:lpstr>
      <vt:lpstr>Lec 2: Test Q2   What is the maximum number that can be stored in one byte (8 bits)?</vt:lpstr>
      <vt:lpstr>What is the maximum number that can be stored in one byte (8 bits)?</vt:lpstr>
      <vt:lpstr>What would happen if we try to add 1 to the largest number that can be stored in one byte (8 bits)?</vt:lpstr>
      <vt:lpstr>Analogy with car odometers</vt:lpstr>
      <vt:lpstr>Analogy with car odometers</vt:lpstr>
      <vt:lpstr>Number Conversion</vt:lpstr>
      <vt:lpstr>Decimal to Binary Conversion  (Using Guessing)</vt:lpstr>
      <vt:lpstr>Decimal to Binary Conversion  (Using Guessing)</vt:lpstr>
      <vt:lpstr>Converting from Decimal to Binary</vt:lpstr>
      <vt:lpstr>Converting from Decimal to Binary</vt:lpstr>
      <vt:lpstr>Converting from Decimal to Binary</vt:lpstr>
      <vt:lpstr>PowerPoint Presentation</vt:lpstr>
      <vt:lpstr>Octal System (Base 8)</vt:lpstr>
      <vt:lpstr>Binary to Octal Conversion</vt:lpstr>
      <vt:lpstr>Binary to Octal Conversion</vt:lpstr>
      <vt:lpstr>Binary to Octal Conversion</vt:lpstr>
      <vt:lpstr>Binary to Octal Conversion</vt:lpstr>
      <vt:lpstr>Binary to Octal Conversion</vt:lpstr>
      <vt:lpstr>Binary to Octal Conversion</vt:lpstr>
      <vt:lpstr>Binary to Octal Conversion</vt:lpstr>
      <vt:lpstr>Binary to Octal Conversion</vt:lpstr>
      <vt:lpstr>The 16 Hexadecimal Digits </vt:lpstr>
      <vt:lpstr>The 16 Hexadecimal Digits </vt:lpstr>
      <vt:lpstr>Hexadecimal System (Base 16)</vt:lpstr>
      <vt:lpstr>Hexadecimal to Decimal Conversion</vt:lpstr>
      <vt:lpstr>Hexadecimal to Decimal Conversion</vt:lpstr>
      <vt:lpstr>Hexadecimal to Decimal Conversion</vt:lpstr>
      <vt:lpstr>Binary to Hexadecimal Conversion</vt:lpstr>
      <vt:lpstr>Binary to Hexadecimal Conversion</vt:lpstr>
      <vt:lpstr>Binary to Hexadecimal Conversion</vt:lpstr>
      <vt:lpstr>Binary to Hexadecimal Conversion</vt:lpstr>
      <vt:lpstr>Binary to Hexadecimal Conversion</vt:lpstr>
      <vt:lpstr>Binary to Hexadecimal Conversion</vt:lpstr>
      <vt:lpstr>Binary to Hexadecimal Conversion</vt:lpstr>
      <vt:lpstr>Binary to Hexadecimal Conversion</vt:lpstr>
      <vt:lpstr>Binary to Hexadecimal Conversion</vt:lpstr>
      <vt:lpstr>Decimal to Hexadecimal Conversion</vt:lpstr>
      <vt:lpstr>Decimal to Hexadecimal Conversion</vt:lpstr>
      <vt:lpstr>Lec 2: Test Q3</vt:lpstr>
      <vt:lpstr>Signed integers are more complicated</vt:lpstr>
      <vt:lpstr>The story with floats is even more complicated IEEE 754-1985 Standard</vt:lpstr>
      <vt:lpstr>PowerPoint Presentation</vt:lpstr>
      <vt:lpstr>On-line IEEE 754 Converter </vt:lpstr>
      <vt:lpstr>Storing Characters</vt:lpstr>
      <vt:lpstr>ASCII Table</vt:lpstr>
      <vt:lpstr>Extended ASCII Codes</vt:lpstr>
      <vt:lpstr>The Unicode Character Code</vt:lpstr>
      <vt:lpstr>Egyptian Hieroglyphs</vt:lpstr>
      <vt:lpstr>Close up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189</cp:revision>
  <dcterms:created xsi:type="dcterms:W3CDTF">2003-05-23T15:49:24Z</dcterms:created>
  <dcterms:modified xsi:type="dcterms:W3CDTF">2022-01-21T23:22:01Z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